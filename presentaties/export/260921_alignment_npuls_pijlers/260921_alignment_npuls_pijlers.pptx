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jpeg" ContentType="image/jpeg"/>
  <Override PartName="/ppt/media/image6.jpeg" ContentType="image/jpeg"/>
  <Override PartName="/ppt/media/image7.png" ContentType="image/png"/>
  <Override PartName="/ppt/presProps.xml" ContentType="application/vnd.openxmlformats-officedocument.presentationml.presPro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61200" y="1909080"/>
            <a:ext cx="4494960" cy="49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359" spc="-1" strike="noStrike">
                <a:solidFill>
                  <a:srgbClr val="1a1a2e"/>
                </a:solidFill>
                <a:latin typeface="Arial"/>
                <a:ea typeface="Arial"/>
              </a:rPr>
              <a:t>OKx in samenhang</a:t>
            </a:r>
            <a:endParaRPr b="0" lang="en-US" sz="335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2033640" y="2549520"/>
            <a:ext cx="59518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AII spoor 3 · eduXchange · ontsluiten onderwijsaanbod · OKx: wat is de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2247840" y="2797200"/>
            <a:ext cx="55526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status, waar raken wij elkaar, hoe houden wij elkaar op de hoogte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271680" y="3161160"/>
            <a:ext cx="3248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Leren zonder Drempels · 21 september 2026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 txBox="1"/>
          <p:nvPr/>
        </p:nvSpPr>
        <p:spPr>
          <a:xfrm>
            <a:off x="3993480" y="636480"/>
            <a:ext cx="633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Arial"/>
                <a:ea typeface="Arial"/>
              </a:rPr>
              <a:t>AGE NDA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3990960" y="1733400"/>
            <a:ext cx="324000" cy="324000"/>
          </a:xfrm>
          <a:custGeom>
            <a:avLst/>
            <a:gdLst/>
            <a:ahLst/>
            <a:rect l="0" t="0" r="r" b="b"/>
            <a:pathLst>
              <a:path w="900" h="900">
                <a:moveTo>
                  <a:pt x="900" y="451"/>
                </a:moveTo>
                <a:cubicBezTo>
                  <a:pt x="900" y="480"/>
                  <a:pt x="897" y="509"/>
                  <a:pt x="891" y="538"/>
                </a:cubicBezTo>
                <a:cubicBezTo>
                  <a:pt x="886" y="567"/>
                  <a:pt x="877" y="596"/>
                  <a:pt x="866" y="623"/>
                </a:cubicBezTo>
                <a:cubicBezTo>
                  <a:pt x="855" y="650"/>
                  <a:pt x="841" y="676"/>
                  <a:pt x="824" y="701"/>
                </a:cubicBezTo>
                <a:cubicBezTo>
                  <a:pt x="808" y="725"/>
                  <a:pt x="789" y="748"/>
                  <a:pt x="768" y="769"/>
                </a:cubicBezTo>
                <a:cubicBezTo>
                  <a:pt x="747" y="790"/>
                  <a:pt x="725" y="808"/>
                  <a:pt x="700" y="825"/>
                </a:cubicBezTo>
                <a:cubicBezTo>
                  <a:pt x="676" y="841"/>
                  <a:pt x="650" y="855"/>
                  <a:pt x="622" y="866"/>
                </a:cubicBezTo>
                <a:cubicBezTo>
                  <a:pt x="595" y="878"/>
                  <a:pt x="567" y="886"/>
                  <a:pt x="538" y="892"/>
                </a:cubicBezTo>
                <a:cubicBezTo>
                  <a:pt x="509" y="898"/>
                  <a:pt x="480" y="900"/>
                  <a:pt x="450" y="900"/>
                </a:cubicBezTo>
                <a:cubicBezTo>
                  <a:pt x="421" y="900"/>
                  <a:pt x="392" y="898"/>
                  <a:pt x="363" y="892"/>
                </a:cubicBezTo>
                <a:cubicBezTo>
                  <a:pt x="334" y="886"/>
                  <a:pt x="305" y="878"/>
                  <a:pt x="278" y="866"/>
                </a:cubicBezTo>
                <a:cubicBezTo>
                  <a:pt x="251" y="855"/>
                  <a:pt x="225" y="841"/>
                  <a:pt x="200" y="825"/>
                </a:cubicBezTo>
                <a:cubicBezTo>
                  <a:pt x="176" y="808"/>
                  <a:pt x="153" y="790"/>
                  <a:pt x="131" y="769"/>
                </a:cubicBezTo>
                <a:cubicBezTo>
                  <a:pt x="110" y="748"/>
                  <a:pt x="92" y="725"/>
                  <a:pt x="75" y="701"/>
                </a:cubicBezTo>
                <a:cubicBezTo>
                  <a:pt x="59" y="676"/>
                  <a:pt x="45" y="650"/>
                  <a:pt x="34" y="623"/>
                </a:cubicBezTo>
                <a:cubicBezTo>
                  <a:pt x="22" y="596"/>
                  <a:pt x="14" y="567"/>
                  <a:pt x="8" y="538"/>
                </a:cubicBezTo>
                <a:cubicBezTo>
                  <a:pt x="2" y="509"/>
                  <a:pt x="0" y="480"/>
                  <a:pt x="0" y="451"/>
                </a:cubicBezTo>
                <a:cubicBezTo>
                  <a:pt x="0" y="421"/>
                  <a:pt x="2" y="392"/>
                  <a:pt x="8" y="363"/>
                </a:cubicBezTo>
                <a:cubicBezTo>
                  <a:pt x="14" y="334"/>
                  <a:pt x="22" y="306"/>
                  <a:pt x="34" y="279"/>
                </a:cubicBezTo>
                <a:cubicBezTo>
                  <a:pt x="45" y="251"/>
                  <a:pt x="59" y="225"/>
                  <a:pt x="75" y="201"/>
                </a:cubicBezTo>
                <a:cubicBezTo>
                  <a:pt x="92" y="176"/>
                  <a:pt x="110" y="154"/>
                  <a:pt x="131" y="133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5"/>
                  <a:pt x="278" y="34"/>
                </a:cubicBezTo>
                <a:cubicBezTo>
                  <a:pt x="305" y="23"/>
                  <a:pt x="334" y="14"/>
                  <a:pt x="363" y="9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9"/>
                </a:cubicBezTo>
                <a:cubicBezTo>
                  <a:pt x="567" y="14"/>
                  <a:pt x="595" y="23"/>
                  <a:pt x="622" y="34"/>
                </a:cubicBezTo>
                <a:cubicBezTo>
                  <a:pt x="650" y="45"/>
                  <a:pt x="676" y="59"/>
                  <a:pt x="700" y="76"/>
                </a:cubicBezTo>
                <a:cubicBezTo>
                  <a:pt x="725" y="92"/>
                  <a:pt x="747" y="111"/>
                  <a:pt x="768" y="133"/>
                </a:cubicBezTo>
                <a:cubicBezTo>
                  <a:pt x="789" y="154"/>
                  <a:pt x="808" y="176"/>
                  <a:pt x="824" y="201"/>
                </a:cubicBezTo>
                <a:cubicBezTo>
                  <a:pt x="841" y="225"/>
                  <a:pt x="855" y="251"/>
                  <a:pt x="866" y="279"/>
                </a:cubicBezTo>
                <a:cubicBezTo>
                  <a:pt x="877" y="306"/>
                  <a:pt x="886" y="334"/>
                  <a:pt x="891" y="363"/>
                </a:cubicBezTo>
                <a:cubicBezTo>
                  <a:pt x="897" y="392"/>
                  <a:pt x="900" y="421"/>
                  <a:pt x="900" y="451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3978360" y="993600"/>
            <a:ext cx="2019960" cy="35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400" spc="-1" strike="noStrike">
                <a:solidFill>
                  <a:srgbClr val="dd784b"/>
                </a:solidFill>
                <a:latin typeface="Arial"/>
                <a:ea typeface="Arial"/>
              </a:rPr>
              <a:t>Drie vragen</a:t>
            </a:r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126680" y="18064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4439160" y="1549440"/>
            <a:ext cx="26236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is (de status van)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4439160" y="1846080"/>
            <a:ext cx="3976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aanpak, focus binnen de instelling, waar de speciﬁcaties en het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/>
          <p:nvPr/>
        </p:nvSpPr>
        <p:spPr>
          <a:xfrm>
            <a:off x="3990960" y="2752560"/>
            <a:ext cx="324000" cy="324360"/>
          </a:xfrm>
          <a:custGeom>
            <a:avLst/>
            <a:gdLst/>
            <a:ahLst/>
            <a:rect l="0" t="0" r="r" b="b"/>
            <a:pathLst>
              <a:path w="900" h="901">
                <a:moveTo>
                  <a:pt x="900" y="450"/>
                </a:moveTo>
                <a:cubicBezTo>
                  <a:pt x="900" y="479"/>
                  <a:pt x="897" y="509"/>
                  <a:pt x="891" y="537"/>
                </a:cubicBezTo>
                <a:cubicBezTo>
                  <a:pt x="886" y="566"/>
                  <a:pt x="877" y="595"/>
                  <a:pt x="866" y="622"/>
                </a:cubicBezTo>
                <a:cubicBezTo>
                  <a:pt x="855" y="649"/>
                  <a:pt x="841" y="675"/>
                  <a:pt x="824" y="700"/>
                </a:cubicBezTo>
                <a:cubicBezTo>
                  <a:pt x="808" y="724"/>
                  <a:pt x="789" y="747"/>
                  <a:pt x="768" y="768"/>
                </a:cubicBezTo>
                <a:cubicBezTo>
                  <a:pt x="747" y="789"/>
                  <a:pt x="725" y="807"/>
                  <a:pt x="700" y="824"/>
                </a:cubicBezTo>
                <a:cubicBezTo>
                  <a:pt x="676" y="840"/>
                  <a:pt x="650" y="854"/>
                  <a:pt x="622" y="865"/>
                </a:cubicBezTo>
                <a:cubicBezTo>
                  <a:pt x="595" y="877"/>
                  <a:pt x="567" y="885"/>
                  <a:pt x="538" y="891"/>
                </a:cubicBezTo>
                <a:cubicBezTo>
                  <a:pt x="509" y="898"/>
                  <a:pt x="480" y="901"/>
                  <a:pt x="450" y="901"/>
                </a:cubicBezTo>
                <a:cubicBezTo>
                  <a:pt x="421" y="901"/>
                  <a:pt x="392" y="898"/>
                  <a:pt x="363" y="891"/>
                </a:cubicBezTo>
                <a:cubicBezTo>
                  <a:pt x="334" y="885"/>
                  <a:pt x="305" y="877"/>
                  <a:pt x="278" y="865"/>
                </a:cubicBezTo>
                <a:cubicBezTo>
                  <a:pt x="251" y="854"/>
                  <a:pt x="225" y="840"/>
                  <a:pt x="200" y="824"/>
                </a:cubicBezTo>
                <a:cubicBezTo>
                  <a:pt x="176" y="807"/>
                  <a:pt x="153" y="789"/>
                  <a:pt x="131" y="768"/>
                </a:cubicBezTo>
                <a:cubicBezTo>
                  <a:pt x="110" y="747"/>
                  <a:pt x="92" y="724"/>
                  <a:pt x="75" y="700"/>
                </a:cubicBezTo>
                <a:cubicBezTo>
                  <a:pt x="59" y="675"/>
                  <a:pt x="45" y="649"/>
                  <a:pt x="34" y="622"/>
                </a:cubicBezTo>
                <a:cubicBezTo>
                  <a:pt x="22" y="595"/>
                  <a:pt x="14" y="566"/>
                  <a:pt x="8" y="537"/>
                </a:cubicBezTo>
                <a:cubicBezTo>
                  <a:pt x="2" y="509"/>
                  <a:pt x="0" y="479"/>
                  <a:pt x="0" y="450"/>
                </a:cubicBezTo>
                <a:cubicBezTo>
                  <a:pt x="0" y="420"/>
                  <a:pt x="2" y="391"/>
                  <a:pt x="8" y="362"/>
                </a:cubicBezTo>
                <a:cubicBezTo>
                  <a:pt x="14" y="333"/>
                  <a:pt x="22" y="305"/>
                  <a:pt x="34" y="278"/>
                </a:cubicBezTo>
                <a:cubicBezTo>
                  <a:pt x="45" y="250"/>
                  <a:pt x="59" y="224"/>
                  <a:pt x="75" y="200"/>
                </a:cubicBezTo>
                <a:cubicBezTo>
                  <a:pt x="92" y="175"/>
                  <a:pt x="110" y="153"/>
                  <a:pt x="131" y="132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5"/>
                  <a:pt x="278" y="34"/>
                </a:cubicBezTo>
                <a:cubicBezTo>
                  <a:pt x="305" y="23"/>
                  <a:pt x="334" y="14"/>
                  <a:pt x="363" y="9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9"/>
                </a:cubicBezTo>
                <a:cubicBezTo>
                  <a:pt x="567" y="14"/>
                  <a:pt x="595" y="23"/>
                  <a:pt x="622" y="34"/>
                </a:cubicBezTo>
                <a:cubicBezTo>
                  <a:pt x="650" y="45"/>
                  <a:pt x="676" y="59"/>
                  <a:pt x="700" y="76"/>
                </a:cubicBezTo>
                <a:cubicBezTo>
                  <a:pt x="725" y="92"/>
                  <a:pt x="747" y="111"/>
                  <a:pt x="768" y="132"/>
                </a:cubicBezTo>
                <a:cubicBezTo>
                  <a:pt x="789" y="153"/>
                  <a:pt x="808" y="175"/>
                  <a:pt x="824" y="200"/>
                </a:cubicBezTo>
                <a:cubicBezTo>
                  <a:pt x="841" y="224"/>
                  <a:pt x="855" y="250"/>
                  <a:pt x="866" y="278"/>
                </a:cubicBezTo>
                <a:cubicBezTo>
                  <a:pt x="877" y="305"/>
                  <a:pt x="886" y="333"/>
                  <a:pt x="891" y="362"/>
                </a:cubicBezTo>
                <a:cubicBezTo>
                  <a:pt x="897" y="391"/>
                  <a:pt x="900" y="420"/>
                  <a:pt x="900" y="45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4439160" y="2093760"/>
            <a:ext cx="1419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informatiemodel staan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107960" y="2825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439160" y="2454120"/>
            <a:ext cx="44629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Waar raakt OKx andere ontwikkelingen wel, 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439160" y="2701800"/>
            <a:ext cx="10810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welke niet?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4439160" y="2989080"/>
            <a:ext cx="3925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twee uitgangspunten als schot voor de boeg; AII, eduXchange,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3990960" y="3657240"/>
            <a:ext cx="324000" cy="324360"/>
          </a:xfrm>
          <a:custGeom>
            <a:avLst/>
            <a:gdLst/>
            <a:ahLst/>
            <a:rect l="0" t="0" r="r" b="b"/>
            <a:pathLst>
              <a:path w="900" h="901">
                <a:moveTo>
                  <a:pt x="900" y="451"/>
                </a:moveTo>
                <a:cubicBezTo>
                  <a:pt x="900" y="481"/>
                  <a:pt x="897" y="510"/>
                  <a:pt x="891" y="539"/>
                </a:cubicBezTo>
                <a:cubicBezTo>
                  <a:pt x="886" y="568"/>
                  <a:pt x="877" y="596"/>
                  <a:pt x="866" y="623"/>
                </a:cubicBezTo>
                <a:cubicBezTo>
                  <a:pt x="855" y="651"/>
                  <a:pt x="841" y="677"/>
                  <a:pt x="824" y="701"/>
                </a:cubicBezTo>
                <a:cubicBezTo>
                  <a:pt x="808" y="726"/>
                  <a:pt x="789" y="748"/>
                  <a:pt x="768" y="769"/>
                </a:cubicBezTo>
                <a:cubicBezTo>
                  <a:pt x="747" y="790"/>
                  <a:pt x="725" y="809"/>
                  <a:pt x="700" y="825"/>
                </a:cubicBezTo>
                <a:cubicBezTo>
                  <a:pt x="676" y="842"/>
                  <a:pt x="650" y="856"/>
                  <a:pt x="622" y="867"/>
                </a:cubicBezTo>
                <a:cubicBezTo>
                  <a:pt x="595" y="878"/>
                  <a:pt x="567" y="887"/>
                  <a:pt x="538" y="892"/>
                </a:cubicBezTo>
                <a:cubicBezTo>
                  <a:pt x="509" y="898"/>
                  <a:pt x="480" y="901"/>
                  <a:pt x="450" y="901"/>
                </a:cubicBezTo>
                <a:cubicBezTo>
                  <a:pt x="421" y="901"/>
                  <a:pt x="392" y="898"/>
                  <a:pt x="363" y="892"/>
                </a:cubicBezTo>
                <a:cubicBezTo>
                  <a:pt x="334" y="887"/>
                  <a:pt x="305" y="878"/>
                  <a:pt x="278" y="867"/>
                </a:cubicBezTo>
                <a:cubicBezTo>
                  <a:pt x="251" y="856"/>
                  <a:pt x="225" y="842"/>
                  <a:pt x="200" y="825"/>
                </a:cubicBezTo>
                <a:cubicBezTo>
                  <a:pt x="176" y="809"/>
                  <a:pt x="153" y="790"/>
                  <a:pt x="131" y="769"/>
                </a:cubicBezTo>
                <a:cubicBezTo>
                  <a:pt x="110" y="748"/>
                  <a:pt x="92" y="726"/>
                  <a:pt x="75" y="701"/>
                </a:cubicBezTo>
                <a:cubicBezTo>
                  <a:pt x="59" y="677"/>
                  <a:pt x="45" y="651"/>
                  <a:pt x="34" y="623"/>
                </a:cubicBezTo>
                <a:cubicBezTo>
                  <a:pt x="22" y="596"/>
                  <a:pt x="14" y="568"/>
                  <a:pt x="8" y="539"/>
                </a:cubicBezTo>
                <a:cubicBezTo>
                  <a:pt x="2" y="510"/>
                  <a:pt x="0" y="481"/>
                  <a:pt x="0" y="451"/>
                </a:cubicBezTo>
                <a:cubicBezTo>
                  <a:pt x="0" y="422"/>
                  <a:pt x="2" y="393"/>
                  <a:pt x="8" y="364"/>
                </a:cubicBezTo>
                <a:cubicBezTo>
                  <a:pt x="14" y="335"/>
                  <a:pt x="22" y="306"/>
                  <a:pt x="34" y="279"/>
                </a:cubicBezTo>
                <a:cubicBezTo>
                  <a:pt x="45" y="252"/>
                  <a:pt x="59" y="226"/>
                  <a:pt x="75" y="201"/>
                </a:cubicBezTo>
                <a:cubicBezTo>
                  <a:pt x="92" y="176"/>
                  <a:pt x="110" y="153"/>
                  <a:pt x="131" y="132"/>
                </a:cubicBezTo>
                <a:cubicBezTo>
                  <a:pt x="153" y="111"/>
                  <a:pt x="176" y="93"/>
                  <a:pt x="200" y="76"/>
                </a:cubicBezTo>
                <a:cubicBezTo>
                  <a:pt x="225" y="60"/>
                  <a:pt x="251" y="46"/>
                  <a:pt x="278" y="35"/>
                </a:cubicBezTo>
                <a:cubicBezTo>
                  <a:pt x="305" y="23"/>
                  <a:pt x="334" y="15"/>
                  <a:pt x="363" y="9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9"/>
                </a:cubicBezTo>
                <a:cubicBezTo>
                  <a:pt x="567" y="15"/>
                  <a:pt x="595" y="23"/>
                  <a:pt x="622" y="35"/>
                </a:cubicBezTo>
                <a:cubicBezTo>
                  <a:pt x="650" y="46"/>
                  <a:pt x="676" y="60"/>
                  <a:pt x="700" y="76"/>
                </a:cubicBezTo>
                <a:cubicBezTo>
                  <a:pt x="725" y="93"/>
                  <a:pt x="747" y="111"/>
                  <a:pt x="768" y="132"/>
                </a:cubicBezTo>
                <a:cubicBezTo>
                  <a:pt x="789" y="153"/>
                  <a:pt x="808" y="176"/>
                  <a:pt x="824" y="201"/>
                </a:cubicBezTo>
                <a:cubicBezTo>
                  <a:pt x="841" y="226"/>
                  <a:pt x="855" y="252"/>
                  <a:pt x="866" y="279"/>
                </a:cubicBezTo>
                <a:cubicBezTo>
                  <a:pt x="877" y="306"/>
                  <a:pt x="886" y="335"/>
                  <a:pt x="891" y="364"/>
                </a:cubicBezTo>
                <a:cubicBezTo>
                  <a:pt x="897" y="393"/>
                  <a:pt x="900" y="422"/>
                  <a:pt x="900" y="451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4439160" y="3246480"/>
            <a:ext cx="1055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catalogus, EduID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4107960" y="372096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4439160" y="3597120"/>
            <a:ext cx="3522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Hoe houden wij elkaar op de hoogte?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3990960" y="4238280"/>
            <a:ext cx="4429440" cy="581400"/>
          </a:xfrm>
          <a:custGeom>
            <a:avLst/>
            <a:gdLst/>
            <a:ahLst/>
            <a:rect l="0" t="0" r="r" b="b"/>
            <a:pathLst>
              <a:path w="12304" h="1615">
                <a:moveTo>
                  <a:pt x="0" y="0"/>
                </a:moveTo>
                <a:lnTo>
                  <a:pt x="12304" y="0"/>
                </a:lnTo>
                <a:lnTo>
                  <a:pt x="12304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3990960" y="4238280"/>
            <a:ext cx="4429440" cy="38520"/>
          </a:xfrm>
          <a:custGeom>
            <a:avLst/>
            <a:gdLst/>
            <a:ahLst/>
            <a:rect l="0" t="0" r="r" b="b"/>
            <a:pathLst>
              <a:path w="12304" h="107">
                <a:moveTo>
                  <a:pt x="0" y="0"/>
                </a:moveTo>
                <a:lnTo>
                  <a:pt x="12304" y="0"/>
                </a:lnTo>
                <a:lnTo>
                  <a:pt x="1230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3990960" y="4809960"/>
            <a:ext cx="4429440" cy="9720"/>
          </a:xfrm>
          <a:custGeom>
            <a:avLst/>
            <a:gdLst/>
            <a:ahLst/>
            <a:rect l="0" t="0" r="r" b="b"/>
            <a:pathLst>
              <a:path w="12304" h="27">
                <a:moveTo>
                  <a:pt x="0" y="0"/>
                </a:moveTo>
                <a:lnTo>
                  <a:pt x="12304" y="0"/>
                </a:lnTo>
                <a:lnTo>
                  <a:pt x="123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8410320" y="42382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106"/>
                </a:moveTo>
                <a:lnTo>
                  <a:pt x="0" y="1615"/>
                </a:lnTo>
                <a:lnTo>
                  <a:pt x="28" y="161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3990960" y="423828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0" y="1615"/>
                </a:lnTo>
                <a:lnTo>
                  <a:pt x="27" y="1615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439160" y="3894120"/>
            <a:ext cx="3598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gaten en onnodige overlap voorkomen; vervolgafspraken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140000" y="4375440"/>
            <a:ext cx="4539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 vandaag: aftasten waar ieder staat en waar het schuurt, en daar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140000" y="4566240"/>
            <a:ext cx="14468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afspraken van maken.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8" name=""/>
          <p:cNvSpPr/>
          <p:nvPr/>
        </p:nvSpPr>
        <p:spPr>
          <a:xfrm>
            <a:off x="461880" y="1761840"/>
            <a:ext cx="1857600" cy="1414800"/>
          </a:xfrm>
          <a:custGeom>
            <a:avLst/>
            <a:gdLst/>
            <a:ahLst/>
            <a:rect l="0" t="0" r="r" b="b"/>
            <a:pathLst>
              <a:path w="5160" h="3930">
                <a:moveTo>
                  <a:pt x="0" y="3626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1" y="148"/>
                  <a:pt x="40" y="132"/>
                  <a:pt x="51" y="118"/>
                </a:cubicBezTo>
                <a:cubicBezTo>
                  <a:pt x="62" y="103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4856" y="0"/>
                </a:lnTo>
                <a:cubicBezTo>
                  <a:pt x="4876" y="0"/>
                  <a:pt x="4896" y="2"/>
                  <a:pt x="4915" y="5"/>
                </a:cubicBezTo>
                <a:cubicBezTo>
                  <a:pt x="4935" y="9"/>
                  <a:pt x="4954" y="14"/>
                  <a:pt x="4972" y="20"/>
                </a:cubicBezTo>
                <a:cubicBezTo>
                  <a:pt x="4991" y="27"/>
                  <a:pt x="5008" y="35"/>
                  <a:pt x="5025" y="45"/>
                </a:cubicBezTo>
                <a:cubicBezTo>
                  <a:pt x="5041" y="55"/>
                  <a:pt x="5057" y="66"/>
                  <a:pt x="5071" y="78"/>
                </a:cubicBezTo>
                <a:cubicBezTo>
                  <a:pt x="5085" y="90"/>
                  <a:pt x="5098" y="103"/>
                  <a:pt x="5109" y="118"/>
                </a:cubicBezTo>
                <a:cubicBezTo>
                  <a:pt x="5120" y="132"/>
                  <a:pt x="5129" y="148"/>
                  <a:pt x="5137" y="164"/>
                </a:cubicBezTo>
                <a:cubicBezTo>
                  <a:pt x="5145" y="180"/>
                  <a:pt x="5150" y="196"/>
                  <a:pt x="5154" y="213"/>
                </a:cubicBezTo>
                <a:cubicBezTo>
                  <a:pt x="5158" y="230"/>
                  <a:pt x="5160" y="248"/>
                  <a:pt x="5160" y="265"/>
                </a:cubicBezTo>
                <a:lnTo>
                  <a:pt x="5160" y="3626"/>
                </a:lnTo>
                <a:cubicBezTo>
                  <a:pt x="5160" y="3646"/>
                  <a:pt x="5158" y="3666"/>
                  <a:pt x="5154" y="3685"/>
                </a:cubicBezTo>
                <a:cubicBezTo>
                  <a:pt x="5150" y="3705"/>
                  <a:pt x="5145" y="3724"/>
                  <a:pt x="5137" y="3743"/>
                </a:cubicBezTo>
                <a:cubicBezTo>
                  <a:pt x="5129" y="3761"/>
                  <a:pt x="5120" y="3779"/>
                  <a:pt x="5109" y="3795"/>
                </a:cubicBezTo>
                <a:cubicBezTo>
                  <a:pt x="5098" y="3812"/>
                  <a:pt x="5085" y="3827"/>
                  <a:pt x="5071" y="3841"/>
                </a:cubicBezTo>
                <a:cubicBezTo>
                  <a:pt x="5057" y="3855"/>
                  <a:pt x="5041" y="3868"/>
                  <a:pt x="5025" y="3879"/>
                </a:cubicBezTo>
                <a:cubicBezTo>
                  <a:pt x="5008" y="3890"/>
                  <a:pt x="4991" y="3900"/>
                  <a:pt x="4972" y="3907"/>
                </a:cubicBezTo>
                <a:cubicBezTo>
                  <a:pt x="4954" y="3915"/>
                  <a:pt x="4935" y="3921"/>
                  <a:pt x="4915" y="3925"/>
                </a:cubicBezTo>
                <a:cubicBezTo>
                  <a:pt x="4896" y="3928"/>
                  <a:pt x="4876" y="3930"/>
                  <a:pt x="4856" y="3930"/>
                </a:cubicBezTo>
                <a:lnTo>
                  <a:pt x="304" y="3930"/>
                </a:lnTo>
                <a:cubicBezTo>
                  <a:pt x="284" y="3930"/>
                  <a:pt x="264" y="3928"/>
                  <a:pt x="245" y="3925"/>
                </a:cubicBezTo>
                <a:cubicBezTo>
                  <a:pt x="225" y="3921"/>
                  <a:pt x="206" y="3915"/>
                  <a:pt x="188" y="3907"/>
                </a:cubicBezTo>
                <a:cubicBezTo>
                  <a:pt x="169" y="3900"/>
                  <a:pt x="152" y="3890"/>
                  <a:pt x="135" y="3879"/>
                </a:cubicBezTo>
                <a:cubicBezTo>
                  <a:pt x="118" y="3868"/>
                  <a:pt x="103" y="3855"/>
                  <a:pt x="89" y="3841"/>
                </a:cubicBezTo>
                <a:cubicBezTo>
                  <a:pt x="75" y="3827"/>
                  <a:pt x="62" y="3812"/>
                  <a:pt x="51" y="3795"/>
                </a:cubicBezTo>
                <a:cubicBezTo>
                  <a:pt x="40" y="3779"/>
                  <a:pt x="31" y="3761"/>
                  <a:pt x="23" y="3743"/>
                </a:cubicBezTo>
                <a:cubicBezTo>
                  <a:pt x="15" y="3724"/>
                  <a:pt x="9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45684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45684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45684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45684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729360" y="1937160"/>
            <a:ext cx="183240" cy="251640"/>
          </a:xfrm>
          <a:custGeom>
            <a:avLst/>
            <a:gdLst/>
            <a:ahLst/>
            <a:rect l="0" t="0" r="r" b="b"/>
            <a:pathLst>
              <a:path w="509" h="699">
                <a:moveTo>
                  <a:pt x="254" y="699"/>
                </a:moveTo>
                <a:lnTo>
                  <a:pt x="61" y="425"/>
                </a:lnTo>
                <a:cubicBezTo>
                  <a:pt x="45" y="407"/>
                  <a:pt x="32" y="386"/>
                  <a:pt x="22" y="364"/>
                </a:cubicBezTo>
                <a:cubicBezTo>
                  <a:pt x="12" y="342"/>
                  <a:pt x="5" y="318"/>
                  <a:pt x="2" y="294"/>
                </a:cubicBezTo>
                <a:cubicBezTo>
                  <a:pt x="-1" y="270"/>
                  <a:pt x="-1" y="246"/>
                  <a:pt x="2" y="221"/>
                </a:cubicBezTo>
                <a:cubicBezTo>
                  <a:pt x="6" y="197"/>
                  <a:pt x="13" y="174"/>
                  <a:pt x="23" y="152"/>
                </a:cubicBezTo>
                <a:cubicBezTo>
                  <a:pt x="33" y="129"/>
                  <a:pt x="46" y="109"/>
                  <a:pt x="62" y="90"/>
                </a:cubicBezTo>
                <a:cubicBezTo>
                  <a:pt x="78" y="72"/>
                  <a:pt x="96" y="56"/>
                  <a:pt x="116" y="42"/>
                </a:cubicBezTo>
                <a:cubicBezTo>
                  <a:pt x="137" y="29"/>
                  <a:pt x="159" y="19"/>
                  <a:pt x="182" y="11"/>
                </a:cubicBezTo>
                <a:cubicBezTo>
                  <a:pt x="206" y="4"/>
                  <a:pt x="230" y="0"/>
                  <a:pt x="254" y="0"/>
                </a:cubicBezTo>
                <a:cubicBezTo>
                  <a:pt x="272" y="0"/>
                  <a:pt x="289" y="2"/>
                  <a:pt x="305" y="6"/>
                </a:cubicBezTo>
                <a:cubicBezTo>
                  <a:pt x="321" y="9"/>
                  <a:pt x="337" y="14"/>
                  <a:pt x="353" y="21"/>
                </a:cubicBezTo>
                <a:cubicBezTo>
                  <a:pt x="368" y="27"/>
                  <a:pt x="383" y="35"/>
                  <a:pt x="397" y="45"/>
                </a:cubicBezTo>
                <a:cubicBezTo>
                  <a:pt x="411" y="54"/>
                  <a:pt x="424" y="65"/>
                  <a:pt x="435" y="77"/>
                </a:cubicBezTo>
                <a:cubicBezTo>
                  <a:pt x="447" y="89"/>
                  <a:pt x="458" y="102"/>
                  <a:pt x="467" y="116"/>
                </a:cubicBezTo>
                <a:cubicBezTo>
                  <a:pt x="476" y="130"/>
                  <a:pt x="484" y="145"/>
                  <a:pt x="490" y="160"/>
                </a:cubicBezTo>
                <a:cubicBezTo>
                  <a:pt x="497" y="176"/>
                  <a:pt x="501" y="192"/>
                  <a:pt x="504" y="208"/>
                </a:cubicBezTo>
                <a:cubicBezTo>
                  <a:pt x="508" y="225"/>
                  <a:pt x="509" y="241"/>
                  <a:pt x="509" y="258"/>
                </a:cubicBezTo>
                <a:cubicBezTo>
                  <a:pt x="509" y="319"/>
                  <a:pt x="490" y="373"/>
                  <a:pt x="452" y="421"/>
                </a:cubicBezTo>
                <a:lnTo>
                  <a:pt x="254" y="699"/>
                </a:lnTo>
                <a:moveTo>
                  <a:pt x="254" y="64"/>
                </a:moveTo>
                <a:cubicBezTo>
                  <a:pt x="241" y="64"/>
                  <a:pt x="229" y="65"/>
                  <a:pt x="217" y="68"/>
                </a:cubicBezTo>
                <a:cubicBezTo>
                  <a:pt x="204" y="70"/>
                  <a:pt x="192" y="74"/>
                  <a:pt x="181" y="79"/>
                </a:cubicBezTo>
                <a:cubicBezTo>
                  <a:pt x="169" y="84"/>
                  <a:pt x="158" y="90"/>
                  <a:pt x="148" y="97"/>
                </a:cubicBezTo>
                <a:cubicBezTo>
                  <a:pt x="137" y="104"/>
                  <a:pt x="127" y="112"/>
                  <a:pt x="119" y="121"/>
                </a:cubicBezTo>
                <a:cubicBezTo>
                  <a:pt x="110" y="131"/>
                  <a:pt x="102" y="140"/>
                  <a:pt x="95" y="151"/>
                </a:cubicBezTo>
                <a:cubicBezTo>
                  <a:pt x="88" y="161"/>
                  <a:pt x="82" y="173"/>
                  <a:pt x="78" y="184"/>
                </a:cubicBezTo>
                <a:cubicBezTo>
                  <a:pt x="73" y="196"/>
                  <a:pt x="69" y="208"/>
                  <a:pt x="67" y="221"/>
                </a:cubicBezTo>
                <a:cubicBezTo>
                  <a:pt x="65" y="233"/>
                  <a:pt x="64" y="246"/>
                  <a:pt x="64" y="258"/>
                </a:cubicBezTo>
                <a:cubicBezTo>
                  <a:pt x="64" y="306"/>
                  <a:pt x="80" y="349"/>
                  <a:pt x="111" y="385"/>
                </a:cubicBezTo>
                <a:lnTo>
                  <a:pt x="254" y="589"/>
                </a:lnTo>
                <a:lnTo>
                  <a:pt x="402" y="381"/>
                </a:lnTo>
                <a:cubicBezTo>
                  <a:pt x="431" y="345"/>
                  <a:pt x="445" y="304"/>
                  <a:pt x="446" y="258"/>
                </a:cubicBezTo>
                <a:cubicBezTo>
                  <a:pt x="446" y="246"/>
                  <a:pt x="445" y="233"/>
                  <a:pt x="442" y="221"/>
                </a:cubicBezTo>
                <a:cubicBezTo>
                  <a:pt x="440" y="208"/>
                  <a:pt x="436" y="196"/>
                  <a:pt x="432" y="184"/>
                </a:cubicBezTo>
                <a:cubicBezTo>
                  <a:pt x="427" y="173"/>
                  <a:pt x="421" y="161"/>
                  <a:pt x="414" y="151"/>
                </a:cubicBezTo>
                <a:cubicBezTo>
                  <a:pt x="407" y="140"/>
                  <a:pt x="399" y="131"/>
                  <a:pt x="391" y="121"/>
                </a:cubicBezTo>
                <a:cubicBezTo>
                  <a:pt x="382" y="112"/>
                  <a:pt x="372" y="104"/>
                  <a:pt x="362" y="97"/>
                </a:cubicBezTo>
                <a:cubicBezTo>
                  <a:pt x="351" y="90"/>
                  <a:pt x="340" y="84"/>
                  <a:pt x="329" y="79"/>
                </a:cubicBezTo>
                <a:cubicBezTo>
                  <a:pt x="317" y="74"/>
                  <a:pt x="305" y="70"/>
                  <a:pt x="293" y="68"/>
                </a:cubicBezTo>
                <a:cubicBezTo>
                  <a:pt x="280" y="65"/>
                  <a:pt x="268" y="64"/>
                  <a:pt x="254" y="6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798120" y="1994400"/>
            <a:ext cx="46080" cy="46080"/>
          </a:xfrm>
          <a:custGeom>
            <a:avLst/>
            <a:gdLst/>
            <a:ahLst/>
            <a:rect l="0" t="0" r="r" b="b"/>
            <a:pathLst>
              <a:path w="128" h="128">
                <a:moveTo>
                  <a:pt x="128" y="63"/>
                </a:moveTo>
                <a:cubicBezTo>
                  <a:pt x="128" y="73"/>
                  <a:pt x="126" y="81"/>
                  <a:pt x="123" y="89"/>
                </a:cubicBezTo>
                <a:cubicBezTo>
                  <a:pt x="120" y="96"/>
                  <a:pt x="115" y="103"/>
                  <a:pt x="108" y="109"/>
                </a:cubicBezTo>
                <a:cubicBezTo>
                  <a:pt x="102" y="115"/>
                  <a:pt x="95" y="120"/>
                  <a:pt x="87" y="123"/>
                </a:cubicBezTo>
                <a:cubicBezTo>
                  <a:pt x="80" y="126"/>
                  <a:pt x="72" y="128"/>
                  <a:pt x="63" y="128"/>
                </a:cubicBezTo>
                <a:cubicBezTo>
                  <a:pt x="55" y="128"/>
                  <a:pt x="47" y="126"/>
                  <a:pt x="39" y="123"/>
                </a:cubicBezTo>
                <a:cubicBezTo>
                  <a:pt x="31" y="120"/>
                  <a:pt x="24" y="115"/>
                  <a:pt x="18" y="109"/>
                </a:cubicBezTo>
                <a:cubicBezTo>
                  <a:pt x="12" y="103"/>
                  <a:pt x="8" y="96"/>
                  <a:pt x="4" y="89"/>
                </a:cubicBezTo>
                <a:cubicBezTo>
                  <a:pt x="1" y="81"/>
                  <a:pt x="0" y="73"/>
                  <a:pt x="0" y="63"/>
                </a:cubicBezTo>
                <a:cubicBezTo>
                  <a:pt x="0" y="55"/>
                  <a:pt x="1" y="47"/>
                  <a:pt x="4" y="39"/>
                </a:cubicBezTo>
                <a:cubicBezTo>
                  <a:pt x="8" y="31"/>
                  <a:pt x="12" y="24"/>
                  <a:pt x="18" y="18"/>
                </a:cubicBezTo>
                <a:cubicBezTo>
                  <a:pt x="24" y="12"/>
                  <a:pt x="31" y="8"/>
                  <a:pt x="39" y="5"/>
                </a:cubicBezTo>
                <a:cubicBezTo>
                  <a:pt x="47" y="1"/>
                  <a:pt x="55" y="0"/>
                  <a:pt x="63" y="0"/>
                </a:cubicBezTo>
                <a:cubicBezTo>
                  <a:pt x="72" y="0"/>
                  <a:pt x="80" y="1"/>
                  <a:pt x="87" y="5"/>
                </a:cubicBezTo>
                <a:cubicBezTo>
                  <a:pt x="95" y="8"/>
                  <a:pt x="102" y="12"/>
                  <a:pt x="108" y="18"/>
                </a:cubicBezTo>
                <a:cubicBezTo>
                  <a:pt x="115" y="24"/>
                  <a:pt x="120" y="31"/>
                  <a:pt x="123" y="39"/>
                </a:cubicBezTo>
                <a:cubicBezTo>
                  <a:pt x="126" y="47"/>
                  <a:pt x="128" y="55"/>
                  <a:pt x="128" y="6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660960" y="2051640"/>
            <a:ext cx="320040" cy="205920"/>
          </a:xfrm>
          <a:custGeom>
            <a:avLst/>
            <a:gdLst/>
            <a:ahLst/>
            <a:rect l="0" t="0" r="r" b="b"/>
            <a:pathLst>
              <a:path w="889" h="572">
                <a:moveTo>
                  <a:pt x="826" y="0"/>
                </a:moveTo>
                <a:lnTo>
                  <a:pt x="763" y="0"/>
                </a:lnTo>
                <a:lnTo>
                  <a:pt x="763" y="63"/>
                </a:lnTo>
                <a:lnTo>
                  <a:pt x="826" y="63"/>
                </a:lnTo>
                <a:lnTo>
                  <a:pt x="826" y="508"/>
                </a:lnTo>
                <a:lnTo>
                  <a:pt x="63" y="508"/>
                </a:lnTo>
                <a:lnTo>
                  <a:pt x="63" y="63"/>
                </a:lnTo>
                <a:lnTo>
                  <a:pt x="127" y="63"/>
                </a:lnTo>
                <a:lnTo>
                  <a:pt x="127" y="0"/>
                </a:lnTo>
                <a:lnTo>
                  <a:pt x="63" y="0"/>
                </a:lnTo>
                <a:cubicBezTo>
                  <a:pt x="55" y="0"/>
                  <a:pt x="47" y="1"/>
                  <a:pt x="39" y="4"/>
                </a:cubicBezTo>
                <a:cubicBezTo>
                  <a:pt x="31" y="8"/>
                  <a:pt x="24" y="12"/>
                  <a:pt x="18" y="18"/>
                </a:cubicBezTo>
                <a:cubicBezTo>
                  <a:pt x="12" y="24"/>
                  <a:pt x="8" y="31"/>
                  <a:pt x="5" y="39"/>
                </a:cubicBezTo>
                <a:cubicBezTo>
                  <a:pt x="1" y="46"/>
                  <a:pt x="0" y="55"/>
                  <a:pt x="0" y="63"/>
                </a:cubicBezTo>
                <a:lnTo>
                  <a:pt x="0" y="508"/>
                </a:lnTo>
                <a:cubicBezTo>
                  <a:pt x="0" y="517"/>
                  <a:pt x="1" y="525"/>
                  <a:pt x="5" y="533"/>
                </a:cubicBezTo>
                <a:cubicBezTo>
                  <a:pt x="8" y="540"/>
                  <a:pt x="12" y="547"/>
                  <a:pt x="18" y="553"/>
                </a:cubicBezTo>
                <a:cubicBezTo>
                  <a:pt x="24" y="559"/>
                  <a:pt x="31" y="564"/>
                  <a:pt x="39" y="567"/>
                </a:cubicBezTo>
                <a:cubicBezTo>
                  <a:pt x="47" y="570"/>
                  <a:pt x="55" y="572"/>
                  <a:pt x="63" y="572"/>
                </a:cubicBezTo>
                <a:lnTo>
                  <a:pt x="826" y="572"/>
                </a:lnTo>
                <a:cubicBezTo>
                  <a:pt x="834" y="572"/>
                  <a:pt x="843" y="570"/>
                  <a:pt x="850" y="567"/>
                </a:cubicBezTo>
                <a:cubicBezTo>
                  <a:pt x="858" y="564"/>
                  <a:pt x="865" y="559"/>
                  <a:pt x="871" y="553"/>
                </a:cubicBezTo>
                <a:cubicBezTo>
                  <a:pt x="877" y="547"/>
                  <a:pt x="881" y="540"/>
                  <a:pt x="885" y="533"/>
                </a:cubicBezTo>
                <a:cubicBezTo>
                  <a:pt x="888" y="525"/>
                  <a:pt x="889" y="517"/>
                  <a:pt x="889" y="508"/>
                </a:cubicBezTo>
                <a:lnTo>
                  <a:pt x="889" y="63"/>
                </a:lnTo>
                <a:cubicBezTo>
                  <a:pt x="889" y="55"/>
                  <a:pt x="888" y="46"/>
                  <a:pt x="885" y="39"/>
                </a:cubicBezTo>
                <a:cubicBezTo>
                  <a:pt x="881" y="31"/>
                  <a:pt x="877" y="24"/>
                  <a:pt x="871" y="18"/>
                </a:cubicBezTo>
                <a:cubicBezTo>
                  <a:pt x="865" y="12"/>
                  <a:pt x="858" y="8"/>
                  <a:pt x="850" y="4"/>
                </a:cubicBezTo>
                <a:cubicBezTo>
                  <a:pt x="843" y="1"/>
                  <a:pt x="834" y="0"/>
                  <a:pt x="826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439920" y="986760"/>
            <a:ext cx="6566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Aanpak: van reis naar speciﬁcatie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834840" y="2342520"/>
            <a:ext cx="1317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Negen leerroutes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982440" y="2565000"/>
            <a:ext cx="960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per leerroute een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663480" y="2727000"/>
            <a:ext cx="1646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kaderscenario: studentreis 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863640" y="2889000"/>
            <a:ext cx="1163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instellingsreis samen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2643120" y="1838160"/>
            <a:ext cx="1867320" cy="1262520"/>
          </a:xfrm>
          <a:custGeom>
            <a:avLst/>
            <a:gdLst/>
            <a:ahLst/>
            <a:rect l="0" t="0" r="r" b="b"/>
            <a:pathLst>
              <a:path w="5187" h="3507">
                <a:moveTo>
                  <a:pt x="0" y="3202"/>
                </a:moveTo>
                <a:lnTo>
                  <a:pt x="0" y="266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5" y="180"/>
                  <a:pt x="23" y="164"/>
                </a:cubicBezTo>
                <a:cubicBezTo>
                  <a:pt x="30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4882" y="0"/>
                </a:lnTo>
                <a:cubicBezTo>
                  <a:pt x="4902" y="0"/>
                  <a:pt x="4922" y="2"/>
                  <a:pt x="4942" y="5"/>
                </a:cubicBezTo>
                <a:cubicBezTo>
                  <a:pt x="4961" y="8"/>
                  <a:pt x="4980" y="13"/>
                  <a:pt x="4999" y="20"/>
                </a:cubicBezTo>
                <a:cubicBezTo>
                  <a:pt x="5017" y="27"/>
                  <a:pt x="5035" y="35"/>
                  <a:pt x="5051" y="45"/>
                </a:cubicBezTo>
                <a:cubicBezTo>
                  <a:pt x="5068" y="54"/>
                  <a:pt x="5083" y="65"/>
                  <a:pt x="5097" y="77"/>
                </a:cubicBezTo>
                <a:cubicBezTo>
                  <a:pt x="5112" y="90"/>
                  <a:pt x="5124" y="103"/>
                  <a:pt x="5135" y="118"/>
                </a:cubicBezTo>
                <a:cubicBezTo>
                  <a:pt x="5146" y="132"/>
                  <a:pt x="5156" y="147"/>
                  <a:pt x="5163" y="164"/>
                </a:cubicBezTo>
                <a:cubicBezTo>
                  <a:pt x="5171" y="180"/>
                  <a:pt x="5177" y="197"/>
                  <a:pt x="5181" y="214"/>
                </a:cubicBezTo>
                <a:cubicBezTo>
                  <a:pt x="5185" y="231"/>
                  <a:pt x="5187" y="248"/>
                  <a:pt x="5187" y="266"/>
                </a:cubicBezTo>
                <a:lnTo>
                  <a:pt x="5187" y="3202"/>
                </a:lnTo>
                <a:cubicBezTo>
                  <a:pt x="5187" y="3222"/>
                  <a:pt x="5185" y="3242"/>
                  <a:pt x="5181" y="3262"/>
                </a:cubicBezTo>
                <a:cubicBezTo>
                  <a:pt x="5177" y="3281"/>
                  <a:pt x="5171" y="3300"/>
                  <a:pt x="5163" y="3319"/>
                </a:cubicBezTo>
                <a:cubicBezTo>
                  <a:pt x="5156" y="3337"/>
                  <a:pt x="5146" y="3355"/>
                  <a:pt x="5135" y="3371"/>
                </a:cubicBezTo>
                <a:cubicBezTo>
                  <a:pt x="5124" y="3388"/>
                  <a:pt x="5112" y="3403"/>
                  <a:pt x="5097" y="3418"/>
                </a:cubicBezTo>
                <a:cubicBezTo>
                  <a:pt x="5083" y="3432"/>
                  <a:pt x="5068" y="3444"/>
                  <a:pt x="5051" y="3455"/>
                </a:cubicBezTo>
                <a:cubicBezTo>
                  <a:pt x="5035" y="3467"/>
                  <a:pt x="5017" y="3476"/>
                  <a:pt x="4999" y="3484"/>
                </a:cubicBezTo>
                <a:cubicBezTo>
                  <a:pt x="4980" y="3491"/>
                  <a:pt x="4961" y="3497"/>
                  <a:pt x="4942" y="3501"/>
                </a:cubicBezTo>
                <a:cubicBezTo>
                  <a:pt x="4922" y="3505"/>
                  <a:pt x="4902" y="3507"/>
                  <a:pt x="4882" y="3507"/>
                </a:cubicBezTo>
                <a:lnTo>
                  <a:pt x="304" y="3507"/>
                </a:lnTo>
                <a:cubicBezTo>
                  <a:pt x="284" y="3507"/>
                  <a:pt x="264" y="3505"/>
                  <a:pt x="245" y="3501"/>
                </a:cubicBezTo>
                <a:cubicBezTo>
                  <a:pt x="225" y="3497"/>
                  <a:pt x="206" y="3491"/>
                  <a:pt x="188" y="3484"/>
                </a:cubicBezTo>
                <a:cubicBezTo>
                  <a:pt x="169" y="3476"/>
                  <a:pt x="152" y="3467"/>
                  <a:pt x="135" y="3455"/>
                </a:cubicBezTo>
                <a:cubicBezTo>
                  <a:pt x="118" y="3444"/>
                  <a:pt x="103" y="3432"/>
                  <a:pt x="89" y="3418"/>
                </a:cubicBezTo>
                <a:cubicBezTo>
                  <a:pt x="75" y="3403"/>
                  <a:pt x="62" y="3388"/>
                  <a:pt x="51" y="3371"/>
                </a:cubicBezTo>
                <a:cubicBezTo>
                  <a:pt x="40" y="3355"/>
                  <a:pt x="30" y="3337"/>
                  <a:pt x="23" y="3319"/>
                </a:cubicBezTo>
                <a:cubicBezTo>
                  <a:pt x="15" y="3300"/>
                  <a:pt x="9" y="3281"/>
                  <a:pt x="6" y="3262"/>
                </a:cubicBezTo>
                <a:cubicBezTo>
                  <a:pt x="2" y="3242"/>
                  <a:pt x="0" y="3222"/>
                  <a:pt x="0" y="320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263808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263808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263808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263808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2842200" y="2022840"/>
            <a:ext cx="320040" cy="320400"/>
          </a:xfrm>
          <a:custGeom>
            <a:avLst/>
            <a:gdLst/>
            <a:ahLst/>
            <a:rect l="0" t="0" r="r" b="b"/>
            <a:pathLst>
              <a:path w="889" h="890">
                <a:moveTo>
                  <a:pt x="889" y="890"/>
                </a:moveTo>
                <a:lnTo>
                  <a:pt x="826" y="890"/>
                </a:lnTo>
                <a:lnTo>
                  <a:pt x="826" y="731"/>
                </a:lnTo>
                <a:cubicBezTo>
                  <a:pt x="826" y="721"/>
                  <a:pt x="825" y="711"/>
                  <a:pt x="823" y="700"/>
                </a:cubicBezTo>
                <a:cubicBezTo>
                  <a:pt x="821" y="690"/>
                  <a:pt x="818" y="680"/>
                  <a:pt x="814" y="671"/>
                </a:cubicBezTo>
                <a:cubicBezTo>
                  <a:pt x="810" y="661"/>
                  <a:pt x="805" y="652"/>
                  <a:pt x="799" y="643"/>
                </a:cubicBezTo>
                <a:cubicBezTo>
                  <a:pt x="793" y="635"/>
                  <a:pt x="787" y="627"/>
                  <a:pt x="779" y="619"/>
                </a:cubicBezTo>
                <a:cubicBezTo>
                  <a:pt x="772" y="612"/>
                  <a:pt x="764" y="605"/>
                  <a:pt x="755" y="599"/>
                </a:cubicBezTo>
                <a:cubicBezTo>
                  <a:pt x="747" y="594"/>
                  <a:pt x="738" y="589"/>
                  <a:pt x="728" y="585"/>
                </a:cubicBezTo>
                <a:cubicBezTo>
                  <a:pt x="718" y="581"/>
                  <a:pt x="708" y="578"/>
                  <a:pt x="698" y="576"/>
                </a:cubicBezTo>
                <a:cubicBezTo>
                  <a:pt x="688" y="574"/>
                  <a:pt x="678" y="573"/>
                  <a:pt x="667" y="573"/>
                </a:cubicBezTo>
                <a:lnTo>
                  <a:pt x="667" y="509"/>
                </a:lnTo>
                <a:cubicBezTo>
                  <a:pt x="682" y="509"/>
                  <a:pt x="696" y="511"/>
                  <a:pt x="711" y="513"/>
                </a:cubicBezTo>
                <a:cubicBezTo>
                  <a:pt x="725" y="516"/>
                  <a:pt x="739" y="521"/>
                  <a:pt x="752" y="526"/>
                </a:cubicBezTo>
                <a:cubicBezTo>
                  <a:pt x="766" y="532"/>
                  <a:pt x="778" y="539"/>
                  <a:pt x="791" y="547"/>
                </a:cubicBezTo>
                <a:cubicBezTo>
                  <a:pt x="803" y="555"/>
                  <a:pt x="814" y="564"/>
                  <a:pt x="824" y="574"/>
                </a:cubicBezTo>
                <a:cubicBezTo>
                  <a:pt x="835" y="585"/>
                  <a:pt x="844" y="596"/>
                  <a:pt x="852" y="608"/>
                </a:cubicBezTo>
                <a:cubicBezTo>
                  <a:pt x="860" y="620"/>
                  <a:pt x="867" y="633"/>
                  <a:pt x="872" y="646"/>
                </a:cubicBezTo>
                <a:cubicBezTo>
                  <a:pt x="878" y="660"/>
                  <a:pt x="882" y="674"/>
                  <a:pt x="885" y="688"/>
                </a:cubicBezTo>
                <a:cubicBezTo>
                  <a:pt x="888" y="702"/>
                  <a:pt x="889" y="717"/>
                  <a:pt x="889" y="731"/>
                </a:cubicBezTo>
                <a:lnTo>
                  <a:pt x="889" y="890"/>
                </a:lnTo>
                <a:moveTo>
                  <a:pt x="635" y="890"/>
                </a:moveTo>
                <a:lnTo>
                  <a:pt x="572" y="890"/>
                </a:lnTo>
                <a:lnTo>
                  <a:pt x="572" y="731"/>
                </a:lnTo>
                <a:cubicBezTo>
                  <a:pt x="572" y="721"/>
                  <a:pt x="571" y="711"/>
                  <a:pt x="569" y="700"/>
                </a:cubicBezTo>
                <a:cubicBezTo>
                  <a:pt x="567" y="690"/>
                  <a:pt x="564" y="680"/>
                  <a:pt x="560" y="671"/>
                </a:cubicBezTo>
                <a:cubicBezTo>
                  <a:pt x="556" y="661"/>
                  <a:pt x="551" y="652"/>
                  <a:pt x="545" y="643"/>
                </a:cubicBezTo>
                <a:cubicBezTo>
                  <a:pt x="538" y="635"/>
                  <a:pt x="532" y="627"/>
                  <a:pt x="524" y="619"/>
                </a:cubicBezTo>
                <a:cubicBezTo>
                  <a:pt x="517" y="612"/>
                  <a:pt x="509" y="605"/>
                  <a:pt x="500" y="599"/>
                </a:cubicBezTo>
                <a:cubicBezTo>
                  <a:pt x="492" y="594"/>
                  <a:pt x="483" y="589"/>
                  <a:pt x="473" y="585"/>
                </a:cubicBezTo>
                <a:cubicBezTo>
                  <a:pt x="463" y="581"/>
                  <a:pt x="453" y="578"/>
                  <a:pt x="443" y="576"/>
                </a:cubicBezTo>
                <a:cubicBezTo>
                  <a:pt x="433" y="574"/>
                  <a:pt x="423" y="573"/>
                  <a:pt x="412" y="573"/>
                </a:cubicBezTo>
                <a:lnTo>
                  <a:pt x="222" y="573"/>
                </a:lnTo>
                <a:cubicBezTo>
                  <a:pt x="211" y="573"/>
                  <a:pt x="201" y="574"/>
                  <a:pt x="191" y="576"/>
                </a:cubicBezTo>
                <a:cubicBezTo>
                  <a:pt x="181" y="578"/>
                  <a:pt x="171" y="581"/>
                  <a:pt x="161" y="585"/>
                </a:cubicBezTo>
                <a:cubicBezTo>
                  <a:pt x="152" y="589"/>
                  <a:pt x="142" y="594"/>
                  <a:pt x="134" y="599"/>
                </a:cubicBezTo>
                <a:cubicBezTo>
                  <a:pt x="125" y="605"/>
                  <a:pt x="117" y="612"/>
                  <a:pt x="110" y="619"/>
                </a:cubicBezTo>
                <a:cubicBezTo>
                  <a:pt x="102" y="627"/>
                  <a:pt x="96" y="635"/>
                  <a:pt x="90" y="643"/>
                </a:cubicBezTo>
                <a:cubicBezTo>
                  <a:pt x="84" y="652"/>
                  <a:pt x="79" y="661"/>
                  <a:pt x="75" y="671"/>
                </a:cubicBezTo>
                <a:cubicBezTo>
                  <a:pt x="71" y="680"/>
                  <a:pt x="68" y="690"/>
                  <a:pt x="66" y="700"/>
                </a:cubicBezTo>
                <a:cubicBezTo>
                  <a:pt x="64" y="711"/>
                  <a:pt x="63" y="721"/>
                  <a:pt x="63" y="731"/>
                </a:cubicBezTo>
                <a:lnTo>
                  <a:pt x="63" y="890"/>
                </a:lnTo>
                <a:lnTo>
                  <a:pt x="0" y="890"/>
                </a:lnTo>
                <a:lnTo>
                  <a:pt x="0" y="731"/>
                </a:lnTo>
                <a:cubicBezTo>
                  <a:pt x="0" y="717"/>
                  <a:pt x="1" y="702"/>
                  <a:pt x="4" y="688"/>
                </a:cubicBezTo>
                <a:cubicBezTo>
                  <a:pt x="7" y="674"/>
                  <a:pt x="11" y="660"/>
                  <a:pt x="17" y="646"/>
                </a:cubicBezTo>
                <a:cubicBezTo>
                  <a:pt x="22" y="633"/>
                  <a:pt x="29" y="620"/>
                  <a:pt x="37" y="608"/>
                </a:cubicBezTo>
                <a:cubicBezTo>
                  <a:pt x="45" y="596"/>
                  <a:pt x="55" y="585"/>
                  <a:pt x="65" y="574"/>
                </a:cubicBezTo>
                <a:cubicBezTo>
                  <a:pt x="75" y="564"/>
                  <a:pt x="86" y="555"/>
                  <a:pt x="98" y="547"/>
                </a:cubicBezTo>
                <a:cubicBezTo>
                  <a:pt x="111" y="539"/>
                  <a:pt x="123" y="532"/>
                  <a:pt x="137" y="526"/>
                </a:cubicBezTo>
                <a:cubicBezTo>
                  <a:pt x="150" y="521"/>
                  <a:pt x="164" y="516"/>
                  <a:pt x="179" y="513"/>
                </a:cubicBezTo>
                <a:cubicBezTo>
                  <a:pt x="193" y="511"/>
                  <a:pt x="207" y="509"/>
                  <a:pt x="222" y="509"/>
                </a:cubicBezTo>
                <a:lnTo>
                  <a:pt x="412" y="509"/>
                </a:lnTo>
                <a:cubicBezTo>
                  <a:pt x="427" y="509"/>
                  <a:pt x="441" y="511"/>
                  <a:pt x="456" y="513"/>
                </a:cubicBezTo>
                <a:cubicBezTo>
                  <a:pt x="470" y="516"/>
                  <a:pt x="484" y="521"/>
                  <a:pt x="497" y="526"/>
                </a:cubicBezTo>
                <a:cubicBezTo>
                  <a:pt x="511" y="532"/>
                  <a:pt x="524" y="539"/>
                  <a:pt x="536" y="547"/>
                </a:cubicBezTo>
                <a:cubicBezTo>
                  <a:pt x="549" y="555"/>
                  <a:pt x="560" y="564"/>
                  <a:pt x="570" y="574"/>
                </a:cubicBezTo>
                <a:cubicBezTo>
                  <a:pt x="581" y="585"/>
                  <a:pt x="590" y="596"/>
                  <a:pt x="598" y="608"/>
                </a:cubicBezTo>
                <a:cubicBezTo>
                  <a:pt x="606" y="620"/>
                  <a:pt x="613" y="633"/>
                  <a:pt x="618" y="646"/>
                </a:cubicBezTo>
                <a:cubicBezTo>
                  <a:pt x="624" y="660"/>
                  <a:pt x="628" y="674"/>
                  <a:pt x="631" y="688"/>
                </a:cubicBezTo>
                <a:cubicBezTo>
                  <a:pt x="634" y="702"/>
                  <a:pt x="635" y="717"/>
                  <a:pt x="635" y="731"/>
                </a:cubicBezTo>
                <a:lnTo>
                  <a:pt x="635" y="890"/>
                </a:lnTo>
                <a:moveTo>
                  <a:pt x="572" y="0"/>
                </a:moveTo>
                <a:lnTo>
                  <a:pt x="572" y="64"/>
                </a:lnTo>
                <a:cubicBezTo>
                  <a:pt x="582" y="64"/>
                  <a:pt x="593" y="65"/>
                  <a:pt x="603" y="67"/>
                </a:cubicBezTo>
                <a:cubicBezTo>
                  <a:pt x="613" y="69"/>
                  <a:pt x="623" y="72"/>
                  <a:pt x="633" y="76"/>
                </a:cubicBezTo>
                <a:cubicBezTo>
                  <a:pt x="642" y="80"/>
                  <a:pt x="652" y="85"/>
                  <a:pt x="660" y="90"/>
                </a:cubicBezTo>
                <a:cubicBezTo>
                  <a:pt x="669" y="96"/>
                  <a:pt x="677" y="103"/>
                  <a:pt x="684" y="110"/>
                </a:cubicBezTo>
                <a:cubicBezTo>
                  <a:pt x="692" y="118"/>
                  <a:pt x="698" y="126"/>
                  <a:pt x="704" y="134"/>
                </a:cubicBezTo>
                <a:cubicBezTo>
                  <a:pt x="710" y="143"/>
                  <a:pt x="715" y="152"/>
                  <a:pt x="719" y="163"/>
                </a:cubicBezTo>
                <a:cubicBezTo>
                  <a:pt x="723" y="172"/>
                  <a:pt x="726" y="182"/>
                  <a:pt x="728" y="192"/>
                </a:cubicBezTo>
                <a:cubicBezTo>
                  <a:pt x="730" y="203"/>
                  <a:pt x="731" y="213"/>
                  <a:pt x="731" y="223"/>
                </a:cubicBezTo>
                <a:cubicBezTo>
                  <a:pt x="731" y="234"/>
                  <a:pt x="730" y="244"/>
                  <a:pt x="728" y="254"/>
                </a:cubicBezTo>
                <a:cubicBezTo>
                  <a:pt x="726" y="265"/>
                  <a:pt x="723" y="275"/>
                  <a:pt x="719" y="284"/>
                </a:cubicBezTo>
                <a:cubicBezTo>
                  <a:pt x="715" y="294"/>
                  <a:pt x="710" y="303"/>
                  <a:pt x="704" y="312"/>
                </a:cubicBezTo>
                <a:cubicBezTo>
                  <a:pt x="698" y="320"/>
                  <a:pt x="692" y="328"/>
                  <a:pt x="684" y="336"/>
                </a:cubicBezTo>
                <a:cubicBezTo>
                  <a:pt x="677" y="343"/>
                  <a:pt x="669" y="350"/>
                  <a:pt x="660" y="355"/>
                </a:cubicBezTo>
                <a:cubicBezTo>
                  <a:pt x="652" y="361"/>
                  <a:pt x="642" y="366"/>
                  <a:pt x="633" y="370"/>
                </a:cubicBezTo>
                <a:cubicBezTo>
                  <a:pt x="623" y="374"/>
                  <a:pt x="613" y="377"/>
                  <a:pt x="603" y="379"/>
                </a:cubicBezTo>
                <a:cubicBezTo>
                  <a:pt x="593" y="381"/>
                  <a:pt x="582" y="382"/>
                  <a:pt x="572" y="382"/>
                </a:cubicBezTo>
                <a:lnTo>
                  <a:pt x="572" y="446"/>
                </a:lnTo>
                <a:cubicBezTo>
                  <a:pt x="587" y="446"/>
                  <a:pt x="601" y="444"/>
                  <a:pt x="615" y="441"/>
                </a:cubicBezTo>
                <a:cubicBezTo>
                  <a:pt x="630" y="439"/>
                  <a:pt x="644" y="434"/>
                  <a:pt x="657" y="429"/>
                </a:cubicBezTo>
                <a:cubicBezTo>
                  <a:pt x="671" y="423"/>
                  <a:pt x="683" y="416"/>
                  <a:pt x="695" y="408"/>
                </a:cubicBezTo>
                <a:cubicBezTo>
                  <a:pt x="708" y="400"/>
                  <a:pt x="719" y="391"/>
                  <a:pt x="729" y="381"/>
                </a:cubicBezTo>
                <a:cubicBezTo>
                  <a:pt x="739" y="370"/>
                  <a:pt x="749" y="359"/>
                  <a:pt x="757" y="347"/>
                </a:cubicBezTo>
                <a:cubicBezTo>
                  <a:pt x="765" y="335"/>
                  <a:pt x="772" y="322"/>
                  <a:pt x="777" y="308"/>
                </a:cubicBezTo>
                <a:cubicBezTo>
                  <a:pt x="783" y="295"/>
                  <a:pt x="787" y="281"/>
                  <a:pt x="790" y="267"/>
                </a:cubicBezTo>
                <a:cubicBezTo>
                  <a:pt x="793" y="252"/>
                  <a:pt x="794" y="238"/>
                  <a:pt x="794" y="223"/>
                </a:cubicBezTo>
                <a:cubicBezTo>
                  <a:pt x="794" y="209"/>
                  <a:pt x="793" y="194"/>
                  <a:pt x="790" y="180"/>
                </a:cubicBezTo>
                <a:cubicBezTo>
                  <a:pt x="787" y="166"/>
                  <a:pt x="783" y="151"/>
                  <a:pt x="777" y="137"/>
                </a:cubicBezTo>
                <a:cubicBezTo>
                  <a:pt x="772" y="124"/>
                  <a:pt x="765" y="111"/>
                  <a:pt x="757" y="99"/>
                </a:cubicBezTo>
                <a:cubicBezTo>
                  <a:pt x="749" y="87"/>
                  <a:pt x="739" y="76"/>
                  <a:pt x="729" y="65"/>
                </a:cubicBezTo>
                <a:cubicBezTo>
                  <a:pt x="719" y="55"/>
                  <a:pt x="708" y="46"/>
                  <a:pt x="695" y="38"/>
                </a:cubicBezTo>
                <a:cubicBezTo>
                  <a:pt x="683" y="30"/>
                  <a:pt x="671" y="23"/>
                  <a:pt x="657" y="17"/>
                </a:cubicBezTo>
                <a:cubicBezTo>
                  <a:pt x="644" y="12"/>
                  <a:pt x="630" y="7"/>
                  <a:pt x="615" y="5"/>
                </a:cubicBezTo>
                <a:cubicBezTo>
                  <a:pt x="601" y="2"/>
                  <a:pt x="587" y="0"/>
                  <a:pt x="572" y="0"/>
                </a:cubicBezTo>
                <a:moveTo>
                  <a:pt x="317" y="64"/>
                </a:moveTo>
                <a:cubicBezTo>
                  <a:pt x="327" y="64"/>
                  <a:pt x="338" y="65"/>
                  <a:pt x="348" y="67"/>
                </a:cubicBezTo>
                <a:cubicBezTo>
                  <a:pt x="358" y="69"/>
                  <a:pt x="368" y="72"/>
                  <a:pt x="378" y="76"/>
                </a:cubicBezTo>
                <a:cubicBezTo>
                  <a:pt x="387" y="80"/>
                  <a:pt x="397" y="85"/>
                  <a:pt x="405" y="90"/>
                </a:cubicBezTo>
                <a:cubicBezTo>
                  <a:pt x="414" y="96"/>
                  <a:pt x="422" y="103"/>
                  <a:pt x="429" y="110"/>
                </a:cubicBezTo>
                <a:cubicBezTo>
                  <a:pt x="437" y="118"/>
                  <a:pt x="443" y="126"/>
                  <a:pt x="449" y="134"/>
                </a:cubicBezTo>
                <a:cubicBezTo>
                  <a:pt x="455" y="143"/>
                  <a:pt x="460" y="152"/>
                  <a:pt x="464" y="163"/>
                </a:cubicBezTo>
                <a:cubicBezTo>
                  <a:pt x="468" y="172"/>
                  <a:pt x="471" y="182"/>
                  <a:pt x="473" y="192"/>
                </a:cubicBezTo>
                <a:cubicBezTo>
                  <a:pt x="475" y="203"/>
                  <a:pt x="476" y="213"/>
                  <a:pt x="476" y="223"/>
                </a:cubicBezTo>
                <a:cubicBezTo>
                  <a:pt x="476" y="234"/>
                  <a:pt x="475" y="244"/>
                  <a:pt x="473" y="254"/>
                </a:cubicBezTo>
                <a:cubicBezTo>
                  <a:pt x="471" y="265"/>
                  <a:pt x="468" y="275"/>
                  <a:pt x="464" y="284"/>
                </a:cubicBezTo>
                <a:cubicBezTo>
                  <a:pt x="460" y="294"/>
                  <a:pt x="455" y="303"/>
                  <a:pt x="449" y="312"/>
                </a:cubicBezTo>
                <a:cubicBezTo>
                  <a:pt x="443" y="320"/>
                  <a:pt x="437" y="328"/>
                  <a:pt x="429" y="336"/>
                </a:cubicBezTo>
                <a:cubicBezTo>
                  <a:pt x="422" y="343"/>
                  <a:pt x="414" y="350"/>
                  <a:pt x="405" y="355"/>
                </a:cubicBezTo>
                <a:cubicBezTo>
                  <a:pt x="397" y="361"/>
                  <a:pt x="387" y="366"/>
                  <a:pt x="378" y="370"/>
                </a:cubicBezTo>
                <a:cubicBezTo>
                  <a:pt x="368" y="374"/>
                  <a:pt x="358" y="377"/>
                  <a:pt x="348" y="379"/>
                </a:cubicBezTo>
                <a:cubicBezTo>
                  <a:pt x="338" y="381"/>
                  <a:pt x="327" y="382"/>
                  <a:pt x="317" y="382"/>
                </a:cubicBezTo>
                <a:cubicBezTo>
                  <a:pt x="307" y="382"/>
                  <a:pt x="296" y="381"/>
                  <a:pt x="286" y="379"/>
                </a:cubicBezTo>
                <a:cubicBezTo>
                  <a:pt x="276" y="377"/>
                  <a:pt x="266" y="374"/>
                  <a:pt x="256" y="370"/>
                </a:cubicBezTo>
                <a:cubicBezTo>
                  <a:pt x="247" y="366"/>
                  <a:pt x="238" y="361"/>
                  <a:pt x="229" y="355"/>
                </a:cubicBezTo>
                <a:cubicBezTo>
                  <a:pt x="220" y="350"/>
                  <a:pt x="212" y="343"/>
                  <a:pt x="205" y="336"/>
                </a:cubicBezTo>
                <a:cubicBezTo>
                  <a:pt x="197" y="328"/>
                  <a:pt x="191" y="320"/>
                  <a:pt x="185" y="312"/>
                </a:cubicBezTo>
                <a:cubicBezTo>
                  <a:pt x="179" y="303"/>
                  <a:pt x="174" y="294"/>
                  <a:pt x="170" y="284"/>
                </a:cubicBezTo>
                <a:cubicBezTo>
                  <a:pt x="166" y="275"/>
                  <a:pt x="163" y="265"/>
                  <a:pt x="161" y="254"/>
                </a:cubicBezTo>
                <a:cubicBezTo>
                  <a:pt x="159" y="244"/>
                  <a:pt x="158" y="234"/>
                  <a:pt x="158" y="223"/>
                </a:cubicBezTo>
                <a:cubicBezTo>
                  <a:pt x="158" y="213"/>
                  <a:pt x="159" y="203"/>
                  <a:pt x="161" y="192"/>
                </a:cubicBezTo>
                <a:cubicBezTo>
                  <a:pt x="163" y="182"/>
                  <a:pt x="166" y="172"/>
                  <a:pt x="170" y="163"/>
                </a:cubicBezTo>
                <a:cubicBezTo>
                  <a:pt x="174" y="152"/>
                  <a:pt x="179" y="143"/>
                  <a:pt x="185" y="134"/>
                </a:cubicBezTo>
                <a:cubicBezTo>
                  <a:pt x="191" y="126"/>
                  <a:pt x="197" y="118"/>
                  <a:pt x="205" y="110"/>
                </a:cubicBezTo>
                <a:cubicBezTo>
                  <a:pt x="212" y="103"/>
                  <a:pt x="220" y="96"/>
                  <a:pt x="229" y="90"/>
                </a:cubicBezTo>
                <a:cubicBezTo>
                  <a:pt x="238" y="85"/>
                  <a:pt x="247" y="80"/>
                  <a:pt x="256" y="76"/>
                </a:cubicBezTo>
                <a:cubicBezTo>
                  <a:pt x="266" y="72"/>
                  <a:pt x="276" y="69"/>
                  <a:pt x="286" y="67"/>
                </a:cubicBezTo>
                <a:cubicBezTo>
                  <a:pt x="296" y="65"/>
                  <a:pt x="307" y="64"/>
                  <a:pt x="317" y="64"/>
                </a:cubicBezTo>
                <a:moveTo>
                  <a:pt x="317" y="0"/>
                </a:moveTo>
                <a:cubicBezTo>
                  <a:pt x="302" y="0"/>
                  <a:pt x="288" y="2"/>
                  <a:pt x="274" y="5"/>
                </a:cubicBezTo>
                <a:cubicBezTo>
                  <a:pt x="259" y="7"/>
                  <a:pt x="246" y="12"/>
                  <a:pt x="232" y="17"/>
                </a:cubicBezTo>
                <a:cubicBezTo>
                  <a:pt x="219" y="23"/>
                  <a:pt x="206" y="30"/>
                  <a:pt x="194" y="38"/>
                </a:cubicBezTo>
                <a:cubicBezTo>
                  <a:pt x="181" y="46"/>
                  <a:pt x="170" y="55"/>
                  <a:pt x="160" y="65"/>
                </a:cubicBezTo>
                <a:cubicBezTo>
                  <a:pt x="150" y="76"/>
                  <a:pt x="140" y="87"/>
                  <a:pt x="132" y="99"/>
                </a:cubicBezTo>
                <a:cubicBezTo>
                  <a:pt x="124" y="111"/>
                  <a:pt x="117" y="124"/>
                  <a:pt x="112" y="137"/>
                </a:cubicBezTo>
                <a:cubicBezTo>
                  <a:pt x="106" y="151"/>
                  <a:pt x="102" y="166"/>
                  <a:pt x="99" y="180"/>
                </a:cubicBezTo>
                <a:cubicBezTo>
                  <a:pt x="96" y="194"/>
                  <a:pt x="95" y="209"/>
                  <a:pt x="95" y="223"/>
                </a:cubicBezTo>
                <a:cubicBezTo>
                  <a:pt x="95" y="238"/>
                  <a:pt x="96" y="252"/>
                  <a:pt x="99" y="267"/>
                </a:cubicBezTo>
                <a:cubicBezTo>
                  <a:pt x="102" y="281"/>
                  <a:pt x="106" y="295"/>
                  <a:pt x="112" y="308"/>
                </a:cubicBezTo>
                <a:cubicBezTo>
                  <a:pt x="117" y="322"/>
                  <a:pt x="124" y="335"/>
                  <a:pt x="132" y="347"/>
                </a:cubicBezTo>
                <a:cubicBezTo>
                  <a:pt x="140" y="359"/>
                  <a:pt x="150" y="370"/>
                  <a:pt x="160" y="381"/>
                </a:cubicBezTo>
                <a:cubicBezTo>
                  <a:pt x="170" y="391"/>
                  <a:pt x="181" y="400"/>
                  <a:pt x="194" y="408"/>
                </a:cubicBezTo>
                <a:cubicBezTo>
                  <a:pt x="206" y="416"/>
                  <a:pt x="219" y="423"/>
                  <a:pt x="232" y="429"/>
                </a:cubicBezTo>
                <a:cubicBezTo>
                  <a:pt x="246" y="434"/>
                  <a:pt x="259" y="439"/>
                  <a:pt x="274" y="441"/>
                </a:cubicBezTo>
                <a:cubicBezTo>
                  <a:pt x="288" y="444"/>
                  <a:pt x="302" y="446"/>
                  <a:pt x="317" y="446"/>
                </a:cubicBezTo>
                <a:cubicBezTo>
                  <a:pt x="332" y="446"/>
                  <a:pt x="346" y="444"/>
                  <a:pt x="360" y="441"/>
                </a:cubicBezTo>
                <a:cubicBezTo>
                  <a:pt x="375" y="439"/>
                  <a:pt x="389" y="434"/>
                  <a:pt x="402" y="429"/>
                </a:cubicBezTo>
                <a:cubicBezTo>
                  <a:pt x="416" y="423"/>
                  <a:pt x="428" y="416"/>
                  <a:pt x="441" y="408"/>
                </a:cubicBezTo>
                <a:cubicBezTo>
                  <a:pt x="453" y="400"/>
                  <a:pt x="464" y="391"/>
                  <a:pt x="474" y="381"/>
                </a:cubicBezTo>
                <a:cubicBezTo>
                  <a:pt x="485" y="370"/>
                  <a:pt x="494" y="359"/>
                  <a:pt x="502" y="347"/>
                </a:cubicBezTo>
                <a:cubicBezTo>
                  <a:pt x="510" y="335"/>
                  <a:pt x="517" y="322"/>
                  <a:pt x="522" y="308"/>
                </a:cubicBezTo>
                <a:cubicBezTo>
                  <a:pt x="528" y="295"/>
                  <a:pt x="532" y="281"/>
                  <a:pt x="535" y="267"/>
                </a:cubicBezTo>
                <a:cubicBezTo>
                  <a:pt x="538" y="252"/>
                  <a:pt x="539" y="238"/>
                  <a:pt x="539" y="223"/>
                </a:cubicBezTo>
                <a:cubicBezTo>
                  <a:pt x="539" y="209"/>
                  <a:pt x="538" y="194"/>
                  <a:pt x="535" y="180"/>
                </a:cubicBezTo>
                <a:cubicBezTo>
                  <a:pt x="532" y="166"/>
                  <a:pt x="528" y="151"/>
                  <a:pt x="522" y="137"/>
                </a:cubicBezTo>
                <a:cubicBezTo>
                  <a:pt x="517" y="124"/>
                  <a:pt x="510" y="111"/>
                  <a:pt x="502" y="99"/>
                </a:cubicBezTo>
                <a:cubicBezTo>
                  <a:pt x="494" y="87"/>
                  <a:pt x="485" y="76"/>
                  <a:pt x="474" y="65"/>
                </a:cubicBezTo>
                <a:cubicBezTo>
                  <a:pt x="464" y="55"/>
                  <a:pt x="453" y="46"/>
                  <a:pt x="441" y="38"/>
                </a:cubicBezTo>
                <a:cubicBezTo>
                  <a:pt x="428" y="30"/>
                  <a:pt x="416" y="23"/>
                  <a:pt x="402" y="17"/>
                </a:cubicBezTo>
                <a:cubicBezTo>
                  <a:pt x="389" y="12"/>
                  <a:pt x="375" y="7"/>
                  <a:pt x="360" y="5"/>
                </a:cubicBezTo>
                <a:cubicBezTo>
                  <a:pt x="346" y="2"/>
                  <a:pt x="332" y="0"/>
                  <a:pt x="317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2388240" y="233100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3037320" y="2418840"/>
            <a:ext cx="1261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Koploperscholen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2880360" y="2651040"/>
            <a:ext cx="1616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user stories uit de praktijk, in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3394800" y="2812680"/>
            <a:ext cx="381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PoC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824360" y="1838160"/>
            <a:ext cx="1866960" cy="1262520"/>
          </a:xfrm>
          <a:custGeom>
            <a:avLst/>
            <a:gdLst/>
            <a:ahLst/>
            <a:rect l="0" t="0" r="r" b="b"/>
            <a:pathLst>
              <a:path w="5186" h="3507">
                <a:moveTo>
                  <a:pt x="0" y="3202"/>
                </a:moveTo>
                <a:lnTo>
                  <a:pt x="0" y="266"/>
                </a:lnTo>
                <a:cubicBezTo>
                  <a:pt x="0" y="248"/>
                  <a:pt x="2" y="231"/>
                  <a:pt x="5" y="214"/>
                </a:cubicBezTo>
                <a:cubicBezTo>
                  <a:pt x="9" y="197"/>
                  <a:pt x="15" y="180"/>
                  <a:pt x="23" y="164"/>
                </a:cubicBezTo>
                <a:cubicBezTo>
                  <a:pt x="30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1" y="35"/>
                  <a:pt x="169" y="27"/>
                  <a:pt x="187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4882" y="0"/>
                </a:lnTo>
                <a:cubicBezTo>
                  <a:pt x="4902" y="0"/>
                  <a:pt x="4922" y="2"/>
                  <a:pt x="4942" y="5"/>
                </a:cubicBezTo>
                <a:cubicBezTo>
                  <a:pt x="4961" y="8"/>
                  <a:pt x="4980" y="13"/>
                  <a:pt x="4999" y="20"/>
                </a:cubicBezTo>
                <a:cubicBezTo>
                  <a:pt x="5017" y="27"/>
                  <a:pt x="5035" y="35"/>
                  <a:pt x="5051" y="45"/>
                </a:cubicBezTo>
                <a:cubicBezTo>
                  <a:pt x="5068" y="54"/>
                  <a:pt x="5083" y="65"/>
                  <a:pt x="5097" y="77"/>
                </a:cubicBezTo>
                <a:cubicBezTo>
                  <a:pt x="5111" y="90"/>
                  <a:pt x="5124" y="103"/>
                  <a:pt x="5135" y="118"/>
                </a:cubicBezTo>
                <a:cubicBezTo>
                  <a:pt x="5146" y="132"/>
                  <a:pt x="5156" y="147"/>
                  <a:pt x="5163" y="164"/>
                </a:cubicBezTo>
                <a:cubicBezTo>
                  <a:pt x="5171" y="180"/>
                  <a:pt x="5177" y="197"/>
                  <a:pt x="5181" y="214"/>
                </a:cubicBezTo>
                <a:cubicBezTo>
                  <a:pt x="5185" y="231"/>
                  <a:pt x="5186" y="248"/>
                  <a:pt x="5186" y="266"/>
                </a:cubicBezTo>
                <a:lnTo>
                  <a:pt x="5186" y="3202"/>
                </a:lnTo>
                <a:cubicBezTo>
                  <a:pt x="5186" y="3222"/>
                  <a:pt x="5185" y="3242"/>
                  <a:pt x="5181" y="3262"/>
                </a:cubicBezTo>
                <a:cubicBezTo>
                  <a:pt x="5177" y="3281"/>
                  <a:pt x="5171" y="3300"/>
                  <a:pt x="5163" y="3319"/>
                </a:cubicBezTo>
                <a:cubicBezTo>
                  <a:pt x="5156" y="3337"/>
                  <a:pt x="5146" y="3355"/>
                  <a:pt x="5135" y="3371"/>
                </a:cubicBezTo>
                <a:cubicBezTo>
                  <a:pt x="5124" y="3388"/>
                  <a:pt x="5111" y="3403"/>
                  <a:pt x="5097" y="3418"/>
                </a:cubicBezTo>
                <a:cubicBezTo>
                  <a:pt x="5083" y="3432"/>
                  <a:pt x="5068" y="3444"/>
                  <a:pt x="5051" y="3455"/>
                </a:cubicBezTo>
                <a:cubicBezTo>
                  <a:pt x="5035" y="3467"/>
                  <a:pt x="5017" y="3476"/>
                  <a:pt x="4999" y="3484"/>
                </a:cubicBezTo>
                <a:cubicBezTo>
                  <a:pt x="4980" y="3491"/>
                  <a:pt x="4961" y="3497"/>
                  <a:pt x="4942" y="3501"/>
                </a:cubicBezTo>
                <a:cubicBezTo>
                  <a:pt x="4922" y="3505"/>
                  <a:pt x="4902" y="3507"/>
                  <a:pt x="4882" y="3507"/>
                </a:cubicBezTo>
                <a:lnTo>
                  <a:pt x="304" y="3507"/>
                </a:lnTo>
                <a:cubicBezTo>
                  <a:pt x="284" y="3507"/>
                  <a:pt x="264" y="3505"/>
                  <a:pt x="245" y="3501"/>
                </a:cubicBezTo>
                <a:cubicBezTo>
                  <a:pt x="225" y="3497"/>
                  <a:pt x="206" y="3491"/>
                  <a:pt x="187" y="3484"/>
                </a:cubicBezTo>
                <a:cubicBezTo>
                  <a:pt x="169" y="3476"/>
                  <a:pt x="151" y="3467"/>
                  <a:pt x="135" y="3455"/>
                </a:cubicBezTo>
                <a:cubicBezTo>
                  <a:pt x="118" y="3444"/>
                  <a:pt x="103" y="3432"/>
                  <a:pt x="89" y="3418"/>
                </a:cubicBezTo>
                <a:cubicBezTo>
                  <a:pt x="75" y="3403"/>
                  <a:pt x="62" y="3388"/>
                  <a:pt x="51" y="3371"/>
                </a:cubicBezTo>
                <a:cubicBezTo>
                  <a:pt x="40" y="3355"/>
                  <a:pt x="30" y="3337"/>
                  <a:pt x="23" y="3319"/>
                </a:cubicBezTo>
                <a:cubicBezTo>
                  <a:pt x="15" y="3300"/>
                  <a:pt x="9" y="3281"/>
                  <a:pt x="5" y="3262"/>
                </a:cubicBezTo>
                <a:cubicBezTo>
                  <a:pt x="2" y="3242"/>
                  <a:pt x="0" y="3222"/>
                  <a:pt x="0" y="320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81932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81932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81932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481932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5023440" y="2022840"/>
            <a:ext cx="319320" cy="320400"/>
          </a:xfrm>
          <a:custGeom>
            <a:avLst/>
            <a:gdLst/>
            <a:ahLst/>
            <a:rect l="0" t="0" r="r" b="b"/>
            <a:pathLst>
              <a:path w="887" h="890">
                <a:moveTo>
                  <a:pt x="612" y="92"/>
                </a:moveTo>
                <a:lnTo>
                  <a:pt x="469" y="7"/>
                </a:lnTo>
                <a:cubicBezTo>
                  <a:pt x="460" y="3"/>
                  <a:pt x="454" y="0"/>
                  <a:pt x="444" y="0"/>
                </a:cubicBezTo>
                <a:cubicBezTo>
                  <a:pt x="434" y="0"/>
                  <a:pt x="428" y="3"/>
                  <a:pt x="422" y="7"/>
                </a:cubicBezTo>
                <a:lnTo>
                  <a:pt x="279" y="92"/>
                </a:lnTo>
                <a:cubicBezTo>
                  <a:pt x="263" y="102"/>
                  <a:pt x="254" y="118"/>
                  <a:pt x="254" y="134"/>
                </a:cubicBezTo>
                <a:lnTo>
                  <a:pt x="254" y="312"/>
                </a:lnTo>
                <a:cubicBezTo>
                  <a:pt x="254" y="328"/>
                  <a:pt x="263" y="344"/>
                  <a:pt x="276" y="354"/>
                </a:cubicBezTo>
                <a:lnTo>
                  <a:pt x="419" y="439"/>
                </a:lnTo>
                <a:cubicBezTo>
                  <a:pt x="425" y="442"/>
                  <a:pt x="434" y="446"/>
                  <a:pt x="441" y="446"/>
                </a:cubicBezTo>
                <a:cubicBezTo>
                  <a:pt x="447" y="446"/>
                  <a:pt x="457" y="442"/>
                  <a:pt x="463" y="439"/>
                </a:cubicBezTo>
                <a:lnTo>
                  <a:pt x="606" y="354"/>
                </a:lnTo>
                <a:cubicBezTo>
                  <a:pt x="619" y="344"/>
                  <a:pt x="628" y="331"/>
                  <a:pt x="628" y="312"/>
                </a:cubicBezTo>
                <a:lnTo>
                  <a:pt x="628" y="134"/>
                </a:lnTo>
                <a:cubicBezTo>
                  <a:pt x="634" y="118"/>
                  <a:pt x="625" y="102"/>
                  <a:pt x="612" y="92"/>
                </a:cubicBezTo>
                <a:moveTo>
                  <a:pt x="571" y="303"/>
                </a:moveTo>
                <a:lnTo>
                  <a:pt x="444" y="379"/>
                </a:lnTo>
                <a:lnTo>
                  <a:pt x="317" y="303"/>
                </a:lnTo>
                <a:lnTo>
                  <a:pt x="317" y="143"/>
                </a:lnTo>
                <a:lnTo>
                  <a:pt x="444" y="67"/>
                </a:lnTo>
                <a:lnTo>
                  <a:pt x="571" y="143"/>
                </a:lnTo>
                <a:lnTo>
                  <a:pt x="571" y="303"/>
                </a:lnTo>
                <a:moveTo>
                  <a:pt x="867" y="538"/>
                </a:moveTo>
                <a:lnTo>
                  <a:pt x="724" y="452"/>
                </a:lnTo>
                <a:cubicBezTo>
                  <a:pt x="715" y="449"/>
                  <a:pt x="708" y="446"/>
                  <a:pt x="699" y="446"/>
                </a:cubicBezTo>
                <a:cubicBezTo>
                  <a:pt x="689" y="446"/>
                  <a:pt x="683" y="449"/>
                  <a:pt x="677" y="452"/>
                </a:cubicBezTo>
                <a:lnTo>
                  <a:pt x="533" y="538"/>
                </a:lnTo>
                <a:cubicBezTo>
                  <a:pt x="520" y="547"/>
                  <a:pt x="511" y="560"/>
                  <a:pt x="511" y="579"/>
                </a:cubicBezTo>
                <a:lnTo>
                  <a:pt x="511" y="757"/>
                </a:lnTo>
                <a:cubicBezTo>
                  <a:pt x="511" y="773"/>
                  <a:pt x="520" y="788"/>
                  <a:pt x="533" y="798"/>
                </a:cubicBezTo>
                <a:lnTo>
                  <a:pt x="677" y="884"/>
                </a:lnTo>
                <a:cubicBezTo>
                  <a:pt x="683" y="887"/>
                  <a:pt x="693" y="890"/>
                  <a:pt x="699" y="890"/>
                </a:cubicBezTo>
                <a:cubicBezTo>
                  <a:pt x="705" y="890"/>
                  <a:pt x="715" y="887"/>
                  <a:pt x="721" y="884"/>
                </a:cubicBezTo>
                <a:lnTo>
                  <a:pt x="864" y="798"/>
                </a:lnTo>
                <a:cubicBezTo>
                  <a:pt x="877" y="788"/>
                  <a:pt x="886" y="776"/>
                  <a:pt x="886" y="757"/>
                </a:cubicBezTo>
                <a:lnTo>
                  <a:pt x="886" y="579"/>
                </a:lnTo>
                <a:cubicBezTo>
                  <a:pt x="889" y="563"/>
                  <a:pt x="880" y="547"/>
                  <a:pt x="867" y="538"/>
                </a:cubicBezTo>
                <a:moveTo>
                  <a:pt x="826" y="747"/>
                </a:moveTo>
                <a:lnTo>
                  <a:pt x="699" y="823"/>
                </a:lnTo>
                <a:lnTo>
                  <a:pt x="571" y="747"/>
                </a:lnTo>
                <a:lnTo>
                  <a:pt x="571" y="588"/>
                </a:lnTo>
                <a:lnTo>
                  <a:pt x="699" y="512"/>
                </a:lnTo>
                <a:lnTo>
                  <a:pt x="826" y="588"/>
                </a:lnTo>
                <a:lnTo>
                  <a:pt x="826" y="747"/>
                </a:lnTo>
                <a:moveTo>
                  <a:pt x="358" y="538"/>
                </a:moveTo>
                <a:lnTo>
                  <a:pt x="215" y="452"/>
                </a:lnTo>
                <a:cubicBezTo>
                  <a:pt x="206" y="449"/>
                  <a:pt x="200" y="446"/>
                  <a:pt x="190" y="446"/>
                </a:cubicBezTo>
                <a:cubicBezTo>
                  <a:pt x="181" y="446"/>
                  <a:pt x="174" y="449"/>
                  <a:pt x="168" y="452"/>
                </a:cubicBezTo>
                <a:lnTo>
                  <a:pt x="25" y="538"/>
                </a:lnTo>
                <a:cubicBezTo>
                  <a:pt x="9" y="547"/>
                  <a:pt x="0" y="563"/>
                  <a:pt x="0" y="579"/>
                </a:cubicBezTo>
                <a:lnTo>
                  <a:pt x="0" y="757"/>
                </a:lnTo>
                <a:cubicBezTo>
                  <a:pt x="0" y="773"/>
                  <a:pt x="9" y="788"/>
                  <a:pt x="22" y="798"/>
                </a:cubicBezTo>
                <a:lnTo>
                  <a:pt x="165" y="884"/>
                </a:lnTo>
                <a:cubicBezTo>
                  <a:pt x="174" y="887"/>
                  <a:pt x="181" y="890"/>
                  <a:pt x="190" y="890"/>
                </a:cubicBezTo>
                <a:cubicBezTo>
                  <a:pt x="200" y="890"/>
                  <a:pt x="206" y="887"/>
                  <a:pt x="212" y="884"/>
                </a:cubicBezTo>
                <a:lnTo>
                  <a:pt x="355" y="798"/>
                </a:lnTo>
                <a:cubicBezTo>
                  <a:pt x="368" y="788"/>
                  <a:pt x="377" y="776"/>
                  <a:pt x="377" y="757"/>
                </a:cubicBezTo>
                <a:lnTo>
                  <a:pt x="377" y="579"/>
                </a:lnTo>
                <a:cubicBezTo>
                  <a:pt x="381" y="563"/>
                  <a:pt x="371" y="547"/>
                  <a:pt x="358" y="538"/>
                </a:cubicBezTo>
                <a:moveTo>
                  <a:pt x="317" y="747"/>
                </a:moveTo>
                <a:lnTo>
                  <a:pt x="190" y="823"/>
                </a:lnTo>
                <a:lnTo>
                  <a:pt x="63" y="747"/>
                </a:lnTo>
                <a:lnTo>
                  <a:pt x="63" y="588"/>
                </a:lnTo>
                <a:lnTo>
                  <a:pt x="190" y="512"/>
                </a:lnTo>
                <a:lnTo>
                  <a:pt x="317" y="588"/>
                </a:lnTo>
                <a:lnTo>
                  <a:pt x="317" y="747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571640" y="233100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5030280" y="2418840"/>
            <a:ext cx="1729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Modulaire bouwstenen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5030280" y="2651040"/>
            <a:ext cx="1654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generieke stories, herleidbaar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5320800" y="2812680"/>
            <a:ext cx="101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naar de leerroutes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7014960" y="1761840"/>
            <a:ext cx="1857600" cy="1414800"/>
          </a:xfrm>
          <a:custGeom>
            <a:avLst/>
            <a:gdLst/>
            <a:ahLst/>
            <a:rect l="0" t="0" r="r" b="b"/>
            <a:pathLst>
              <a:path w="5160" h="3930">
                <a:moveTo>
                  <a:pt x="0" y="3626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10" y="196"/>
                  <a:pt x="16" y="180"/>
                  <a:pt x="23" y="164"/>
                </a:cubicBezTo>
                <a:cubicBezTo>
                  <a:pt x="31" y="148"/>
                  <a:pt x="40" y="132"/>
                  <a:pt x="51" y="118"/>
                </a:cubicBezTo>
                <a:cubicBezTo>
                  <a:pt x="62" y="103"/>
                  <a:pt x="75" y="90"/>
                  <a:pt x="89" y="78"/>
                </a:cubicBezTo>
                <a:cubicBezTo>
                  <a:pt x="103" y="66"/>
                  <a:pt x="119" y="55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5" y="2"/>
                  <a:pt x="284" y="0"/>
                  <a:pt x="304" y="0"/>
                </a:cubicBezTo>
                <a:lnTo>
                  <a:pt x="4856" y="0"/>
                </a:lnTo>
                <a:cubicBezTo>
                  <a:pt x="4876" y="0"/>
                  <a:pt x="4896" y="2"/>
                  <a:pt x="4916" y="5"/>
                </a:cubicBezTo>
                <a:cubicBezTo>
                  <a:pt x="4935" y="9"/>
                  <a:pt x="4954" y="14"/>
                  <a:pt x="4973" y="20"/>
                </a:cubicBezTo>
                <a:cubicBezTo>
                  <a:pt x="4991" y="27"/>
                  <a:pt x="5009" y="35"/>
                  <a:pt x="5025" y="45"/>
                </a:cubicBezTo>
                <a:cubicBezTo>
                  <a:pt x="5042" y="55"/>
                  <a:pt x="5057" y="66"/>
                  <a:pt x="5071" y="78"/>
                </a:cubicBezTo>
                <a:cubicBezTo>
                  <a:pt x="5085" y="90"/>
                  <a:pt x="5098" y="103"/>
                  <a:pt x="5109" y="118"/>
                </a:cubicBezTo>
                <a:cubicBezTo>
                  <a:pt x="5120" y="132"/>
                  <a:pt x="5130" y="148"/>
                  <a:pt x="5137" y="164"/>
                </a:cubicBezTo>
                <a:cubicBezTo>
                  <a:pt x="5145" y="180"/>
                  <a:pt x="5151" y="196"/>
                  <a:pt x="5155" y="213"/>
                </a:cubicBezTo>
                <a:cubicBezTo>
                  <a:pt x="5158" y="230"/>
                  <a:pt x="5160" y="248"/>
                  <a:pt x="5160" y="265"/>
                </a:cubicBezTo>
                <a:lnTo>
                  <a:pt x="5160" y="3626"/>
                </a:lnTo>
                <a:cubicBezTo>
                  <a:pt x="5160" y="3646"/>
                  <a:pt x="5158" y="3666"/>
                  <a:pt x="5155" y="3685"/>
                </a:cubicBezTo>
                <a:cubicBezTo>
                  <a:pt x="5151" y="3705"/>
                  <a:pt x="5145" y="3724"/>
                  <a:pt x="5137" y="3743"/>
                </a:cubicBezTo>
                <a:cubicBezTo>
                  <a:pt x="5130" y="3761"/>
                  <a:pt x="5120" y="3779"/>
                  <a:pt x="5109" y="3795"/>
                </a:cubicBezTo>
                <a:cubicBezTo>
                  <a:pt x="5098" y="3812"/>
                  <a:pt x="5085" y="3827"/>
                  <a:pt x="5071" y="3841"/>
                </a:cubicBezTo>
                <a:cubicBezTo>
                  <a:pt x="5057" y="3855"/>
                  <a:pt x="5042" y="3868"/>
                  <a:pt x="5025" y="3879"/>
                </a:cubicBezTo>
                <a:cubicBezTo>
                  <a:pt x="5009" y="3890"/>
                  <a:pt x="4991" y="3900"/>
                  <a:pt x="4973" y="3907"/>
                </a:cubicBezTo>
                <a:cubicBezTo>
                  <a:pt x="4954" y="3915"/>
                  <a:pt x="4935" y="3921"/>
                  <a:pt x="4916" y="3925"/>
                </a:cubicBezTo>
                <a:cubicBezTo>
                  <a:pt x="4896" y="3928"/>
                  <a:pt x="4876" y="3930"/>
                  <a:pt x="4856" y="3930"/>
                </a:cubicBezTo>
                <a:lnTo>
                  <a:pt x="304" y="3930"/>
                </a:lnTo>
                <a:cubicBezTo>
                  <a:pt x="284" y="3930"/>
                  <a:pt x="265" y="3928"/>
                  <a:pt x="245" y="3925"/>
                </a:cubicBezTo>
                <a:cubicBezTo>
                  <a:pt x="225" y="3921"/>
                  <a:pt x="206" y="3915"/>
                  <a:pt x="188" y="3907"/>
                </a:cubicBezTo>
                <a:cubicBezTo>
                  <a:pt x="169" y="3900"/>
                  <a:pt x="152" y="3890"/>
                  <a:pt x="135" y="3879"/>
                </a:cubicBezTo>
                <a:cubicBezTo>
                  <a:pt x="119" y="3868"/>
                  <a:pt x="103" y="3855"/>
                  <a:pt x="89" y="3841"/>
                </a:cubicBezTo>
                <a:cubicBezTo>
                  <a:pt x="75" y="3827"/>
                  <a:pt x="62" y="3812"/>
                  <a:pt x="51" y="3795"/>
                </a:cubicBezTo>
                <a:cubicBezTo>
                  <a:pt x="40" y="3779"/>
                  <a:pt x="31" y="3761"/>
                  <a:pt x="23" y="3743"/>
                </a:cubicBezTo>
                <a:cubicBezTo>
                  <a:pt x="16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701028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701028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701028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701028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7250400" y="1937160"/>
            <a:ext cx="228600" cy="320400"/>
          </a:xfrm>
          <a:custGeom>
            <a:avLst/>
            <a:gdLst/>
            <a:ahLst/>
            <a:rect l="0" t="0" r="r" b="b"/>
            <a:pathLst>
              <a:path w="635" h="890">
                <a:moveTo>
                  <a:pt x="626" y="232"/>
                </a:moveTo>
                <a:lnTo>
                  <a:pt x="403" y="10"/>
                </a:lnTo>
                <a:cubicBezTo>
                  <a:pt x="396" y="3"/>
                  <a:pt x="390" y="0"/>
                  <a:pt x="380" y="0"/>
                </a:cubicBezTo>
                <a:lnTo>
                  <a:pt x="63" y="0"/>
                </a:lnTo>
                <a:cubicBezTo>
                  <a:pt x="28" y="0"/>
                  <a:pt x="0" y="29"/>
                  <a:pt x="0" y="64"/>
                </a:cubicBezTo>
                <a:lnTo>
                  <a:pt x="0" y="826"/>
                </a:lnTo>
                <a:cubicBezTo>
                  <a:pt x="0" y="861"/>
                  <a:pt x="28" y="890"/>
                  <a:pt x="63" y="890"/>
                </a:cubicBezTo>
                <a:lnTo>
                  <a:pt x="572" y="890"/>
                </a:lnTo>
                <a:cubicBezTo>
                  <a:pt x="607" y="890"/>
                  <a:pt x="635" y="861"/>
                  <a:pt x="635" y="826"/>
                </a:cubicBezTo>
                <a:lnTo>
                  <a:pt x="635" y="254"/>
                </a:lnTo>
                <a:cubicBezTo>
                  <a:pt x="635" y="245"/>
                  <a:pt x="632" y="238"/>
                  <a:pt x="626" y="232"/>
                </a:cubicBezTo>
                <a:moveTo>
                  <a:pt x="380" y="76"/>
                </a:moveTo>
                <a:lnTo>
                  <a:pt x="559" y="254"/>
                </a:lnTo>
                <a:lnTo>
                  <a:pt x="380" y="254"/>
                </a:lnTo>
                <a:lnTo>
                  <a:pt x="380" y="76"/>
                </a:lnTo>
                <a:moveTo>
                  <a:pt x="572" y="826"/>
                </a:moveTo>
                <a:lnTo>
                  <a:pt x="63" y="826"/>
                </a:lnTo>
                <a:lnTo>
                  <a:pt x="63" y="64"/>
                </a:lnTo>
                <a:lnTo>
                  <a:pt x="317" y="64"/>
                </a:lnTo>
                <a:lnTo>
                  <a:pt x="317" y="254"/>
                </a:lnTo>
                <a:cubicBezTo>
                  <a:pt x="317" y="289"/>
                  <a:pt x="346" y="318"/>
                  <a:pt x="380" y="318"/>
                </a:cubicBezTo>
                <a:lnTo>
                  <a:pt x="572" y="318"/>
                </a:lnTo>
                <a:lnTo>
                  <a:pt x="572" y="826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7296120" y="2097360"/>
            <a:ext cx="137160" cy="91440"/>
          </a:xfrm>
          <a:custGeom>
            <a:avLst/>
            <a:gdLst/>
            <a:ahLst/>
            <a:rect l="0" t="0" r="r" b="b"/>
            <a:pathLst>
              <a:path w="381" h="254">
                <a:moveTo>
                  <a:pt x="0" y="191"/>
                </a:moveTo>
                <a:lnTo>
                  <a:pt x="381" y="191"/>
                </a:lnTo>
                <a:lnTo>
                  <a:pt x="381" y="254"/>
                </a:lnTo>
                <a:lnTo>
                  <a:pt x="0" y="254"/>
                </a:lnTo>
                <a:lnTo>
                  <a:pt x="0" y="191"/>
                </a:lnTo>
                <a:moveTo>
                  <a:pt x="0" y="0"/>
                </a:moveTo>
                <a:lnTo>
                  <a:pt x="381" y="0"/>
                </a:lnTo>
                <a:lnTo>
                  <a:pt x="381" y="63"/>
                </a:lnTo>
                <a:lnTo>
                  <a:pt x="0" y="6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6755040" y="233100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7518240" y="2342520"/>
            <a:ext cx="957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Speciﬁcaties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7203960" y="2565000"/>
            <a:ext cx="162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techniekagnostisch, modulair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7213680" y="2727000"/>
            <a:ext cx="1639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uit bouwblokken, openbaar in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56840" y="3400200"/>
            <a:ext cx="4115160" cy="867240"/>
          </a:xfrm>
          <a:custGeom>
            <a:avLst/>
            <a:gdLst/>
            <a:ahLst/>
            <a:rect l="0" t="0" r="r" b="b"/>
            <a:pathLst>
              <a:path w="11431" h="2409">
                <a:moveTo>
                  <a:pt x="0" y="0"/>
                </a:moveTo>
                <a:lnTo>
                  <a:pt x="11431" y="0"/>
                </a:lnTo>
                <a:lnTo>
                  <a:pt x="11431" y="2409"/>
                </a:lnTo>
                <a:lnTo>
                  <a:pt x="0" y="24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56840" y="3400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456840" y="42573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4562280" y="3400200"/>
            <a:ext cx="9720" cy="867240"/>
          </a:xfrm>
          <a:custGeom>
            <a:avLst/>
            <a:gdLst/>
            <a:ahLst/>
            <a:rect l="0" t="0" r="r" b="b"/>
            <a:pathLst>
              <a:path w="27" h="2409">
                <a:moveTo>
                  <a:pt x="0" y="106"/>
                </a:moveTo>
                <a:lnTo>
                  <a:pt x="0" y="2409"/>
                </a:lnTo>
                <a:lnTo>
                  <a:pt x="27" y="2409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456840" y="3400200"/>
            <a:ext cx="10080" cy="867240"/>
          </a:xfrm>
          <a:custGeom>
            <a:avLst/>
            <a:gdLst/>
            <a:ahLst/>
            <a:rect l="0" t="0" r="r" b="b"/>
            <a:pathLst>
              <a:path w="28" h="2409">
                <a:moveTo>
                  <a:pt x="0" y="0"/>
                </a:moveTo>
                <a:lnTo>
                  <a:pt x="0" y="2409"/>
                </a:lnTo>
                <a:lnTo>
                  <a:pt x="28" y="240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7765920" y="2889000"/>
            <a:ext cx="381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GitHub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19200" y="3558960"/>
            <a:ext cx="4283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Leerroutes 1 tot 3 eerst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, mbo eerst. De reis van de student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619200" y="3768480"/>
            <a:ext cx="4315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 die van de instelling bepalen samen wat er wanneer tussen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4762440" y="3400200"/>
            <a:ext cx="4115160" cy="867240"/>
          </a:xfrm>
          <a:custGeom>
            <a:avLst/>
            <a:gdLst/>
            <a:ahLst/>
            <a:rect l="0" t="0" r="r" b="b"/>
            <a:pathLst>
              <a:path w="11431" h="2409">
                <a:moveTo>
                  <a:pt x="0" y="0"/>
                </a:moveTo>
                <a:lnTo>
                  <a:pt x="11431" y="0"/>
                </a:lnTo>
                <a:lnTo>
                  <a:pt x="11431" y="2409"/>
                </a:lnTo>
                <a:lnTo>
                  <a:pt x="0" y="24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4762440" y="3400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4762440" y="42573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8867520" y="3400200"/>
            <a:ext cx="10080" cy="867240"/>
          </a:xfrm>
          <a:custGeom>
            <a:avLst/>
            <a:gdLst/>
            <a:ahLst/>
            <a:rect l="0" t="0" r="r" b="b"/>
            <a:pathLst>
              <a:path w="28" h="2409">
                <a:moveTo>
                  <a:pt x="0" y="106"/>
                </a:moveTo>
                <a:lnTo>
                  <a:pt x="0" y="2409"/>
                </a:lnTo>
                <a:lnTo>
                  <a:pt x="28" y="240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762440" y="3400200"/>
            <a:ext cx="9720" cy="867240"/>
          </a:xfrm>
          <a:custGeom>
            <a:avLst/>
            <a:gdLst/>
            <a:ahLst/>
            <a:rect l="0" t="0" r="r" b="b"/>
            <a:pathLst>
              <a:path w="27" h="2409">
                <a:moveTo>
                  <a:pt x="0" y="0"/>
                </a:moveTo>
                <a:lnTo>
                  <a:pt x="0" y="2409"/>
                </a:lnTo>
                <a:lnTo>
                  <a:pt x="27" y="2409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619200" y="3987360"/>
            <a:ext cx="1346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 beweegt.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4920480" y="3558960"/>
            <a:ext cx="4092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OKx speciﬁceert het koppelvlak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; de applicatie is van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4920480" y="3768480"/>
            <a:ext cx="4403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leverancier. Elke eis is terug te volgen naar de story waar hij uit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4920480" y="3987360"/>
            <a:ext cx="395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komt.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7" name="" descr=""/>
          <p:cNvPicPr/>
          <p:nvPr/>
        </p:nvPicPr>
        <p:blipFill>
          <a:blip r:embed="rId1"/>
          <a:stretch/>
        </p:blipFill>
        <p:spPr>
          <a:xfrm>
            <a:off x="1143000" y="237960"/>
            <a:ext cx="7048080" cy="4609800"/>
          </a:xfrm>
          <a:prstGeom prst="rect">
            <a:avLst/>
          </a:prstGeom>
          <a:ln w="0">
            <a:noFill/>
          </a:ln>
        </p:spPr>
      </p:pic>
      <p:sp>
        <p:nvSpPr>
          <p:cNvPr id="15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690480" y="4916160"/>
            <a:ext cx="88002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Van de PoC-school (links) via het gedeelde perspectief naar de OKx-architectuur met de kerngroep techniek (rechts). Schets van Niels, concept.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7" name=""/>
          <p:cNvSpPr txBox="1"/>
          <p:nvPr/>
        </p:nvSpPr>
        <p:spPr>
          <a:xfrm>
            <a:off x="439920" y="901080"/>
            <a:ext cx="9205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instellingsperspectief: een ecosysteem van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456840" y="2009520"/>
            <a:ext cx="4105800" cy="1619640"/>
          </a:xfrm>
          <a:custGeom>
            <a:avLst/>
            <a:gdLst/>
            <a:ahLst/>
            <a:rect l="0" t="0" r="r" b="b"/>
            <a:pathLst>
              <a:path w="11405" h="4499">
                <a:moveTo>
                  <a:pt x="0" y="0"/>
                </a:moveTo>
                <a:lnTo>
                  <a:pt x="11405" y="0"/>
                </a:lnTo>
                <a:lnTo>
                  <a:pt x="11405" y="4499"/>
                </a:lnTo>
                <a:lnTo>
                  <a:pt x="0" y="449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456840" y="2009520"/>
            <a:ext cx="4105800" cy="38520"/>
          </a:xfrm>
          <a:custGeom>
            <a:avLst/>
            <a:gdLst/>
            <a:ahLst/>
            <a:rect l="0" t="0" r="r" b="b"/>
            <a:pathLst>
              <a:path w="11405" h="107">
                <a:moveTo>
                  <a:pt x="0" y="0"/>
                </a:moveTo>
                <a:lnTo>
                  <a:pt x="11405" y="0"/>
                </a:lnTo>
                <a:lnTo>
                  <a:pt x="1140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56840" y="361944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552920" y="2009520"/>
            <a:ext cx="9720" cy="1619640"/>
          </a:xfrm>
          <a:custGeom>
            <a:avLst/>
            <a:gdLst/>
            <a:ahLst/>
            <a:rect l="0" t="0" r="r" b="b"/>
            <a:pathLst>
              <a:path w="27" h="4499">
                <a:moveTo>
                  <a:pt x="0" y="106"/>
                </a:moveTo>
                <a:lnTo>
                  <a:pt x="0" y="4499"/>
                </a:lnTo>
                <a:lnTo>
                  <a:pt x="27" y="4499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456840" y="2009520"/>
            <a:ext cx="10080" cy="1619640"/>
          </a:xfrm>
          <a:custGeom>
            <a:avLst/>
            <a:gdLst/>
            <a:ahLst/>
            <a:rect l="0" t="0" r="r" b="b"/>
            <a:pathLst>
              <a:path w="28" h="4499">
                <a:moveTo>
                  <a:pt x="0" y="0"/>
                </a:moveTo>
                <a:lnTo>
                  <a:pt x="0" y="4499"/>
                </a:lnTo>
                <a:lnTo>
                  <a:pt x="28" y="449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58440" y="2182680"/>
            <a:ext cx="288360" cy="288000"/>
          </a:xfrm>
          <a:custGeom>
            <a:avLst/>
            <a:gdLst/>
            <a:ahLst/>
            <a:rect l="0" t="0" r="r" b="b"/>
            <a:pathLst>
              <a:path w="801" h="800">
                <a:moveTo>
                  <a:pt x="744" y="0"/>
                </a:moveTo>
                <a:lnTo>
                  <a:pt x="401" y="0"/>
                </a:lnTo>
                <a:cubicBezTo>
                  <a:pt x="394" y="0"/>
                  <a:pt x="386" y="1"/>
                  <a:pt x="379" y="4"/>
                </a:cubicBezTo>
                <a:cubicBezTo>
                  <a:pt x="372" y="7"/>
                  <a:pt x="366" y="11"/>
                  <a:pt x="361" y="16"/>
                </a:cubicBezTo>
                <a:cubicBezTo>
                  <a:pt x="355" y="22"/>
                  <a:pt x="351" y="28"/>
                  <a:pt x="348" y="35"/>
                </a:cubicBezTo>
                <a:cubicBezTo>
                  <a:pt x="346" y="42"/>
                  <a:pt x="344" y="49"/>
                  <a:pt x="344" y="57"/>
                </a:cubicBezTo>
                <a:lnTo>
                  <a:pt x="344" y="342"/>
                </a:lnTo>
                <a:lnTo>
                  <a:pt x="57" y="342"/>
                </a:lnTo>
                <a:cubicBezTo>
                  <a:pt x="50" y="342"/>
                  <a:pt x="43" y="344"/>
                  <a:pt x="36" y="347"/>
                </a:cubicBezTo>
                <a:cubicBezTo>
                  <a:pt x="29" y="350"/>
                  <a:pt x="22" y="354"/>
                  <a:pt x="17" y="359"/>
                </a:cubicBezTo>
                <a:cubicBezTo>
                  <a:pt x="12" y="365"/>
                  <a:pt x="8" y="371"/>
                  <a:pt x="5" y="378"/>
                </a:cubicBezTo>
                <a:cubicBezTo>
                  <a:pt x="2" y="385"/>
                  <a:pt x="0" y="392"/>
                  <a:pt x="0" y="400"/>
                </a:cubicBezTo>
                <a:lnTo>
                  <a:pt x="0" y="800"/>
                </a:lnTo>
                <a:lnTo>
                  <a:pt x="801" y="800"/>
                </a:lnTo>
                <a:lnTo>
                  <a:pt x="801" y="57"/>
                </a:lnTo>
                <a:cubicBezTo>
                  <a:pt x="801" y="49"/>
                  <a:pt x="800" y="42"/>
                  <a:pt x="797" y="35"/>
                </a:cubicBezTo>
                <a:cubicBezTo>
                  <a:pt x="794" y="28"/>
                  <a:pt x="790" y="22"/>
                  <a:pt x="784" y="16"/>
                </a:cubicBezTo>
                <a:cubicBezTo>
                  <a:pt x="779" y="11"/>
                  <a:pt x="773" y="7"/>
                  <a:pt x="766" y="4"/>
                </a:cubicBezTo>
                <a:cubicBezTo>
                  <a:pt x="759" y="1"/>
                  <a:pt x="752" y="0"/>
                  <a:pt x="744" y="0"/>
                </a:cubicBezTo>
                <a:moveTo>
                  <a:pt x="201" y="743"/>
                </a:moveTo>
                <a:lnTo>
                  <a:pt x="201" y="542"/>
                </a:lnTo>
                <a:lnTo>
                  <a:pt x="316" y="542"/>
                </a:lnTo>
                <a:lnTo>
                  <a:pt x="316" y="743"/>
                </a:lnTo>
                <a:lnTo>
                  <a:pt x="201" y="743"/>
                </a:lnTo>
                <a:moveTo>
                  <a:pt x="744" y="743"/>
                </a:moveTo>
                <a:lnTo>
                  <a:pt x="373" y="743"/>
                </a:lnTo>
                <a:lnTo>
                  <a:pt x="373" y="514"/>
                </a:lnTo>
                <a:cubicBezTo>
                  <a:pt x="373" y="506"/>
                  <a:pt x="370" y="499"/>
                  <a:pt x="364" y="494"/>
                </a:cubicBezTo>
                <a:cubicBezTo>
                  <a:pt x="359" y="488"/>
                  <a:pt x="352" y="485"/>
                  <a:pt x="344" y="485"/>
                </a:cubicBezTo>
                <a:lnTo>
                  <a:pt x="173" y="485"/>
                </a:lnTo>
                <a:cubicBezTo>
                  <a:pt x="164" y="485"/>
                  <a:pt x="157" y="488"/>
                  <a:pt x="152" y="494"/>
                </a:cubicBezTo>
                <a:cubicBezTo>
                  <a:pt x="146" y="499"/>
                  <a:pt x="143" y="506"/>
                  <a:pt x="143" y="514"/>
                </a:cubicBezTo>
                <a:lnTo>
                  <a:pt x="143" y="743"/>
                </a:lnTo>
                <a:lnTo>
                  <a:pt x="57" y="743"/>
                </a:lnTo>
                <a:lnTo>
                  <a:pt x="57" y="400"/>
                </a:lnTo>
                <a:lnTo>
                  <a:pt x="401" y="400"/>
                </a:lnTo>
                <a:lnTo>
                  <a:pt x="401" y="57"/>
                </a:lnTo>
                <a:lnTo>
                  <a:pt x="744" y="57"/>
                </a:lnTo>
                <a:lnTo>
                  <a:pt x="744" y="743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822960" y="2244240"/>
            <a:ext cx="82800" cy="144360"/>
          </a:xfrm>
          <a:custGeom>
            <a:avLst/>
            <a:gdLst/>
            <a:ahLst/>
            <a:rect l="0" t="0" r="r" b="b"/>
            <a:pathLst>
              <a:path w="230" h="401">
                <a:moveTo>
                  <a:pt x="0" y="0"/>
                </a:moveTo>
                <a:lnTo>
                  <a:pt x="57" y="0"/>
                </a:lnTo>
                <a:lnTo>
                  <a:pt x="57" y="57"/>
                </a:lnTo>
                <a:lnTo>
                  <a:pt x="0" y="57"/>
                </a:lnTo>
                <a:lnTo>
                  <a:pt x="0" y="0"/>
                </a:lnTo>
                <a:moveTo>
                  <a:pt x="173" y="0"/>
                </a:moveTo>
                <a:lnTo>
                  <a:pt x="230" y="0"/>
                </a:lnTo>
                <a:lnTo>
                  <a:pt x="230" y="57"/>
                </a:lnTo>
                <a:lnTo>
                  <a:pt x="173" y="57"/>
                </a:lnTo>
                <a:lnTo>
                  <a:pt x="173" y="0"/>
                </a:lnTo>
                <a:moveTo>
                  <a:pt x="0" y="171"/>
                </a:moveTo>
                <a:lnTo>
                  <a:pt x="57" y="171"/>
                </a:lnTo>
                <a:lnTo>
                  <a:pt x="57" y="229"/>
                </a:lnTo>
                <a:lnTo>
                  <a:pt x="0" y="229"/>
                </a:lnTo>
                <a:lnTo>
                  <a:pt x="0" y="171"/>
                </a:lnTo>
                <a:moveTo>
                  <a:pt x="173" y="171"/>
                </a:moveTo>
                <a:lnTo>
                  <a:pt x="230" y="171"/>
                </a:lnTo>
                <a:lnTo>
                  <a:pt x="230" y="229"/>
                </a:lnTo>
                <a:lnTo>
                  <a:pt x="173" y="229"/>
                </a:lnTo>
                <a:lnTo>
                  <a:pt x="173" y="171"/>
                </a:lnTo>
                <a:moveTo>
                  <a:pt x="0" y="343"/>
                </a:moveTo>
                <a:lnTo>
                  <a:pt x="57" y="343"/>
                </a:lnTo>
                <a:lnTo>
                  <a:pt x="57" y="401"/>
                </a:lnTo>
                <a:lnTo>
                  <a:pt x="0" y="401"/>
                </a:lnTo>
                <a:lnTo>
                  <a:pt x="0" y="343"/>
                </a:lnTo>
                <a:moveTo>
                  <a:pt x="173" y="343"/>
                </a:moveTo>
                <a:lnTo>
                  <a:pt x="230" y="343"/>
                </a:lnTo>
                <a:lnTo>
                  <a:pt x="230" y="401"/>
                </a:lnTo>
                <a:lnTo>
                  <a:pt x="173" y="401"/>
                </a:lnTo>
                <a:lnTo>
                  <a:pt x="173" y="343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439920" y="1281960"/>
            <a:ext cx="2390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koppelingen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1054800" y="2232720"/>
            <a:ext cx="13798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Binnen de deur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634320" y="2599200"/>
            <a:ext cx="4056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onderwijscatalogus als spil, met planning en rooster,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634320" y="2827800"/>
            <a:ext cx="3917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studentkeuze, kernregistratie en studentvolgsysteem,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634320" y="3066120"/>
            <a:ext cx="41184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LMS en examinering. De informatiestromen ertussen zijn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4771800" y="2009520"/>
            <a:ext cx="4105800" cy="1619640"/>
          </a:xfrm>
          <a:custGeom>
            <a:avLst/>
            <a:gdLst/>
            <a:ahLst/>
            <a:rect l="0" t="0" r="r" b="b"/>
            <a:pathLst>
              <a:path w="11405" h="4499">
                <a:moveTo>
                  <a:pt x="0" y="0"/>
                </a:moveTo>
                <a:lnTo>
                  <a:pt x="11405" y="0"/>
                </a:lnTo>
                <a:lnTo>
                  <a:pt x="11405" y="4499"/>
                </a:lnTo>
                <a:lnTo>
                  <a:pt x="0" y="449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4771800" y="2009520"/>
            <a:ext cx="4105800" cy="38520"/>
          </a:xfrm>
          <a:custGeom>
            <a:avLst/>
            <a:gdLst/>
            <a:ahLst/>
            <a:rect l="0" t="0" r="r" b="b"/>
            <a:pathLst>
              <a:path w="11405" h="107">
                <a:moveTo>
                  <a:pt x="0" y="0"/>
                </a:moveTo>
                <a:lnTo>
                  <a:pt x="11405" y="0"/>
                </a:lnTo>
                <a:lnTo>
                  <a:pt x="1140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4771800" y="361944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8867520" y="2009520"/>
            <a:ext cx="10080" cy="1619640"/>
          </a:xfrm>
          <a:custGeom>
            <a:avLst/>
            <a:gdLst/>
            <a:ahLst/>
            <a:rect l="0" t="0" r="r" b="b"/>
            <a:pathLst>
              <a:path w="28" h="4499">
                <a:moveTo>
                  <a:pt x="0" y="106"/>
                </a:moveTo>
                <a:lnTo>
                  <a:pt x="0" y="4499"/>
                </a:lnTo>
                <a:lnTo>
                  <a:pt x="28" y="449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771800" y="2009520"/>
            <a:ext cx="10080" cy="1619640"/>
          </a:xfrm>
          <a:custGeom>
            <a:avLst/>
            <a:gdLst/>
            <a:ahLst/>
            <a:rect l="0" t="0" r="r" b="b"/>
            <a:pathLst>
              <a:path w="28" h="4499">
                <a:moveTo>
                  <a:pt x="0" y="0"/>
                </a:moveTo>
                <a:lnTo>
                  <a:pt x="0" y="4499"/>
                </a:lnTo>
                <a:lnTo>
                  <a:pt x="28" y="449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045400" y="2242080"/>
            <a:ext cx="144360" cy="228600"/>
          </a:xfrm>
          <a:custGeom>
            <a:avLst/>
            <a:gdLst/>
            <a:ahLst/>
            <a:rect l="0" t="0" r="r" b="b"/>
            <a:pathLst>
              <a:path w="401" h="635">
                <a:moveTo>
                  <a:pt x="171" y="120"/>
                </a:moveTo>
                <a:lnTo>
                  <a:pt x="229" y="120"/>
                </a:lnTo>
                <a:lnTo>
                  <a:pt x="229" y="635"/>
                </a:lnTo>
                <a:lnTo>
                  <a:pt x="171" y="635"/>
                </a:lnTo>
                <a:lnTo>
                  <a:pt x="171" y="120"/>
                </a:lnTo>
                <a:moveTo>
                  <a:pt x="66" y="298"/>
                </a:moveTo>
                <a:cubicBezTo>
                  <a:pt x="56" y="289"/>
                  <a:pt x="47" y="278"/>
                  <a:pt x="38" y="267"/>
                </a:cubicBezTo>
                <a:cubicBezTo>
                  <a:pt x="30" y="256"/>
                  <a:pt x="23" y="243"/>
                  <a:pt x="17" y="231"/>
                </a:cubicBezTo>
                <a:cubicBezTo>
                  <a:pt x="11" y="218"/>
                  <a:pt x="7" y="204"/>
                  <a:pt x="4" y="191"/>
                </a:cubicBezTo>
                <a:cubicBezTo>
                  <a:pt x="1" y="177"/>
                  <a:pt x="0" y="163"/>
                  <a:pt x="0" y="149"/>
                </a:cubicBezTo>
                <a:cubicBezTo>
                  <a:pt x="0" y="135"/>
                  <a:pt x="1" y="121"/>
                  <a:pt x="4" y="107"/>
                </a:cubicBezTo>
                <a:cubicBezTo>
                  <a:pt x="7" y="93"/>
                  <a:pt x="11" y="80"/>
                  <a:pt x="17" y="67"/>
                </a:cubicBezTo>
                <a:cubicBezTo>
                  <a:pt x="23" y="54"/>
                  <a:pt x="30" y="42"/>
                  <a:pt x="38" y="31"/>
                </a:cubicBezTo>
                <a:cubicBezTo>
                  <a:pt x="47" y="20"/>
                  <a:pt x="56" y="9"/>
                  <a:pt x="66" y="0"/>
                </a:cubicBezTo>
                <a:lnTo>
                  <a:pt x="105" y="42"/>
                </a:lnTo>
                <a:cubicBezTo>
                  <a:pt x="97" y="49"/>
                  <a:pt x="91" y="56"/>
                  <a:pt x="85" y="65"/>
                </a:cubicBezTo>
                <a:cubicBezTo>
                  <a:pt x="79" y="73"/>
                  <a:pt x="74" y="81"/>
                  <a:pt x="70" y="91"/>
                </a:cubicBezTo>
                <a:cubicBezTo>
                  <a:pt x="65" y="100"/>
                  <a:pt x="62" y="109"/>
                  <a:pt x="60" y="119"/>
                </a:cubicBezTo>
                <a:cubicBezTo>
                  <a:pt x="58" y="129"/>
                  <a:pt x="57" y="139"/>
                  <a:pt x="57" y="149"/>
                </a:cubicBezTo>
                <a:cubicBezTo>
                  <a:pt x="57" y="159"/>
                  <a:pt x="58" y="169"/>
                  <a:pt x="60" y="179"/>
                </a:cubicBezTo>
                <a:cubicBezTo>
                  <a:pt x="62" y="189"/>
                  <a:pt x="65" y="198"/>
                  <a:pt x="70" y="207"/>
                </a:cubicBezTo>
                <a:cubicBezTo>
                  <a:pt x="74" y="216"/>
                  <a:pt x="79" y="225"/>
                  <a:pt x="85" y="233"/>
                </a:cubicBezTo>
                <a:cubicBezTo>
                  <a:pt x="91" y="241"/>
                  <a:pt x="97" y="249"/>
                  <a:pt x="105" y="255"/>
                </a:cubicBezTo>
                <a:lnTo>
                  <a:pt x="66" y="298"/>
                </a:lnTo>
                <a:moveTo>
                  <a:pt x="334" y="298"/>
                </a:moveTo>
                <a:lnTo>
                  <a:pt x="296" y="255"/>
                </a:lnTo>
                <a:cubicBezTo>
                  <a:pt x="303" y="249"/>
                  <a:pt x="310" y="241"/>
                  <a:pt x="316" y="233"/>
                </a:cubicBezTo>
                <a:cubicBezTo>
                  <a:pt x="322" y="225"/>
                  <a:pt x="327" y="216"/>
                  <a:pt x="331" y="207"/>
                </a:cubicBezTo>
                <a:cubicBezTo>
                  <a:pt x="335" y="198"/>
                  <a:pt x="338" y="189"/>
                  <a:pt x="341" y="179"/>
                </a:cubicBezTo>
                <a:cubicBezTo>
                  <a:pt x="343" y="169"/>
                  <a:pt x="344" y="159"/>
                  <a:pt x="344" y="149"/>
                </a:cubicBezTo>
                <a:cubicBezTo>
                  <a:pt x="344" y="139"/>
                  <a:pt x="343" y="129"/>
                  <a:pt x="341" y="119"/>
                </a:cubicBezTo>
                <a:cubicBezTo>
                  <a:pt x="338" y="109"/>
                  <a:pt x="335" y="100"/>
                  <a:pt x="331" y="91"/>
                </a:cubicBezTo>
                <a:cubicBezTo>
                  <a:pt x="327" y="81"/>
                  <a:pt x="322" y="73"/>
                  <a:pt x="316" y="65"/>
                </a:cubicBezTo>
                <a:cubicBezTo>
                  <a:pt x="310" y="56"/>
                  <a:pt x="303" y="49"/>
                  <a:pt x="296" y="42"/>
                </a:cubicBezTo>
                <a:lnTo>
                  <a:pt x="334" y="0"/>
                </a:lnTo>
                <a:cubicBezTo>
                  <a:pt x="345" y="9"/>
                  <a:pt x="354" y="20"/>
                  <a:pt x="362" y="31"/>
                </a:cubicBezTo>
                <a:cubicBezTo>
                  <a:pt x="371" y="42"/>
                  <a:pt x="378" y="54"/>
                  <a:pt x="384" y="67"/>
                </a:cubicBezTo>
                <a:cubicBezTo>
                  <a:pt x="389" y="80"/>
                  <a:pt x="394" y="93"/>
                  <a:pt x="397" y="107"/>
                </a:cubicBezTo>
                <a:cubicBezTo>
                  <a:pt x="400" y="121"/>
                  <a:pt x="401" y="135"/>
                  <a:pt x="401" y="149"/>
                </a:cubicBezTo>
                <a:cubicBezTo>
                  <a:pt x="401" y="163"/>
                  <a:pt x="400" y="177"/>
                  <a:pt x="397" y="191"/>
                </a:cubicBezTo>
                <a:cubicBezTo>
                  <a:pt x="394" y="204"/>
                  <a:pt x="389" y="218"/>
                  <a:pt x="384" y="231"/>
                </a:cubicBezTo>
                <a:cubicBezTo>
                  <a:pt x="378" y="243"/>
                  <a:pt x="371" y="256"/>
                  <a:pt x="362" y="267"/>
                </a:cubicBezTo>
                <a:cubicBezTo>
                  <a:pt x="354" y="278"/>
                  <a:pt x="345" y="289"/>
                  <a:pt x="334" y="298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4993920" y="2205360"/>
            <a:ext cx="247320" cy="181080"/>
          </a:xfrm>
          <a:custGeom>
            <a:avLst/>
            <a:gdLst/>
            <a:ahLst/>
            <a:rect l="0" t="0" r="r" b="b"/>
            <a:pathLst>
              <a:path w="687" h="503">
                <a:moveTo>
                  <a:pt x="126" y="503"/>
                </a:moveTo>
                <a:cubicBezTo>
                  <a:pt x="116" y="496"/>
                  <a:pt x="107" y="488"/>
                  <a:pt x="98" y="480"/>
                </a:cubicBezTo>
                <a:cubicBezTo>
                  <a:pt x="89" y="471"/>
                  <a:pt x="81" y="463"/>
                  <a:pt x="73" y="453"/>
                </a:cubicBezTo>
                <a:cubicBezTo>
                  <a:pt x="65" y="444"/>
                  <a:pt x="58" y="434"/>
                  <a:pt x="51" y="424"/>
                </a:cubicBezTo>
                <a:cubicBezTo>
                  <a:pt x="45" y="414"/>
                  <a:pt x="39" y="403"/>
                  <a:pt x="33" y="392"/>
                </a:cubicBezTo>
                <a:cubicBezTo>
                  <a:pt x="28" y="382"/>
                  <a:pt x="23" y="370"/>
                  <a:pt x="19" y="359"/>
                </a:cubicBezTo>
                <a:cubicBezTo>
                  <a:pt x="15" y="348"/>
                  <a:pt x="11" y="336"/>
                  <a:pt x="8" y="324"/>
                </a:cubicBezTo>
                <a:cubicBezTo>
                  <a:pt x="6" y="312"/>
                  <a:pt x="4" y="300"/>
                  <a:pt x="2" y="288"/>
                </a:cubicBezTo>
                <a:cubicBezTo>
                  <a:pt x="1" y="276"/>
                  <a:pt x="0" y="264"/>
                  <a:pt x="0" y="252"/>
                </a:cubicBezTo>
                <a:cubicBezTo>
                  <a:pt x="0" y="240"/>
                  <a:pt x="1" y="228"/>
                  <a:pt x="2" y="216"/>
                </a:cubicBezTo>
                <a:cubicBezTo>
                  <a:pt x="4" y="203"/>
                  <a:pt x="6" y="192"/>
                  <a:pt x="8" y="180"/>
                </a:cubicBezTo>
                <a:cubicBezTo>
                  <a:pt x="11" y="168"/>
                  <a:pt x="15" y="156"/>
                  <a:pt x="19" y="144"/>
                </a:cubicBezTo>
                <a:cubicBezTo>
                  <a:pt x="23" y="132"/>
                  <a:pt x="28" y="121"/>
                  <a:pt x="33" y="110"/>
                </a:cubicBezTo>
                <a:cubicBezTo>
                  <a:pt x="39" y="99"/>
                  <a:pt x="45" y="89"/>
                  <a:pt x="51" y="79"/>
                </a:cubicBezTo>
                <a:cubicBezTo>
                  <a:pt x="58" y="69"/>
                  <a:pt x="65" y="59"/>
                  <a:pt x="73" y="50"/>
                </a:cubicBezTo>
                <a:cubicBezTo>
                  <a:pt x="81" y="40"/>
                  <a:pt x="89" y="31"/>
                  <a:pt x="98" y="23"/>
                </a:cubicBezTo>
                <a:cubicBezTo>
                  <a:pt x="107" y="15"/>
                  <a:pt x="116" y="7"/>
                  <a:pt x="126" y="0"/>
                </a:cubicBezTo>
                <a:lnTo>
                  <a:pt x="160" y="45"/>
                </a:lnTo>
                <a:cubicBezTo>
                  <a:pt x="152" y="51"/>
                  <a:pt x="145" y="58"/>
                  <a:pt x="137" y="64"/>
                </a:cubicBezTo>
                <a:cubicBezTo>
                  <a:pt x="130" y="71"/>
                  <a:pt x="123" y="79"/>
                  <a:pt x="117" y="86"/>
                </a:cubicBezTo>
                <a:cubicBezTo>
                  <a:pt x="111" y="94"/>
                  <a:pt x="105" y="102"/>
                  <a:pt x="99" y="110"/>
                </a:cubicBezTo>
                <a:cubicBezTo>
                  <a:pt x="94" y="118"/>
                  <a:pt x="89" y="127"/>
                  <a:pt x="84" y="136"/>
                </a:cubicBezTo>
                <a:cubicBezTo>
                  <a:pt x="80" y="145"/>
                  <a:pt x="76" y="155"/>
                  <a:pt x="73" y="164"/>
                </a:cubicBezTo>
                <a:cubicBezTo>
                  <a:pt x="69" y="174"/>
                  <a:pt x="66" y="183"/>
                  <a:pt x="64" y="193"/>
                </a:cubicBezTo>
                <a:cubicBezTo>
                  <a:pt x="62" y="202"/>
                  <a:pt x="60" y="212"/>
                  <a:pt x="59" y="222"/>
                </a:cubicBezTo>
                <a:cubicBezTo>
                  <a:pt x="58" y="232"/>
                  <a:pt x="57" y="242"/>
                  <a:pt x="57" y="252"/>
                </a:cubicBezTo>
                <a:cubicBezTo>
                  <a:pt x="57" y="262"/>
                  <a:pt x="58" y="272"/>
                  <a:pt x="59" y="282"/>
                </a:cubicBezTo>
                <a:cubicBezTo>
                  <a:pt x="60" y="291"/>
                  <a:pt x="62" y="301"/>
                  <a:pt x="64" y="311"/>
                </a:cubicBezTo>
                <a:cubicBezTo>
                  <a:pt x="66" y="321"/>
                  <a:pt x="69" y="330"/>
                  <a:pt x="73" y="339"/>
                </a:cubicBezTo>
                <a:cubicBezTo>
                  <a:pt x="76" y="349"/>
                  <a:pt x="80" y="358"/>
                  <a:pt x="84" y="367"/>
                </a:cubicBezTo>
                <a:cubicBezTo>
                  <a:pt x="89" y="376"/>
                  <a:pt x="94" y="384"/>
                  <a:pt x="99" y="393"/>
                </a:cubicBezTo>
                <a:cubicBezTo>
                  <a:pt x="105" y="401"/>
                  <a:pt x="111" y="409"/>
                  <a:pt x="117" y="417"/>
                </a:cubicBezTo>
                <a:cubicBezTo>
                  <a:pt x="123" y="424"/>
                  <a:pt x="130" y="431"/>
                  <a:pt x="137" y="438"/>
                </a:cubicBezTo>
                <a:cubicBezTo>
                  <a:pt x="145" y="445"/>
                  <a:pt x="152" y="452"/>
                  <a:pt x="160" y="458"/>
                </a:cubicBezTo>
                <a:lnTo>
                  <a:pt x="126" y="503"/>
                </a:lnTo>
                <a:moveTo>
                  <a:pt x="561" y="503"/>
                </a:moveTo>
                <a:lnTo>
                  <a:pt x="527" y="458"/>
                </a:lnTo>
                <a:cubicBezTo>
                  <a:pt x="535" y="452"/>
                  <a:pt x="542" y="445"/>
                  <a:pt x="549" y="438"/>
                </a:cubicBezTo>
                <a:cubicBezTo>
                  <a:pt x="557" y="431"/>
                  <a:pt x="563" y="424"/>
                  <a:pt x="570" y="417"/>
                </a:cubicBezTo>
                <a:cubicBezTo>
                  <a:pt x="576" y="409"/>
                  <a:pt x="582" y="401"/>
                  <a:pt x="588" y="393"/>
                </a:cubicBezTo>
                <a:cubicBezTo>
                  <a:pt x="593" y="384"/>
                  <a:pt x="598" y="376"/>
                  <a:pt x="602" y="367"/>
                </a:cubicBezTo>
                <a:cubicBezTo>
                  <a:pt x="607" y="358"/>
                  <a:pt x="611" y="349"/>
                  <a:pt x="614" y="339"/>
                </a:cubicBezTo>
                <a:cubicBezTo>
                  <a:pt x="618" y="330"/>
                  <a:pt x="620" y="321"/>
                  <a:pt x="623" y="311"/>
                </a:cubicBezTo>
                <a:cubicBezTo>
                  <a:pt x="625" y="301"/>
                  <a:pt x="627" y="291"/>
                  <a:pt x="628" y="282"/>
                </a:cubicBezTo>
                <a:cubicBezTo>
                  <a:pt x="629" y="272"/>
                  <a:pt x="630" y="262"/>
                  <a:pt x="630" y="252"/>
                </a:cubicBezTo>
                <a:cubicBezTo>
                  <a:pt x="630" y="242"/>
                  <a:pt x="629" y="232"/>
                  <a:pt x="628" y="222"/>
                </a:cubicBezTo>
                <a:cubicBezTo>
                  <a:pt x="627" y="212"/>
                  <a:pt x="625" y="202"/>
                  <a:pt x="623" y="193"/>
                </a:cubicBezTo>
                <a:cubicBezTo>
                  <a:pt x="620" y="183"/>
                  <a:pt x="618" y="174"/>
                  <a:pt x="614" y="164"/>
                </a:cubicBezTo>
                <a:cubicBezTo>
                  <a:pt x="611" y="155"/>
                  <a:pt x="607" y="145"/>
                  <a:pt x="602" y="136"/>
                </a:cubicBezTo>
                <a:cubicBezTo>
                  <a:pt x="598" y="127"/>
                  <a:pt x="593" y="118"/>
                  <a:pt x="588" y="110"/>
                </a:cubicBezTo>
                <a:cubicBezTo>
                  <a:pt x="582" y="102"/>
                  <a:pt x="576" y="94"/>
                  <a:pt x="570" y="86"/>
                </a:cubicBezTo>
                <a:cubicBezTo>
                  <a:pt x="563" y="79"/>
                  <a:pt x="557" y="71"/>
                  <a:pt x="549" y="64"/>
                </a:cubicBezTo>
                <a:cubicBezTo>
                  <a:pt x="542" y="58"/>
                  <a:pt x="535" y="51"/>
                  <a:pt x="527" y="45"/>
                </a:cubicBezTo>
                <a:lnTo>
                  <a:pt x="561" y="0"/>
                </a:lnTo>
                <a:cubicBezTo>
                  <a:pt x="571" y="7"/>
                  <a:pt x="580" y="15"/>
                  <a:pt x="589" y="23"/>
                </a:cubicBezTo>
                <a:cubicBezTo>
                  <a:pt x="598" y="31"/>
                  <a:pt x="606" y="40"/>
                  <a:pt x="614" y="50"/>
                </a:cubicBezTo>
                <a:cubicBezTo>
                  <a:pt x="621" y="59"/>
                  <a:pt x="629" y="69"/>
                  <a:pt x="635" y="79"/>
                </a:cubicBezTo>
                <a:cubicBezTo>
                  <a:pt x="642" y="89"/>
                  <a:pt x="648" y="99"/>
                  <a:pt x="653" y="110"/>
                </a:cubicBezTo>
                <a:cubicBezTo>
                  <a:pt x="659" y="121"/>
                  <a:pt x="664" y="132"/>
                  <a:pt x="668" y="144"/>
                </a:cubicBezTo>
                <a:cubicBezTo>
                  <a:pt x="672" y="156"/>
                  <a:pt x="675" y="168"/>
                  <a:pt x="678" y="180"/>
                </a:cubicBezTo>
                <a:cubicBezTo>
                  <a:pt x="681" y="192"/>
                  <a:pt x="683" y="203"/>
                  <a:pt x="685" y="216"/>
                </a:cubicBezTo>
                <a:cubicBezTo>
                  <a:pt x="686" y="228"/>
                  <a:pt x="687" y="240"/>
                  <a:pt x="687" y="252"/>
                </a:cubicBezTo>
                <a:cubicBezTo>
                  <a:pt x="687" y="264"/>
                  <a:pt x="686" y="276"/>
                  <a:pt x="685" y="288"/>
                </a:cubicBezTo>
                <a:cubicBezTo>
                  <a:pt x="683" y="300"/>
                  <a:pt x="681" y="312"/>
                  <a:pt x="678" y="324"/>
                </a:cubicBezTo>
                <a:cubicBezTo>
                  <a:pt x="675" y="336"/>
                  <a:pt x="672" y="348"/>
                  <a:pt x="668" y="359"/>
                </a:cubicBezTo>
                <a:cubicBezTo>
                  <a:pt x="664" y="370"/>
                  <a:pt x="659" y="382"/>
                  <a:pt x="653" y="392"/>
                </a:cubicBezTo>
                <a:cubicBezTo>
                  <a:pt x="648" y="403"/>
                  <a:pt x="642" y="414"/>
                  <a:pt x="635" y="424"/>
                </a:cubicBezTo>
                <a:cubicBezTo>
                  <a:pt x="629" y="434"/>
                  <a:pt x="621" y="444"/>
                  <a:pt x="614" y="453"/>
                </a:cubicBezTo>
                <a:cubicBezTo>
                  <a:pt x="606" y="463"/>
                  <a:pt x="598" y="471"/>
                  <a:pt x="589" y="480"/>
                </a:cubicBezTo>
                <a:cubicBezTo>
                  <a:pt x="580" y="488"/>
                  <a:pt x="571" y="496"/>
                  <a:pt x="561" y="503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634320" y="3294720"/>
            <a:ext cx="2644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koppelingen die OKx speciﬁceert.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5371200" y="2232720"/>
            <a:ext cx="22777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Aan de rand van de plaat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4951080" y="2599200"/>
            <a:ext cx="4116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RIO, centraal aanmelden (CAMBO, straks AII), identity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4951080" y="2827800"/>
            <a:ext cx="4054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access management met identity provisioning, EduHub,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4951080" y="3066120"/>
            <a:ext cx="3996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communicatiesystemen, business intelligence, AI. Daar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456840" y="3828960"/>
            <a:ext cx="8420760" cy="524160"/>
          </a:xfrm>
          <a:custGeom>
            <a:avLst/>
            <a:gdLst/>
            <a:ahLst/>
            <a:rect l="0" t="0" r="r" b="b"/>
            <a:pathLst>
              <a:path w="23391" h="1456">
                <a:moveTo>
                  <a:pt x="0" y="0"/>
                </a:moveTo>
                <a:lnTo>
                  <a:pt x="23391" y="0"/>
                </a:lnTo>
                <a:lnTo>
                  <a:pt x="23391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456840" y="38289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456840" y="434304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8867520" y="3828960"/>
            <a:ext cx="10080" cy="524160"/>
          </a:xfrm>
          <a:custGeom>
            <a:avLst/>
            <a:gdLst/>
            <a:ahLst/>
            <a:rect l="0" t="0" r="r" b="b"/>
            <a:pathLst>
              <a:path w="28" h="1456">
                <a:moveTo>
                  <a:pt x="0" y="106"/>
                </a:moveTo>
                <a:lnTo>
                  <a:pt x="0" y="1456"/>
                </a:lnTo>
                <a:lnTo>
                  <a:pt x="28" y="145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456840" y="3828960"/>
            <a:ext cx="10080" cy="524160"/>
          </a:xfrm>
          <a:custGeom>
            <a:avLst/>
            <a:gdLst/>
            <a:ahLst/>
            <a:rect l="0" t="0" r="r" b="b"/>
            <a:pathLst>
              <a:path w="28" h="1456">
                <a:moveTo>
                  <a:pt x="0" y="0"/>
                </a:moveTo>
                <a:lnTo>
                  <a:pt x="0" y="1456"/>
                </a:lnTo>
                <a:lnTo>
                  <a:pt x="28" y="145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645480" y="4008960"/>
            <a:ext cx="223200" cy="163800"/>
          </a:xfrm>
          <a:custGeom>
            <a:avLst/>
            <a:gdLst/>
            <a:ahLst/>
            <a:rect l="0" t="0" r="r" b="b"/>
            <a:pathLst>
              <a:path w="620" h="455">
                <a:moveTo>
                  <a:pt x="620" y="220"/>
                </a:moveTo>
                <a:cubicBezTo>
                  <a:pt x="607" y="188"/>
                  <a:pt x="591" y="159"/>
                  <a:pt x="570" y="133"/>
                </a:cubicBezTo>
                <a:cubicBezTo>
                  <a:pt x="550" y="106"/>
                  <a:pt x="526" y="83"/>
                  <a:pt x="498" y="64"/>
                </a:cubicBezTo>
                <a:cubicBezTo>
                  <a:pt x="471" y="44"/>
                  <a:pt x="441" y="29"/>
                  <a:pt x="410" y="18"/>
                </a:cubicBezTo>
                <a:cubicBezTo>
                  <a:pt x="378" y="7"/>
                  <a:pt x="344" y="1"/>
                  <a:pt x="310" y="0"/>
                </a:cubicBezTo>
                <a:cubicBezTo>
                  <a:pt x="277" y="1"/>
                  <a:pt x="244" y="7"/>
                  <a:pt x="212" y="18"/>
                </a:cubicBezTo>
                <a:cubicBezTo>
                  <a:pt x="180" y="29"/>
                  <a:pt x="151" y="44"/>
                  <a:pt x="123" y="64"/>
                </a:cubicBezTo>
                <a:cubicBezTo>
                  <a:pt x="96" y="83"/>
                  <a:pt x="72" y="106"/>
                  <a:pt x="51" y="133"/>
                </a:cubicBezTo>
                <a:cubicBezTo>
                  <a:pt x="31" y="159"/>
                  <a:pt x="14" y="188"/>
                  <a:pt x="2" y="220"/>
                </a:cubicBezTo>
                <a:cubicBezTo>
                  <a:pt x="0" y="224"/>
                  <a:pt x="0" y="229"/>
                  <a:pt x="2" y="234"/>
                </a:cubicBezTo>
                <a:cubicBezTo>
                  <a:pt x="14" y="265"/>
                  <a:pt x="31" y="294"/>
                  <a:pt x="51" y="321"/>
                </a:cubicBezTo>
                <a:cubicBezTo>
                  <a:pt x="72" y="347"/>
                  <a:pt x="96" y="370"/>
                  <a:pt x="123" y="390"/>
                </a:cubicBezTo>
                <a:cubicBezTo>
                  <a:pt x="151" y="409"/>
                  <a:pt x="180" y="426"/>
                  <a:pt x="212" y="436"/>
                </a:cubicBezTo>
                <a:cubicBezTo>
                  <a:pt x="244" y="447"/>
                  <a:pt x="277" y="453"/>
                  <a:pt x="310" y="455"/>
                </a:cubicBezTo>
                <a:cubicBezTo>
                  <a:pt x="344" y="453"/>
                  <a:pt x="378" y="447"/>
                  <a:pt x="410" y="436"/>
                </a:cubicBezTo>
                <a:cubicBezTo>
                  <a:pt x="441" y="426"/>
                  <a:pt x="471" y="409"/>
                  <a:pt x="498" y="390"/>
                </a:cubicBezTo>
                <a:cubicBezTo>
                  <a:pt x="526" y="370"/>
                  <a:pt x="550" y="347"/>
                  <a:pt x="570" y="321"/>
                </a:cubicBezTo>
                <a:cubicBezTo>
                  <a:pt x="591" y="294"/>
                  <a:pt x="607" y="265"/>
                  <a:pt x="620" y="234"/>
                </a:cubicBezTo>
                <a:cubicBezTo>
                  <a:pt x="621" y="229"/>
                  <a:pt x="621" y="224"/>
                  <a:pt x="620" y="220"/>
                </a:cubicBezTo>
                <a:moveTo>
                  <a:pt x="310" y="412"/>
                </a:moveTo>
                <a:cubicBezTo>
                  <a:pt x="201" y="412"/>
                  <a:pt x="85" y="331"/>
                  <a:pt x="44" y="227"/>
                </a:cubicBezTo>
                <a:cubicBezTo>
                  <a:pt x="85" y="122"/>
                  <a:pt x="201" y="41"/>
                  <a:pt x="310" y="41"/>
                </a:cubicBezTo>
                <a:cubicBezTo>
                  <a:pt x="421" y="41"/>
                  <a:pt x="536" y="122"/>
                  <a:pt x="578" y="227"/>
                </a:cubicBezTo>
                <a:cubicBezTo>
                  <a:pt x="536" y="331"/>
                  <a:pt x="421" y="412"/>
                  <a:pt x="310" y="412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712440" y="4046040"/>
            <a:ext cx="89280" cy="89640"/>
          </a:xfrm>
          <a:custGeom>
            <a:avLst/>
            <a:gdLst/>
            <a:ahLst/>
            <a:rect l="0" t="0" r="r" b="b"/>
            <a:pathLst>
              <a:path w="248" h="249">
                <a:moveTo>
                  <a:pt x="124" y="0"/>
                </a:moveTo>
                <a:cubicBezTo>
                  <a:pt x="107" y="0"/>
                  <a:pt x="91" y="3"/>
                  <a:pt x="76" y="9"/>
                </a:cubicBezTo>
                <a:cubicBezTo>
                  <a:pt x="61" y="16"/>
                  <a:pt x="47" y="25"/>
                  <a:pt x="36" y="36"/>
                </a:cubicBezTo>
                <a:cubicBezTo>
                  <a:pt x="24" y="48"/>
                  <a:pt x="15" y="61"/>
                  <a:pt x="9" y="76"/>
                </a:cubicBezTo>
                <a:cubicBezTo>
                  <a:pt x="3" y="92"/>
                  <a:pt x="0" y="107"/>
                  <a:pt x="0" y="124"/>
                </a:cubicBezTo>
                <a:cubicBezTo>
                  <a:pt x="0" y="140"/>
                  <a:pt x="3" y="156"/>
                  <a:pt x="9" y="171"/>
                </a:cubicBezTo>
                <a:cubicBezTo>
                  <a:pt x="15" y="186"/>
                  <a:pt x="24" y="200"/>
                  <a:pt x="36" y="211"/>
                </a:cubicBezTo>
                <a:cubicBezTo>
                  <a:pt x="47" y="223"/>
                  <a:pt x="61" y="232"/>
                  <a:pt x="76" y="238"/>
                </a:cubicBezTo>
                <a:cubicBezTo>
                  <a:pt x="91" y="244"/>
                  <a:pt x="107" y="249"/>
                  <a:pt x="124" y="249"/>
                </a:cubicBezTo>
                <a:cubicBezTo>
                  <a:pt x="141" y="249"/>
                  <a:pt x="157" y="244"/>
                  <a:pt x="172" y="238"/>
                </a:cubicBezTo>
                <a:cubicBezTo>
                  <a:pt x="187" y="232"/>
                  <a:pt x="200" y="223"/>
                  <a:pt x="212" y="211"/>
                </a:cubicBezTo>
                <a:cubicBezTo>
                  <a:pt x="223" y="200"/>
                  <a:pt x="232" y="186"/>
                  <a:pt x="239" y="171"/>
                </a:cubicBezTo>
                <a:cubicBezTo>
                  <a:pt x="245" y="156"/>
                  <a:pt x="248" y="140"/>
                  <a:pt x="248" y="124"/>
                </a:cubicBezTo>
                <a:cubicBezTo>
                  <a:pt x="248" y="107"/>
                  <a:pt x="245" y="92"/>
                  <a:pt x="239" y="76"/>
                </a:cubicBezTo>
                <a:cubicBezTo>
                  <a:pt x="232" y="61"/>
                  <a:pt x="223" y="48"/>
                  <a:pt x="212" y="36"/>
                </a:cubicBezTo>
                <a:cubicBezTo>
                  <a:pt x="200" y="25"/>
                  <a:pt x="187" y="16"/>
                  <a:pt x="172" y="9"/>
                </a:cubicBezTo>
                <a:cubicBezTo>
                  <a:pt x="157" y="3"/>
                  <a:pt x="141" y="0"/>
                  <a:pt x="124" y="0"/>
                </a:cubicBezTo>
                <a:moveTo>
                  <a:pt x="124" y="206"/>
                </a:moveTo>
                <a:cubicBezTo>
                  <a:pt x="112" y="206"/>
                  <a:pt x="102" y="204"/>
                  <a:pt x="92" y="200"/>
                </a:cubicBezTo>
                <a:cubicBezTo>
                  <a:pt x="82" y="196"/>
                  <a:pt x="73" y="190"/>
                  <a:pt x="65" y="182"/>
                </a:cubicBezTo>
                <a:cubicBezTo>
                  <a:pt x="57" y="174"/>
                  <a:pt x="51" y="165"/>
                  <a:pt x="47" y="155"/>
                </a:cubicBezTo>
                <a:cubicBezTo>
                  <a:pt x="43" y="145"/>
                  <a:pt x="41" y="135"/>
                  <a:pt x="41" y="124"/>
                </a:cubicBezTo>
                <a:cubicBezTo>
                  <a:pt x="41" y="113"/>
                  <a:pt x="43" y="102"/>
                  <a:pt x="47" y="92"/>
                </a:cubicBezTo>
                <a:cubicBezTo>
                  <a:pt x="51" y="82"/>
                  <a:pt x="57" y="73"/>
                  <a:pt x="65" y="65"/>
                </a:cubicBezTo>
                <a:cubicBezTo>
                  <a:pt x="73" y="58"/>
                  <a:pt x="82" y="52"/>
                  <a:pt x="92" y="47"/>
                </a:cubicBezTo>
                <a:cubicBezTo>
                  <a:pt x="102" y="43"/>
                  <a:pt x="112" y="41"/>
                  <a:pt x="124" y="41"/>
                </a:cubicBezTo>
                <a:cubicBezTo>
                  <a:pt x="135" y="41"/>
                  <a:pt x="146" y="43"/>
                  <a:pt x="156" y="47"/>
                </a:cubicBezTo>
                <a:cubicBezTo>
                  <a:pt x="166" y="52"/>
                  <a:pt x="175" y="58"/>
                  <a:pt x="183" y="65"/>
                </a:cubicBezTo>
                <a:cubicBezTo>
                  <a:pt x="190" y="73"/>
                  <a:pt x="196" y="82"/>
                  <a:pt x="201" y="92"/>
                </a:cubicBezTo>
                <a:cubicBezTo>
                  <a:pt x="205" y="102"/>
                  <a:pt x="207" y="113"/>
                  <a:pt x="207" y="124"/>
                </a:cubicBezTo>
                <a:cubicBezTo>
                  <a:pt x="207" y="135"/>
                  <a:pt x="205" y="145"/>
                  <a:pt x="201" y="155"/>
                </a:cubicBezTo>
                <a:cubicBezTo>
                  <a:pt x="196" y="165"/>
                  <a:pt x="190" y="174"/>
                  <a:pt x="183" y="182"/>
                </a:cubicBezTo>
                <a:cubicBezTo>
                  <a:pt x="175" y="190"/>
                  <a:pt x="166" y="196"/>
                  <a:pt x="156" y="200"/>
                </a:cubicBezTo>
                <a:cubicBezTo>
                  <a:pt x="146" y="204"/>
                  <a:pt x="135" y="206"/>
                  <a:pt x="124" y="206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4951080" y="3294720"/>
            <a:ext cx="17154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raken de andere pijlers.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871920" y="4037040"/>
            <a:ext cx="78645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overzicht van het instellingsperspectief staat: de hoofdplaat op de volgende slide. De raakvlakken erna.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9" name="" descr=""/>
          <p:cNvPicPr/>
          <p:nvPr/>
        </p:nvPicPr>
        <p:blipFill>
          <a:blip r:embed="rId1"/>
          <a:stretch/>
        </p:blipFill>
        <p:spPr>
          <a:xfrm>
            <a:off x="228600" y="771480"/>
            <a:ext cx="8876880" cy="3371400"/>
          </a:xfrm>
          <a:prstGeom prst="rect">
            <a:avLst/>
          </a:prstGeom>
          <a:ln w="0">
            <a:noFill/>
          </a:ln>
        </p:spPr>
      </p:pic>
      <p:sp>
        <p:nvSpPr>
          <p:cNvPr id="210" name=""/>
          <p:cNvSpPr txBox="1"/>
          <p:nvPr/>
        </p:nvSpPr>
        <p:spPr>
          <a:xfrm>
            <a:off x="228600" y="4201560"/>
            <a:ext cx="9912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Hoofdplaat informatiestromen v1.7: de referentiecomponenten binnen de instelling en de informatiestromen ertussen. Richtinggevend; draagt nog de aanduiding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228600" y="4392360"/>
            <a:ext cx="524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concept.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20" name=""/>
          <p:cNvSpPr/>
          <p:nvPr/>
        </p:nvSpPr>
        <p:spPr>
          <a:xfrm>
            <a:off x="456840" y="1066680"/>
            <a:ext cx="2724840" cy="1333800"/>
          </a:xfrm>
          <a:custGeom>
            <a:avLst/>
            <a:gdLst/>
            <a:ahLst/>
            <a:rect l="0" t="0" r="r" b="b"/>
            <a:pathLst>
              <a:path w="7569" h="3705">
                <a:moveTo>
                  <a:pt x="0" y="0"/>
                </a:moveTo>
                <a:lnTo>
                  <a:pt x="7569" y="0"/>
                </a:lnTo>
                <a:lnTo>
                  <a:pt x="7569" y="3705"/>
                </a:lnTo>
                <a:lnTo>
                  <a:pt x="0" y="37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456840" y="1066680"/>
            <a:ext cx="2724840" cy="38520"/>
          </a:xfrm>
          <a:custGeom>
            <a:avLst/>
            <a:gdLst/>
            <a:ahLst/>
            <a:rect l="0" t="0" r="r" b="b"/>
            <a:pathLst>
              <a:path w="7569" h="107">
                <a:moveTo>
                  <a:pt x="0" y="0"/>
                </a:moveTo>
                <a:lnTo>
                  <a:pt x="7569" y="0"/>
                </a:lnTo>
                <a:lnTo>
                  <a:pt x="756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456840" y="2390760"/>
            <a:ext cx="2724840" cy="9720"/>
          </a:xfrm>
          <a:custGeom>
            <a:avLst/>
            <a:gdLst/>
            <a:ahLst/>
            <a:rect l="0" t="0" r="r" b="b"/>
            <a:pathLst>
              <a:path w="7569" h="27">
                <a:moveTo>
                  <a:pt x="0" y="0"/>
                </a:moveTo>
                <a:lnTo>
                  <a:pt x="7569" y="0"/>
                </a:lnTo>
                <a:lnTo>
                  <a:pt x="75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171600" y="1066680"/>
            <a:ext cx="10080" cy="1333800"/>
          </a:xfrm>
          <a:custGeom>
            <a:avLst/>
            <a:gdLst/>
            <a:ahLst/>
            <a:rect l="0" t="0" r="r" b="b"/>
            <a:pathLst>
              <a:path w="28" h="3705">
                <a:moveTo>
                  <a:pt x="0" y="106"/>
                </a:moveTo>
                <a:lnTo>
                  <a:pt x="0" y="3705"/>
                </a:lnTo>
                <a:lnTo>
                  <a:pt x="28" y="370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456840" y="1066680"/>
            <a:ext cx="10080" cy="1333800"/>
          </a:xfrm>
          <a:custGeom>
            <a:avLst/>
            <a:gdLst/>
            <a:ahLst/>
            <a:rect l="0" t="0" r="r" b="b"/>
            <a:pathLst>
              <a:path w="28" h="3705">
                <a:moveTo>
                  <a:pt x="0" y="0"/>
                </a:moveTo>
                <a:lnTo>
                  <a:pt x="0" y="3705"/>
                </a:lnTo>
                <a:lnTo>
                  <a:pt x="28" y="370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608760" y="1227960"/>
            <a:ext cx="274680" cy="256320"/>
          </a:xfrm>
          <a:custGeom>
            <a:avLst/>
            <a:gdLst/>
            <a:ahLst/>
            <a:rect l="0" t="0" r="r" b="b"/>
            <a:pathLst>
              <a:path w="763" h="712">
                <a:moveTo>
                  <a:pt x="763" y="304"/>
                </a:moveTo>
                <a:lnTo>
                  <a:pt x="661" y="304"/>
                </a:lnTo>
                <a:lnTo>
                  <a:pt x="661" y="203"/>
                </a:lnTo>
                <a:lnTo>
                  <a:pt x="610" y="203"/>
                </a:lnTo>
                <a:lnTo>
                  <a:pt x="610" y="304"/>
                </a:lnTo>
                <a:lnTo>
                  <a:pt x="509" y="304"/>
                </a:lnTo>
                <a:lnTo>
                  <a:pt x="509" y="355"/>
                </a:lnTo>
                <a:lnTo>
                  <a:pt x="610" y="355"/>
                </a:lnTo>
                <a:lnTo>
                  <a:pt x="610" y="457"/>
                </a:lnTo>
                <a:lnTo>
                  <a:pt x="661" y="457"/>
                </a:lnTo>
                <a:lnTo>
                  <a:pt x="661" y="355"/>
                </a:lnTo>
                <a:lnTo>
                  <a:pt x="763" y="355"/>
                </a:lnTo>
                <a:lnTo>
                  <a:pt x="763" y="304"/>
                </a:lnTo>
                <a:moveTo>
                  <a:pt x="255" y="50"/>
                </a:moveTo>
                <a:cubicBezTo>
                  <a:pt x="272" y="50"/>
                  <a:pt x="288" y="54"/>
                  <a:pt x="303" y="60"/>
                </a:cubicBezTo>
                <a:cubicBezTo>
                  <a:pt x="319" y="66"/>
                  <a:pt x="333" y="76"/>
                  <a:pt x="345" y="87"/>
                </a:cubicBezTo>
                <a:cubicBezTo>
                  <a:pt x="356" y="99"/>
                  <a:pt x="366" y="113"/>
                  <a:pt x="372" y="129"/>
                </a:cubicBezTo>
                <a:cubicBezTo>
                  <a:pt x="378" y="144"/>
                  <a:pt x="382" y="160"/>
                  <a:pt x="382" y="177"/>
                </a:cubicBezTo>
                <a:cubicBezTo>
                  <a:pt x="382" y="194"/>
                  <a:pt x="378" y="210"/>
                  <a:pt x="372" y="226"/>
                </a:cubicBezTo>
                <a:cubicBezTo>
                  <a:pt x="366" y="241"/>
                  <a:pt x="356" y="255"/>
                  <a:pt x="345" y="267"/>
                </a:cubicBezTo>
                <a:cubicBezTo>
                  <a:pt x="333" y="279"/>
                  <a:pt x="319" y="288"/>
                  <a:pt x="303" y="295"/>
                </a:cubicBezTo>
                <a:cubicBezTo>
                  <a:pt x="288" y="301"/>
                  <a:pt x="272" y="304"/>
                  <a:pt x="255" y="304"/>
                </a:cubicBezTo>
                <a:cubicBezTo>
                  <a:pt x="238" y="304"/>
                  <a:pt x="222" y="301"/>
                  <a:pt x="205" y="295"/>
                </a:cubicBezTo>
                <a:cubicBezTo>
                  <a:pt x="190" y="288"/>
                  <a:pt x="176" y="279"/>
                  <a:pt x="164" y="267"/>
                </a:cubicBezTo>
                <a:cubicBezTo>
                  <a:pt x="152" y="255"/>
                  <a:pt x="143" y="241"/>
                  <a:pt x="136" y="226"/>
                </a:cubicBezTo>
                <a:cubicBezTo>
                  <a:pt x="130" y="210"/>
                  <a:pt x="127" y="194"/>
                  <a:pt x="127" y="177"/>
                </a:cubicBezTo>
                <a:cubicBezTo>
                  <a:pt x="127" y="160"/>
                  <a:pt x="130" y="144"/>
                  <a:pt x="136" y="129"/>
                </a:cubicBezTo>
                <a:cubicBezTo>
                  <a:pt x="143" y="113"/>
                  <a:pt x="152" y="99"/>
                  <a:pt x="164" y="87"/>
                </a:cubicBezTo>
                <a:cubicBezTo>
                  <a:pt x="176" y="76"/>
                  <a:pt x="190" y="66"/>
                  <a:pt x="205" y="60"/>
                </a:cubicBezTo>
                <a:cubicBezTo>
                  <a:pt x="222" y="54"/>
                  <a:pt x="238" y="50"/>
                  <a:pt x="255" y="50"/>
                </a:cubicBezTo>
                <a:moveTo>
                  <a:pt x="255" y="0"/>
                </a:moveTo>
                <a:cubicBezTo>
                  <a:pt x="243" y="0"/>
                  <a:pt x="231" y="1"/>
                  <a:pt x="220" y="3"/>
                </a:cubicBezTo>
                <a:cubicBezTo>
                  <a:pt x="208" y="5"/>
                  <a:pt x="196" y="9"/>
                  <a:pt x="186" y="13"/>
                </a:cubicBezTo>
                <a:cubicBezTo>
                  <a:pt x="175" y="18"/>
                  <a:pt x="165" y="23"/>
                  <a:pt x="155" y="29"/>
                </a:cubicBezTo>
                <a:cubicBezTo>
                  <a:pt x="145" y="36"/>
                  <a:pt x="136" y="43"/>
                  <a:pt x="128" y="52"/>
                </a:cubicBezTo>
                <a:cubicBezTo>
                  <a:pt x="120" y="60"/>
                  <a:pt x="112" y="69"/>
                  <a:pt x="106" y="79"/>
                </a:cubicBezTo>
                <a:cubicBezTo>
                  <a:pt x="99" y="88"/>
                  <a:pt x="94" y="98"/>
                  <a:pt x="89" y="109"/>
                </a:cubicBezTo>
                <a:cubicBezTo>
                  <a:pt x="85" y="120"/>
                  <a:pt x="82" y="131"/>
                  <a:pt x="79" y="143"/>
                </a:cubicBezTo>
                <a:cubicBezTo>
                  <a:pt x="77" y="154"/>
                  <a:pt x="76" y="166"/>
                  <a:pt x="76" y="177"/>
                </a:cubicBezTo>
                <a:cubicBezTo>
                  <a:pt x="76" y="189"/>
                  <a:pt x="77" y="201"/>
                  <a:pt x="79" y="212"/>
                </a:cubicBezTo>
                <a:cubicBezTo>
                  <a:pt x="82" y="223"/>
                  <a:pt x="85" y="235"/>
                  <a:pt x="89" y="245"/>
                </a:cubicBezTo>
                <a:cubicBezTo>
                  <a:pt x="94" y="256"/>
                  <a:pt x="99" y="266"/>
                  <a:pt x="106" y="276"/>
                </a:cubicBezTo>
                <a:cubicBezTo>
                  <a:pt x="112" y="286"/>
                  <a:pt x="120" y="295"/>
                  <a:pt x="128" y="303"/>
                </a:cubicBezTo>
                <a:cubicBezTo>
                  <a:pt x="136" y="311"/>
                  <a:pt x="145" y="319"/>
                  <a:pt x="155" y="325"/>
                </a:cubicBezTo>
                <a:cubicBezTo>
                  <a:pt x="165" y="332"/>
                  <a:pt x="175" y="337"/>
                  <a:pt x="186" y="342"/>
                </a:cubicBezTo>
                <a:cubicBezTo>
                  <a:pt x="196" y="346"/>
                  <a:pt x="208" y="349"/>
                  <a:pt x="220" y="352"/>
                </a:cubicBezTo>
                <a:cubicBezTo>
                  <a:pt x="231" y="354"/>
                  <a:pt x="243" y="355"/>
                  <a:pt x="255" y="355"/>
                </a:cubicBezTo>
                <a:cubicBezTo>
                  <a:pt x="266" y="355"/>
                  <a:pt x="278" y="354"/>
                  <a:pt x="289" y="352"/>
                </a:cubicBezTo>
                <a:cubicBezTo>
                  <a:pt x="301" y="349"/>
                  <a:pt x="312" y="346"/>
                  <a:pt x="323" y="342"/>
                </a:cubicBezTo>
                <a:cubicBezTo>
                  <a:pt x="334" y="337"/>
                  <a:pt x="344" y="332"/>
                  <a:pt x="353" y="325"/>
                </a:cubicBezTo>
                <a:cubicBezTo>
                  <a:pt x="363" y="319"/>
                  <a:pt x="372" y="311"/>
                  <a:pt x="380" y="303"/>
                </a:cubicBezTo>
                <a:cubicBezTo>
                  <a:pt x="389" y="295"/>
                  <a:pt x="396" y="286"/>
                  <a:pt x="403" y="276"/>
                </a:cubicBezTo>
                <a:cubicBezTo>
                  <a:pt x="409" y="266"/>
                  <a:pt x="414" y="256"/>
                  <a:pt x="419" y="245"/>
                </a:cubicBezTo>
                <a:cubicBezTo>
                  <a:pt x="423" y="235"/>
                  <a:pt x="427" y="223"/>
                  <a:pt x="429" y="212"/>
                </a:cubicBezTo>
                <a:cubicBezTo>
                  <a:pt x="431" y="201"/>
                  <a:pt x="432" y="189"/>
                  <a:pt x="432" y="177"/>
                </a:cubicBezTo>
                <a:cubicBezTo>
                  <a:pt x="432" y="166"/>
                  <a:pt x="431" y="154"/>
                  <a:pt x="429" y="143"/>
                </a:cubicBezTo>
                <a:cubicBezTo>
                  <a:pt x="427" y="131"/>
                  <a:pt x="423" y="120"/>
                  <a:pt x="419" y="109"/>
                </a:cubicBezTo>
                <a:cubicBezTo>
                  <a:pt x="414" y="98"/>
                  <a:pt x="409" y="88"/>
                  <a:pt x="403" y="79"/>
                </a:cubicBezTo>
                <a:cubicBezTo>
                  <a:pt x="396" y="69"/>
                  <a:pt x="389" y="60"/>
                  <a:pt x="380" y="52"/>
                </a:cubicBezTo>
                <a:cubicBezTo>
                  <a:pt x="372" y="43"/>
                  <a:pt x="363" y="36"/>
                  <a:pt x="353" y="29"/>
                </a:cubicBezTo>
                <a:cubicBezTo>
                  <a:pt x="344" y="23"/>
                  <a:pt x="334" y="18"/>
                  <a:pt x="323" y="13"/>
                </a:cubicBezTo>
                <a:cubicBezTo>
                  <a:pt x="312" y="9"/>
                  <a:pt x="301" y="5"/>
                  <a:pt x="289" y="3"/>
                </a:cubicBezTo>
                <a:cubicBezTo>
                  <a:pt x="278" y="1"/>
                  <a:pt x="266" y="0"/>
                  <a:pt x="255" y="0"/>
                </a:cubicBezTo>
                <a:moveTo>
                  <a:pt x="509" y="712"/>
                </a:moveTo>
                <a:lnTo>
                  <a:pt x="458" y="712"/>
                </a:lnTo>
                <a:lnTo>
                  <a:pt x="458" y="585"/>
                </a:lnTo>
                <a:cubicBezTo>
                  <a:pt x="458" y="568"/>
                  <a:pt x="455" y="552"/>
                  <a:pt x="448" y="536"/>
                </a:cubicBezTo>
                <a:cubicBezTo>
                  <a:pt x="442" y="521"/>
                  <a:pt x="433" y="507"/>
                  <a:pt x="421" y="494"/>
                </a:cubicBezTo>
                <a:cubicBezTo>
                  <a:pt x="409" y="482"/>
                  <a:pt x="395" y="473"/>
                  <a:pt x="379" y="466"/>
                </a:cubicBezTo>
                <a:cubicBezTo>
                  <a:pt x="364" y="460"/>
                  <a:pt x="348" y="457"/>
                  <a:pt x="331" y="457"/>
                </a:cubicBezTo>
                <a:lnTo>
                  <a:pt x="178" y="457"/>
                </a:lnTo>
                <a:cubicBezTo>
                  <a:pt x="161" y="457"/>
                  <a:pt x="144" y="460"/>
                  <a:pt x="129" y="466"/>
                </a:cubicBezTo>
                <a:cubicBezTo>
                  <a:pt x="113" y="473"/>
                  <a:pt x="100" y="482"/>
                  <a:pt x="88" y="494"/>
                </a:cubicBezTo>
                <a:cubicBezTo>
                  <a:pt x="76" y="507"/>
                  <a:pt x="67" y="521"/>
                  <a:pt x="60" y="536"/>
                </a:cubicBezTo>
                <a:cubicBezTo>
                  <a:pt x="54" y="552"/>
                  <a:pt x="51" y="568"/>
                  <a:pt x="51" y="585"/>
                </a:cubicBezTo>
                <a:lnTo>
                  <a:pt x="51" y="712"/>
                </a:lnTo>
                <a:lnTo>
                  <a:pt x="0" y="712"/>
                </a:lnTo>
                <a:lnTo>
                  <a:pt x="0" y="585"/>
                </a:lnTo>
                <a:cubicBezTo>
                  <a:pt x="0" y="573"/>
                  <a:pt x="1" y="561"/>
                  <a:pt x="3" y="550"/>
                </a:cubicBezTo>
                <a:cubicBezTo>
                  <a:pt x="5" y="539"/>
                  <a:pt x="9" y="527"/>
                  <a:pt x="13" y="517"/>
                </a:cubicBezTo>
                <a:cubicBezTo>
                  <a:pt x="18" y="506"/>
                  <a:pt x="23" y="495"/>
                  <a:pt x="30" y="485"/>
                </a:cubicBezTo>
                <a:cubicBezTo>
                  <a:pt x="36" y="475"/>
                  <a:pt x="44" y="466"/>
                  <a:pt x="52" y="458"/>
                </a:cubicBezTo>
                <a:cubicBezTo>
                  <a:pt x="60" y="450"/>
                  <a:pt x="69" y="442"/>
                  <a:pt x="79" y="436"/>
                </a:cubicBezTo>
                <a:cubicBezTo>
                  <a:pt x="88" y="429"/>
                  <a:pt x="99" y="424"/>
                  <a:pt x="109" y="419"/>
                </a:cubicBezTo>
                <a:cubicBezTo>
                  <a:pt x="120" y="415"/>
                  <a:pt x="131" y="412"/>
                  <a:pt x="143" y="409"/>
                </a:cubicBezTo>
                <a:cubicBezTo>
                  <a:pt x="154" y="407"/>
                  <a:pt x="166" y="406"/>
                  <a:pt x="178" y="406"/>
                </a:cubicBezTo>
                <a:lnTo>
                  <a:pt x="331" y="406"/>
                </a:lnTo>
                <a:cubicBezTo>
                  <a:pt x="343" y="406"/>
                  <a:pt x="354" y="407"/>
                  <a:pt x="366" y="409"/>
                </a:cubicBezTo>
                <a:cubicBezTo>
                  <a:pt x="377" y="412"/>
                  <a:pt x="388" y="415"/>
                  <a:pt x="399" y="419"/>
                </a:cubicBezTo>
                <a:cubicBezTo>
                  <a:pt x="410" y="424"/>
                  <a:pt x="420" y="429"/>
                  <a:pt x="430" y="436"/>
                </a:cubicBezTo>
                <a:cubicBezTo>
                  <a:pt x="439" y="442"/>
                  <a:pt x="448" y="450"/>
                  <a:pt x="457" y="458"/>
                </a:cubicBezTo>
                <a:cubicBezTo>
                  <a:pt x="465" y="466"/>
                  <a:pt x="472" y="475"/>
                  <a:pt x="479" y="485"/>
                </a:cubicBezTo>
                <a:cubicBezTo>
                  <a:pt x="485" y="495"/>
                  <a:pt x="491" y="506"/>
                  <a:pt x="495" y="517"/>
                </a:cubicBezTo>
                <a:cubicBezTo>
                  <a:pt x="500" y="527"/>
                  <a:pt x="503" y="539"/>
                  <a:pt x="505" y="550"/>
                </a:cubicBezTo>
                <a:cubicBezTo>
                  <a:pt x="508" y="561"/>
                  <a:pt x="509" y="573"/>
                  <a:pt x="509" y="585"/>
                </a:cubicBezTo>
                <a:lnTo>
                  <a:pt x="509" y="712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439920" y="443880"/>
            <a:ext cx="76161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OKx andere ontwikkelingen raakt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949680" y="1281240"/>
            <a:ext cx="7779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AII spoor 3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588600" y="1567080"/>
            <a:ext cx="25092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aanmelden, intekenen, inschrijven; het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588600" y="1757520"/>
            <a:ext cx="25610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ontsluiten van aanmeldbaar aanbod; 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588600" y="1938600"/>
            <a:ext cx="27255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aanmelding met verbintenis terug naar 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3305160" y="1066680"/>
            <a:ext cx="2724480" cy="1333800"/>
          </a:xfrm>
          <a:custGeom>
            <a:avLst/>
            <a:gdLst/>
            <a:ahLst/>
            <a:rect l="0" t="0" r="r" b="b"/>
            <a:pathLst>
              <a:path w="7568" h="3705">
                <a:moveTo>
                  <a:pt x="0" y="0"/>
                </a:moveTo>
                <a:lnTo>
                  <a:pt x="7568" y="0"/>
                </a:lnTo>
                <a:lnTo>
                  <a:pt x="7568" y="3705"/>
                </a:lnTo>
                <a:lnTo>
                  <a:pt x="0" y="37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3305160" y="1066680"/>
            <a:ext cx="2724480" cy="38520"/>
          </a:xfrm>
          <a:custGeom>
            <a:avLst/>
            <a:gdLst/>
            <a:ahLst/>
            <a:rect l="0" t="0" r="r" b="b"/>
            <a:pathLst>
              <a:path w="7568" h="107">
                <a:moveTo>
                  <a:pt x="0" y="0"/>
                </a:moveTo>
                <a:lnTo>
                  <a:pt x="7568" y="0"/>
                </a:lnTo>
                <a:lnTo>
                  <a:pt x="756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3305160" y="239076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6019560" y="1066680"/>
            <a:ext cx="10080" cy="1333800"/>
          </a:xfrm>
          <a:custGeom>
            <a:avLst/>
            <a:gdLst/>
            <a:ahLst/>
            <a:rect l="0" t="0" r="r" b="b"/>
            <a:pathLst>
              <a:path w="28" h="3705">
                <a:moveTo>
                  <a:pt x="0" y="106"/>
                </a:moveTo>
                <a:lnTo>
                  <a:pt x="0" y="3705"/>
                </a:lnTo>
                <a:lnTo>
                  <a:pt x="28" y="370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3305160" y="1066680"/>
            <a:ext cx="9720" cy="1333800"/>
          </a:xfrm>
          <a:custGeom>
            <a:avLst/>
            <a:gdLst/>
            <a:ahLst/>
            <a:rect l="0" t="0" r="r" b="b"/>
            <a:pathLst>
              <a:path w="27" h="3705">
                <a:moveTo>
                  <a:pt x="0" y="0"/>
                </a:moveTo>
                <a:lnTo>
                  <a:pt x="0" y="3705"/>
                </a:lnTo>
                <a:lnTo>
                  <a:pt x="27" y="3705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456720" y="1346760"/>
            <a:ext cx="256320" cy="137520"/>
          </a:xfrm>
          <a:custGeom>
            <a:avLst/>
            <a:gdLst/>
            <a:ahLst/>
            <a:rect l="0" t="0" r="r" b="b"/>
            <a:pathLst>
              <a:path w="712" h="382">
                <a:moveTo>
                  <a:pt x="712" y="382"/>
                </a:moveTo>
                <a:lnTo>
                  <a:pt x="508" y="382"/>
                </a:lnTo>
                <a:lnTo>
                  <a:pt x="508" y="177"/>
                </a:lnTo>
                <a:lnTo>
                  <a:pt x="712" y="177"/>
                </a:lnTo>
                <a:lnTo>
                  <a:pt x="712" y="382"/>
                </a:lnTo>
                <a:moveTo>
                  <a:pt x="559" y="331"/>
                </a:moveTo>
                <a:lnTo>
                  <a:pt x="660" y="331"/>
                </a:lnTo>
                <a:lnTo>
                  <a:pt x="660" y="228"/>
                </a:lnTo>
                <a:lnTo>
                  <a:pt x="559" y="228"/>
                </a:lnTo>
                <a:lnTo>
                  <a:pt x="559" y="331"/>
                </a:lnTo>
                <a:moveTo>
                  <a:pt x="457" y="305"/>
                </a:moveTo>
                <a:lnTo>
                  <a:pt x="152" y="305"/>
                </a:lnTo>
                <a:cubicBezTo>
                  <a:pt x="142" y="305"/>
                  <a:pt x="132" y="305"/>
                  <a:pt x="122" y="303"/>
                </a:cubicBezTo>
                <a:cubicBezTo>
                  <a:pt x="113" y="301"/>
                  <a:pt x="103" y="298"/>
                  <a:pt x="94" y="294"/>
                </a:cubicBezTo>
                <a:cubicBezTo>
                  <a:pt x="85" y="290"/>
                  <a:pt x="76" y="285"/>
                  <a:pt x="67" y="280"/>
                </a:cubicBezTo>
                <a:cubicBezTo>
                  <a:pt x="59" y="274"/>
                  <a:pt x="51" y="268"/>
                  <a:pt x="44" y="261"/>
                </a:cubicBezTo>
                <a:cubicBezTo>
                  <a:pt x="37" y="254"/>
                  <a:pt x="31" y="245"/>
                  <a:pt x="25" y="237"/>
                </a:cubicBezTo>
                <a:cubicBezTo>
                  <a:pt x="20" y="228"/>
                  <a:pt x="15" y="220"/>
                  <a:pt x="11" y="210"/>
                </a:cubicBezTo>
                <a:cubicBezTo>
                  <a:pt x="8" y="201"/>
                  <a:pt x="5" y="192"/>
                  <a:pt x="3" y="182"/>
                </a:cubicBezTo>
                <a:cubicBezTo>
                  <a:pt x="1" y="172"/>
                  <a:pt x="0" y="162"/>
                  <a:pt x="0" y="152"/>
                </a:cubicBezTo>
                <a:cubicBezTo>
                  <a:pt x="0" y="142"/>
                  <a:pt x="1" y="132"/>
                  <a:pt x="3" y="122"/>
                </a:cubicBezTo>
                <a:cubicBezTo>
                  <a:pt x="5" y="113"/>
                  <a:pt x="8" y="103"/>
                  <a:pt x="11" y="94"/>
                </a:cubicBezTo>
                <a:cubicBezTo>
                  <a:pt x="15" y="85"/>
                  <a:pt x="20" y="76"/>
                  <a:pt x="25" y="67"/>
                </a:cubicBezTo>
                <a:cubicBezTo>
                  <a:pt x="31" y="59"/>
                  <a:pt x="37" y="51"/>
                  <a:pt x="44" y="44"/>
                </a:cubicBezTo>
                <a:cubicBezTo>
                  <a:pt x="51" y="37"/>
                  <a:pt x="59" y="31"/>
                  <a:pt x="67" y="25"/>
                </a:cubicBezTo>
                <a:cubicBezTo>
                  <a:pt x="76" y="20"/>
                  <a:pt x="85" y="15"/>
                  <a:pt x="94" y="11"/>
                </a:cubicBezTo>
                <a:cubicBezTo>
                  <a:pt x="103" y="7"/>
                  <a:pt x="113" y="5"/>
                  <a:pt x="122" y="3"/>
                </a:cubicBezTo>
                <a:cubicBezTo>
                  <a:pt x="132" y="1"/>
                  <a:pt x="142" y="0"/>
                  <a:pt x="152" y="0"/>
                </a:cubicBezTo>
                <a:lnTo>
                  <a:pt x="203" y="0"/>
                </a:lnTo>
                <a:lnTo>
                  <a:pt x="203" y="50"/>
                </a:lnTo>
                <a:lnTo>
                  <a:pt x="152" y="50"/>
                </a:lnTo>
                <a:cubicBezTo>
                  <a:pt x="139" y="50"/>
                  <a:pt x="126" y="53"/>
                  <a:pt x="113" y="58"/>
                </a:cubicBezTo>
                <a:cubicBezTo>
                  <a:pt x="101" y="63"/>
                  <a:pt x="90" y="71"/>
                  <a:pt x="80" y="80"/>
                </a:cubicBezTo>
                <a:cubicBezTo>
                  <a:pt x="71" y="90"/>
                  <a:pt x="63" y="101"/>
                  <a:pt x="58" y="113"/>
                </a:cubicBezTo>
                <a:cubicBezTo>
                  <a:pt x="53" y="126"/>
                  <a:pt x="51" y="139"/>
                  <a:pt x="51" y="152"/>
                </a:cubicBezTo>
                <a:cubicBezTo>
                  <a:pt x="51" y="166"/>
                  <a:pt x="53" y="179"/>
                  <a:pt x="58" y="191"/>
                </a:cubicBezTo>
                <a:cubicBezTo>
                  <a:pt x="63" y="203"/>
                  <a:pt x="71" y="214"/>
                  <a:pt x="80" y="224"/>
                </a:cubicBezTo>
                <a:cubicBezTo>
                  <a:pt x="90" y="233"/>
                  <a:pt x="101" y="241"/>
                  <a:pt x="113" y="246"/>
                </a:cubicBezTo>
                <a:cubicBezTo>
                  <a:pt x="126" y="252"/>
                  <a:pt x="139" y="255"/>
                  <a:pt x="152" y="255"/>
                </a:cubicBezTo>
                <a:lnTo>
                  <a:pt x="457" y="255"/>
                </a:lnTo>
                <a:lnTo>
                  <a:pt x="457" y="305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3548160" y="1319040"/>
            <a:ext cx="73440" cy="73800"/>
          </a:xfrm>
          <a:custGeom>
            <a:avLst/>
            <a:gdLst/>
            <a:ahLst/>
            <a:rect l="0" t="0" r="r" b="b"/>
            <a:pathLst>
              <a:path w="204" h="205">
                <a:moveTo>
                  <a:pt x="204" y="205"/>
                </a:moveTo>
                <a:lnTo>
                  <a:pt x="0" y="205"/>
                </a:lnTo>
                <a:lnTo>
                  <a:pt x="0" y="0"/>
                </a:lnTo>
                <a:lnTo>
                  <a:pt x="204" y="0"/>
                </a:lnTo>
                <a:lnTo>
                  <a:pt x="204" y="205"/>
                </a:lnTo>
                <a:moveTo>
                  <a:pt x="51" y="154"/>
                </a:moveTo>
                <a:lnTo>
                  <a:pt x="152" y="154"/>
                </a:lnTo>
                <a:lnTo>
                  <a:pt x="152" y="51"/>
                </a:lnTo>
                <a:lnTo>
                  <a:pt x="51" y="51"/>
                </a:lnTo>
                <a:lnTo>
                  <a:pt x="51" y="15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3456720" y="1227960"/>
            <a:ext cx="256320" cy="137160"/>
          </a:xfrm>
          <a:custGeom>
            <a:avLst/>
            <a:gdLst/>
            <a:ahLst/>
            <a:rect l="0" t="0" r="r" b="b"/>
            <a:pathLst>
              <a:path w="712" h="381">
                <a:moveTo>
                  <a:pt x="559" y="381"/>
                </a:moveTo>
                <a:lnTo>
                  <a:pt x="508" y="381"/>
                </a:lnTo>
                <a:lnTo>
                  <a:pt x="508" y="331"/>
                </a:lnTo>
                <a:lnTo>
                  <a:pt x="559" y="331"/>
                </a:lnTo>
                <a:cubicBezTo>
                  <a:pt x="572" y="331"/>
                  <a:pt x="585" y="328"/>
                  <a:pt x="597" y="323"/>
                </a:cubicBezTo>
                <a:cubicBezTo>
                  <a:pt x="610" y="318"/>
                  <a:pt x="621" y="310"/>
                  <a:pt x="630" y="301"/>
                </a:cubicBezTo>
                <a:cubicBezTo>
                  <a:pt x="640" y="291"/>
                  <a:pt x="647" y="280"/>
                  <a:pt x="652" y="268"/>
                </a:cubicBezTo>
                <a:cubicBezTo>
                  <a:pt x="658" y="256"/>
                  <a:pt x="660" y="243"/>
                  <a:pt x="660" y="229"/>
                </a:cubicBezTo>
                <a:cubicBezTo>
                  <a:pt x="660" y="216"/>
                  <a:pt x="658" y="203"/>
                  <a:pt x="652" y="189"/>
                </a:cubicBezTo>
                <a:cubicBezTo>
                  <a:pt x="647" y="177"/>
                  <a:pt x="640" y="166"/>
                  <a:pt x="630" y="156"/>
                </a:cubicBezTo>
                <a:cubicBezTo>
                  <a:pt x="621" y="147"/>
                  <a:pt x="610" y="139"/>
                  <a:pt x="597" y="134"/>
                </a:cubicBezTo>
                <a:cubicBezTo>
                  <a:pt x="585" y="129"/>
                  <a:pt x="572" y="127"/>
                  <a:pt x="559" y="127"/>
                </a:cubicBezTo>
                <a:lnTo>
                  <a:pt x="254" y="127"/>
                </a:lnTo>
                <a:lnTo>
                  <a:pt x="254" y="76"/>
                </a:lnTo>
                <a:lnTo>
                  <a:pt x="559" y="76"/>
                </a:lnTo>
                <a:cubicBezTo>
                  <a:pt x="569" y="76"/>
                  <a:pt x="578" y="77"/>
                  <a:pt x="588" y="79"/>
                </a:cubicBezTo>
                <a:cubicBezTo>
                  <a:pt x="598" y="81"/>
                  <a:pt x="608" y="83"/>
                  <a:pt x="617" y="87"/>
                </a:cubicBezTo>
                <a:cubicBezTo>
                  <a:pt x="626" y="91"/>
                  <a:pt x="635" y="96"/>
                  <a:pt x="643" y="101"/>
                </a:cubicBezTo>
                <a:cubicBezTo>
                  <a:pt x="652" y="107"/>
                  <a:pt x="659" y="113"/>
                  <a:pt x="666" y="120"/>
                </a:cubicBezTo>
                <a:cubicBezTo>
                  <a:pt x="673" y="127"/>
                  <a:pt x="680" y="135"/>
                  <a:pt x="685" y="143"/>
                </a:cubicBezTo>
                <a:cubicBezTo>
                  <a:pt x="691" y="152"/>
                  <a:pt x="695" y="161"/>
                  <a:pt x="699" y="170"/>
                </a:cubicBezTo>
                <a:cubicBezTo>
                  <a:pt x="703" y="179"/>
                  <a:pt x="706" y="189"/>
                  <a:pt x="709" y="198"/>
                </a:cubicBezTo>
                <a:cubicBezTo>
                  <a:pt x="711" y="209"/>
                  <a:pt x="712" y="219"/>
                  <a:pt x="712" y="229"/>
                </a:cubicBezTo>
                <a:cubicBezTo>
                  <a:pt x="712" y="239"/>
                  <a:pt x="711" y="249"/>
                  <a:pt x="709" y="259"/>
                </a:cubicBezTo>
                <a:cubicBezTo>
                  <a:pt x="706" y="269"/>
                  <a:pt x="703" y="278"/>
                  <a:pt x="699" y="287"/>
                </a:cubicBezTo>
                <a:cubicBezTo>
                  <a:pt x="695" y="297"/>
                  <a:pt x="691" y="305"/>
                  <a:pt x="685" y="314"/>
                </a:cubicBezTo>
                <a:cubicBezTo>
                  <a:pt x="680" y="322"/>
                  <a:pt x="673" y="330"/>
                  <a:pt x="666" y="337"/>
                </a:cubicBezTo>
                <a:cubicBezTo>
                  <a:pt x="659" y="344"/>
                  <a:pt x="652" y="350"/>
                  <a:pt x="643" y="356"/>
                </a:cubicBezTo>
                <a:cubicBezTo>
                  <a:pt x="635" y="361"/>
                  <a:pt x="626" y="366"/>
                  <a:pt x="617" y="370"/>
                </a:cubicBezTo>
                <a:cubicBezTo>
                  <a:pt x="608" y="374"/>
                  <a:pt x="598" y="377"/>
                  <a:pt x="588" y="379"/>
                </a:cubicBezTo>
                <a:cubicBezTo>
                  <a:pt x="578" y="381"/>
                  <a:pt x="569" y="381"/>
                  <a:pt x="559" y="381"/>
                </a:cubicBezTo>
                <a:moveTo>
                  <a:pt x="203" y="204"/>
                </a:moveTo>
                <a:lnTo>
                  <a:pt x="0" y="204"/>
                </a:lnTo>
                <a:lnTo>
                  <a:pt x="0" y="0"/>
                </a:lnTo>
                <a:lnTo>
                  <a:pt x="203" y="0"/>
                </a:lnTo>
                <a:lnTo>
                  <a:pt x="203" y="204"/>
                </a:lnTo>
                <a:moveTo>
                  <a:pt x="51" y="152"/>
                </a:moveTo>
                <a:lnTo>
                  <a:pt x="152" y="152"/>
                </a:lnTo>
                <a:lnTo>
                  <a:pt x="152" y="50"/>
                </a:lnTo>
                <a:lnTo>
                  <a:pt x="51" y="50"/>
                </a:lnTo>
                <a:lnTo>
                  <a:pt x="51" y="15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588600" y="2129040"/>
            <a:ext cx="9500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kernregistratie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3796920" y="1281240"/>
            <a:ext cx="17197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eduXchange en EduHub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3435840" y="1567080"/>
            <a:ext cx="25016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keuzedeel, aanbod en verbintenis over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3435840" y="1757520"/>
            <a:ext cx="27453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instellingen heen; een gedeeld model voor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6153120" y="1066680"/>
            <a:ext cx="2724480" cy="1333800"/>
          </a:xfrm>
          <a:custGeom>
            <a:avLst/>
            <a:gdLst/>
            <a:ahLst/>
            <a:rect l="0" t="0" r="r" b="b"/>
            <a:pathLst>
              <a:path w="7568" h="3705">
                <a:moveTo>
                  <a:pt x="0" y="0"/>
                </a:moveTo>
                <a:lnTo>
                  <a:pt x="7568" y="0"/>
                </a:lnTo>
                <a:lnTo>
                  <a:pt x="7568" y="3705"/>
                </a:lnTo>
                <a:lnTo>
                  <a:pt x="0" y="37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6153120" y="1066680"/>
            <a:ext cx="2724480" cy="38520"/>
          </a:xfrm>
          <a:custGeom>
            <a:avLst/>
            <a:gdLst/>
            <a:ahLst/>
            <a:rect l="0" t="0" r="r" b="b"/>
            <a:pathLst>
              <a:path w="7568" h="107">
                <a:moveTo>
                  <a:pt x="0" y="0"/>
                </a:moveTo>
                <a:lnTo>
                  <a:pt x="7568" y="0"/>
                </a:lnTo>
                <a:lnTo>
                  <a:pt x="756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6153120" y="239076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8867520" y="1066680"/>
            <a:ext cx="10080" cy="1333800"/>
          </a:xfrm>
          <a:custGeom>
            <a:avLst/>
            <a:gdLst/>
            <a:ahLst/>
            <a:rect l="0" t="0" r="r" b="b"/>
            <a:pathLst>
              <a:path w="28" h="3705">
                <a:moveTo>
                  <a:pt x="0" y="106"/>
                </a:moveTo>
                <a:lnTo>
                  <a:pt x="0" y="3705"/>
                </a:lnTo>
                <a:lnTo>
                  <a:pt x="28" y="370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6153120" y="1066680"/>
            <a:ext cx="9720" cy="1333800"/>
          </a:xfrm>
          <a:custGeom>
            <a:avLst/>
            <a:gdLst/>
            <a:ahLst/>
            <a:rect l="0" t="0" r="r" b="b"/>
            <a:pathLst>
              <a:path w="27" h="3705">
                <a:moveTo>
                  <a:pt x="0" y="0"/>
                </a:moveTo>
                <a:lnTo>
                  <a:pt x="0" y="3705"/>
                </a:lnTo>
                <a:lnTo>
                  <a:pt x="27" y="3705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6323040" y="1227960"/>
            <a:ext cx="219600" cy="256320"/>
          </a:xfrm>
          <a:custGeom>
            <a:avLst/>
            <a:gdLst/>
            <a:ahLst/>
            <a:rect l="0" t="0" r="r" b="b"/>
            <a:pathLst>
              <a:path w="610" h="712">
                <a:moveTo>
                  <a:pt x="559" y="0"/>
                </a:moveTo>
                <a:lnTo>
                  <a:pt x="101" y="0"/>
                </a:lnTo>
                <a:cubicBezTo>
                  <a:pt x="94" y="0"/>
                  <a:pt x="88" y="1"/>
                  <a:pt x="82" y="3"/>
                </a:cubicBezTo>
                <a:cubicBezTo>
                  <a:pt x="76" y="6"/>
                  <a:pt x="70" y="10"/>
                  <a:pt x="65" y="14"/>
                </a:cubicBezTo>
                <a:cubicBezTo>
                  <a:pt x="61" y="19"/>
                  <a:pt x="57" y="25"/>
                  <a:pt x="54" y="31"/>
                </a:cubicBezTo>
                <a:cubicBezTo>
                  <a:pt x="52" y="37"/>
                  <a:pt x="50" y="44"/>
                  <a:pt x="50" y="50"/>
                </a:cubicBezTo>
                <a:lnTo>
                  <a:pt x="50" y="152"/>
                </a:lnTo>
                <a:lnTo>
                  <a:pt x="0" y="152"/>
                </a:lnTo>
                <a:lnTo>
                  <a:pt x="0" y="203"/>
                </a:lnTo>
                <a:lnTo>
                  <a:pt x="50" y="203"/>
                </a:lnTo>
                <a:lnTo>
                  <a:pt x="50" y="330"/>
                </a:lnTo>
                <a:lnTo>
                  <a:pt x="0" y="330"/>
                </a:lnTo>
                <a:lnTo>
                  <a:pt x="0" y="380"/>
                </a:lnTo>
                <a:lnTo>
                  <a:pt x="50" y="380"/>
                </a:lnTo>
                <a:lnTo>
                  <a:pt x="50" y="508"/>
                </a:lnTo>
                <a:lnTo>
                  <a:pt x="0" y="508"/>
                </a:lnTo>
                <a:lnTo>
                  <a:pt x="0" y="559"/>
                </a:lnTo>
                <a:lnTo>
                  <a:pt x="50" y="559"/>
                </a:lnTo>
                <a:lnTo>
                  <a:pt x="50" y="661"/>
                </a:lnTo>
                <a:cubicBezTo>
                  <a:pt x="50" y="668"/>
                  <a:pt x="52" y="674"/>
                  <a:pt x="54" y="680"/>
                </a:cubicBezTo>
                <a:cubicBezTo>
                  <a:pt x="57" y="687"/>
                  <a:pt x="61" y="692"/>
                  <a:pt x="65" y="697"/>
                </a:cubicBezTo>
                <a:cubicBezTo>
                  <a:pt x="70" y="702"/>
                  <a:pt x="76" y="705"/>
                  <a:pt x="82" y="708"/>
                </a:cubicBezTo>
                <a:cubicBezTo>
                  <a:pt x="88" y="710"/>
                  <a:pt x="94" y="712"/>
                  <a:pt x="101" y="712"/>
                </a:cubicBezTo>
                <a:lnTo>
                  <a:pt x="559" y="712"/>
                </a:lnTo>
                <a:cubicBezTo>
                  <a:pt x="566" y="712"/>
                  <a:pt x="573" y="710"/>
                  <a:pt x="579" y="708"/>
                </a:cubicBezTo>
                <a:cubicBezTo>
                  <a:pt x="585" y="705"/>
                  <a:pt x="591" y="702"/>
                  <a:pt x="595" y="697"/>
                </a:cubicBezTo>
                <a:cubicBezTo>
                  <a:pt x="600" y="692"/>
                  <a:pt x="604" y="687"/>
                  <a:pt x="606" y="680"/>
                </a:cubicBezTo>
                <a:cubicBezTo>
                  <a:pt x="609" y="674"/>
                  <a:pt x="610" y="668"/>
                  <a:pt x="610" y="661"/>
                </a:cubicBezTo>
                <a:lnTo>
                  <a:pt x="610" y="50"/>
                </a:lnTo>
                <a:cubicBezTo>
                  <a:pt x="610" y="44"/>
                  <a:pt x="609" y="37"/>
                  <a:pt x="606" y="31"/>
                </a:cubicBezTo>
                <a:cubicBezTo>
                  <a:pt x="604" y="25"/>
                  <a:pt x="600" y="19"/>
                  <a:pt x="595" y="14"/>
                </a:cubicBezTo>
                <a:cubicBezTo>
                  <a:pt x="591" y="10"/>
                  <a:pt x="585" y="6"/>
                  <a:pt x="579" y="3"/>
                </a:cubicBezTo>
                <a:cubicBezTo>
                  <a:pt x="573" y="1"/>
                  <a:pt x="566" y="0"/>
                  <a:pt x="559" y="0"/>
                </a:cubicBezTo>
                <a:moveTo>
                  <a:pt x="559" y="661"/>
                </a:moveTo>
                <a:lnTo>
                  <a:pt x="101" y="661"/>
                </a:lnTo>
                <a:lnTo>
                  <a:pt x="101" y="559"/>
                </a:lnTo>
                <a:lnTo>
                  <a:pt x="152" y="559"/>
                </a:lnTo>
                <a:lnTo>
                  <a:pt x="152" y="508"/>
                </a:lnTo>
                <a:lnTo>
                  <a:pt x="101" y="508"/>
                </a:lnTo>
                <a:lnTo>
                  <a:pt x="101" y="380"/>
                </a:lnTo>
                <a:lnTo>
                  <a:pt x="152" y="380"/>
                </a:lnTo>
                <a:lnTo>
                  <a:pt x="152" y="330"/>
                </a:lnTo>
                <a:lnTo>
                  <a:pt x="101" y="330"/>
                </a:lnTo>
                <a:lnTo>
                  <a:pt x="101" y="203"/>
                </a:lnTo>
                <a:lnTo>
                  <a:pt x="152" y="203"/>
                </a:lnTo>
                <a:lnTo>
                  <a:pt x="152" y="152"/>
                </a:lnTo>
                <a:lnTo>
                  <a:pt x="101" y="152"/>
                </a:lnTo>
                <a:lnTo>
                  <a:pt x="101" y="50"/>
                </a:lnTo>
                <a:lnTo>
                  <a:pt x="559" y="50"/>
                </a:lnTo>
                <a:lnTo>
                  <a:pt x="559" y="661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6414480" y="1282680"/>
            <a:ext cx="73440" cy="146520"/>
          </a:xfrm>
          <a:custGeom>
            <a:avLst/>
            <a:gdLst/>
            <a:ahLst/>
            <a:rect l="0" t="0" r="r" b="b"/>
            <a:pathLst>
              <a:path w="204" h="407">
                <a:moveTo>
                  <a:pt x="0" y="0"/>
                </a:moveTo>
                <a:lnTo>
                  <a:pt x="204" y="0"/>
                </a:lnTo>
                <a:lnTo>
                  <a:pt x="204" y="51"/>
                </a:lnTo>
                <a:lnTo>
                  <a:pt x="0" y="51"/>
                </a:lnTo>
                <a:lnTo>
                  <a:pt x="0" y="0"/>
                </a:lnTo>
                <a:moveTo>
                  <a:pt x="0" y="178"/>
                </a:moveTo>
                <a:lnTo>
                  <a:pt x="204" y="178"/>
                </a:lnTo>
                <a:lnTo>
                  <a:pt x="204" y="228"/>
                </a:lnTo>
                <a:lnTo>
                  <a:pt x="0" y="228"/>
                </a:lnTo>
                <a:lnTo>
                  <a:pt x="0" y="178"/>
                </a:lnTo>
                <a:moveTo>
                  <a:pt x="0" y="356"/>
                </a:moveTo>
                <a:lnTo>
                  <a:pt x="204" y="356"/>
                </a:lnTo>
                <a:lnTo>
                  <a:pt x="204" y="407"/>
                </a:lnTo>
                <a:lnTo>
                  <a:pt x="0" y="407"/>
                </a:lnTo>
                <a:lnTo>
                  <a:pt x="0" y="356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3435840" y="1938600"/>
            <a:ext cx="14698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keuzedeel en resultaat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6644160" y="1281240"/>
            <a:ext cx="14270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Onderwijscatalogus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6283080" y="1567080"/>
            <a:ext cx="24012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de spil die haar inhoud door de keten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6283080" y="1757520"/>
            <a:ext cx="2582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verspreidt: gedeelde uitgangspunten 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6283080" y="1938600"/>
            <a:ext cx="24573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hetzelfde informatiemodel voor wie er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56840" y="2514240"/>
            <a:ext cx="2724840" cy="1334160"/>
          </a:xfrm>
          <a:custGeom>
            <a:avLst/>
            <a:gdLst/>
            <a:ahLst/>
            <a:rect l="0" t="0" r="r" b="b"/>
            <a:pathLst>
              <a:path w="7569" h="3706">
                <a:moveTo>
                  <a:pt x="0" y="0"/>
                </a:moveTo>
                <a:lnTo>
                  <a:pt x="7569" y="0"/>
                </a:lnTo>
                <a:lnTo>
                  <a:pt x="7569" y="3706"/>
                </a:lnTo>
                <a:lnTo>
                  <a:pt x="0" y="37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456840" y="2514240"/>
            <a:ext cx="2724840" cy="38520"/>
          </a:xfrm>
          <a:custGeom>
            <a:avLst/>
            <a:gdLst/>
            <a:ahLst/>
            <a:rect l="0" t="0" r="r" b="b"/>
            <a:pathLst>
              <a:path w="7569" h="107">
                <a:moveTo>
                  <a:pt x="0" y="0"/>
                </a:moveTo>
                <a:lnTo>
                  <a:pt x="7569" y="0"/>
                </a:lnTo>
                <a:lnTo>
                  <a:pt x="756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f4d9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456840" y="3838320"/>
            <a:ext cx="2724840" cy="10080"/>
          </a:xfrm>
          <a:custGeom>
            <a:avLst/>
            <a:gdLst/>
            <a:ahLst/>
            <a:rect l="0" t="0" r="r" b="b"/>
            <a:pathLst>
              <a:path w="7569" h="28">
                <a:moveTo>
                  <a:pt x="0" y="0"/>
                </a:moveTo>
                <a:lnTo>
                  <a:pt x="7569" y="0"/>
                </a:lnTo>
                <a:lnTo>
                  <a:pt x="756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171600" y="2514240"/>
            <a:ext cx="10080" cy="1334160"/>
          </a:xfrm>
          <a:custGeom>
            <a:avLst/>
            <a:gdLst/>
            <a:ahLst/>
            <a:rect l="0" t="0" r="r" b="b"/>
            <a:pathLst>
              <a:path w="28" h="3706">
                <a:moveTo>
                  <a:pt x="0" y="106"/>
                </a:moveTo>
                <a:lnTo>
                  <a:pt x="0" y="3706"/>
                </a:lnTo>
                <a:lnTo>
                  <a:pt x="28" y="37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456840" y="2514240"/>
            <a:ext cx="10080" cy="1334160"/>
          </a:xfrm>
          <a:custGeom>
            <a:avLst/>
            <a:gdLst/>
            <a:ahLst/>
            <a:rect l="0" t="0" r="r" b="b"/>
            <a:pathLst>
              <a:path w="28" h="3706">
                <a:moveTo>
                  <a:pt x="0" y="0"/>
                </a:moveTo>
                <a:lnTo>
                  <a:pt x="0" y="3706"/>
                </a:lnTo>
                <a:lnTo>
                  <a:pt x="28" y="37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782280" y="2757960"/>
            <a:ext cx="55440" cy="27720"/>
          </a:xfrm>
          <a:custGeom>
            <a:avLst/>
            <a:gdLst/>
            <a:ahLst/>
            <a:rect l="0" t="0" r="r" b="b"/>
            <a:pathLst>
              <a:path w="154" h="77">
                <a:moveTo>
                  <a:pt x="26" y="0"/>
                </a:moveTo>
                <a:lnTo>
                  <a:pt x="128" y="0"/>
                </a:lnTo>
                <a:cubicBezTo>
                  <a:pt x="135" y="0"/>
                  <a:pt x="141" y="2"/>
                  <a:pt x="146" y="7"/>
                </a:cubicBezTo>
                <a:cubicBezTo>
                  <a:pt x="151" y="12"/>
                  <a:pt x="154" y="18"/>
                  <a:pt x="154" y="25"/>
                </a:cubicBezTo>
                <a:lnTo>
                  <a:pt x="154" y="77"/>
                </a:lnTo>
                <a:lnTo>
                  <a:pt x="0" y="77"/>
                </a:lnTo>
                <a:lnTo>
                  <a:pt x="0" y="25"/>
                </a:lnTo>
                <a:cubicBezTo>
                  <a:pt x="0" y="18"/>
                  <a:pt x="3" y="12"/>
                  <a:pt x="8" y="7"/>
                </a:cubicBezTo>
                <a:cubicBezTo>
                  <a:pt x="13" y="2"/>
                  <a:pt x="19" y="0"/>
                  <a:pt x="26" y="0"/>
                </a:cubicBezTo>
                <a:close/>
              </a:path>
            </a:pathLst>
          </a:custGeom>
          <a:solidFill>
            <a:srgbClr val="f4d9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791640" y="2712240"/>
            <a:ext cx="36720" cy="36720"/>
          </a:xfrm>
          <a:custGeom>
            <a:avLst/>
            <a:gdLst/>
            <a:ahLst/>
            <a:rect l="0" t="0" r="r" b="b"/>
            <a:pathLst>
              <a:path w="102" h="102">
                <a:moveTo>
                  <a:pt x="102" y="51"/>
                </a:moveTo>
                <a:cubicBezTo>
                  <a:pt x="102" y="57"/>
                  <a:pt x="101" y="64"/>
                  <a:pt x="98" y="70"/>
                </a:cubicBezTo>
                <a:cubicBezTo>
                  <a:pt x="96" y="76"/>
                  <a:pt x="92" y="82"/>
                  <a:pt x="87" y="86"/>
                </a:cubicBezTo>
                <a:cubicBezTo>
                  <a:pt x="83" y="91"/>
                  <a:pt x="77" y="96"/>
                  <a:pt x="70" y="98"/>
                </a:cubicBezTo>
                <a:cubicBezTo>
                  <a:pt x="64" y="101"/>
                  <a:pt x="57" y="102"/>
                  <a:pt x="50" y="102"/>
                </a:cubicBezTo>
                <a:cubicBezTo>
                  <a:pt x="44" y="102"/>
                  <a:pt x="37" y="101"/>
                  <a:pt x="31" y="98"/>
                </a:cubicBezTo>
                <a:cubicBezTo>
                  <a:pt x="25" y="96"/>
                  <a:pt x="19" y="91"/>
                  <a:pt x="15" y="86"/>
                </a:cubicBezTo>
                <a:cubicBezTo>
                  <a:pt x="10" y="82"/>
                  <a:pt x="6" y="76"/>
                  <a:pt x="4" y="70"/>
                </a:cubicBezTo>
                <a:cubicBezTo>
                  <a:pt x="1" y="64"/>
                  <a:pt x="0" y="57"/>
                  <a:pt x="0" y="51"/>
                </a:cubicBez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19"/>
                  <a:pt x="15" y="15"/>
                </a:cubicBezTo>
                <a:cubicBezTo>
                  <a:pt x="19" y="10"/>
                  <a:pt x="25" y="6"/>
                  <a:pt x="31" y="4"/>
                </a:cubicBezTo>
                <a:cubicBezTo>
                  <a:pt x="37" y="1"/>
                  <a:pt x="44" y="0"/>
                  <a:pt x="50" y="0"/>
                </a:cubicBezTo>
                <a:cubicBezTo>
                  <a:pt x="57" y="0"/>
                  <a:pt x="64" y="1"/>
                  <a:pt x="70" y="4"/>
                </a:cubicBezTo>
                <a:cubicBezTo>
                  <a:pt x="77" y="6"/>
                  <a:pt x="83" y="10"/>
                  <a:pt x="87" y="15"/>
                </a:cubicBezTo>
                <a:cubicBezTo>
                  <a:pt x="92" y="19"/>
                  <a:pt x="96" y="25"/>
                  <a:pt x="98" y="31"/>
                </a:cubicBezTo>
                <a:cubicBezTo>
                  <a:pt x="101" y="37"/>
                  <a:pt x="102" y="44"/>
                  <a:pt x="102" y="51"/>
                </a:cubicBezTo>
                <a:close/>
              </a:path>
            </a:pathLst>
          </a:custGeom>
          <a:solidFill>
            <a:srgbClr val="f4d9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599400" y="2675520"/>
            <a:ext cx="284040" cy="256320"/>
          </a:xfrm>
          <a:custGeom>
            <a:avLst/>
            <a:gdLst/>
            <a:ahLst/>
            <a:rect l="0" t="0" r="r" b="b"/>
            <a:pathLst>
              <a:path w="789" h="712">
                <a:moveTo>
                  <a:pt x="738" y="408"/>
                </a:moveTo>
                <a:lnTo>
                  <a:pt x="433" y="408"/>
                </a:lnTo>
                <a:cubicBezTo>
                  <a:pt x="426" y="408"/>
                  <a:pt x="420" y="406"/>
                  <a:pt x="414" y="404"/>
                </a:cubicBezTo>
                <a:cubicBezTo>
                  <a:pt x="407" y="401"/>
                  <a:pt x="402" y="397"/>
                  <a:pt x="397" y="393"/>
                </a:cubicBezTo>
                <a:cubicBezTo>
                  <a:pt x="392" y="388"/>
                  <a:pt x="389" y="382"/>
                  <a:pt x="386" y="376"/>
                </a:cubicBezTo>
                <a:cubicBezTo>
                  <a:pt x="384" y="370"/>
                  <a:pt x="382" y="363"/>
                  <a:pt x="382" y="357"/>
                </a:cubicBezTo>
                <a:lnTo>
                  <a:pt x="382" y="52"/>
                </a:lnTo>
                <a:cubicBezTo>
                  <a:pt x="382" y="45"/>
                  <a:pt x="384" y="39"/>
                  <a:pt x="386" y="32"/>
                </a:cubicBezTo>
                <a:cubicBezTo>
                  <a:pt x="389" y="25"/>
                  <a:pt x="392" y="20"/>
                  <a:pt x="397" y="15"/>
                </a:cubicBezTo>
                <a:cubicBezTo>
                  <a:pt x="402" y="10"/>
                  <a:pt x="407" y="7"/>
                  <a:pt x="414" y="4"/>
                </a:cubicBezTo>
                <a:cubicBezTo>
                  <a:pt x="420" y="1"/>
                  <a:pt x="426" y="0"/>
                  <a:pt x="433" y="0"/>
                </a:cubicBezTo>
                <a:lnTo>
                  <a:pt x="738" y="0"/>
                </a:lnTo>
                <a:cubicBezTo>
                  <a:pt x="745" y="0"/>
                  <a:pt x="751" y="1"/>
                  <a:pt x="757" y="4"/>
                </a:cubicBezTo>
                <a:cubicBezTo>
                  <a:pt x="764" y="7"/>
                  <a:pt x="769" y="10"/>
                  <a:pt x="774" y="15"/>
                </a:cubicBezTo>
                <a:cubicBezTo>
                  <a:pt x="779" y="20"/>
                  <a:pt x="782" y="25"/>
                  <a:pt x="785" y="32"/>
                </a:cubicBezTo>
                <a:cubicBezTo>
                  <a:pt x="787" y="39"/>
                  <a:pt x="789" y="45"/>
                  <a:pt x="789" y="52"/>
                </a:cubicBezTo>
                <a:lnTo>
                  <a:pt x="789" y="357"/>
                </a:lnTo>
                <a:cubicBezTo>
                  <a:pt x="789" y="363"/>
                  <a:pt x="787" y="370"/>
                  <a:pt x="785" y="376"/>
                </a:cubicBezTo>
                <a:cubicBezTo>
                  <a:pt x="782" y="382"/>
                  <a:pt x="779" y="388"/>
                  <a:pt x="774" y="393"/>
                </a:cubicBezTo>
                <a:cubicBezTo>
                  <a:pt x="769" y="397"/>
                  <a:pt x="764" y="401"/>
                  <a:pt x="757" y="404"/>
                </a:cubicBezTo>
                <a:cubicBezTo>
                  <a:pt x="751" y="406"/>
                  <a:pt x="745" y="408"/>
                  <a:pt x="738" y="408"/>
                </a:cubicBezTo>
                <a:moveTo>
                  <a:pt x="433" y="52"/>
                </a:moveTo>
                <a:lnTo>
                  <a:pt x="433" y="357"/>
                </a:lnTo>
                <a:lnTo>
                  <a:pt x="738" y="357"/>
                </a:lnTo>
                <a:lnTo>
                  <a:pt x="738" y="52"/>
                </a:lnTo>
                <a:lnTo>
                  <a:pt x="433" y="52"/>
                </a:lnTo>
                <a:moveTo>
                  <a:pt x="357" y="712"/>
                </a:moveTo>
                <a:lnTo>
                  <a:pt x="306" y="712"/>
                </a:lnTo>
                <a:lnTo>
                  <a:pt x="306" y="611"/>
                </a:lnTo>
                <a:cubicBezTo>
                  <a:pt x="306" y="601"/>
                  <a:pt x="304" y="591"/>
                  <a:pt x="300" y="581"/>
                </a:cubicBezTo>
                <a:cubicBezTo>
                  <a:pt x="296" y="572"/>
                  <a:pt x="290" y="564"/>
                  <a:pt x="283" y="556"/>
                </a:cubicBezTo>
                <a:cubicBezTo>
                  <a:pt x="276" y="549"/>
                  <a:pt x="268" y="544"/>
                  <a:pt x="258" y="540"/>
                </a:cubicBezTo>
                <a:cubicBezTo>
                  <a:pt x="249" y="536"/>
                  <a:pt x="239" y="534"/>
                  <a:pt x="229" y="535"/>
                </a:cubicBezTo>
                <a:lnTo>
                  <a:pt x="127" y="535"/>
                </a:lnTo>
                <a:cubicBezTo>
                  <a:pt x="117" y="534"/>
                  <a:pt x="107" y="536"/>
                  <a:pt x="98" y="540"/>
                </a:cubicBezTo>
                <a:cubicBezTo>
                  <a:pt x="89" y="544"/>
                  <a:pt x="80" y="549"/>
                  <a:pt x="73" y="556"/>
                </a:cubicBezTo>
                <a:cubicBezTo>
                  <a:pt x="66" y="564"/>
                  <a:pt x="60" y="572"/>
                  <a:pt x="57" y="581"/>
                </a:cubicBezTo>
                <a:cubicBezTo>
                  <a:pt x="53" y="591"/>
                  <a:pt x="51" y="601"/>
                  <a:pt x="51" y="611"/>
                </a:cubicBezTo>
                <a:lnTo>
                  <a:pt x="51" y="712"/>
                </a:lnTo>
                <a:lnTo>
                  <a:pt x="0" y="712"/>
                </a:lnTo>
                <a:lnTo>
                  <a:pt x="0" y="611"/>
                </a:lnTo>
                <a:cubicBezTo>
                  <a:pt x="0" y="594"/>
                  <a:pt x="3" y="578"/>
                  <a:pt x="10" y="562"/>
                </a:cubicBezTo>
                <a:cubicBezTo>
                  <a:pt x="16" y="546"/>
                  <a:pt x="25" y="533"/>
                  <a:pt x="37" y="521"/>
                </a:cubicBezTo>
                <a:cubicBezTo>
                  <a:pt x="49" y="509"/>
                  <a:pt x="63" y="499"/>
                  <a:pt x="79" y="493"/>
                </a:cubicBezTo>
                <a:cubicBezTo>
                  <a:pt x="94" y="487"/>
                  <a:pt x="110" y="484"/>
                  <a:pt x="127" y="484"/>
                </a:cubicBezTo>
                <a:lnTo>
                  <a:pt x="229" y="484"/>
                </a:lnTo>
                <a:cubicBezTo>
                  <a:pt x="246" y="484"/>
                  <a:pt x="262" y="487"/>
                  <a:pt x="278" y="493"/>
                </a:cubicBezTo>
                <a:cubicBezTo>
                  <a:pt x="293" y="499"/>
                  <a:pt x="308" y="509"/>
                  <a:pt x="320" y="521"/>
                </a:cubicBezTo>
                <a:cubicBezTo>
                  <a:pt x="332" y="533"/>
                  <a:pt x="341" y="546"/>
                  <a:pt x="348" y="562"/>
                </a:cubicBezTo>
                <a:cubicBezTo>
                  <a:pt x="354" y="578"/>
                  <a:pt x="357" y="594"/>
                  <a:pt x="357" y="611"/>
                </a:cubicBezTo>
                <a:lnTo>
                  <a:pt x="357" y="712"/>
                </a:lnTo>
                <a:moveTo>
                  <a:pt x="178" y="230"/>
                </a:moveTo>
                <a:cubicBezTo>
                  <a:pt x="188" y="230"/>
                  <a:pt x="198" y="232"/>
                  <a:pt x="207" y="236"/>
                </a:cubicBezTo>
                <a:cubicBezTo>
                  <a:pt x="217" y="239"/>
                  <a:pt x="225" y="245"/>
                  <a:pt x="232" y="252"/>
                </a:cubicBezTo>
                <a:cubicBezTo>
                  <a:pt x="239" y="259"/>
                  <a:pt x="245" y="267"/>
                  <a:pt x="249" y="277"/>
                </a:cubicBezTo>
                <a:cubicBezTo>
                  <a:pt x="252" y="286"/>
                  <a:pt x="254" y="296"/>
                  <a:pt x="254" y="306"/>
                </a:cubicBezTo>
                <a:cubicBezTo>
                  <a:pt x="254" y="316"/>
                  <a:pt x="252" y="326"/>
                  <a:pt x="249" y="335"/>
                </a:cubicBezTo>
                <a:cubicBezTo>
                  <a:pt x="245" y="344"/>
                  <a:pt x="239" y="353"/>
                  <a:pt x="232" y="360"/>
                </a:cubicBezTo>
                <a:cubicBezTo>
                  <a:pt x="225" y="367"/>
                  <a:pt x="217" y="372"/>
                  <a:pt x="207" y="376"/>
                </a:cubicBezTo>
                <a:cubicBezTo>
                  <a:pt x="198" y="380"/>
                  <a:pt x="188" y="382"/>
                  <a:pt x="178" y="382"/>
                </a:cubicBezTo>
                <a:cubicBezTo>
                  <a:pt x="168" y="382"/>
                  <a:pt x="158" y="380"/>
                  <a:pt x="149" y="376"/>
                </a:cubicBezTo>
                <a:cubicBezTo>
                  <a:pt x="140" y="372"/>
                  <a:pt x="131" y="367"/>
                  <a:pt x="124" y="360"/>
                </a:cubicBezTo>
                <a:cubicBezTo>
                  <a:pt x="117" y="353"/>
                  <a:pt x="112" y="344"/>
                  <a:pt x="108" y="335"/>
                </a:cubicBezTo>
                <a:cubicBezTo>
                  <a:pt x="104" y="326"/>
                  <a:pt x="102" y="316"/>
                  <a:pt x="102" y="306"/>
                </a:cubicBezTo>
                <a:cubicBezTo>
                  <a:pt x="102" y="296"/>
                  <a:pt x="104" y="286"/>
                  <a:pt x="108" y="277"/>
                </a:cubicBezTo>
                <a:cubicBezTo>
                  <a:pt x="112" y="267"/>
                  <a:pt x="117" y="259"/>
                  <a:pt x="124" y="252"/>
                </a:cubicBezTo>
                <a:cubicBezTo>
                  <a:pt x="131" y="245"/>
                  <a:pt x="140" y="239"/>
                  <a:pt x="149" y="236"/>
                </a:cubicBezTo>
                <a:cubicBezTo>
                  <a:pt x="158" y="232"/>
                  <a:pt x="168" y="230"/>
                  <a:pt x="178" y="230"/>
                </a:cubicBezTo>
                <a:moveTo>
                  <a:pt x="178" y="179"/>
                </a:moveTo>
                <a:cubicBezTo>
                  <a:pt x="161" y="179"/>
                  <a:pt x="145" y="182"/>
                  <a:pt x="130" y="189"/>
                </a:cubicBezTo>
                <a:cubicBezTo>
                  <a:pt x="114" y="195"/>
                  <a:pt x="100" y="204"/>
                  <a:pt x="88" y="216"/>
                </a:cubicBezTo>
                <a:cubicBezTo>
                  <a:pt x="76" y="228"/>
                  <a:pt x="67" y="242"/>
                  <a:pt x="61" y="257"/>
                </a:cubicBezTo>
                <a:cubicBezTo>
                  <a:pt x="54" y="273"/>
                  <a:pt x="51" y="289"/>
                  <a:pt x="51" y="306"/>
                </a:cubicBezTo>
                <a:cubicBezTo>
                  <a:pt x="51" y="323"/>
                  <a:pt x="54" y="339"/>
                  <a:pt x="61" y="355"/>
                </a:cubicBezTo>
                <a:cubicBezTo>
                  <a:pt x="67" y="370"/>
                  <a:pt x="76" y="384"/>
                  <a:pt x="88" y="396"/>
                </a:cubicBezTo>
                <a:cubicBezTo>
                  <a:pt x="100" y="408"/>
                  <a:pt x="114" y="417"/>
                  <a:pt x="130" y="423"/>
                </a:cubicBezTo>
                <a:cubicBezTo>
                  <a:pt x="145" y="430"/>
                  <a:pt x="161" y="433"/>
                  <a:pt x="178" y="433"/>
                </a:cubicBezTo>
                <a:cubicBezTo>
                  <a:pt x="195" y="433"/>
                  <a:pt x="211" y="430"/>
                  <a:pt x="227" y="423"/>
                </a:cubicBezTo>
                <a:cubicBezTo>
                  <a:pt x="242" y="417"/>
                  <a:pt x="256" y="408"/>
                  <a:pt x="268" y="396"/>
                </a:cubicBezTo>
                <a:cubicBezTo>
                  <a:pt x="280" y="384"/>
                  <a:pt x="289" y="370"/>
                  <a:pt x="295" y="355"/>
                </a:cubicBezTo>
                <a:cubicBezTo>
                  <a:pt x="302" y="339"/>
                  <a:pt x="306" y="323"/>
                  <a:pt x="306" y="306"/>
                </a:cubicBezTo>
                <a:cubicBezTo>
                  <a:pt x="306" y="289"/>
                  <a:pt x="302" y="273"/>
                  <a:pt x="295" y="257"/>
                </a:cubicBezTo>
                <a:cubicBezTo>
                  <a:pt x="289" y="242"/>
                  <a:pt x="280" y="228"/>
                  <a:pt x="268" y="216"/>
                </a:cubicBezTo>
                <a:cubicBezTo>
                  <a:pt x="256" y="204"/>
                  <a:pt x="242" y="195"/>
                  <a:pt x="227" y="189"/>
                </a:cubicBezTo>
                <a:cubicBezTo>
                  <a:pt x="211" y="182"/>
                  <a:pt x="195" y="179"/>
                  <a:pt x="178" y="179"/>
                </a:cubicBezTo>
                <a:close/>
              </a:path>
            </a:pathLst>
          </a:custGeom>
          <a:solidFill>
            <a:srgbClr val="f4d9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6283080" y="2129040"/>
            <a:ext cx="12016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aanbod uit ontsluit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949680" y="2729160"/>
            <a:ext cx="21967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EduID en identity provisioning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588600" y="3015000"/>
            <a:ext cx="27212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de student als persoon en deelnemer, van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588600" y="3205440"/>
            <a:ext cx="25030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aanmelding tot LMS en toegang; welke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3305160" y="2514240"/>
            <a:ext cx="2724480" cy="1334160"/>
          </a:xfrm>
          <a:custGeom>
            <a:avLst/>
            <a:gdLst/>
            <a:ahLst/>
            <a:rect l="0" t="0" r="r" b="b"/>
            <a:pathLst>
              <a:path w="7568" h="3706">
                <a:moveTo>
                  <a:pt x="0" y="0"/>
                </a:moveTo>
                <a:lnTo>
                  <a:pt x="7568" y="0"/>
                </a:lnTo>
                <a:lnTo>
                  <a:pt x="7568" y="3706"/>
                </a:lnTo>
                <a:lnTo>
                  <a:pt x="0" y="37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3305160" y="2514240"/>
            <a:ext cx="2724480" cy="38520"/>
          </a:xfrm>
          <a:custGeom>
            <a:avLst/>
            <a:gdLst/>
            <a:ahLst/>
            <a:rect l="0" t="0" r="r" b="b"/>
            <a:pathLst>
              <a:path w="7568" h="107">
                <a:moveTo>
                  <a:pt x="0" y="0"/>
                </a:moveTo>
                <a:lnTo>
                  <a:pt x="7568" y="0"/>
                </a:lnTo>
                <a:lnTo>
                  <a:pt x="756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f4d7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3305160" y="383832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6019560" y="2514240"/>
            <a:ext cx="10080" cy="1334160"/>
          </a:xfrm>
          <a:custGeom>
            <a:avLst/>
            <a:gdLst/>
            <a:ahLst/>
            <a:rect l="0" t="0" r="r" b="b"/>
            <a:pathLst>
              <a:path w="28" h="3706">
                <a:moveTo>
                  <a:pt x="0" y="106"/>
                </a:moveTo>
                <a:lnTo>
                  <a:pt x="0" y="3706"/>
                </a:lnTo>
                <a:lnTo>
                  <a:pt x="28" y="37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305160" y="2514240"/>
            <a:ext cx="9720" cy="1334160"/>
          </a:xfrm>
          <a:custGeom>
            <a:avLst/>
            <a:gdLst/>
            <a:ahLst/>
            <a:rect l="0" t="0" r="r" b="b"/>
            <a:pathLst>
              <a:path w="27" h="3706">
                <a:moveTo>
                  <a:pt x="0" y="0"/>
                </a:moveTo>
                <a:lnTo>
                  <a:pt x="0" y="3706"/>
                </a:lnTo>
                <a:lnTo>
                  <a:pt x="27" y="370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462840" y="2681640"/>
            <a:ext cx="244080" cy="244080"/>
          </a:xfrm>
          <a:custGeom>
            <a:avLst/>
            <a:gdLst/>
            <a:ahLst/>
            <a:rect l="0" t="0" r="r" b="b"/>
            <a:pathLst>
              <a:path w="678" h="678">
                <a:moveTo>
                  <a:pt x="678" y="543"/>
                </a:moveTo>
                <a:lnTo>
                  <a:pt x="678" y="678"/>
                </a:lnTo>
                <a:lnTo>
                  <a:pt x="543" y="678"/>
                </a:lnTo>
                <a:lnTo>
                  <a:pt x="543" y="577"/>
                </a:lnTo>
                <a:lnTo>
                  <a:pt x="441" y="577"/>
                </a:lnTo>
                <a:lnTo>
                  <a:pt x="441" y="475"/>
                </a:lnTo>
                <a:lnTo>
                  <a:pt x="339" y="475"/>
                </a:lnTo>
                <a:lnTo>
                  <a:pt x="263" y="399"/>
                </a:lnTo>
                <a:cubicBezTo>
                  <a:pt x="244" y="404"/>
                  <a:pt x="225" y="407"/>
                  <a:pt x="204" y="407"/>
                </a:cubicBezTo>
                <a:cubicBezTo>
                  <a:pt x="190" y="407"/>
                  <a:pt x="176" y="406"/>
                  <a:pt x="163" y="404"/>
                </a:cubicBezTo>
                <a:cubicBezTo>
                  <a:pt x="150" y="401"/>
                  <a:pt x="137" y="397"/>
                  <a:pt x="125" y="392"/>
                </a:cubicBezTo>
                <a:cubicBezTo>
                  <a:pt x="113" y="387"/>
                  <a:pt x="101" y="381"/>
                  <a:pt x="90" y="373"/>
                </a:cubicBezTo>
                <a:cubicBezTo>
                  <a:pt x="79" y="366"/>
                  <a:pt x="69" y="357"/>
                  <a:pt x="59" y="348"/>
                </a:cubicBezTo>
                <a:cubicBezTo>
                  <a:pt x="50" y="339"/>
                  <a:pt x="41" y="327"/>
                  <a:pt x="34" y="316"/>
                </a:cubicBezTo>
                <a:cubicBezTo>
                  <a:pt x="27" y="305"/>
                  <a:pt x="20" y="293"/>
                  <a:pt x="15" y="281"/>
                </a:cubicBezTo>
                <a:cubicBezTo>
                  <a:pt x="10" y="269"/>
                  <a:pt x="6" y="256"/>
                  <a:pt x="4" y="243"/>
                </a:cubicBezTo>
                <a:cubicBezTo>
                  <a:pt x="1" y="230"/>
                  <a:pt x="0" y="217"/>
                  <a:pt x="0" y="203"/>
                </a:cubicBezTo>
                <a:cubicBezTo>
                  <a:pt x="0" y="190"/>
                  <a:pt x="1" y="177"/>
                  <a:pt x="4" y="164"/>
                </a:cubicBezTo>
                <a:cubicBezTo>
                  <a:pt x="6" y="151"/>
                  <a:pt x="10" y="138"/>
                  <a:pt x="15" y="126"/>
                </a:cubicBezTo>
                <a:cubicBezTo>
                  <a:pt x="20" y="113"/>
                  <a:pt x="27" y="102"/>
                  <a:pt x="34" y="90"/>
                </a:cubicBezTo>
                <a:cubicBezTo>
                  <a:pt x="41" y="79"/>
                  <a:pt x="50" y="69"/>
                  <a:pt x="59" y="60"/>
                </a:cubicBezTo>
                <a:cubicBezTo>
                  <a:pt x="69" y="50"/>
                  <a:pt x="79" y="42"/>
                  <a:pt x="90" y="34"/>
                </a:cubicBezTo>
                <a:cubicBezTo>
                  <a:pt x="101" y="27"/>
                  <a:pt x="113" y="21"/>
                  <a:pt x="125" y="16"/>
                </a:cubicBezTo>
                <a:cubicBezTo>
                  <a:pt x="137" y="10"/>
                  <a:pt x="150" y="7"/>
                  <a:pt x="163" y="4"/>
                </a:cubicBezTo>
                <a:cubicBezTo>
                  <a:pt x="176" y="1"/>
                  <a:pt x="190" y="0"/>
                  <a:pt x="204" y="0"/>
                </a:cubicBezTo>
                <a:cubicBezTo>
                  <a:pt x="217" y="0"/>
                  <a:pt x="230" y="1"/>
                  <a:pt x="244" y="4"/>
                </a:cubicBezTo>
                <a:cubicBezTo>
                  <a:pt x="257" y="7"/>
                  <a:pt x="269" y="10"/>
                  <a:pt x="282" y="16"/>
                </a:cubicBezTo>
                <a:cubicBezTo>
                  <a:pt x="294" y="21"/>
                  <a:pt x="306" y="27"/>
                  <a:pt x="317" y="34"/>
                </a:cubicBezTo>
                <a:cubicBezTo>
                  <a:pt x="328" y="42"/>
                  <a:pt x="338" y="50"/>
                  <a:pt x="348" y="60"/>
                </a:cubicBezTo>
                <a:cubicBezTo>
                  <a:pt x="357" y="69"/>
                  <a:pt x="365" y="79"/>
                  <a:pt x="373" y="90"/>
                </a:cubicBezTo>
                <a:cubicBezTo>
                  <a:pt x="380" y="102"/>
                  <a:pt x="386" y="113"/>
                  <a:pt x="392" y="126"/>
                </a:cubicBezTo>
                <a:cubicBezTo>
                  <a:pt x="397" y="138"/>
                  <a:pt x="401" y="151"/>
                  <a:pt x="403" y="164"/>
                </a:cubicBezTo>
                <a:cubicBezTo>
                  <a:pt x="406" y="177"/>
                  <a:pt x="407" y="190"/>
                  <a:pt x="407" y="203"/>
                </a:cubicBezTo>
                <a:cubicBezTo>
                  <a:pt x="407" y="224"/>
                  <a:pt x="404" y="244"/>
                  <a:pt x="398" y="262"/>
                </a:cubicBezTo>
                <a:lnTo>
                  <a:pt x="678" y="543"/>
                </a:lnTo>
                <a:moveTo>
                  <a:pt x="169" y="102"/>
                </a:moveTo>
                <a:cubicBezTo>
                  <a:pt x="160" y="102"/>
                  <a:pt x="151" y="103"/>
                  <a:pt x="143" y="107"/>
                </a:cubicBezTo>
                <a:cubicBezTo>
                  <a:pt x="135" y="110"/>
                  <a:pt x="127" y="115"/>
                  <a:pt x="121" y="122"/>
                </a:cubicBezTo>
                <a:cubicBezTo>
                  <a:pt x="115" y="128"/>
                  <a:pt x="110" y="135"/>
                  <a:pt x="106" y="144"/>
                </a:cubicBezTo>
                <a:cubicBezTo>
                  <a:pt x="103" y="152"/>
                  <a:pt x="101" y="160"/>
                  <a:pt x="101" y="169"/>
                </a:cubicBezTo>
                <a:cubicBezTo>
                  <a:pt x="101" y="178"/>
                  <a:pt x="103" y="187"/>
                  <a:pt x="106" y="195"/>
                </a:cubicBezTo>
                <a:cubicBezTo>
                  <a:pt x="110" y="204"/>
                  <a:pt x="115" y="211"/>
                  <a:pt x="121" y="217"/>
                </a:cubicBezTo>
                <a:cubicBezTo>
                  <a:pt x="127" y="224"/>
                  <a:pt x="135" y="229"/>
                  <a:pt x="143" y="232"/>
                </a:cubicBezTo>
                <a:cubicBezTo>
                  <a:pt x="151" y="235"/>
                  <a:pt x="160" y="237"/>
                  <a:pt x="169" y="237"/>
                </a:cubicBezTo>
                <a:cubicBezTo>
                  <a:pt x="178" y="237"/>
                  <a:pt x="187" y="235"/>
                  <a:pt x="195" y="232"/>
                </a:cubicBezTo>
                <a:cubicBezTo>
                  <a:pt x="204" y="229"/>
                  <a:pt x="212" y="224"/>
                  <a:pt x="218" y="217"/>
                </a:cubicBezTo>
                <a:cubicBezTo>
                  <a:pt x="224" y="211"/>
                  <a:pt x="229" y="204"/>
                  <a:pt x="233" y="195"/>
                </a:cubicBezTo>
                <a:cubicBezTo>
                  <a:pt x="236" y="187"/>
                  <a:pt x="238" y="178"/>
                  <a:pt x="238" y="169"/>
                </a:cubicBezTo>
                <a:cubicBezTo>
                  <a:pt x="238" y="160"/>
                  <a:pt x="236" y="152"/>
                  <a:pt x="233" y="144"/>
                </a:cubicBezTo>
                <a:cubicBezTo>
                  <a:pt x="229" y="135"/>
                  <a:pt x="224" y="128"/>
                  <a:pt x="218" y="122"/>
                </a:cubicBezTo>
                <a:cubicBezTo>
                  <a:pt x="212" y="115"/>
                  <a:pt x="204" y="110"/>
                  <a:pt x="195" y="107"/>
                </a:cubicBezTo>
                <a:cubicBezTo>
                  <a:pt x="187" y="103"/>
                  <a:pt x="178" y="102"/>
                  <a:pt x="169" y="102"/>
                </a:cubicBezTo>
                <a:close/>
              </a:path>
            </a:pathLst>
          </a:custGeom>
          <a:solidFill>
            <a:srgbClr val="f4d7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588600" y="3386520"/>
            <a:ext cx="13996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voorziening is leidend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3796920" y="2729160"/>
            <a:ext cx="11390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Leeruitkomsten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3435840" y="3015000"/>
            <a:ext cx="25855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de sleutel waar speciﬁcaties, toetsen 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3435840" y="3205440"/>
            <a:ext cx="19011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resultaten naar verwijzen; als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3435840" y="3386520"/>
            <a:ext cx="27043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gestandaardiseerde sleutel over de pijlers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6153120" y="2514240"/>
            <a:ext cx="2724480" cy="1334160"/>
          </a:xfrm>
          <a:custGeom>
            <a:avLst/>
            <a:gdLst/>
            <a:ahLst/>
            <a:rect l="0" t="0" r="r" b="b"/>
            <a:pathLst>
              <a:path w="7568" h="3706">
                <a:moveTo>
                  <a:pt x="0" y="0"/>
                </a:moveTo>
                <a:lnTo>
                  <a:pt x="7568" y="0"/>
                </a:lnTo>
                <a:lnTo>
                  <a:pt x="7568" y="3706"/>
                </a:lnTo>
                <a:lnTo>
                  <a:pt x="0" y="37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6153120" y="2514240"/>
            <a:ext cx="2724480" cy="38520"/>
          </a:xfrm>
          <a:custGeom>
            <a:avLst/>
            <a:gdLst/>
            <a:ahLst/>
            <a:rect l="0" t="0" r="r" b="b"/>
            <a:pathLst>
              <a:path w="7568" h="107">
                <a:moveTo>
                  <a:pt x="0" y="0"/>
                </a:moveTo>
                <a:lnTo>
                  <a:pt x="7568" y="0"/>
                </a:lnTo>
                <a:lnTo>
                  <a:pt x="756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6153120" y="383832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8867520" y="2514240"/>
            <a:ext cx="10080" cy="1334160"/>
          </a:xfrm>
          <a:custGeom>
            <a:avLst/>
            <a:gdLst/>
            <a:ahLst/>
            <a:rect l="0" t="0" r="r" b="b"/>
            <a:pathLst>
              <a:path w="28" h="3706">
                <a:moveTo>
                  <a:pt x="0" y="106"/>
                </a:moveTo>
                <a:lnTo>
                  <a:pt x="0" y="3706"/>
                </a:lnTo>
                <a:lnTo>
                  <a:pt x="28" y="37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6153120" y="2514240"/>
            <a:ext cx="9720" cy="1334160"/>
          </a:xfrm>
          <a:custGeom>
            <a:avLst/>
            <a:gdLst/>
            <a:ahLst/>
            <a:rect l="0" t="0" r="r" b="b"/>
            <a:pathLst>
              <a:path w="27" h="3706">
                <a:moveTo>
                  <a:pt x="0" y="0"/>
                </a:moveTo>
                <a:lnTo>
                  <a:pt x="0" y="3706"/>
                </a:lnTo>
                <a:lnTo>
                  <a:pt x="27" y="370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6304680" y="2675520"/>
            <a:ext cx="256320" cy="256320"/>
          </a:xfrm>
          <a:custGeom>
            <a:avLst/>
            <a:gdLst/>
            <a:ahLst/>
            <a:rect l="0" t="0" r="r" b="b"/>
            <a:pathLst>
              <a:path w="712" h="712">
                <a:moveTo>
                  <a:pt x="636" y="433"/>
                </a:moveTo>
                <a:cubicBezTo>
                  <a:pt x="678" y="433"/>
                  <a:pt x="712" y="399"/>
                  <a:pt x="712" y="357"/>
                </a:cubicBezTo>
                <a:cubicBezTo>
                  <a:pt x="712" y="315"/>
                  <a:pt x="678" y="281"/>
                  <a:pt x="636" y="281"/>
                </a:cubicBezTo>
                <a:cubicBezTo>
                  <a:pt x="620" y="281"/>
                  <a:pt x="604" y="285"/>
                  <a:pt x="591" y="295"/>
                </a:cubicBezTo>
                <a:cubicBezTo>
                  <a:pt x="578" y="304"/>
                  <a:pt x="569" y="316"/>
                  <a:pt x="563" y="331"/>
                </a:cubicBezTo>
                <a:lnTo>
                  <a:pt x="417" y="331"/>
                </a:lnTo>
                <a:lnTo>
                  <a:pt x="602" y="146"/>
                </a:lnTo>
                <a:cubicBezTo>
                  <a:pt x="612" y="151"/>
                  <a:pt x="624" y="154"/>
                  <a:pt x="636" y="154"/>
                </a:cubicBezTo>
                <a:cubicBezTo>
                  <a:pt x="678" y="154"/>
                  <a:pt x="712" y="119"/>
                  <a:pt x="712" y="77"/>
                </a:cubicBezTo>
                <a:cubicBezTo>
                  <a:pt x="712" y="35"/>
                  <a:pt x="678" y="0"/>
                  <a:pt x="636" y="0"/>
                </a:cubicBezTo>
                <a:cubicBezTo>
                  <a:pt x="593" y="0"/>
                  <a:pt x="559" y="35"/>
                  <a:pt x="559" y="77"/>
                </a:cubicBezTo>
                <a:cubicBezTo>
                  <a:pt x="559" y="89"/>
                  <a:pt x="561" y="100"/>
                  <a:pt x="566" y="110"/>
                </a:cubicBezTo>
                <a:lnTo>
                  <a:pt x="355" y="321"/>
                </a:lnTo>
                <a:lnTo>
                  <a:pt x="355" y="154"/>
                </a:lnTo>
                <a:cubicBezTo>
                  <a:pt x="355" y="126"/>
                  <a:pt x="378" y="103"/>
                  <a:pt x="406" y="103"/>
                </a:cubicBezTo>
                <a:lnTo>
                  <a:pt x="457" y="103"/>
                </a:lnTo>
                <a:lnTo>
                  <a:pt x="457" y="52"/>
                </a:lnTo>
                <a:lnTo>
                  <a:pt x="406" y="52"/>
                </a:lnTo>
                <a:cubicBezTo>
                  <a:pt x="376" y="52"/>
                  <a:pt x="349" y="66"/>
                  <a:pt x="330" y="87"/>
                </a:cubicBezTo>
                <a:cubicBezTo>
                  <a:pt x="310" y="64"/>
                  <a:pt x="285" y="52"/>
                  <a:pt x="254" y="52"/>
                </a:cubicBezTo>
                <a:lnTo>
                  <a:pt x="228" y="52"/>
                </a:lnTo>
                <a:cubicBezTo>
                  <a:pt x="102" y="52"/>
                  <a:pt x="0" y="155"/>
                  <a:pt x="0" y="281"/>
                </a:cubicBezTo>
                <a:lnTo>
                  <a:pt x="0" y="433"/>
                </a:lnTo>
                <a:cubicBezTo>
                  <a:pt x="0" y="559"/>
                  <a:pt x="102" y="662"/>
                  <a:pt x="228" y="662"/>
                </a:cubicBezTo>
                <a:lnTo>
                  <a:pt x="254" y="662"/>
                </a:lnTo>
                <a:cubicBezTo>
                  <a:pt x="284" y="662"/>
                  <a:pt x="311" y="648"/>
                  <a:pt x="330" y="626"/>
                </a:cubicBezTo>
                <a:cubicBezTo>
                  <a:pt x="349" y="648"/>
                  <a:pt x="376" y="662"/>
                  <a:pt x="406" y="662"/>
                </a:cubicBezTo>
                <a:lnTo>
                  <a:pt x="457" y="662"/>
                </a:lnTo>
                <a:lnTo>
                  <a:pt x="457" y="611"/>
                </a:lnTo>
                <a:lnTo>
                  <a:pt x="406" y="611"/>
                </a:lnTo>
                <a:cubicBezTo>
                  <a:pt x="378" y="611"/>
                  <a:pt x="355" y="588"/>
                  <a:pt x="355" y="560"/>
                </a:cubicBezTo>
                <a:lnTo>
                  <a:pt x="355" y="393"/>
                </a:lnTo>
                <a:lnTo>
                  <a:pt x="566" y="604"/>
                </a:lnTo>
                <a:cubicBezTo>
                  <a:pt x="561" y="613"/>
                  <a:pt x="559" y="624"/>
                  <a:pt x="559" y="636"/>
                </a:cubicBezTo>
                <a:cubicBezTo>
                  <a:pt x="559" y="678"/>
                  <a:pt x="593" y="712"/>
                  <a:pt x="636" y="712"/>
                </a:cubicBezTo>
                <a:cubicBezTo>
                  <a:pt x="678" y="712"/>
                  <a:pt x="712" y="678"/>
                  <a:pt x="712" y="636"/>
                </a:cubicBezTo>
                <a:cubicBezTo>
                  <a:pt x="712" y="594"/>
                  <a:pt x="678" y="560"/>
                  <a:pt x="636" y="560"/>
                </a:cubicBezTo>
                <a:cubicBezTo>
                  <a:pt x="624" y="560"/>
                  <a:pt x="612" y="563"/>
                  <a:pt x="602" y="568"/>
                </a:cubicBezTo>
                <a:lnTo>
                  <a:pt x="417" y="382"/>
                </a:lnTo>
                <a:lnTo>
                  <a:pt x="563" y="382"/>
                </a:lnTo>
                <a:cubicBezTo>
                  <a:pt x="569" y="397"/>
                  <a:pt x="578" y="410"/>
                  <a:pt x="591" y="419"/>
                </a:cubicBezTo>
                <a:cubicBezTo>
                  <a:pt x="604" y="428"/>
                  <a:pt x="620" y="433"/>
                  <a:pt x="636" y="433"/>
                </a:cubicBezTo>
                <a:moveTo>
                  <a:pt x="636" y="331"/>
                </a:moveTo>
                <a:cubicBezTo>
                  <a:pt x="643" y="331"/>
                  <a:pt x="649" y="334"/>
                  <a:pt x="654" y="339"/>
                </a:cubicBezTo>
                <a:cubicBezTo>
                  <a:pt x="659" y="344"/>
                  <a:pt x="661" y="350"/>
                  <a:pt x="661" y="357"/>
                </a:cubicBezTo>
                <a:cubicBezTo>
                  <a:pt x="661" y="364"/>
                  <a:pt x="659" y="370"/>
                  <a:pt x="654" y="375"/>
                </a:cubicBezTo>
                <a:cubicBezTo>
                  <a:pt x="649" y="380"/>
                  <a:pt x="643" y="382"/>
                  <a:pt x="636" y="382"/>
                </a:cubicBezTo>
                <a:cubicBezTo>
                  <a:pt x="629" y="382"/>
                  <a:pt x="623" y="380"/>
                  <a:pt x="617" y="375"/>
                </a:cubicBezTo>
                <a:cubicBezTo>
                  <a:pt x="612" y="370"/>
                  <a:pt x="609" y="364"/>
                  <a:pt x="609" y="357"/>
                </a:cubicBezTo>
                <a:cubicBezTo>
                  <a:pt x="609" y="350"/>
                  <a:pt x="612" y="344"/>
                  <a:pt x="617" y="339"/>
                </a:cubicBezTo>
                <a:cubicBezTo>
                  <a:pt x="623" y="334"/>
                  <a:pt x="629" y="331"/>
                  <a:pt x="636" y="331"/>
                </a:cubicBezTo>
                <a:moveTo>
                  <a:pt x="636" y="52"/>
                </a:moveTo>
                <a:cubicBezTo>
                  <a:pt x="643" y="52"/>
                  <a:pt x="648" y="55"/>
                  <a:pt x="653" y="60"/>
                </a:cubicBezTo>
                <a:cubicBezTo>
                  <a:pt x="658" y="65"/>
                  <a:pt x="660" y="71"/>
                  <a:pt x="660" y="77"/>
                </a:cubicBezTo>
                <a:cubicBezTo>
                  <a:pt x="660" y="84"/>
                  <a:pt x="658" y="90"/>
                  <a:pt x="653" y="95"/>
                </a:cubicBezTo>
                <a:cubicBezTo>
                  <a:pt x="648" y="100"/>
                  <a:pt x="643" y="102"/>
                  <a:pt x="636" y="103"/>
                </a:cubicBezTo>
                <a:cubicBezTo>
                  <a:pt x="629" y="103"/>
                  <a:pt x="623" y="100"/>
                  <a:pt x="617" y="95"/>
                </a:cubicBezTo>
                <a:cubicBezTo>
                  <a:pt x="612" y="90"/>
                  <a:pt x="609" y="84"/>
                  <a:pt x="609" y="77"/>
                </a:cubicBezTo>
                <a:cubicBezTo>
                  <a:pt x="609" y="70"/>
                  <a:pt x="612" y="64"/>
                  <a:pt x="617" y="59"/>
                </a:cubicBezTo>
                <a:cubicBezTo>
                  <a:pt x="623" y="54"/>
                  <a:pt x="629" y="52"/>
                  <a:pt x="636" y="52"/>
                </a:cubicBezTo>
                <a:moveTo>
                  <a:pt x="305" y="255"/>
                </a:moveTo>
                <a:lnTo>
                  <a:pt x="254" y="255"/>
                </a:lnTo>
                <a:lnTo>
                  <a:pt x="254" y="306"/>
                </a:lnTo>
                <a:lnTo>
                  <a:pt x="305" y="306"/>
                </a:lnTo>
                <a:lnTo>
                  <a:pt x="305" y="408"/>
                </a:lnTo>
                <a:lnTo>
                  <a:pt x="254" y="408"/>
                </a:lnTo>
                <a:cubicBezTo>
                  <a:pt x="212" y="408"/>
                  <a:pt x="178" y="442"/>
                  <a:pt x="178" y="484"/>
                </a:cubicBezTo>
                <a:lnTo>
                  <a:pt x="178" y="535"/>
                </a:lnTo>
                <a:lnTo>
                  <a:pt x="228" y="535"/>
                </a:lnTo>
                <a:lnTo>
                  <a:pt x="228" y="484"/>
                </a:lnTo>
                <a:cubicBezTo>
                  <a:pt x="228" y="477"/>
                  <a:pt x="231" y="471"/>
                  <a:pt x="236" y="466"/>
                </a:cubicBezTo>
                <a:cubicBezTo>
                  <a:pt x="241" y="461"/>
                  <a:pt x="247" y="458"/>
                  <a:pt x="254" y="458"/>
                </a:cubicBezTo>
                <a:lnTo>
                  <a:pt x="305" y="458"/>
                </a:lnTo>
                <a:lnTo>
                  <a:pt x="305" y="560"/>
                </a:lnTo>
                <a:cubicBezTo>
                  <a:pt x="305" y="588"/>
                  <a:pt x="282" y="611"/>
                  <a:pt x="254" y="611"/>
                </a:cubicBezTo>
                <a:lnTo>
                  <a:pt x="228" y="611"/>
                </a:lnTo>
                <a:cubicBezTo>
                  <a:pt x="139" y="611"/>
                  <a:pt x="65" y="544"/>
                  <a:pt x="53" y="458"/>
                </a:cubicBezTo>
                <a:lnTo>
                  <a:pt x="101" y="458"/>
                </a:lnTo>
                <a:lnTo>
                  <a:pt x="101" y="408"/>
                </a:lnTo>
                <a:lnTo>
                  <a:pt x="51" y="408"/>
                </a:lnTo>
                <a:lnTo>
                  <a:pt x="51" y="306"/>
                </a:lnTo>
                <a:lnTo>
                  <a:pt x="127" y="306"/>
                </a:lnTo>
                <a:cubicBezTo>
                  <a:pt x="169" y="306"/>
                  <a:pt x="203" y="272"/>
                  <a:pt x="203" y="230"/>
                </a:cubicBezTo>
                <a:lnTo>
                  <a:pt x="203" y="179"/>
                </a:lnTo>
                <a:lnTo>
                  <a:pt x="152" y="179"/>
                </a:lnTo>
                <a:lnTo>
                  <a:pt x="152" y="230"/>
                </a:lnTo>
                <a:cubicBezTo>
                  <a:pt x="152" y="237"/>
                  <a:pt x="150" y="243"/>
                  <a:pt x="145" y="248"/>
                </a:cubicBezTo>
                <a:cubicBezTo>
                  <a:pt x="140" y="253"/>
                  <a:pt x="134" y="255"/>
                  <a:pt x="127" y="255"/>
                </a:cubicBezTo>
                <a:lnTo>
                  <a:pt x="53" y="255"/>
                </a:lnTo>
                <a:cubicBezTo>
                  <a:pt x="65" y="169"/>
                  <a:pt x="139" y="103"/>
                  <a:pt x="228" y="103"/>
                </a:cubicBezTo>
                <a:lnTo>
                  <a:pt x="254" y="103"/>
                </a:lnTo>
                <a:cubicBezTo>
                  <a:pt x="282" y="103"/>
                  <a:pt x="305" y="126"/>
                  <a:pt x="305" y="154"/>
                </a:cubicBezTo>
                <a:lnTo>
                  <a:pt x="305" y="255"/>
                </a:lnTo>
                <a:moveTo>
                  <a:pt x="661" y="636"/>
                </a:moveTo>
                <a:cubicBezTo>
                  <a:pt x="661" y="643"/>
                  <a:pt x="658" y="649"/>
                  <a:pt x="653" y="653"/>
                </a:cubicBezTo>
                <a:cubicBezTo>
                  <a:pt x="648" y="658"/>
                  <a:pt x="643" y="660"/>
                  <a:pt x="636" y="660"/>
                </a:cubicBezTo>
                <a:cubicBezTo>
                  <a:pt x="629" y="660"/>
                  <a:pt x="623" y="658"/>
                  <a:pt x="617" y="653"/>
                </a:cubicBezTo>
                <a:cubicBezTo>
                  <a:pt x="612" y="649"/>
                  <a:pt x="610" y="643"/>
                  <a:pt x="609" y="636"/>
                </a:cubicBezTo>
                <a:cubicBezTo>
                  <a:pt x="609" y="622"/>
                  <a:pt x="622" y="611"/>
                  <a:pt x="636" y="611"/>
                </a:cubicBezTo>
                <a:cubicBezTo>
                  <a:pt x="650" y="611"/>
                  <a:pt x="661" y="622"/>
                  <a:pt x="661" y="636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3435840" y="3576960"/>
            <a:ext cx="3207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heen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6644160" y="2729160"/>
            <a:ext cx="1468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AI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6283080" y="3015000"/>
            <a:ext cx="25045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hoe AI in de keten landt; documentatie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456840" y="3981240"/>
            <a:ext cx="4115160" cy="829080"/>
          </a:xfrm>
          <a:custGeom>
            <a:avLst/>
            <a:gdLst/>
            <a:ahLst/>
            <a:rect l="0" t="0" r="r" b="b"/>
            <a:pathLst>
              <a:path w="11431" h="2303">
                <a:moveTo>
                  <a:pt x="0" y="0"/>
                </a:moveTo>
                <a:lnTo>
                  <a:pt x="11431" y="0"/>
                </a:lnTo>
                <a:lnTo>
                  <a:pt x="11431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456840" y="398124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456840" y="480024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4562280" y="3981240"/>
            <a:ext cx="9720" cy="829080"/>
          </a:xfrm>
          <a:custGeom>
            <a:avLst/>
            <a:gdLst/>
            <a:ahLst/>
            <a:rect l="0" t="0" r="r" b="b"/>
            <a:pathLst>
              <a:path w="27" h="2303">
                <a:moveTo>
                  <a:pt x="0" y="106"/>
                </a:moveTo>
                <a:lnTo>
                  <a:pt x="0" y="2303"/>
                </a:lnTo>
                <a:lnTo>
                  <a:pt x="27" y="2303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456840" y="398124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0"/>
                </a:moveTo>
                <a:lnTo>
                  <a:pt x="0" y="2303"/>
                </a:lnTo>
                <a:lnTo>
                  <a:pt x="28" y="230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613440" y="4118760"/>
            <a:ext cx="192600" cy="192240"/>
          </a:xfrm>
          <a:custGeom>
            <a:avLst/>
            <a:gdLst/>
            <a:ahLst/>
            <a:rect l="0" t="0" r="r" b="b"/>
            <a:pathLst>
              <a:path w="535" h="534">
                <a:moveTo>
                  <a:pt x="497" y="0"/>
                </a:moveTo>
                <a:lnTo>
                  <a:pt x="268" y="0"/>
                </a:lnTo>
                <a:cubicBezTo>
                  <a:pt x="263" y="0"/>
                  <a:pt x="258" y="1"/>
                  <a:pt x="253" y="3"/>
                </a:cubicBezTo>
                <a:cubicBezTo>
                  <a:pt x="249" y="5"/>
                  <a:pt x="245" y="8"/>
                  <a:pt x="241" y="11"/>
                </a:cubicBezTo>
                <a:cubicBezTo>
                  <a:pt x="238" y="15"/>
                  <a:pt x="235" y="20"/>
                  <a:pt x="233" y="25"/>
                </a:cubicBezTo>
                <a:cubicBezTo>
                  <a:pt x="231" y="29"/>
                  <a:pt x="230" y="34"/>
                  <a:pt x="230" y="39"/>
                </a:cubicBezTo>
                <a:lnTo>
                  <a:pt x="230" y="230"/>
                </a:lnTo>
                <a:lnTo>
                  <a:pt x="39" y="230"/>
                </a:lnTo>
                <a:cubicBezTo>
                  <a:pt x="33" y="230"/>
                  <a:pt x="29" y="231"/>
                  <a:pt x="24" y="233"/>
                </a:cubicBezTo>
                <a:cubicBezTo>
                  <a:pt x="19" y="234"/>
                  <a:pt x="15" y="237"/>
                  <a:pt x="12" y="241"/>
                </a:cubicBezTo>
                <a:cubicBezTo>
                  <a:pt x="8" y="244"/>
                  <a:pt x="5" y="248"/>
                  <a:pt x="3" y="253"/>
                </a:cubicBezTo>
                <a:cubicBezTo>
                  <a:pt x="1" y="258"/>
                  <a:pt x="0" y="263"/>
                  <a:pt x="0" y="268"/>
                </a:cubicBezTo>
                <a:lnTo>
                  <a:pt x="0" y="534"/>
                </a:lnTo>
                <a:lnTo>
                  <a:pt x="535" y="534"/>
                </a:lnTo>
                <a:lnTo>
                  <a:pt x="535" y="39"/>
                </a:lnTo>
                <a:cubicBezTo>
                  <a:pt x="535" y="34"/>
                  <a:pt x="534" y="29"/>
                  <a:pt x="532" y="25"/>
                </a:cubicBezTo>
                <a:cubicBezTo>
                  <a:pt x="530" y="20"/>
                  <a:pt x="527" y="15"/>
                  <a:pt x="524" y="11"/>
                </a:cubicBezTo>
                <a:cubicBezTo>
                  <a:pt x="520" y="8"/>
                  <a:pt x="516" y="5"/>
                  <a:pt x="511" y="3"/>
                </a:cubicBezTo>
                <a:cubicBezTo>
                  <a:pt x="506" y="1"/>
                  <a:pt x="502" y="0"/>
                  <a:pt x="497" y="0"/>
                </a:cubicBezTo>
                <a:moveTo>
                  <a:pt x="134" y="496"/>
                </a:moveTo>
                <a:lnTo>
                  <a:pt x="134" y="363"/>
                </a:lnTo>
                <a:lnTo>
                  <a:pt x="211" y="363"/>
                </a:lnTo>
                <a:lnTo>
                  <a:pt x="211" y="496"/>
                </a:lnTo>
                <a:lnTo>
                  <a:pt x="134" y="496"/>
                </a:lnTo>
                <a:moveTo>
                  <a:pt x="497" y="496"/>
                </a:moveTo>
                <a:lnTo>
                  <a:pt x="249" y="496"/>
                </a:lnTo>
                <a:lnTo>
                  <a:pt x="249" y="344"/>
                </a:lnTo>
                <a:cubicBezTo>
                  <a:pt x="249" y="339"/>
                  <a:pt x="247" y="334"/>
                  <a:pt x="243" y="330"/>
                </a:cubicBezTo>
                <a:cubicBezTo>
                  <a:pt x="240" y="327"/>
                  <a:pt x="235" y="325"/>
                  <a:pt x="230" y="325"/>
                </a:cubicBezTo>
                <a:lnTo>
                  <a:pt x="115" y="325"/>
                </a:lnTo>
                <a:cubicBezTo>
                  <a:pt x="109" y="325"/>
                  <a:pt x="105" y="327"/>
                  <a:pt x="101" y="330"/>
                </a:cubicBezTo>
                <a:cubicBezTo>
                  <a:pt x="98" y="334"/>
                  <a:pt x="96" y="339"/>
                  <a:pt x="96" y="344"/>
                </a:cubicBezTo>
                <a:lnTo>
                  <a:pt x="96" y="496"/>
                </a:lnTo>
                <a:lnTo>
                  <a:pt x="39" y="496"/>
                </a:lnTo>
                <a:lnTo>
                  <a:pt x="39" y="268"/>
                </a:lnTo>
                <a:lnTo>
                  <a:pt x="268" y="268"/>
                </a:lnTo>
                <a:lnTo>
                  <a:pt x="268" y="39"/>
                </a:lnTo>
                <a:lnTo>
                  <a:pt x="497" y="39"/>
                </a:lnTo>
                <a:lnTo>
                  <a:pt x="497" y="496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723240" y="4159800"/>
            <a:ext cx="55080" cy="96480"/>
          </a:xfrm>
          <a:custGeom>
            <a:avLst/>
            <a:gdLst/>
            <a:ahLst/>
            <a:rect l="0" t="0" r="r" b="b"/>
            <a:pathLst>
              <a:path w="153" h="268">
                <a:moveTo>
                  <a:pt x="0" y="0"/>
                </a:moveTo>
                <a:lnTo>
                  <a:pt x="38" y="0"/>
                </a:lnTo>
                <a:lnTo>
                  <a:pt x="38" y="39"/>
                </a:lnTo>
                <a:lnTo>
                  <a:pt x="0" y="39"/>
                </a:lnTo>
                <a:lnTo>
                  <a:pt x="0" y="0"/>
                </a:lnTo>
                <a:moveTo>
                  <a:pt x="115" y="0"/>
                </a:moveTo>
                <a:lnTo>
                  <a:pt x="153" y="0"/>
                </a:lnTo>
                <a:lnTo>
                  <a:pt x="153" y="39"/>
                </a:lnTo>
                <a:lnTo>
                  <a:pt x="115" y="39"/>
                </a:lnTo>
                <a:lnTo>
                  <a:pt x="115" y="0"/>
                </a:lnTo>
                <a:moveTo>
                  <a:pt x="0" y="116"/>
                </a:moveTo>
                <a:lnTo>
                  <a:pt x="38" y="116"/>
                </a:lnTo>
                <a:lnTo>
                  <a:pt x="38" y="154"/>
                </a:lnTo>
                <a:lnTo>
                  <a:pt x="0" y="154"/>
                </a:lnTo>
                <a:lnTo>
                  <a:pt x="0" y="116"/>
                </a:lnTo>
                <a:moveTo>
                  <a:pt x="115" y="116"/>
                </a:moveTo>
                <a:lnTo>
                  <a:pt x="153" y="116"/>
                </a:lnTo>
                <a:lnTo>
                  <a:pt x="153" y="154"/>
                </a:lnTo>
                <a:lnTo>
                  <a:pt x="115" y="154"/>
                </a:lnTo>
                <a:lnTo>
                  <a:pt x="115" y="116"/>
                </a:lnTo>
                <a:moveTo>
                  <a:pt x="0" y="230"/>
                </a:moveTo>
                <a:lnTo>
                  <a:pt x="38" y="230"/>
                </a:lnTo>
                <a:lnTo>
                  <a:pt x="38" y="268"/>
                </a:lnTo>
                <a:lnTo>
                  <a:pt x="0" y="268"/>
                </a:lnTo>
                <a:lnTo>
                  <a:pt x="0" y="230"/>
                </a:lnTo>
                <a:moveTo>
                  <a:pt x="115" y="230"/>
                </a:moveTo>
                <a:lnTo>
                  <a:pt x="153" y="230"/>
                </a:lnTo>
                <a:lnTo>
                  <a:pt x="153" y="268"/>
                </a:lnTo>
                <a:lnTo>
                  <a:pt x="115" y="268"/>
                </a:lnTo>
                <a:lnTo>
                  <a:pt x="115" y="23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6283080" y="3205440"/>
            <a:ext cx="20095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ontvangen, gesprek te plannen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823320" y="4172760"/>
            <a:ext cx="3826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OKx gaat over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de koppelingen tussen de componenten,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603720" y="4364640"/>
            <a:ext cx="3905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hun informatiemodel en hun eisen: nu binnen de instelling,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4762440" y="3981240"/>
            <a:ext cx="4115160" cy="829080"/>
          </a:xfrm>
          <a:custGeom>
            <a:avLst/>
            <a:gdLst/>
            <a:ahLst/>
            <a:rect l="0" t="0" r="r" b="b"/>
            <a:pathLst>
              <a:path w="11431" h="2303">
                <a:moveTo>
                  <a:pt x="0" y="0"/>
                </a:moveTo>
                <a:lnTo>
                  <a:pt x="11431" y="0"/>
                </a:lnTo>
                <a:lnTo>
                  <a:pt x="11431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4762440" y="398124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4762440" y="480024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8867520" y="398124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106"/>
                </a:moveTo>
                <a:lnTo>
                  <a:pt x="0" y="2303"/>
                </a:lnTo>
                <a:lnTo>
                  <a:pt x="28" y="230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4762440" y="3981240"/>
            <a:ext cx="9720" cy="829080"/>
          </a:xfrm>
          <a:custGeom>
            <a:avLst/>
            <a:gdLst/>
            <a:ahLst/>
            <a:rect l="0" t="0" r="r" b="b"/>
            <a:pathLst>
              <a:path w="27" h="2303">
                <a:moveTo>
                  <a:pt x="0" y="0"/>
                </a:moveTo>
                <a:lnTo>
                  <a:pt x="0" y="2303"/>
                </a:lnTo>
                <a:lnTo>
                  <a:pt x="27" y="2303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4919040" y="4111920"/>
            <a:ext cx="192240" cy="199080"/>
          </a:xfrm>
          <a:custGeom>
            <a:avLst/>
            <a:gdLst/>
            <a:ahLst/>
            <a:rect l="0" t="0" r="r" b="b"/>
            <a:pathLst>
              <a:path w="534" h="553">
                <a:moveTo>
                  <a:pt x="114" y="152"/>
                </a:moveTo>
                <a:cubicBezTo>
                  <a:pt x="104" y="152"/>
                  <a:pt x="94" y="150"/>
                  <a:pt x="85" y="147"/>
                </a:cubicBezTo>
                <a:cubicBezTo>
                  <a:pt x="75" y="143"/>
                  <a:pt x="67" y="137"/>
                  <a:pt x="60" y="130"/>
                </a:cubicBezTo>
                <a:cubicBezTo>
                  <a:pt x="53" y="123"/>
                  <a:pt x="47" y="115"/>
                  <a:pt x="44" y="105"/>
                </a:cubicBezTo>
                <a:cubicBezTo>
                  <a:pt x="40" y="96"/>
                  <a:pt x="38" y="86"/>
                  <a:pt x="38" y="76"/>
                </a:cubicBezTo>
                <a:cubicBezTo>
                  <a:pt x="38" y="66"/>
                  <a:pt x="40" y="56"/>
                  <a:pt x="44" y="47"/>
                </a:cubicBezTo>
                <a:cubicBezTo>
                  <a:pt x="47" y="38"/>
                  <a:pt x="53" y="30"/>
                  <a:pt x="60" y="22"/>
                </a:cubicBezTo>
                <a:cubicBezTo>
                  <a:pt x="67" y="15"/>
                  <a:pt x="75" y="10"/>
                  <a:pt x="85" y="6"/>
                </a:cubicBezTo>
                <a:cubicBezTo>
                  <a:pt x="94" y="2"/>
                  <a:pt x="104" y="0"/>
                  <a:pt x="114" y="0"/>
                </a:cubicBezTo>
                <a:cubicBezTo>
                  <a:pt x="124" y="0"/>
                  <a:pt x="134" y="2"/>
                  <a:pt x="143" y="6"/>
                </a:cubicBezTo>
                <a:cubicBezTo>
                  <a:pt x="152" y="10"/>
                  <a:pt x="161" y="15"/>
                  <a:pt x="168" y="22"/>
                </a:cubicBezTo>
                <a:cubicBezTo>
                  <a:pt x="175" y="30"/>
                  <a:pt x="180" y="38"/>
                  <a:pt x="184" y="47"/>
                </a:cubicBezTo>
                <a:cubicBezTo>
                  <a:pt x="188" y="56"/>
                  <a:pt x="190" y="66"/>
                  <a:pt x="190" y="76"/>
                </a:cubicBezTo>
                <a:cubicBezTo>
                  <a:pt x="190" y="86"/>
                  <a:pt x="188" y="96"/>
                  <a:pt x="184" y="105"/>
                </a:cubicBezTo>
                <a:cubicBezTo>
                  <a:pt x="180" y="115"/>
                  <a:pt x="175" y="123"/>
                  <a:pt x="168" y="130"/>
                </a:cubicBezTo>
                <a:cubicBezTo>
                  <a:pt x="161" y="137"/>
                  <a:pt x="152" y="143"/>
                  <a:pt x="143" y="147"/>
                </a:cubicBezTo>
                <a:cubicBezTo>
                  <a:pt x="134" y="150"/>
                  <a:pt x="124" y="152"/>
                  <a:pt x="114" y="152"/>
                </a:cubicBezTo>
                <a:moveTo>
                  <a:pt x="114" y="38"/>
                </a:moveTo>
                <a:cubicBezTo>
                  <a:pt x="109" y="38"/>
                  <a:pt x="104" y="39"/>
                  <a:pt x="99" y="41"/>
                </a:cubicBezTo>
                <a:cubicBezTo>
                  <a:pt x="95" y="43"/>
                  <a:pt x="91" y="46"/>
                  <a:pt x="87" y="49"/>
                </a:cubicBezTo>
                <a:cubicBezTo>
                  <a:pt x="83" y="53"/>
                  <a:pt x="81" y="57"/>
                  <a:pt x="79" y="62"/>
                </a:cubicBezTo>
                <a:cubicBezTo>
                  <a:pt x="77" y="66"/>
                  <a:pt x="76" y="71"/>
                  <a:pt x="76" y="76"/>
                </a:cubicBezTo>
                <a:cubicBezTo>
                  <a:pt x="76" y="81"/>
                  <a:pt x="77" y="86"/>
                  <a:pt x="79" y="91"/>
                </a:cubicBezTo>
                <a:cubicBezTo>
                  <a:pt x="81" y="95"/>
                  <a:pt x="83" y="100"/>
                  <a:pt x="87" y="103"/>
                </a:cubicBezTo>
                <a:cubicBezTo>
                  <a:pt x="91" y="107"/>
                  <a:pt x="95" y="110"/>
                  <a:pt x="99" y="111"/>
                </a:cubicBezTo>
                <a:cubicBezTo>
                  <a:pt x="104" y="113"/>
                  <a:pt x="109" y="114"/>
                  <a:pt x="114" y="114"/>
                </a:cubicBezTo>
                <a:cubicBezTo>
                  <a:pt x="119" y="114"/>
                  <a:pt x="124" y="113"/>
                  <a:pt x="128" y="111"/>
                </a:cubicBezTo>
                <a:cubicBezTo>
                  <a:pt x="133" y="110"/>
                  <a:pt x="137" y="107"/>
                  <a:pt x="141" y="103"/>
                </a:cubicBezTo>
                <a:cubicBezTo>
                  <a:pt x="144" y="100"/>
                  <a:pt x="147" y="95"/>
                  <a:pt x="149" y="91"/>
                </a:cubicBezTo>
                <a:cubicBezTo>
                  <a:pt x="151" y="86"/>
                  <a:pt x="152" y="81"/>
                  <a:pt x="152" y="76"/>
                </a:cubicBezTo>
                <a:cubicBezTo>
                  <a:pt x="152" y="71"/>
                  <a:pt x="151" y="66"/>
                  <a:pt x="149" y="62"/>
                </a:cubicBezTo>
                <a:cubicBezTo>
                  <a:pt x="147" y="57"/>
                  <a:pt x="144" y="53"/>
                  <a:pt x="141" y="49"/>
                </a:cubicBezTo>
                <a:cubicBezTo>
                  <a:pt x="137" y="46"/>
                  <a:pt x="133" y="43"/>
                  <a:pt x="128" y="41"/>
                </a:cubicBezTo>
                <a:cubicBezTo>
                  <a:pt x="124" y="39"/>
                  <a:pt x="119" y="38"/>
                  <a:pt x="114" y="38"/>
                </a:cubicBezTo>
                <a:moveTo>
                  <a:pt x="419" y="152"/>
                </a:moveTo>
                <a:cubicBezTo>
                  <a:pt x="408" y="152"/>
                  <a:pt x="399" y="150"/>
                  <a:pt x="389" y="147"/>
                </a:cubicBezTo>
                <a:cubicBezTo>
                  <a:pt x="380" y="143"/>
                  <a:pt x="372" y="137"/>
                  <a:pt x="365" y="130"/>
                </a:cubicBezTo>
                <a:cubicBezTo>
                  <a:pt x="358" y="123"/>
                  <a:pt x="352" y="115"/>
                  <a:pt x="348" y="105"/>
                </a:cubicBezTo>
                <a:cubicBezTo>
                  <a:pt x="344" y="96"/>
                  <a:pt x="342" y="86"/>
                  <a:pt x="342" y="76"/>
                </a:cubicBezTo>
                <a:cubicBezTo>
                  <a:pt x="342" y="66"/>
                  <a:pt x="344" y="56"/>
                  <a:pt x="348" y="47"/>
                </a:cubicBezTo>
                <a:cubicBezTo>
                  <a:pt x="352" y="38"/>
                  <a:pt x="358" y="30"/>
                  <a:pt x="365" y="22"/>
                </a:cubicBezTo>
                <a:cubicBezTo>
                  <a:pt x="372" y="15"/>
                  <a:pt x="380" y="10"/>
                  <a:pt x="389" y="6"/>
                </a:cubicBezTo>
                <a:cubicBezTo>
                  <a:pt x="399" y="2"/>
                  <a:pt x="408" y="0"/>
                  <a:pt x="419" y="0"/>
                </a:cubicBezTo>
                <a:cubicBezTo>
                  <a:pt x="429" y="0"/>
                  <a:pt x="438" y="2"/>
                  <a:pt x="448" y="6"/>
                </a:cubicBezTo>
                <a:cubicBezTo>
                  <a:pt x="457" y="10"/>
                  <a:pt x="466" y="15"/>
                  <a:pt x="473" y="22"/>
                </a:cubicBezTo>
                <a:cubicBezTo>
                  <a:pt x="481" y="30"/>
                  <a:pt x="486" y="38"/>
                  <a:pt x="490" y="47"/>
                </a:cubicBezTo>
                <a:cubicBezTo>
                  <a:pt x="494" y="56"/>
                  <a:pt x="496" y="66"/>
                  <a:pt x="496" y="76"/>
                </a:cubicBezTo>
                <a:cubicBezTo>
                  <a:pt x="496" y="86"/>
                  <a:pt x="494" y="96"/>
                  <a:pt x="490" y="105"/>
                </a:cubicBezTo>
                <a:cubicBezTo>
                  <a:pt x="486" y="115"/>
                  <a:pt x="481" y="123"/>
                  <a:pt x="473" y="130"/>
                </a:cubicBezTo>
                <a:cubicBezTo>
                  <a:pt x="466" y="137"/>
                  <a:pt x="457" y="143"/>
                  <a:pt x="448" y="147"/>
                </a:cubicBezTo>
                <a:cubicBezTo>
                  <a:pt x="438" y="150"/>
                  <a:pt x="429" y="152"/>
                  <a:pt x="419" y="152"/>
                </a:cubicBezTo>
                <a:moveTo>
                  <a:pt x="419" y="38"/>
                </a:moveTo>
                <a:cubicBezTo>
                  <a:pt x="414" y="38"/>
                  <a:pt x="409" y="39"/>
                  <a:pt x="404" y="41"/>
                </a:cubicBezTo>
                <a:cubicBezTo>
                  <a:pt x="399" y="43"/>
                  <a:pt x="395" y="46"/>
                  <a:pt x="392" y="49"/>
                </a:cubicBezTo>
                <a:cubicBezTo>
                  <a:pt x="388" y="53"/>
                  <a:pt x="385" y="57"/>
                  <a:pt x="383" y="62"/>
                </a:cubicBezTo>
                <a:cubicBezTo>
                  <a:pt x="381" y="66"/>
                  <a:pt x="380" y="71"/>
                  <a:pt x="380" y="76"/>
                </a:cubicBezTo>
                <a:cubicBezTo>
                  <a:pt x="380" y="81"/>
                  <a:pt x="381" y="86"/>
                  <a:pt x="383" y="91"/>
                </a:cubicBezTo>
                <a:cubicBezTo>
                  <a:pt x="385" y="95"/>
                  <a:pt x="388" y="100"/>
                  <a:pt x="392" y="103"/>
                </a:cubicBezTo>
                <a:cubicBezTo>
                  <a:pt x="395" y="107"/>
                  <a:pt x="399" y="110"/>
                  <a:pt x="404" y="111"/>
                </a:cubicBezTo>
                <a:cubicBezTo>
                  <a:pt x="409" y="113"/>
                  <a:pt x="414" y="114"/>
                  <a:pt x="419" y="114"/>
                </a:cubicBezTo>
                <a:cubicBezTo>
                  <a:pt x="424" y="114"/>
                  <a:pt x="428" y="113"/>
                  <a:pt x="433" y="111"/>
                </a:cubicBezTo>
                <a:cubicBezTo>
                  <a:pt x="438" y="110"/>
                  <a:pt x="442" y="107"/>
                  <a:pt x="445" y="103"/>
                </a:cubicBezTo>
                <a:cubicBezTo>
                  <a:pt x="449" y="100"/>
                  <a:pt x="452" y="95"/>
                  <a:pt x="454" y="91"/>
                </a:cubicBezTo>
                <a:cubicBezTo>
                  <a:pt x="456" y="86"/>
                  <a:pt x="457" y="81"/>
                  <a:pt x="457" y="76"/>
                </a:cubicBezTo>
                <a:cubicBezTo>
                  <a:pt x="457" y="71"/>
                  <a:pt x="456" y="66"/>
                  <a:pt x="454" y="62"/>
                </a:cubicBezTo>
                <a:cubicBezTo>
                  <a:pt x="452" y="57"/>
                  <a:pt x="449" y="53"/>
                  <a:pt x="445" y="49"/>
                </a:cubicBezTo>
                <a:cubicBezTo>
                  <a:pt x="442" y="46"/>
                  <a:pt x="438" y="43"/>
                  <a:pt x="433" y="41"/>
                </a:cubicBezTo>
                <a:cubicBezTo>
                  <a:pt x="428" y="39"/>
                  <a:pt x="424" y="38"/>
                  <a:pt x="419" y="38"/>
                </a:cubicBezTo>
                <a:moveTo>
                  <a:pt x="457" y="553"/>
                </a:moveTo>
                <a:lnTo>
                  <a:pt x="380" y="553"/>
                </a:lnTo>
                <a:cubicBezTo>
                  <a:pt x="375" y="553"/>
                  <a:pt x="371" y="552"/>
                  <a:pt x="366" y="550"/>
                </a:cubicBezTo>
                <a:cubicBezTo>
                  <a:pt x="361" y="548"/>
                  <a:pt x="357" y="546"/>
                  <a:pt x="354" y="542"/>
                </a:cubicBezTo>
                <a:cubicBezTo>
                  <a:pt x="350" y="539"/>
                  <a:pt x="347" y="534"/>
                  <a:pt x="345" y="530"/>
                </a:cubicBezTo>
                <a:cubicBezTo>
                  <a:pt x="343" y="525"/>
                  <a:pt x="342" y="520"/>
                  <a:pt x="342" y="515"/>
                </a:cubicBezTo>
                <a:lnTo>
                  <a:pt x="342" y="381"/>
                </a:lnTo>
                <a:lnTo>
                  <a:pt x="380" y="381"/>
                </a:lnTo>
                <a:lnTo>
                  <a:pt x="380" y="515"/>
                </a:lnTo>
                <a:lnTo>
                  <a:pt x="457" y="515"/>
                </a:lnTo>
                <a:lnTo>
                  <a:pt x="457" y="343"/>
                </a:lnTo>
                <a:lnTo>
                  <a:pt x="496" y="343"/>
                </a:lnTo>
                <a:lnTo>
                  <a:pt x="496" y="229"/>
                </a:lnTo>
                <a:cubicBezTo>
                  <a:pt x="496" y="223"/>
                  <a:pt x="494" y="219"/>
                  <a:pt x="490" y="215"/>
                </a:cubicBezTo>
                <a:cubicBezTo>
                  <a:pt x="486" y="211"/>
                  <a:pt x="482" y="210"/>
                  <a:pt x="477" y="210"/>
                </a:cubicBezTo>
                <a:lnTo>
                  <a:pt x="353" y="210"/>
                </a:lnTo>
                <a:lnTo>
                  <a:pt x="266" y="362"/>
                </a:lnTo>
                <a:lnTo>
                  <a:pt x="179" y="210"/>
                </a:lnTo>
                <a:lnTo>
                  <a:pt x="57" y="210"/>
                </a:lnTo>
                <a:cubicBezTo>
                  <a:pt x="51" y="210"/>
                  <a:pt x="47" y="211"/>
                  <a:pt x="43" y="215"/>
                </a:cubicBezTo>
                <a:cubicBezTo>
                  <a:pt x="40" y="219"/>
                  <a:pt x="38" y="223"/>
                  <a:pt x="38" y="229"/>
                </a:cubicBezTo>
                <a:lnTo>
                  <a:pt x="38" y="343"/>
                </a:lnTo>
                <a:lnTo>
                  <a:pt x="76" y="343"/>
                </a:lnTo>
                <a:lnTo>
                  <a:pt x="76" y="515"/>
                </a:lnTo>
                <a:lnTo>
                  <a:pt x="152" y="515"/>
                </a:lnTo>
                <a:lnTo>
                  <a:pt x="152" y="381"/>
                </a:lnTo>
                <a:lnTo>
                  <a:pt x="190" y="381"/>
                </a:lnTo>
                <a:lnTo>
                  <a:pt x="190" y="515"/>
                </a:lnTo>
                <a:cubicBezTo>
                  <a:pt x="190" y="520"/>
                  <a:pt x="189" y="525"/>
                  <a:pt x="187" y="530"/>
                </a:cubicBezTo>
                <a:cubicBezTo>
                  <a:pt x="185" y="534"/>
                  <a:pt x="182" y="539"/>
                  <a:pt x="179" y="542"/>
                </a:cubicBezTo>
                <a:cubicBezTo>
                  <a:pt x="175" y="546"/>
                  <a:pt x="171" y="548"/>
                  <a:pt x="167" y="550"/>
                </a:cubicBezTo>
                <a:cubicBezTo>
                  <a:pt x="162" y="552"/>
                  <a:pt x="157" y="553"/>
                  <a:pt x="152" y="553"/>
                </a:cubicBezTo>
                <a:lnTo>
                  <a:pt x="76" y="553"/>
                </a:lnTo>
                <a:cubicBezTo>
                  <a:pt x="71" y="553"/>
                  <a:pt x="66" y="552"/>
                  <a:pt x="61" y="550"/>
                </a:cubicBezTo>
                <a:cubicBezTo>
                  <a:pt x="57" y="548"/>
                  <a:pt x="52" y="546"/>
                  <a:pt x="49" y="542"/>
                </a:cubicBezTo>
                <a:cubicBezTo>
                  <a:pt x="45" y="539"/>
                  <a:pt x="43" y="534"/>
                  <a:pt x="41" y="530"/>
                </a:cubicBezTo>
                <a:cubicBezTo>
                  <a:pt x="39" y="525"/>
                  <a:pt x="38" y="520"/>
                  <a:pt x="38" y="515"/>
                </a:cubicBezTo>
                <a:lnTo>
                  <a:pt x="38" y="381"/>
                </a:lnTo>
                <a:cubicBezTo>
                  <a:pt x="33" y="381"/>
                  <a:pt x="28" y="380"/>
                  <a:pt x="23" y="378"/>
                </a:cubicBezTo>
                <a:cubicBezTo>
                  <a:pt x="18" y="376"/>
                  <a:pt x="14" y="373"/>
                  <a:pt x="11" y="370"/>
                </a:cubicBezTo>
                <a:cubicBezTo>
                  <a:pt x="7" y="366"/>
                  <a:pt x="4" y="362"/>
                  <a:pt x="3" y="357"/>
                </a:cubicBezTo>
                <a:cubicBezTo>
                  <a:pt x="1" y="353"/>
                  <a:pt x="0" y="348"/>
                  <a:pt x="0" y="343"/>
                </a:cubicBezTo>
                <a:lnTo>
                  <a:pt x="0" y="229"/>
                </a:lnTo>
                <a:cubicBezTo>
                  <a:pt x="0" y="221"/>
                  <a:pt x="1" y="214"/>
                  <a:pt x="4" y="207"/>
                </a:cubicBezTo>
                <a:cubicBezTo>
                  <a:pt x="7" y="200"/>
                  <a:pt x="11" y="194"/>
                  <a:pt x="16" y="188"/>
                </a:cubicBezTo>
                <a:cubicBezTo>
                  <a:pt x="22" y="183"/>
                  <a:pt x="28" y="179"/>
                  <a:pt x="35" y="176"/>
                </a:cubicBezTo>
                <a:cubicBezTo>
                  <a:pt x="42" y="173"/>
                  <a:pt x="49" y="171"/>
                  <a:pt x="57" y="171"/>
                </a:cubicBezTo>
                <a:lnTo>
                  <a:pt x="201" y="171"/>
                </a:lnTo>
                <a:lnTo>
                  <a:pt x="266" y="286"/>
                </a:lnTo>
                <a:lnTo>
                  <a:pt x="331" y="171"/>
                </a:lnTo>
                <a:lnTo>
                  <a:pt x="477" y="171"/>
                </a:lnTo>
                <a:cubicBezTo>
                  <a:pt x="484" y="171"/>
                  <a:pt x="492" y="173"/>
                  <a:pt x="499" y="176"/>
                </a:cubicBezTo>
                <a:cubicBezTo>
                  <a:pt x="506" y="179"/>
                  <a:pt x="512" y="183"/>
                  <a:pt x="517" y="188"/>
                </a:cubicBezTo>
                <a:cubicBezTo>
                  <a:pt x="522" y="194"/>
                  <a:pt x="527" y="200"/>
                  <a:pt x="529" y="207"/>
                </a:cubicBezTo>
                <a:cubicBezTo>
                  <a:pt x="532" y="214"/>
                  <a:pt x="534" y="221"/>
                  <a:pt x="534" y="229"/>
                </a:cubicBezTo>
                <a:lnTo>
                  <a:pt x="534" y="343"/>
                </a:lnTo>
                <a:cubicBezTo>
                  <a:pt x="534" y="348"/>
                  <a:pt x="533" y="353"/>
                  <a:pt x="531" y="357"/>
                </a:cubicBezTo>
                <a:cubicBezTo>
                  <a:pt x="529" y="362"/>
                  <a:pt x="526" y="366"/>
                  <a:pt x="523" y="370"/>
                </a:cubicBezTo>
                <a:cubicBezTo>
                  <a:pt x="519" y="373"/>
                  <a:pt x="515" y="376"/>
                  <a:pt x="510" y="378"/>
                </a:cubicBezTo>
                <a:cubicBezTo>
                  <a:pt x="506" y="380"/>
                  <a:pt x="501" y="381"/>
                  <a:pt x="496" y="381"/>
                </a:cubicBezTo>
                <a:lnTo>
                  <a:pt x="496" y="515"/>
                </a:lnTo>
                <a:cubicBezTo>
                  <a:pt x="496" y="520"/>
                  <a:pt x="495" y="525"/>
                  <a:pt x="493" y="530"/>
                </a:cubicBezTo>
                <a:cubicBezTo>
                  <a:pt x="491" y="534"/>
                  <a:pt x="488" y="539"/>
                  <a:pt x="485" y="542"/>
                </a:cubicBezTo>
                <a:cubicBezTo>
                  <a:pt x="481" y="546"/>
                  <a:pt x="477" y="548"/>
                  <a:pt x="472" y="550"/>
                </a:cubicBezTo>
                <a:cubicBezTo>
                  <a:pt x="468" y="552"/>
                  <a:pt x="463" y="553"/>
                  <a:pt x="457" y="55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603720" y="4555080"/>
            <a:ext cx="2228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straks ook over instellingen heen.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5124600" y="4172760"/>
            <a:ext cx="41079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De grens: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applicatie van de leverancier; les en didactiek van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4905360" y="4364640"/>
            <a:ext cx="3434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instelling, vastgelegd in de speciﬁcatie zodat het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4905360" y="4555080"/>
            <a:ext cx="40986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uitwisselbaar is; landelijke voorzieningen van hun eigen pijler.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15" name=""/>
          <p:cNvSpPr/>
          <p:nvPr/>
        </p:nvSpPr>
        <p:spPr>
          <a:xfrm>
            <a:off x="456840" y="866520"/>
            <a:ext cx="4115160" cy="3458160"/>
          </a:xfrm>
          <a:custGeom>
            <a:avLst/>
            <a:gdLst/>
            <a:ahLst/>
            <a:rect l="0" t="0" r="r" b="b"/>
            <a:pathLst>
              <a:path w="11431" h="9606">
                <a:moveTo>
                  <a:pt x="0" y="0"/>
                </a:moveTo>
                <a:lnTo>
                  <a:pt x="11431" y="0"/>
                </a:lnTo>
                <a:lnTo>
                  <a:pt x="11431" y="9606"/>
                </a:lnTo>
                <a:lnTo>
                  <a:pt x="0" y="9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456840" y="8665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56840" y="431460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4562280" y="866520"/>
            <a:ext cx="9720" cy="3458160"/>
          </a:xfrm>
          <a:custGeom>
            <a:avLst/>
            <a:gdLst/>
            <a:ahLst/>
            <a:rect l="0" t="0" r="r" b="b"/>
            <a:pathLst>
              <a:path w="27" h="9606">
                <a:moveTo>
                  <a:pt x="0" y="106"/>
                </a:moveTo>
                <a:lnTo>
                  <a:pt x="0" y="9606"/>
                </a:lnTo>
                <a:lnTo>
                  <a:pt x="27" y="96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456840" y="866520"/>
            <a:ext cx="10080" cy="3458160"/>
          </a:xfrm>
          <a:custGeom>
            <a:avLst/>
            <a:gdLst/>
            <a:ahLst/>
            <a:rect l="0" t="0" r="r" b="b"/>
            <a:pathLst>
              <a:path w="28" h="9606">
                <a:moveTo>
                  <a:pt x="0" y="0"/>
                </a:moveTo>
                <a:lnTo>
                  <a:pt x="0" y="9606"/>
                </a:lnTo>
                <a:lnTo>
                  <a:pt x="28" y="96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609120" y="1080720"/>
            <a:ext cx="282240" cy="282240"/>
          </a:xfrm>
          <a:custGeom>
            <a:avLst/>
            <a:gdLst/>
            <a:ahLst/>
            <a:rect l="0" t="0" r="r" b="b"/>
            <a:pathLst>
              <a:path w="784" h="784">
                <a:moveTo>
                  <a:pt x="575" y="209"/>
                </a:moveTo>
                <a:lnTo>
                  <a:pt x="731" y="209"/>
                </a:lnTo>
                <a:cubicBezTo>
                  <a:pt x="738" y="209"/>
                  <a:pt x="745" y="208"/>
                  <a:pt x="751" y="205"/>
                </a:cubicBezTo>
                <a:cubicBezTo>
                  <a:pt x="758" y="202"/>
                  <a:pt x="763" y="199"/>
                  <a:pt x="768" y="194"/>
                </a:cubicBezTo>
                <a:cubicBezTo>
                  <a:pt x="773" y="189"/>
                  <a:pt x="777" y="183"/>
                  <a:pt x="780" y="177"/>
                </a:cubicBezTo>
                <a:cubicBezTo>
                  <a:pt x="782" y="170"/>
                  <a:pt x="784" y="164"/>
                  <a:pt x="784" y="157"/>
                </a:cubicBezTo>
                <a:lnTo>
                  <a:pt x="784" y="53"/>
                </a:lnTo>
                <a:cubicBezTo>
                  <a:pt x="784" y="46"/>
                  <a:pt x="782" y="39"/>
                  <a:pt x="780" y="33"/>
                </a:cubicBezTo>
                <a:cubicBezTo>
                  <a:pt x="777" y="26"/>
                  <a:pt x="773" y="21"/>
                  <a:pt x="768" y="16"/>
                </a:cubicBezTo>
                <a:cubicBezTo>
                  <a:pt x="763" y="11"/>
                  <a:pt x="758" y="7"/>
                  <a:pt x="751" y="4"/>
                </a:cubicBezTo>
                <a:cubicBezTo>
                  <a:pt x="745" y="2"/>
                  <a:pt x="738" y="0"/>
                  <a:pt x="731" y="0"/>
                </a:cubicBezTo>
                <a:lnTo>
                  <a:pt x="575" y="0"/>
                </a:lnTo>
                <a:cubicBezTo>
                  <a:pt x="568" y="0"/>
                  <a:pt x="561" y="2"/>
                  <a:pt x="555" y="4"/>
                </a:cubicBezTo>
                <a:cubicBezTo>
                  <a:pt x="549" y="7"/>
                  <a:pt x="543" y="11"/>
                  <a:pt x="538" y="16"/>
                </a:cubicBezTo>
                <a:cubicBezTo>
                  <a:pt x="533" y="21"/>
                  <a:pt x="529" y="26"/>
                  <a:pt x="527" y="33"/>
                </a:cubicBezTo>
                <a:cubicBezTo>
                  <a:pt x="524" y="39"/>
                  <a:pt x="523" y="46"/>
                  <a:pt x="523" y="53"/>
                </a:cubicBezTo>
                <a:lnTo>
                  <a:pt x="523" y="79"/>
                </a:lnTo>
                <a:lnTo>
                  <a:pt x="261" y="79"/>
                </a:lnTo>
                <a:lnTo>
                  <a:pt x="261" y="53"/>
                </a:lnTo>
                <a:cubicBezTo>
                  <a:pt x="261" y="46"/>
                  <a:pt x="260" y="39"/>
                  <a:pt x="257" y="33"/>
                </a:cubicBezTo>
                <a:cubicBezTo>
                  <a:pt x="255" y="26"/>
                  <a:pt x="251" y="21"/>
                  <a:pt x="246" y="16"/>
                </a:cubicBezTo>
                <a:cubicBezTo>
                  <a:pt x="241" y="11"/>
                  <a:pt x="235" y="7"/>
                  <a:pt x="229" y="4"/>
                </a:cubicBezTo>
                <a:cubicBezTo>
                  <a:pt x="223" y="2"/>
                  <a:pt x="216" y="0"/>
                  <a:pt x="209" y="0"/>
                </a:cubicBezTo>
                <a:lnTo>
                  <a:pt x="53" y="0"/>
                </a:lnTo>
                <a:cubicBezTo>
                  <a:pt x="46" y="0"/>
                  <a:pt x="39" y="2"/>
                  <a:pt x="33" y="4"/>
                </a:cubicBezTo>
                <a:cubicBezTo>
                  <a:pt x="26" y="7"/>
                  <a:pt x="21" y="11"/>
                  <a:pt x="16" y="16"/>
                </a:cubicBezTo>
                <a:cubicBezTo>
                  <a:pt x="11" y="21"/>
                  <a:pt x="7" y="26"/>
                  <a:pt x="4" y="33"/>
                </a:cubicBezTo>
                <a:cubicBezTo>
                  <a:pt x="2" y="39"/>
                  <a:pt x="0" y="46"/>
                  <a:pt x="0" y="53"/>
                </a:cubicBezTo>
                <a:lnTo>
                  <a:pt x="0" y="157"/>
                </a:lnTo>
                <a:cubicBezTo>
                  <a:pt x="0" y="164"/>
                  <a:pt x="2" y="170"/>
                  <a:pt x="4" y="177"/>
                </a:cubicBezTo>
                <a:cubicBezTo>
                  <a:pt x="7" y="183"/>
                  <a:pt x="11" y="189"/>
                  <a:pt x="16" y="194"/>
                </a:cubicBezTo>
                <a:cubicBezTo>
                  <a:pt x="21" y="199"/>
                  <a:pt x="26" y="202"/>
                  <a:pt x="33" y="205"/>
                </a:cubicBezTo>
                <a:cubicBezTo>
                  <a:pt x="39" y="208"/>
                  <a:pt x="46" y="209"/>
                  <a:pt x="53" y="209"/>
                </a:cubicBezTo>
                <a:lnTo>
                  <a:pt x="209" y="209"/>
                </a:lnTo>
                <a:cubicBezTo>
                  <a:pt x="216" y="209"/>
                  <a:pt x="223" y="208"/>
                  <a:pt x="229" y="205"/>
                </a:cubicBezTo>
                <a:cubicBezTo>
                  <a:pt x="235" y="202"/>
                  <a:pt x="241" y="199"/>
                  <a:pt x="246" y="194"/>
                </a:cubicBezTo>
                <a:cubicBezTo>
                  <a:pt x="251" y="189"/>
                  <a:pt x="255" y="183"/>
                  <a:pt x="257" y="177"/>
                </a:cubicBezTo>
                <a:cubicBezTo>
                  <a:pt x="260" y="170"/>
                  <a:pt x="261" y="164"/>
                  <a:pt x="261" y="157"/>
                </a:cubicBezTo>
                <a:lnTo>
                  <a:pt x="261" y="131"/>
                </a:lnTo>
                <a:lnTo>
                  <a:pt x="366" y="131"/>
                </a:lnTo>
                <a:lnTo>
                  <a:pt x="366" y="653"/>
                </a:lnTo>
                <a:cubicBezTo>
                  <a:pt x="366" y="660"/>
                  <a:pt x="368" y="667"/>
                  <a:pt x="370" y="673"/>
                </a:cubicBezTo>
                <a:cubicBezTo>
                  <a:pt x="373" y="680"/>
                  <a:pt x="377" y="685"/>
                  <a:pt x="382" y="690"/>
                </a:cubicBezTo>
                <a:cubicBezTo>
                  <a:pt x="387" y="695"/>
                  <a:pt x="392" y="699"/>
                  <a:pt x="399" y="701"/>
                </a:cubicBezTo>
                <a:cubicBezTo>
                  <a:pt x="405" y="704"/>
                  <a:pt x="412" y="705"/>
                  <a:pt x="419" y="705"/>
                </a:cubicBezTo>
                <a:lnTo>
                  <a:pt x="523" y="705"/>
                </a:lnTo>
                <a:lnTo>
                  <a:pt x="523" y="731"/>
                </a:lnTo>
                <a:cubicBezTo>
                  <a:pt x="523" y="738"/>
                  <a:pt x="524" y="745"/>
                  <a:pt x="527" y="751"/>
                </a:cubicBezTo>
                <a:cubicBezTo>
                  <a:pt x="529" y="758"/>
                  <a:pt x="533" y="763"/>
                  <a:pt x="538" y="768"/>
                </a:cubicBezTo>
                <a:cubicBezTo>
                  <a:pt x="543" y="773"/>
                  <a:pt x="549" y="777"/>
                  <a:pt x="555" y="780"/>
                </a:cubicBezTo>
                <a:cubicBezTo>
                  <a:pt x="561" y="782"/>
                  <a:pt x="568" y="784"/>
                  <a:pt x="575" y="784"/>
                </a:cubicBezTo>
                <a:lnTo>
                  <a:pt x="731" y="784"/>
                </a:lnTo>
                <a:cubicBezTo>
                  <a:pt x="738" y="784"/>
                  <a:pt x="745" y="782"/>
                  <a:pt x="751" y="780"/>
                </a:cubicBezTo>
                <a:cubicBezTo>
                  <a:pt x="758" y="777"/>
                  <a:pt x="763" y="773"/>
                  <a:pt x="768" y="768"/>
                </a:cubicBezTo>
                <a:cubicBezTo>
                  <a:pt x="773" y="763"/>
                  <a:pt x="777" y="758"/>
                  <a:pt x="780" y="751"/>
                </a:cubicBezTo>
                <a:cubicBezTo>
                  <a:pt x="782" y="745"/>
                  <a:pt x="784" y="738"/>
                  <a:pt x="784" y="731"/>
                </a:cubicBezTo>
                <a:lnTo>
                  <a:pt x="784" y="627"/>
                </a:lnTo>
                <a:cubicBezTo>
                  <a:pt x="784" y="620"/>
                  <a:pt x="782" y="614"/>
                  <a:pt x="780" y="607"/>
                </a:cubicBezTo>
                <a:cubicBezTo>
                  <a:pt x="777" y="601"/>
                  <a:pt x="773" y="595"/>
                  <a:pt x="768" y="590"/>
                </a:cubicBezTo>
                <a:cubicBezTo>
                  <a:pt x="763" y="585"/>
                  <a:pt x="758" y="582"/>
                  <a:pt x="751" y="579"/>
                </a:cubicBezTo>
                <a:cubicBezTo>
                  <a:pt x="745" y="576"/>
                  <a:pt x="738" y="575"/>
                  <a:pt x="731" y="575"/>
                </a:cubicBezTo>
                <a:lnTo>
                  <a:pt x="575" y="575"/>
                </a:lnTo>
                <a:cubicBezTo>
                  <a:pt x="568" y="575"/>
                  <a:pt x="561" y="576"/>
                  <a:pt x="555" y="579"/>
                </a:cubicBezTo>
                <a:cubicBezTo>
                  <a:pt x="549" y="582"/>
                  <a:pt x="543" y="585"/>
                  <a:pt x="538" y="590"/>
                </a:cubicBezTo>
                <a:cubicBezTo>
                  <a:pt x="533" y="595"/>
                  <a:pt x="529" y="601"/>
                  <a:pt x="527" y="607"/>
                </a:cubicBezTo>
                <a:cubicBezTo>
                  <a:pt x="524" y="614"/>
                  <a:pt x="523" y="620"/>
                  <a:pt x="523" y="627"/>
                </a:cubicBezTo>
                <a:lnTo>
                  <a:pt x="523" y="653"/>
                </a:lnTo>
                <a:lnTo>
                  <a:pt x="419" y="653"/>
                </a:lnTo>
                <a:lnTo>
                  <a:pt x="419" y="418"/>
                </a:lnTo>
                <a:lnTo>
                  <a:pt x="523" y="418"/>
                </a:lnTo>
                <a:lnTo>
                  <a:pt x="523" y="444"/>
                </a:lnTo>
                <a:cubicBezTo>
                  <a:pt x="523" y="451"/>
                  <a:pt x="524" y="457"/>
                  <a:pt x="527" y="464"/>
                </a:cubicBezTo>
                <a:cubicBezTo>
                  <a:pt x="529" y="470"/>
                  <a:pt x="533" y="476"/>
                  <a:pt x="538" y="481"/>
                </a:cubicBezTo>
                <a:cubicBezTo>
                  <a:pt x="543" y="485"/>
                  <a:pt x="549" y="489"/>
                  <a:pt x="555" y="492"/>
                </a:cubicBezTo>
                <a:cubicBezTo>
                  <a:pt x="561" y="494"/>
                  <a:pt x="568" y="496"/>
                  <a:pt x="575" y="496"/>
                </a:cubicBezTo>
                <a:lnTo>
                  <a:pt x="731" y="496"/>
                </a:lnTo>
                <a:cubicBezTo>
                  <a:pt x="738" y="496"/>
                  <a:pt x="745" y="494"/>
                  <a:pt x="751" y="492"/>
                </a:cubicBezTo>
                <a:cubicBezTo>
                  <a:pt x="758" y="489"/>
                  <a:pt x="763" y="485"/>
                  <a:pt x="768" y="481"/>
                </a:cubicBezTo>
                <a:cubicBezTo>
                  <a:pt x="773" y="476"/>
                  <a:pt x="777" y="470"/>
                  <a:pt x="780" y="464"/>
                </a:cubicBezTo>
                <a:cubicBezTo>
                  <a:pt x="782" y="457"/>
                  <a:pt x="784" y="451"/>
                  <a:pt x="784" y="444"/>
                </a:cubicBezTo>
                <a:lnTo>
                  <a:pt x="784" y="339"/>
                </a:lnTo>
                <a:cubicBezTo>
                  <a:pt x="784" y="332"/>
                  <a:pt x="782" y="326"/>
                  <a:pt x="780" y="319"/>
                </a:cubicBezTo>
                <a:cubicBezTo>
                  <a:pt x="777" y="313"/>
                  <a:pt x="773" y="307"/>
                  <a:pt x="768" y="303"/>
                </a:cubicBezTo>
                <a:cubicBezTo>
                  <a:pt x="763" y="298"/>
                  <a:pt x="758" y="294"/>
                  <a:pt x="751" y="291"/>
                </a:cubicBezTo>
                <a:cubicBezTo>
                  <a:pt x="745" y="289"/>
                  <a:pt x="738" y="287"/>
                  <a:pt x="731" y="287"/>
                </a:cubicBezTo>
                <a:lnTo>
                  <a:pt x="575" y="287"/>
                </a:lnTo>
                <a:cubicBezTo>
                  <a:pt x="568" y="287"/>
                  <a:pt x="561" y="289"/>
                  <a:pt x="555" y="291"/>
                </a:cubicBezTo>
                <a:cubicBezTo>
                  <a:pt x="549" y="294"/>
                  <a:pt x="543" y="298"/>
                  <a:pt x="538" y="303"/>
                </a:cubicBezTo>
                <a:cubicBezTo>
                  <a:pt x="533" y="307"/>
                  <a:pt x="529" y="313"/>
                  <a:pt x="527" y="319"/>
                </a:cubicBezTo>
                <a:cubicBezTo>
                  <a:pt x="524" y="326"/>
                  <a:pt x="523" y="332"/>
                  <a:pt x="523" y="339"/>
                </a:cubicBezTo>
                <a:lnTo>
                  <a:pt x="523" y="365"/>
                </a:lnTo>
                <a:lnTo>
                  <a:pt x="419" y="365"/>
                </a:lnTo>
                <a:lnTo>
                  <a:pt x="419" y="131"/>
                </a:lnTo>
                <a:lnTo>
                  <a:pt x="523" y="131"/>
                </a:lnTo>
                <a:lnTo>
                  <a:pt x="523" y="157"/>
                </a:lnTo>
                <a:cubicBezTo>
                  <a:pt x="523" y="164"/>
                  <a:pt x="524" y="170"/>
                  <a:pt x="527" y="177"/>
                </a:cubicBezTo>
                <a:cubicBezTo>
                  <a:pt x="529" y="183"/>
                  <a:pt x="533" y="189"/>
                  <a:pt x="538" y="194"/>
                </a:cubicBezTo>
                <a:cubicBezTo>
                  <a:pt x="543" y="199"/>
                  <a:pt x="549" y="202"/>
                  <a:pt x="555" y="205"/>
                </a:cubicBezTo>
                <a:cubicBezTo>
                  <a:pt x="561" y="208"/>
                  <a:pt x="568" y="209"/>
                  <a:pt x="575" y="209"/>
                </a:cubicBezTo>
                <a:moveTo>
                  <a:pt x="575" y="53"/>
                </a:moveTo>
                <a:lnTo>
                  <a:pt x="731" y="53"/>
                </a:lnTo>
                <a:lnTo>
                  <a:pt x="731" y="157"/>
                </a:lnTo>
                <a:lnTo>
                  <a:pt x="575" y="157"/>
                </a:lnTo>
                <a:lnTo>
                  <a:pt x="575" y="53"/>
                </a:lnTo>
                <a:moveTo>
                  <a:pt x="209" y="157"/>
                </a:moveTo>
                <a:lnTo>
                  <a:pt x="53" y="157"/>
                </a:lnTo>
                <a:lnTo>
                  <a:pt x="53" y="53"/>
                </a:lnTo>
                <a:lnTo>
                  <a:pt x="209" y="53"/>
                </a:lnTo>
                <a:lnTo>
                  <a:pt x="209" y="157"/>
                </a:lnTo>
                <a:moveTo>
                  <a:pt x="575" y="627"/>
                </a:moveTo>
                <a:lnTo>
                  <a:pt x="731" y="627"/>
                </a:lnTo>
                <a:lnTo>
                  <a:pt x="731" y="731"/>
                </a:lnTo>
                <a:lnTo>
                  <a:pt x="575" y="731"/>
                </a:lnTo>
                <a:lnTo>
                  <a:pt x="575" y="627"/>
                </a:lnTo>
                <a:moveTo>
                  <a:pt x="575" y="339"/>
                </a:moveTo>
                <a:lnTo>
                  <a:pt x="731" y="339"/>
                </a:lnTo>
                <a:lnTo>
                  <a:pt x="731" y="444"/>
                </a:lnTo>
                <a:lnTo>
                  <a:pt x="575" y="444"/>
                </a:lnTo>
                <a:lnTo>
                  <a:pt x="575" y="339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439920" y="281880"/>
            <a:ext cx="9394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uitgangspunten die verder reiken dan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995400" y="1030320"/>
            <a:ext cx="34146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1. Kiezen door lerenden: tot en met het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995400" y="1258920"/>
            <a:ext cx="1204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leeronderdeel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603720" y="1525320"/>
            <a:ext cx="4181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De gelaagdheid van het OKx-informatiemodel; kiezen en uitwisselen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599760" y="1914480"/>
            <a:ext cx="3829680" cy="438480"/>
          </a:xfrm>
          <a:custGeom>
            <a:avLst/>
            <a:gdLst/>
            <a:ahLst/>
            <a:rect l="0" t="0" r="r" b="b"/>
            <a:pathLst>
              <a:path w="10638" h="1218">
                <a:moveTo>
                  <a:pt x="0" y="1006"/>
                </a:moveTo>
                <a:lnTo>
                  <a:pt x="0" y="212"/>
                </a:lnTo>
                <a:cubicBezTo>
                  <a:pt x="0" y="198"/>
                  <a:pt x="2" y="185"/>
                  <a:pt x="4" y="171"/>
                </a:cubicBezTo>
                <a:cubicBezTo>
                  <a:pt x="7" y="156"/>
                  <a:pt x="11" y="143"/>
                  <a:pt x="16" y="130"/>
                </a:cubicBezTo>
                <a:cubicBezTo>
                  <a:pt x="22" y="117"/>
                  <a:pt x="28" y="105"/>
                  <a:pt x="36" y="94"/>
                </a:cubicBezTo>
                <a:cubicBezTo>
                  <a:pt x="44" y="82"/>
                  <a:pt x="53" y="71"/>
                  <a:pt x="62" y="62"/>
                </a:cubicBezTo>
                <a:cubicBezTo>
                  <a:pt x="72" y="52"/>
                  <a:pt x="83" y="43"/>
                  <a:pt x="94" y="35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0"/>
                  <a:pt x="157" y="6"/>
                  <a:pt x="171" y="4"/>
                </a:cubicBezTo>
                <a:cubicBezTo>
                  <a:pt x="184" y="1"/>
                  <a:pt x="198" y="0"/>
                  <a:pt x="212" y="0"/>
                </a:cubicBezTo>
                <a:lnTo>
                  <a:pt x="10426" y="0"/>
                </a:lnTo>
                <a:cubicBezTo>
                  <a:pt x="10440" y="0"/>
                  <a:pt x="10454" y="1"/>
                  <a:pt x="10467" y="4"/>
                </a:cubicBezTo>
                <a:cubicBezTo>
                  <a:pt x="10481" y="6"/>
                  <a:pt x="10494" y="10"/>
                  <a:pt x="10507" y="16"/>
                </a:cubicBezTo>
                <a:cubicBezTo>
                  <a:pt x="10520" y="21"/>
                  <a:pt x="10532" y="28"/>
                  <a:pt x="10544" y="35"/>
                </a:cubicBezTo>
                <a:cubicBezTo>
                  <a:pt x="10555" y="43"/>
                  <a:pt x="10566" y="52"/>
                  <a:pt x="10576" y="62"/>
                </a:cubicBezTo>
                <a:cubicBezTo>
                  <a:pt x="10585" y="71"/>
                  <a:pt x="10594" y="82"/>
                  <a:pt x="10602" y="94"/>
                </a:cubicBezTo>
                <a:cubicBezTo>
                  <a:pt x="10610" y="105"/>
                  <a:pt x="10616" y="117"/>
                  <a:pt x="10622" y="130"/>
                </a:cubicBezTo>
                <a:cubicBezTo>
                  <a:pt x="10627" y="143"/>
                  <a:pt x="10631" y="156"/>
                  <a:pt x="10634" y="171"/>
                </a:cubicBezTo>
                <a:cubicBezTo>
                  <a:pt x="10636" y="185"/>
                  <a:pt x="10638" y="198"/>
                  <a:pt x="10638" y="212"/>
                </a:cubicBezTo>
                <a:lnTo>
                  <a:pt x="10638" y="1006"/>
                </a:lnTo>
                <a:cubicBezTo>
                  <a:pt x="10638" y="1020"/>
                  <a:pt x="10636" y="1034"/>
                  <a:pt x="10634" y="1047"/>
                </a:cubicBezTo>
                <a:cubicBezTo>
                  <a:pt x="10631" y="1061"/>
                  <a:pt x="10627" y="1074"/>
                  <a:pt x="10622" y="1087"/>
                </a:cubicBezTo>
                <a:cubicBezTo>
                  <a:pt x="10616" y="1100"/>
                  <a:pt x="10610" y="1112"/>
                  <a:pt x="10602" y="1124"/>
                </a:cubicBezTo>
                <a:cubicBezTo>
                  <a:pt x="10594" y="1135"/>
                  <a:pt x="10585" y="1146"/>
                  <a:pt x="10576" y="1156"/>
                </a:cubicBezTo>
                <a:cubicBezTo>
                  <a:pt x="10566" y="1166"/>
                  <a:pt x="10555" y="1174"/>
                  <a:pt x="10544" y="1182"/>
                </a:cubicBezTo>
                <a:cubicBezTo>
                  <a:pt x="10532" y="1190"/>
                  <a:pt x="10520" y="1196"/>
                  <a:pt x="10507" y="1202"/>
                </a:cubicBezTo>
                <a:cubicBezTo>
                  <a:pt x="10494" y="1207"/>
                  <a:pt x="10481" y="1211"/>
                  <a:pt x="10467" y="1214"/>
                </a:cubicBezTo>
                <a:cubicBezTo>
                  <a:pt x="10454" y="1216"/>
                  <a:pt x="10440" y="1218"/>
                  <a:pt x="10426" y="1218"/>
                </a:cubicBezTo>
                <a:lnTo>
                  <a:pt x="212" y="1218"/>
                </a:lnTo>
                <a:cubicBezTo>
                  <a:pt x="198" y="1218"/>
                  <a:pt x="184" y="1216"/>
                  <a:pt x="171" y="1214"/>
                </a:cubicBezTo>
                <a:cubicBezTo>
                  <a:pt x="157" y="1211"/>
                  <a:pt x="144" y="1207"/>
                  <a:pt x="131" y="1202"/>
                </a:cubicBezTo>
                <a:cubicBezTo>
                  <a:pt x="118" y="1196"/>
                  <a:pt x="106" y="1190"/>
                  <a:pt x="94" y="1182"/>
                </a:cubicBezTo>
                <a:cubicBezTo>
                  <a:pt x="83" y="1174"/>
                  <a:pt x="72" y="1166"/>
                  <a:pt x="62" y="1156"/>
                </a:cubicBezTo>
                <a:cubicBezTo>
                  <a:pt x="53" y="1146"/>
                  <a:pt x="44" y="1135"/>
                  <a:pt x="36" y="1124"/>
                </a:cubicBezTo>
                <a:cubicBezTo>
                  <a:pt x="28" y="1112"/>
                  <a:pt x="22" y="1100"/>
                  <a:pt x="16" y="1087"/>
                </a:cubicBezTo>
                <a:cubicBezTo>
                  <a:pt x="11" y="1074"/>
                  <a:pt x="7" y="1061"/>
                  <a:pt x="4" y="1047"/>
                </a:cubicBezTo>
                <a:cubicBezTo>
                  <a:pt x="2" y="1034"/>
                  <a:pt x="0" y="1020"/>
                  <a:pt x="0" y="1006"/>
                </a:cubicBez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695160" y="2028600"/>
            <a:ext cx="209880" cy="209880"/>
          </a:xfrm>
          <a:custGeom>
            <a:avLst/>
            <a:gdLst/>
            <a:ahLst/>
            <a:rect l="0" t="0" r="r" b="b"/>
            <a:pathLst>
              <a:path w="583" h="583">
                <a:moveTo>
                  <a:pt x="0" y="297"/>
                </a:moveTo>
                <a:lnTo>
                  <a:pt x="0" y="286"/>
                </a:lnTo>
                <a:cubicBezTo>
                  <a:pt x="0" y="267"/>
                  <a:pt x="2" y="248"/>
                  <a:pt x="5" y="230"/>
                </a:cubicBezTo>
                <a:cubicBezTo>
                  <a:pt x="9" y="212"/>
                  <a:pt x="15" y="194"/>
                  <a:pt x="22" y="176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1"/>
                  <a:pt x="70" y="97"/>
                  <a:pt x="84" y="84"/>
                </a:cubicBezTo>
                <a:cubicBezTo>
                  <a:pt x="97" y="71"/>
                  <a:pt x="112" y="59"/>
                  <a:pt x="128" y="48"/>
                </a:cubicBezTo>
                <a:cubicBezTo>
                  <a:pt x="144" y="38"/>
                  <a:pt x="160" y="29"/>
                  <a:pt x="177" y="22"/>
                </a:cubicBezTo>
                <a:cubicBezTo>
                  <a:pt x="195" y="15"/>
                  <a:pt x="212" y="9"/>
                  <a:pt x="231" y="6"/>
                </a:cubicBezTo>
                <a:cubicBezTo>
                  <a:pt x="249" y="2"/>
                  <a:pt x="268" y="0"/>
                  <a:pt x="287" y="0"/>
                </a:cubicBezTo>
                <a:lnTo>
                  <a:pt x="297" y="0"/>
                </a:lnTo>
                <a:cubicBezTo>
                  <a:pt x="316" y="0"/>
                  <a:pt x="335" y="2"/>
                  <a:pt x="353" y="6"/>
                </a:cubicBezTo>
                <a:cubicBezTo>
                  <a:pt x="372" y="9"/>
                  <a:pt x="389" y="15"/>
                  <a:pt x="407" y="22"/>
                </a:cubicBezTo>
                <a:cubicBezTo>
                  <a:pt x="424" y="29"/>
                  <a:pt x="440" y="38"/>
                  <a:pt x="456" y="48"/>
                </a:cubicBezTo>
                <a:cubicBezTo>
                  <a:pt x="472" y="59"/>
                  <a:pt x="486" y="71"/>
                  <a:pt x="499" y="84"/>
                </a:cubicBezTo>
                <a:cubicBezTo>
                  <a:pt x="513" y="97"/>
                  <a:pt x="524" y="111"/>
                  <a:pt x="535" y="127"/>
                </a:cubicBezTo>
                <a:cubicBezTo>
                  <a:pt x="545" y="143"/>
                  <a:pt x="554" y="159"/>
                  <a:pt x="561" y="176"/>
                </a:cubicBezTo>
                <a:cubicBezTo>
                  <a:pt x="568" y="194"/>
                  <a:pt x="574" y="212"/>
                  <a:pt x="578" y="230"/>
                </a:cubicBezTo>
                <a:cubicBezTo>
                  <a:pt x="581" y="248"/>
                  <a:pt x="583" y="267"/>
                  <a:pt x="583" y="286"/>
                </a:cubicBezTo>
                <a:lnTo>
                  <a:pt x="583" y="297"/>
                </a:lnTo>
                <a:cubicBezTo>
                  <a:pt x="583" y="315"/>
                  <a:pt x="581" y="334"/>
                  <a:pt x="578" y="352"/>
                </a:cubicBezTo>
                <a:cubicBezTo>
                  <a:pt x="574" y="371"/>
                  <a:pt x="568" y="389"/>
                  <a:pt x="561" y="406"/>
                </a:cubicBezTo>
                <a:cubicBezTo>
                  <a:pt x="554" y="423"/>
                  <a:pt x="545" y="440"/>
                  <a:pt x="535" y="455"/>
                </a:cubicBezTo>
                <a:cubicBezTo>
                  <a:pt x="524" y="471"/>
                  <a:pt x="513" y="486"/>
                  <a:pt x="499" y="500"/>
                </a:cubicBezTo>
                <a:cubicBezTo>
                  <a:pt x="486" y="513"/>
                  <a:pt x="472" y="525"/>
                  <a:pt x="456" y="535"/>
                </a:cubicBezTo>
                <a:cubicBezTo>
                  <a:pt x="440" y="545"/>
                  <a:pt x="424" y="554"/>
                  <a:pt x="407" y="561"/>
                </a:cubicBezTo>
                <a:cubicBezTo>
                  <a:pt x="389" y="569"/>
                  <a:pt x="372" y="574"/>
                  <a:pt x="353" y="578"/>
                </a:cubicBezTo>
                <a:cubicBezTo>
                  <a:pt x="335" y="581"/>
                  <a:pt x="316" y="583"/>
                  <a:pt x="297" y="583"/>
                </a:cubicBezTo>
                <a:lnTo>
                  <a:pt x="287" y="583"/>
                </a:lnTo>
                <a:cubicBezTo>
                  <a:pt x="268" y="583"/>
                  <a:pt x="249" y="581"/>
                  <a:pt x="231" y="578"/>
                </a:cubicBezTo>
                <a:cubicBezTo>
                  <a:pt x="212" y="574"/>
                  <a:pt x="195" y="569"/>
                  <a:pt x="177" y="561"/>
                </a:cubicBezTo>
                <a:cubicBezTo>
                  <a:pt x="160" y="554"/>
                  <a:pt x="144" y="545"/>
                  <a:pt x="128" y="535"/>
                </a:cubicBezTo>
                <a:cubicBezTo>
                  <a:pt x="112" y="525"/>
                  <a:pt x="97" y="513"/>
                  <a:pt x="84" y="500"/>
                </a:cubicBezTo>
                <a:cubicBezTo>
                  <a:pt x="70" y="486"/>
                  <a:pt x="59" y="471"/>
                  <a:pt x="48" y="455"/>
                </a:cubicBezTo>
                <a:cubicBezTo>
                  <a:pt x="38" y="440"/>
                  <a:pt x="29" y="423"/>
                  <a:pt x="22" y="406"/>
                </a:cubicBezTo>
                <a:cubicBezTo>
                  <a:pt x="15" y="389"/>
                  <a:pt x="9" y="371"/>
                  <a:pt x="5" y="352"/>
                </a:cubicBezTo>
                <a:cubicBezTo>
                  <a:pt x="2" y="334"/>
                  <a:pt x="0" y="315"/>
                  <a:pt x="0" y="297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603720" y="1696680"/>
            <a:ext cx="2144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gaan tot en met het leeronderdeel.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779040" y="2072880"/>
            <a:ext cx="10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977040" y="1972800"/>
            <a:ext cx="3009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Opleidingsspeciﬁcatie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· de opleiding, met haar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723600" y="2381040"/>
            <a:ext cx="3705840" cy="429120"/>
          </a:xfrm>
          <a:custGeom>
            <a:avLst/>
            <a:gdLst/>
            <a:ahLst/>
            <a:rect l="0" t="0" r="r" b="b"/>
            <a:pathLst>
              <a:path w="10294" h="1192">
                <a:moveTo>
                  <a:pt x="0" y="979"/>
                </a:move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lnTo>
                  <a:pt x="10082" y="0"/>
                </a:lnTo>
                <a:cubicBezTo>
                  <a:pt x="10096" y="0"/>
                  <a:pt x="10110" y="1"/>
                  <a:pt x="10123" y="4"/>
                </a:cubicBezTo>
                <a:cubicBezTo>
                  <a:pt x="10137" y="7"/>
                  <a:pt x="10150" y="11"/>
                  <a:pt x="10163" y="16"/>
                </a:cubicBezTo>
                <a:cubicBezTo>
                  <a:pt x="10176" y="22"/>
                  <a:pt x="10188" y="28"/>
                  <a:pt x="10200" y="36"/>
                </a:cubicBezTo>
                <a:cubicBezTo>
                  <a:pt x="10211" y="43"/>
                  <a:pt x="10222" y="52"/>
                  <a:pt x="10232" y="62"/>
                </a:cubicBezTo>
                <a:cubicBezTo>
                  <a:pt x="10241" y="72"/>
                  <a:pt x="10250" y="83"/>
                  <a:pt x="10258" y="94"/>
                </a:cubicBezTo>
                <a:cubicBezTo>
                  <a:pt x="10266" y="106"/>
                  <a:pt x="10272" y="118"/>
                  <a:pt x="10278" y="131"/>
                </a:cubicBezTo>
                <a:cubicBezTo>
                  <a:pt x="10283" y="144"/>
                  <a:pt x="10287" y="157"/>
                  <a:pt x="10290" y="170"/>
                </a:cubicBezTo>
                <a:cubicBezTo>
                  <a:pt x="10292" y="184"/>
                  <a:pt x="10294" y="198"/>
                  <a:pt x="10294" y="212"/>
                </a:cubicBezTo>
                <a:lnTo>
                  <a:pt x="10294" y="979"/>
                </a:lnTo>
                <a:cubicBezTo>
                  <a:pt x="10294" y="993"/>
                  <a:pt x="10292" y="1007"/>
                  <a:pt x="10290" y="1020"/>
                </a:cubicBezTo>
                <a:cubicBezTo>
                  <a:pt x="10287" y="1034"/>
                  <a:pt x="10283" y="1047"/>
                  <a:pt x="10278" y="1060"/>
                </a:cubicBezTo>
                <a:cubicBezTo>
                  <a:pt x="10272" y="1073"/>
                  <a:pt x="10266" y="1085"/>
                  <a:pt x="10258" y="1097"/>
                </a:cubicBezTo>
                <a:cubicBezTo>
                  <a:pt x="10250" y="1108"/>
                  <a:pt x="10241" y="1119"/>
                  <a:pt x="10232" y="1130"/>
                </a:cubicBezTo>
                <a:cubicBezTo>
                  <a:pt x="10222" y="1140"/>
                  <a:pt x="10211" y="1148"/>
                  <a:pt x="10200" y="1156"/>
                </a:cubicBezTo>
                <a:cubicBezTo>
                  <a:pt x="10188" y="1164"/>
                  <a:pt x="10176" y="1170"/>
                  <a:pt x="10163" y="1176"/>
                </a:cubicBezTo>
                <a:cubicBezTo>
                  <a:pt x="10150" y="1181"/>
                  <a:pt x="10137" y="1185"/>
                  <a:pt x="10123" y="1188"/>
                </a:cubicBezTo>
                <a:cubicBezTo>
                  <a:pt x="10110" y="1190"/>
                  <a:pt x="10096" y="1192"/>
                  <a:pt x="10082" y="1192"/>
                </a:cubicBezTo>
                <a:lnTo>
                  <a:pt x="212" y="1192"/>
                </a:lnTo>
                <a:cubicBezTo>
                  <a:pt x="198" y="1192"/>
                  <a:pt x="184" y="1190"/>
                  <a:pt x="171" y="1188"/>
                </a:cubicBezTo>
                <a:cubicBezTo>
                  <a:pt x="157" y="1185"/>
                  <a:pt x="144" y="1181"/>
                  <a:pt x="131" y="1176"/>
                </a:cubicBezTo>
                <a:cubicBezTo>
                  <a:pt x="118" y="1170"/>
                  <a:pt x="106" y="1164"/>
                  <a:pt x="94" y="1156"/>
                </a:cubicBezTo>
                <a:cubicBezTo>
                  <a:pt x="83" y="1148"/>
                  <a:pt x="72" y="1140"/>
                  <a:pt x="62" y="1130"/>
                </a:cubicBezTo>
                <a:cubicBezTo>
                  <a:pt x="53" y="1119"/>
                  <a:pt x="44" y="1108"/>
                  <a:pt x="36" y="1097"/>
                </a:cubicBezTo>
                <a:cubicBezTo>
                  <a:pt x="28" y="1085"/>
                  <a:pt x="22" y="1073"/>
                  <a:pt x="16" y="1060"/>
                </a:cubicBezTo>
                <a:cubicBezTo>
                  <a:pt x="11" y="1047"/>
                  <a:pt x="7" y="1034"/>
                  <a:pt x="4" y="1020"/>
                </a:cubicBezTo>
                <a:cubicBezTo>
                  <a:pt x="2" y="1007"/>
                  <a:pt x="0" y="993"/>
                  <a:pt x="0" y="979"/>
                </a:cubicBez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819000" y="2495520"/>
            <a:ext cx="200520" cy="200160"/>
          </a:xfrm>
          <a:custGeom>
            <a:avLst/>
            <a:gdLst/>
            <a:ahLst/>
            <a:rect l="0" t="0" r="r" b="b"/>
            <a:pathLst>
              <a:path w="557" h="556">
                <a:moveTo>
                  <a:pt x="557" y="278"/>
                </a:moveTo>
                <a:cubicBezTo>
                  <a:pt x="557" y="297"/>
                  <a:pt x="555" y="315"/>
                  <a:pt x="551" y="333"/>
                </a:cubicBezTo>
                <a:cubicBezTo>
                  <a:pt x="548" y="350"/>
                  <a:pt x="542" y="368"/>
                  <a:pt x="535" y="385"/>
                </a:cubicBezTo>
                <a:cubicBezTo>
                  <a:pt x="528" y="402"/>
                  <a:pt x="520" y="418"/>
                  <a:pt x="510" y="433"/>
                </a:cubicBezTo>
                <a:cubicBezTo>
                  <a:pt x="500" y="448"/>
                  <a:pt x="488" y="462"/>
                  <a:pt x="475" y="475"/>
                </a:cubicBezTo>
                <a:cubicBezTo>
                  <a:pt x="462" y="488"/>
                  <a:pt x="448" y="499"/>
                  <a:pt x="433" y="509"/>
                </a:cubicBezTo>
                <a:cubicBezTo>
                  <a:pt x="418" y="520"/>
                  <a:pt x="402" y="528"/>
                  <a:pt x="385" y="535"/>
                </a:cubicBezTo>
                <a:cubicBezTo>
                  <a:pt x="368" y="542"/>
                  <a:pt x="351" y="547"/>
                  <a:pt x="333" y="551"/>
                </a:cubicBezTo>
                <a:cubicBezTo>
                  <a:pt x="315" y="554"/>
                  <a:pt x="297" y="556"/>
                  <a:pt x="279" y="556"/>
                </a:cubicBezTo>
                <a:cubicBezTo>
                  <a:pt x="260" y="556"/>
                  <a:pt x="242" y="554"/>
                  <a:pt x="225" y="551"/>
                </a:cubicBezTo>
                <a:cubicBezTo>
                  <a:pt x="206" y="547"/>
                  <a:pt x="188" y="542"/>
                  <a:pt x="171" y="535"/>
                </a:cubicBezTo>
                <a:cubicBezTo>
                  <a:pt x="155" y="528"/>
                  <a:pt x="139" y="520"/>
                  <a:pt x="123" y="509"/>
                </a:cubicBezTo>
                <a:cubicBezTo>
                  <a:pt x="108" y="499"/>
                  <a:pt x="94" y="488"/>
                  <a:pt x="81" y="475"/>
                </a:cubicBezTo>
                <a:cubicBezTo>
                  <a:pt x="68" y="462"/>
                  <a:pt x="57" y="448"/>
                  <a:pt x="47" y="433"/>
                </a:cubicBezTo>
                <a:cubicBezTo>
                  <a:pt x="37" y="418"/>
                  <a:pt x="28" y="402"/>
                  <a:pt x="21" y="385"/>
                </a:cubicBezTo>
                <a:cubicBezTo>
                  <a:pt x="14" y="368"/>
                  <a:pt x="9" y="350"/>
                  <a:pt x="5" y="333"/>
                </a:cubicBezTo>
                <a:cubicBezTo>
                  <a:pt x="2" y="315"/>
                  <a:pt x="0" y="297"/>
                  <a:pt x="0" y="278"/>
                </a:cubicBezTo>
                <a:cubicBezTo>
                  <a:pt x="0" y="260"/>
                  <a:pt x="2" y="242"/>
                  <a:pt x="5" y="224"/>
                </a:cubicBezTo>
                <a:cubicBezTo>
                  <a:pt x="9" y="206"/>
                  <a:pt x="14" y="189"/>
                  <a:pt x="21" y="172"/>
                </a:cubicBezTo>
                <a:cubicBezTo>
                  <a:pt x="28" y="155"/>
                  <a:pt x="37" y="139"/>
                  <a:pt x="47" y="124"/>
                </a:cubicBezTo>
                <a:cubicBezTo>
                  <a:pt x="57" y="109"/>
                  <a:pt x="68" y="95"/>
                  <a:pt x="81" y="82"/>
                </a:cubicBezTo>
                <a:cubicBezTo>
                  <a:pt x="94" y="69"/>
                  <a:pt x="108" y="58"/>
                  <a:pt x="123" y="47"/>
                </a:cubicBezTo>
                <a:cubicBezTo>
                  <a:pt x="139" y="37"/>
                  <a:pt x="155" y="29"/>
                  <a:pt x="171" y="22"/>
                </a:cubicBezTo>
                <a:cubicBezTo>
                  <a:pt x="188" y="15"/>
                  <a:pt x="206" y="9"/>
                  <a:pt x="225" y="5"/>
                </a:cubicBezTo>
                <a:cubicBezTo>
                  <a:pt x="242" y="1"/>
                  <a:pt x="260" y="0"/>
                  <a:pt x="279" y="0"/>
                </a:cubicBezTo>
                <a:cubicBezTo>
                  <a:pt x="297" y="0"/>
                  <a:pt x="315" y="1"/>
                  <a:pt x="333" y="5"/>
                </a:cubicBezTo>
                <a:cubicBezTo>
                  <a:pt x="351" y="9"/>
                  <a:pt x="368" y="15"/>
                  <a:pt x="385" y="22"/>
                </a:cubicBezTo>
                <a:cubicBezTo>
                  <a:pt x="402" y="29"/>
                  <a:pt x="418" y="37"/>
                  <a:pt x="433" y="47"/>
                </a:cubicBezTo>
                <a:cubicBezTo>
                  <a:pt x="448" y="58"/>
                  <a:pt x="462" y="69"/>
                  <a:pt x="475" y="82"/>
                </a:cubicBezTo>
                <a:cubicBezTo>
                  <a:pt x="488" y="95"/>
                  <a:pt x="500" y="109"/>
                  <a:pt x="510" y="124"/>
                </a:cubicBezTo>
                <a:cubicBezTo>
                  <a:pt x="520" y="139"/>
                  <a:pt x="528" y="155"/>
                  <a:pt x="535" y="172"/>
                </a:cubicBezTo>
                <a:cubicBezTo>
                  <a:pt x="542" y="189"/>
                  <a:pt x="548" y="206"/>
                  <a:pt x="551" y="224"/>
                </a:cubicBezTo>
                <a:cubicBezTo>
                  <a:pt x="555" y="242"/>
                  <a:pt x="557" y="260"/>
                  <a:pt x="557" y="278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977040" y="2153880"/>
            <a:ext cx="816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programma's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891360" y="2530080"/>
            <a:ext cx="10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1099080" y="2430000"/>
            <a:ext cx="3486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Opleidingsprogrammaspeciﬁcatie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· een leerweg, met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847440" y="2838240"/>
            <a:ext cx="3582000" cy="438480"/>
          </a:xfrm>
          <a:custGeom>
            <a:avLst/>
            <a:gdLst/>
            <a:ahLst/>
            <a:rect l="0" t="0" r="r" b="b"/>
            <a:pathLst>
              <a:path w="9950" h="1218">
                <a:moveTo>
                  <a:pt x="0" y="1006"/>
                </a:moveTo>
                <a:lnTo>
                  <a:pt x="0" y="213"/>
                </a:lnTo>
                <a:cubicBezTo>
                  <a:pt x="0" y="199"/>
                  <a:pt x="2" y="185"/>
                  <a:pt x="4" y="171"/>
                </a:cubicBezTo>
                <a:cubicBezTo>
                  <a:pt x="7" y="158"/>
                  <a:pt x="11" y="145"/>
                  <a:pt x="16" y="132"/>
                </a:cubicBezTo>
                <a:cubicBezTo>
                  <a:pt x="22" y="119"/>
                  <a:pt x="28" y="107"/>
                  <a:pt x="36" y="95"/>
                </a:cubicBezTo>
                <a:cubicBezTo>
                  <a:pt x="44" y="84"/>
                  <a:pt x="52" y="73"/>
                  <a:pt x="62" y="63"/>
                </a:cubicBezTo>
                <a:cubicBezTo>
                  <a:pt x="72" y="53"/>
                  <a:pt x="83" y="44"/>
                  <a:pt x="94" y="37"/>
                </a:cubicBezTo>
                <a:cubicBezTo>
                  <a:pt x="106" y="29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lnTo>
                  <a:pt x="9738" y="0"/>
                </a:lnTo>
                <a:cubicBezTo>
                  <a:pt x="9752" y="0"/>
                  <a:pt x="9766" y="1"/>
                  <a:pt x="9779" y="4"/>
                </a:cubicBezTo>
                <a:cubicBezTo>
                  <a:pt x="9793" y="7"/>
                  <a:pt x="9806" y="11"/>
                  <a:pt x="9819" y="16"/>
                </a:cubicBezTo>
                <a:cubicBezTo>
                  <a:pt x="9832" y="22"/>
                  <a:pt x="9844" y="29"/>
                  <a:pt x="9856" y="37"/>
                </a:cubicBezTo>
                <a:cubicBezTo>
                  <a:pt x="9867" y="44"/>
                  <a:pt x="9878" y="53"/>
                  <a:pt x="9888" y="63"/>
                </a:cubicBezTo>
                <a:cubicBezTo>
                  <a:pt x="9897" y="73"/>
                  <a:pt x="9906" y="84"/>
                  <a:pt x="9914" y="95"/>
                </a:cubicBezTo>
                <a:cubicBezTo>
                  <a:pt x="9922" y="107"/>
                  <a:pt x="9928" y="119"/>
                  <a:pt x="9934" y="132"/>
                </a:cubicBezTo>
                <a:cubicBezTo>
                  <a:pt x="9939" y="145"/>
                  <a:pt x="9943" y="158"/>
                  <a:pt x="9946" y="171"/>
                </a:cubicBezTo>
                <a:cubicBezTo>
                  <a:pt x="9948" y="185"/>
                  <a:pt x="9950" y="199"/>
                  <a:pt x="9950" y="213"/>
                </a:cubicBezTo>
                <a:lnTo>
                  <a:pt x="9950" y="1006"/>
                </a:lnTo>
                <a:cubicBezTo>
                  <a:pt x="9950" y="1020"/>
                  <a:pt x="9948" y="1034"/>
                  <a:pt x="9946" y="1048"/>
                </a:cubicBezTo>
                <a:cubicBezTo>
                  <a:pt x="9943" y="1061"/>
                  <a:pt x="9939" y="1075"/>
                  <a:pt x="9934" y="1087"/>
                </a:cubicBezTo>
                <a:cubicBezTo>
                  <a:pt x="9928" y="1100"/>
                  <a:pt x="9922" y="1113"/>
                  <a:pt x="9914" y="1124"/>
                </a:cubicBezTo>
                <a:cubicBezTo>
                  <a:pt x="9906" y="1136"/>
                  <a:pt x="9897" y="1146"/>
                  <a:pt x="9888" y="1156"/>
                </a:cubicBezTo>
                <a:cubicBezTo>
                  <a:pt x="9878" y="1166"/>
                  <a:pt x="9867" y="1175"/>
                  <a:pt x="9856" y="1182"/>
                </a:cubicBezTo>
                <a:cubicBezTo>
                  <a:pt x="9844" y="1190"/>
                  <a:pt x="9832" y="1197"/>
                  <a:pt x="9819" y="1202"/>
                </a:cubicBezTo>
                <a:cubicBezTo>
                  <a:pt x="9806" y="1207"/>
                  <a:pt x="9793" y="1211"/>
                  <a:pt x="9779" y="1214"/>
                </a:cubicBezTo>
                <a:cubicBezTo>
                  <a:pt x="9766" y="1217"/>
                  <a:pt x="9752" y="1218"/>
                  <a:pt x="9738" y="1218"/>
                </a:cubicBezTo>
                <a:lnTo>
                  <a:pt x="212" y="1218"/>
                </a:lnTo>
                <a:cubicBezTo>
                  <a:pt x="198" y="1218"/>
                  <a:pt x="184" y="1217"/>
                  <a:pt x="171" y="1214"/>
                </a:cubicBezTo>
                <a:cubicBezTo>
                  <a:pt x="157" y="1211"/>
                  <a:pt x="144" y="1207"/>
                  <a:pt x="131" y="1202"/>
                </a:cubicBezTo>
                <a:cubicBezTo>
                  <a:pt x="118" y="1197"/>
                  <a:pt x="106" y="1190"/>
                  <a:pt x="94" y="1182"/>
                </a:cubicBezTo>
                <a:cubicBezTo>
                  <a:pt x="83" y="1175"/>
                  <a:pt x="72" y="1166"/>
                  <a:pt x="62" y="1156"/>
                </a:cubicBezTo>
                <a:cubicBezTo>
                  <a:pt x="52" y="1146"/>
                  <a:pt x="44" y="1136"/>
                  <a:pt x="36" y="1124"/>
                </a:cubicBezTo>
                <a:cubicBezTo>
                  <a:pt x="28" y="1113"/>
                  <a:pt x="22" y="1100"/>
                  <a:pt x="16" y="1087"/>
                </a:cubicBezTo>
                <a:cubicBezTo>
                  <a:pt x="11" y="1075"/>
                  <a:pt x="7" y="1061"/>
                  <a:pt x="4" y="1048"/>
                </a:cubicBezTo>
                <a:cubicBezTo>
                  <a:pt x="2" y="1034"/>
                  <a:pt x="0" y="1020"/>
                  <a:pt x="0" y="1006"/>
                </a:cubicBezTo>
                <a:close/>
              </a:path>
            </a:pathLst>
          </a:custGeom>
          <a:solidFill>
            <a:srgbClr val="fff1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942840" y="2952720"/>
            <a:ext cx="200160" cy="209880"/>
          </a:xfrm>
          <a:custGeom>
            <a:avLst/>
            <a:gdLst/>
            <a:ahLst/>
            <a:rect l="0" t="0" r="r" b="b"/>
            <a:pathLst>
              <a:path w="556" h="583">
                <a:moveTo>
                  <a:pt x="0" y="305"/>
                </a:moveTo>
                <a:lnTo>
                  <a:pt x="0" y="278"/>
                </a:lnTo>
                <a:cubicBezTo>
                  <a:pt x="0" y="260"/>
                  <a:pt x="2" y="242"/>
                  <a:pt x="5" y="223"/>
                </a:cubicBezTo>
                <a:cubicBezTo>
                  <a:pt x="9" y="205"/>
                  <a:pt x="14" y="188"/>
                  <a:pt x="21" y="171"/>
                </a:cubicBezTo>
                <a:cubicBezTo>
                  <a:pt x="28" y="154"/>
                  <a:pt x="37" y="138"/>
                  <a:pt x="47" y="123"/>
                </a:cubicBezTo>
                <a:cubicBezTo>
                  <a:pt x="57" y="108"/>
                  <a:pt x="68" y="94"/>
                  <a:pt x="81" y="81"/>
                </a:cubicBezTo>
                <a:cubicBezTo>
                  <a:pt x="94" y="68"/>
                  <a:pt x="108" y="57"/>
                  <a:pt x="123" y="46"/>
                </a:cubicBezTo>
                <a:cubicBezTo>
                  <a:pt x="139" y="36"/>
                  <a:pt x="155" y="28"/>
                  <a:pt x="171" y="21"/>
                </a:cubicBezTo>
                <a:cubicBezTo>
                  <a:pt x="188" y="14"/>
                  <a:pt x="206" y="8"/>
                  <a:pt x="223" y="5"/>
                </a:cubicBezTo>
                <a:cubicBezTo>
                  <a:pt x="241" y="1"/>
                  <a:pt x="259" y="0"/>
                  <a:pt x="278" y="0"/>
                </a:cubicBezTo>
                <a:cubicBezTo>
                  <a:pt x="296" y="0"/>
                  <a:pt x="314" y="1"/>
                  <a:pt x="332" y="5"/>
                </a:cubicBezTo>
                <a:cubicBezTo>
                  <a:pt x="350" y="8"/>
                  <a:pt x="367" y="14"/>
                  <a:pt x="384" y="21"/>
                </a:cubicBezTo>
                <a:cubicBezTo>
                  <a:pt x="401" y="28"/>
                  <a:pt x="417" y="36"/>
                  <a:pt x="432" y="46"/>
                </a:cubicBezTo>
                <a:cubicBezTo>
                  <a:pt x="448" y="57"/>
                  <a:pt x="462" y="68"/>
                  <a:pt x="475" y="81"/>
                </a:cubicBezTo>
                <a:cubicBezTo>
                  <a:pt x="488" y="94"/>
                  <a:pt x="500" y="108"/>
                  <a:pt x="510" y="123"/>
                </a:cubicBezTo>
                <a:cubicBezTo>
                  <a:pt x="520" y="138"/>
                  <a:pt x="528" y="154"/>
                  <a:pt x="535" y="171"/>
                </a:cubicBezTo>
                <a:cubicBezTo>
                  <a:pt x="542" y="188"/>
                  <a:pt x="548" y="205"/>
                  <a:pt x="551" y="223"/>
                </a:cubicBezTo>
                <a:cubicBezTo>
                  <a:pt x="555" y="242"/>
                  <a:pt x="556" y="260"/>
                  <a:pt x="556" y="278"/>
                </a:cubicBezTo>
                <a:lnTo>
                  <a:pt x="556" y="305"/>
                </a:lnTo>
                <a:cubicBezTo>
                  <a:pt x="556" y="323"/>
                  <a:pt x="555" y="341"/>
                  <a:pt x="551" y="359"/>
                </a:cubicBezTo>
                <a:cubicBezTo>
                  <a:pt x="548" y="377"/>
                  <a:pt x="542" y="394"/>
                  <a:pt x="535" y="411"/>
                </a:cubicBezTo>
                <a:cubicBezTo>
                  <a:pt x="528" y="428"/>
                  <a:pt x="520" y="444"/>
                  <a:pt x="510" y="459"/>
                </a:cubicBezTo>
                <a:cubicBezTo>
                  <a:pt x="500" y="474"/>
                  <a:pt x="488" y="488"/>
                  <a:pt x="475" y="501"/>
                </a:cubicBezTo>
                <a:cubicBezTo>
                  <a:pt x="462" y="514"/>
                  <a:pt x="448" y="526"/>
                  <a:pt x="432" y="536"/>
                </a:cubicBezTo>
                <a:cubicBezTo>
                  <a:pt x="417" y="546"/>
                  <a:pt x="401" y="555"/>
                  <a:pt x="384" y="562"/>
                </a:cubicBezTo>
                <a:cubicBezTo>
                  <a:pt x="367" y="568"/>
                  <a:pt x="350" y="574"/>
                  <a:pt x="332" y="577"/>
                </a:cubicBezTo>
                <a:cubicBezTo>
                  <a:pt x="314" y="581"/>
                  <a:pt x="296" y="583"/>
                  <a:pt x="278" y="583"/>
                </a:cubicBezTo>
                <a:cubicBezTo>
                  <a:pt x="259" y="583"/>
                  <a:pt x="241" y="581"/>
                  <a:pt x="223" y="577"/>
                </a:cubicBezTo>
                <a:cubicBezTo>
                  <a:pt x="206" y="574"/>
                  <a:pt x="188" y="568"/>
                  <a:pt x="171" y="562"/>
                </a:cubicBezTo>
                <a:cubicBezTo>
                  <a:pt x="155" y="555"/>
                  <a:pt x="139" y="546"/>
                  <a:pt x="123" y="536"/>
                </a:cubicBezTo>
                <a:cubicBezTo>
                  <a:pt x="108" y="526"/>
                  <a:pt x="94" y="514"/>
                  <a:pt x="81" y="501"/>
                </a:cubicBezTo>
                <a:cubicBezTo>
                  <a:pt x="68" y="488"/>
                  <a:pt x="57" y="474"/>
                  <a:pt x="47" y="459"/>
                </a:cubicBezTo>
                <a:cubicBezTo>
                  <a:pt x="37" y="444"/>
                  <a:pt x="28" y="428"/>
                  <a:pt x="21" y="411"/>
                </a:cubicBezTo>
                <a:cubicBezTo>
                  <a:pt x="14" y="394"/>
                  <a:pt x="9" y="377"/>
                  <a:pt x="5" y="359"/>
                </a:cubicBezTo>
                <a:cubicBezTo>
                  <a:pt x="2" y="341"/>
                  <a:pt x="0" y="323"/>
                  <a:pt x="0" y="305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1099080" y="2620440"/>
            <a:ext cx="1024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keuzedeelruimte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1013400" y="2996640"/>
            <a:ext cx="10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1220760" y="2896920"/>
            <a:ext cx="36234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Onderwijseenheidspeciﬁcatie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· het blok, verbonden aan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971280" y="3305160"/>
            <a:ext cx="3458160" cy="428760"/>
          </a:xfrm>
          <a:custGeom>
            <a:avLst/>
            <a:gdLst/>
            <a:ahLst/>
            <a:rect l="0" t="0" r="r" b="b"/>
            <a:pathLst>
              <a:path w="9606" h="1191">
                <a:moveTo>
                  <a:pt x="0" y="979"/>
                </a:moveTo>
                <a:lnTo>
                  <a:pt x="0" y="211"/>
                </a:lnTo>
                <a:cubicBezTo>
                  <a:pt x="0" y="197"/>
                  <a:pt x="2" y="184"/>
                  <a:pt x="4" y="170"/>
                </a:cubicBezTo>
                <a:cubicBezTo>
                  <a:pt x="7" y="156"/>
                  <a:pt x="11" y="143"/>
                  <a:pt x="16" y="130"/>
                </a:cubicBezTo>
                <a:cubicBezTo>
                  <a:pt x="22" y="117"/>
                  <a:pt x="28" y="105"/>
                  <a:pt x="36" y="94"/>
                </a:cubicBezTo>
                <a:cubicBezTo>
                  <a:pt x="44" y="82"/>
                  <a:pt x="52" y="71"/>
                  <a:pt x="62" y="62"/>
                </a:cubicBezTo>
                <a:cubicBezTo>
                  <a:pt x="72" y="52"/>
                  <a:pt x="83" y="43"/>
                  <a:pt x="94" y="35"/>
                </a:cubicBezTo>
                <a:cubicBezTo>
                  <a:pt x="106" y="27"/>
                  <a:pt x="118" y="21"/>
                  <a:pt x="131" y="16"/>
                </a:cubicBezTo>
                <a:cubicBezTo>
                  <a:pt x="144" y="10"/>
                  <a:pt x="157" y="6"/>
                  <a:pt x="171" y="4"/>
                </a:cubicBezTo>
                <a:cubicBezTo>
                  <a:pt x="184" y="1"/>
                  <a:pt x="198" y="0"/>
                  <a:pt x="212" y="0"/>
                </a:cubicBezTo>
                <a:lnTo>
                  <a:pt x="9394" y="0"/>
                </a:lnTo>
                <a:cubicBezTo>
                  <a:pt x="9408" y="0"/>
                  <a:pt x="9422" y="1"/>
                  <a:pt x="9435" y="4"/>
                </a:cubicBezTo>
                <a:cubicBezTo>
                  <a:pt x="9449" y="6"/>
                  <a:pt x="9462" y="10"/>
                  <a:pt x="9475" y="16"/>
                </a:cubicBezTo>
                <a:cubicBezTo>
                  <a:pt x="9488" y="21"/>
                  <a:pt x="9500" y="27"/>
                  <a:pt x="9512" y="35"/>
                </a:cubicBezTo>
                <a:cubicBezTo>
                  <a:pt x="9523" y="43"/>
                  <a:pt x="9534" y="52"/>
                  <a:pt x="9544" y="62"/>
                </a:cubicBezTo>
                <a:cubicBezTo>
                  <a:pt x="9553" y="71"/>
                  <a:pt x="9562" y="82"/>
                  <a:pt x="9570" y="94"/>
                </a:cubicBezTo>
                <a:cubicBezTo>
                  <a:pt x="9578" y="105"/>
                  <a:pt x="9584" y="117"/>
                  <a:pt x="9590" y="130"/>
                </a:cubicBezTo>
                <a:cubicBezTo>
                  <a:pt x="9595" y="143"/>
                  <a:pt x="9599" y="156"/>
                  <a:pt x="9602" y="170"/>
                </a:cubicBezTo>
                <a:cubicBezTo>
                  <a:pt x="9604" y="184"/>
                  <a:pt x="9606" y="197"/>
                  <a:pt x="9606" y="211"/>
                </a:cubicBezTo>
                <a:lnTo>
                  <a:pt x="9606" y="979"/>
                </a:lnTo>
                <a:cubicBezTo>
                  <a:pt x="9606" y="993"/>
                  <a:pt x="9604" y="1007"/>
                  <a:pt x="9602" y="1021"/>
                </a:cubicBezTo>
                <a:cubicBezTo>
                  <a:pt x="9599" y="1034"/>
                  <a:pt x="9595" y="1048"/>
                  <a:pt x="9590" y="1060"/>
                </a:cubicBezTo>
                <a:cubicBezTo>
                  <a:pt x="9584" y="1073"/>
                  <a:pt x="9578" y="1086"/>
                  <a:pt x="9570" y="1097"/>
                </a:cubicBezTo>
                <a:cubicBezTo>
                  <a:pt x="9562" y="1109"/>
                  <a:pt x="9553" y="1119"/>
                  <a:pt x="9544" y="1129"/>
                </a:cubicBezTo>
                <a:cubicBezTo>
                  <a:pt x="9534" y="1139"/>
                  <a:pt x="9523" y="1148"/>
                  <a:pt x="9512" y="1155"/>
                </a:cubicBezTo>
                <a:cubicBezTo>
                  <a:pt x="9500" y="1163"/>
                  <a:pt x="9488" y="1170"/>
                  <a:pt x="9475" y="1175"/>
                </a:cubicBezTo>
                <a:cubicBezTo>
                  <a:pt x="9462" y="1180"/>
                  <a:pt x="9449" y="1184"/>
                  <a:pt x="9435" y="1187"/>
                </a:cubicBezTo>
                <a:cubicBezTo>
                  <a:pt x="9422" y="1190"/>
                  <a:pt x="9408" y="1191"/>
                  <a:pt x="9394" y="1191"/>
                </a:cubicBezTo>
                <a:lnTo>
                  <a:pt x="212" y="1191"/>
                </a:lnTo>
                <a:cubicBezTo>
                  <a:pt x="198" y="1191"/>
                  <a:pt x="184" y="1190"/>
                  <a:pt x="171" y="1187"/>
                </a:cubicBezTo>
                <a:cubicBezTo>
                  <a:pt x="157" y="1184"/>
                  <a:pt x="144" y="1180"/>
                  <a:pt x="131" y="1175"/>
                </a:cubicBezTo>
                <a:cubicBezTo>
                  <a:pt x="118" y="1170"/>
                  <a:pt x="106" y="1163"/>
                  <a:pt x="94" y="1155"/>
                </a:cubicBezTo>
                <a:cubicBezTo>
                  <a:pt x="83" y="1148"/>
                  <a:pt x="72" y="1139"/>
                  <a:pt x="62" y="1129"/>
                </a:cubicBezTo>
                <a:cubicBezTo>
                  <a:pt x="52" y="1119"/>
                  <a:pt x="44" y="1109"/>
                  <a:pt x="36" y="1097"/>
                </a:cubicBezTo>
                <a:cubicBezTo>
                  <a:pt x="28" y="1086"/>
                  <a:pt x="22" y="1073"/>
                  <a:pt x="16" y="1060"/>
                </a:cubicBezTo>
                <a:cubicBezTo>
                  <a:pt x="11" y="1048"/>
                  <a:pt x="7" y="1034"/>
                  <a:pt x="4" y="1021"/>
                </a:cubicBezTo>
                <a:cubicBezTo>
                  <a:pt x="2" y="1007"/>
                  <a:pt x="0" y="993"/>
                  <a:pt x="0" y="979"/>
                </a:cubicBezTo>
                <a:close/>
              </a:path>
            </a:pathLst>
          </a:custGeom>
          <a:solidFill>
            <a:srgbClr val="e6f7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1056960" y="3419280"/>
            <a:ext cx="209880" cy="209880"/>
          </a:xfrm>
          <a:custGeom>
            <a:avLst/>
            <a:gdLst/>
            <a:ahLst/>
            <a:rect l="0" t="0" r="r" b="b"/>
            <a:pathLst>
              <a:path w="583" h="583">
                <a:moveTo>
                  <a:pt x="0" y="297"/>
                </a:moveTo>
                <a:lnTo>
                  <a:pt x="0" y="287"/>
                </a:lnTo>
                <a:cubicBezTo>
                  <a:pt x="0" y="268"/>
                  <a:pt x="2" y="249"/>
                  <a:pt x="6" y="231"/>
                </a:cubicBezTo>
                <a:cubicBezTo>
                  <a:pt x="10" y="213"/>
                  <a:pt x="15" y="195"/>
                  <a:pt x="22" y="177"/>
                </a:cubicBezTo>
                <a:cubicBezTo>
                  <a:pt x="29" y="160"/>
                  <a:pt x="38" y="144"/>
                  <a:pt x="49" y="128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0"/>
                  <a:pt x="112" y="59"/>
                  <a:pt x="127" y="48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9"/>
                  <a:pt x="230" y="6"/>
                </a:cubicBezTo>
                <a:cubicBezTo>
                  <a:pt x="249" y="2"/>
                  <a:pt x="268" y="0"/>
                  <a:pt x="287" y="0"/>
                </a:cubicBezTo>
                <a:lnTo>
                  <a:pt x="298" y="0"/>
                </a:lnTo>
                <a:cubicBezTo>
                  <a:pt x="317" y="0"/>
                  <a:pt x="335" y="2"/>
                  <a:pt x="354" y="6"/>
                </a:cubicBezTo>
                <a:cubicBezTo>
                  <a:pt x="372" y="9"/>
                  <a:pt x="390" y="15"/>
                  <a:pt x="407" y="22"/>
                </a:cubicBezTo>
                <a:cubicBezTo>
                  <a:pt x="424" y="29"/>
                  <a:pt x="441" y="38"/>
                  <a:pt x="456" y="48"/>
                </a:cubicBezTo>
                <a:cubicBezTo>
                  <a:pt x="472" y="59"/>
                  <a:pt x="487" y="70"/>
                  <a:pt x="500" y="84"/>
                </a:cubicBezTo>
                <a:cubicBezTo>
                  <a:pt x="513" y="97"/>
                  <a:pt x="525" y="112"/>
                  <a:pt x="535" y="128"/>
                </a:cubicBezTo>
                <a:cubicBezTo>
                  <a:pt x="546" y="144"/>
                  <a:pt x="555" y="160"/>
                  <a:pt x="562" y="177"/>
                </a:cubicBezTo>
                <a:cubicBezTo>
                  <a:pt x="569" y="195"/>
                  <a:pt x="574" y="213"/>
                  <a:pt x="578" y="231"/>
                </a:cubicBezTo>
                <a:cubicBezTo>
                  <a:pt x="582" y="249"/>
                  <a:pt x="583" y="268"/>
                  <a:pt x="583" y="287"/>
                </a:cubicBezTo>
                <a:lnTo>
                  <a:pt x="583" y="297"/>
                </a:lnTo>
                <a:cubicBezTo>
                  <a:pt x="583" y="316"/>
                  <a:pt x="582" y="335"/>
                  <a:pt x="578" y="353"/>
                </a:cubicBezTo>
                <a:cubicBezTo>
                  <a:pt x="574" y="372"/>
                  <a:pt x="569" y="389"/>
                  <a:pt x="562" y="407"/>
                </a:cubicBezTo>
                <a:cubicBezTo>
                  <a:pt x="555" y="424"/>
                  <a:pt x="546" y="441"/>
                  <a:pt x="535" y="456"/>
                </a:cubicBezTo>
                <a:cubicBezTo>
                  <a:pt x="525" y="472"/>
                  <a:pt x="513" y="486"/>
                  <a:pt x="500" y="499"/>
                </a:cubicBezTo>
                <a:cubicBezTo>
                  <a:pt x="487" y="513"/>
                  <a:pt x="472" y="525"/>
                  <a:pt x="456" y="535"/>
                </a:cubicBezTo>
                <a:cubicBezTo>
                  <a:pt x="441" y="545"/>
                  <a:pt x="424" y="554"/>
                  <a:pt x="407" y="561"/>
                </a:cubicBezTo>
                <a:cubicBezTo>
                  <a:pt x="390" y="569"/>
                  <a:pt x="372" y="574"/>
                  <a:pt x="354" y="578"/>
                </a:cubicBezTo>
                <a:cubicBezTo>
                  <a:pt x="335" y="581"/>
                  <a:pt x="317" y="583"/>
                  <a:pt x="298" y="583"/>
                </a:cubicBezTo>
                <a:lnTo>
                  <a:pt x="287" y="583"/>
                </a:lnTo>
                <a:cubicBezTo>
                  <a:pt x="268" y="583"/>
                  <a:pt x="249" y="581"/>
                  <a:pt x="230" y="578"/>
                </a:cubicBezTo>
                <a:cubicBezTo>
                  <a:pt x="212" y="574"/>
                  <a:pt x="194" y="569"/>
                  <a:pt x="177" y="561"/>
                </a:cubicBezTo>
                <a:cubicBezTo>
                  <a:pt x="159" y="554"/>
                  <a:pt x="143" y="545"/>
                  <a:pt x="127" y="535"/>
                </a:cubicBezTo>
                <a:cubicBezTo>
                  <a:pt x="112" y="525"/>
                  <a:pt x="97" y="513"/>
                  <a:pt x="84" y="499"/>
                </a:cubicBezTo>
                <a:cubicBezTo>
                  <a:pt x="71" y="486"/>
                  <a:pt x="59" y="472"/>
                  <a:pt x="49" y="456"/>
                </a:cubicBezTo>
                <a:cubicBezTo>
                  <a:pt x="38" y="441"/>
                  <a:pt x="29" y="424"/>
                  <a:pt x="22" y="407"/>
                </a:cubicBezTo>
                <a:cubicBezTo>
                  <a:pt x="15" y="389"/>
                  <a:pt x="10" y="372"/>
                  <a:pt x="6" y="353"/>
                </a:cubicBezTo>
                <a:cubicBezTo>
                  <a:pt x="2" y="335"/>
                  <a:pt x="0" y="316"/>
                  <a:pt x="0" y="297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1220760" y="3077640"/>
            <a:ext cx="730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de kerntaak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1130400" y="3453840"/>
            <a:ext cx="10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1342800" y="3363480"/>
            <a:ext cx="3094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Leeronderdeelspeciﬁcatie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· de leeractiviteit; als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1084680" y="3761280"/>
            <a:ext cx="3355200" cy="469080"/>
          </a:xfrm>
          <a:custGeom>
            <a:avLst/>
            <a:gdLst/>
            <a:ahLst/>
            <a:rect l="0" t="0" r="r" b="b"/>
            <a:pathLst>
              <a:path w="9320" h="1303">
                <a:moveTo>
                  <a:pt x="373" y="0"/>
                </a:moveTo>
                <a:lnTo>
                  <a:pt x="452" y="0"/>
                </a:lnTo>
                <a:lnTo>
                  <a:pt x="452" y="58"/>
                </a:lnTo>
                <a:lnTo>
                  <a:pt x="373" y="58"/>
                </a:lnTo>
                <a:lnTo>
                  <a:pt x="373" y="0"/>
                </a:lnTo>
                <a:moveTo>
                  <a:pt x="505" y="0"/>
                </a:moveTo>
                <a:lnTo>
                  <a:pt x="584" y="0"/>
                </a:lnTo>
                <a:lnTo>
                  <a:pt x="584" y="58"/>
                </a:lnTo>
                <a:lnTo>
                  <a:pt x="505" y="58"/>
                </a:lnTo>
                <a:lnTo>
                  <a:pt x="505" y="0"/>
                </a:lnTo>
                <a:moveTo>
                  <a:pt x="637" y="0"/>
                </a:moveTo>
                <a:lnTo>
                  <a:pt x="717" y="0"/>
                </a:lnTo>
                <a:lnTo>
                  <a:pt x="717" y="58"/>
                </a:lnTo>
                <a:lnTo>
                  <a:pt x="637" y="58"/>
                </a:lnTo>
                <a:lnTo>
                  <a:pt x="637" y="0"/>
                </a:lnTo>
                <a:moveTo>
                  <a:pt x="769" y="0"/>
                </a:moveTo>
                <a:lnTo>
                  <a:pt x="849" y="0"/>
                </a:lnTo>
                <a:lnTo>
                  <a:pt x="849" y="58"/>
                </a:lnTo>
                <a:lnTo>
                  <a:pt x="769" y="58"/>
                </a:lnTo>
                <a:lnTo>
                  <a:pt x="769" y="0"/>
                </a:lnTo>
                <a:moveTo>
                  <a:pt x="901" y="0"/>
                </a:moveTo>
                <a:lnTo>
                  <a:pt x="981" y="0"/>
                </a:lnTo>
                <a:lnTo>
                  <a:pt x="981" y="58"/>
                </a:lnTo>
                <a:lnTo>
                  <a:pt x="901" y="58"/>
                </a:lnTo>
                <a:lnTo>
                  <a:pt x="901" y="0"/>
                </a:lnTo>
                <a:moveTo>
                  <a:pt x="1034" y="0"/>
                </a:moveTo>
                <a:lnTo>
                  <a:pt x="1113" y="0"/>
                </a:lnTo>
                <a:lnTo>
                  <a:pt x="1113" y="58"/>
                </a:lnTo>
                <a:lnTo>
                  <a:pt x="1034" y="58"/>
                </a:lnTo>
                <a:lnTo>
                  <a:pt x="1034" y="0"/>
                </a:lnTo>
                <a:moveTo>
                  <a:pt x="1166" y="0"/>
                </a:moveTo>
                <a:lnTo>
                  <a:pt x="1245" y="0"/>
                </a:lnTo>
                <a:lnTo>
                  <a:pt x="1245" y="58"/>
                </a:lnTo>
                <a:lnTo>
                  <a:pt x="1166" y="58"/>
                </a:lnTo>
                <a:lnTo>
                  <a:pt x="1166" y="0"/>
                </a:lnTo>
                <a:moveTo>
                  <a:pt x="1298" y="0"/>
                </a:moveTo>
                <a:lnTo>
                  <a:pt x="1377" y="0"/>
                </a:lnTo>
                <a:lnTo>
                  <a:pt x="1377" y="58"/>
                </a:lnTo>
                <a:lnTo>
                  <a:pt x="1298" y="58"/>
                </a:lnTo>
                <a:lnTo>
                  <a:pt x="1298" y="0"/>
                </a:lnTo>
                <a:moveTo>
                  <a:pt x="1430" y="0"/>
                </a:moveTo>
                <a:lnTo>
                  <a:pt x="1509" y="0"/>
                </a:lnTo>
                <a:lnTo>
                  <a:pt x="1509" y="58"/>
                </a:lnTo>
                <a:lnTo>
                  <a:pt x="1430" y="58"/>
                </a:lnTo>
                <a:lnTo>
                  <a:pt x="1430" y="0"/>
                </a:lnTo>
                <a:moveTo>
                  <a:pt x="1562" y="0"/>
                </a:moveTo>
                <a:lnTo>
                  <a:pt x="1641" y="0"/>
                </a:lnTo>
                <a:lnTo>
                  <a:pt x="1641" y="58"/>
                </a:lnTo>
                <a:lnTo>
                  <a:pt x="1562" y="58"/>
                </a:lnTo>
                <a:lnTo>
                  <a:pt x="1562" y="0"/>
                </a:lnTo>
                <a:moveTo>
                  <a:pt x="1695" y="0"/>
                </a:moveTo>
                <a:lnTo>
                  <a:pt x="1775" y="0"/>
                </a:lnTo>
                <a:lnTo>
                  <a:pt x="1775" y="58"/>
                </a:lnTo>
                <a:lnTo>
                  <a:pt x="1695" y="58"/>
                </a:lnTo>
                <a:lnTo>
                  <a:pt x="1695" y="0"/>
                </a:lnTo>
                <a:moveTo>
                  <a:pt x="1827" y="0"/>
                </a:moveTo>
                <a:lnTo>
                  <a:pt x="1907" y="0"/>
                </a:lnTo>
                <a:lnTo>
                  <a:pt x="1907" y="58"/>
                </a:lnTo>
                <a:lnTo>
                  <a:pt x="1827" y="58"/>
                </a:lnTo>
                <a:lnTo>
                  <a:pt x="1827" y="0"/>
                </a:lnTo>
                <a:moveTo>
                  <a:pt x="1959" y="0"/>
                </a:moveTo>
                <a:lnTo>
                  <a:pt x="2039" y="0"/>
                </a:lnTo>
                <a:lnTo>
                  <a:pt x="2039" y="58"/>
                </a:lnTo>
                <a:lnTo>
                  <a:pt x="1959" y="58"/>
                </a:lnTo>
                <a:lnTo>
                  <a:pt x="1959" y="0"/>
                </a:lnTo>
                <a:moveTo>
                  <a:pt x="2092" y="0"/>
                </a:moveTo>
                <a:lnTo>
                  <a:pt x="2171" y="0"/>
                </a:lnTo>
                <a:lnTo>
                  <a:pt x="2171" y="58"/>
                </a:lnTo>
                <a:lnTo>
                  <a:pt x="2092" y="58"/>
                </a:lnTo>
                <a:lnTo>
                  <a:pt x="2092" y="0"/>
                </a:lnTo>
                <a:moveTo>
                  <a:pt x="2224" y="0"/>
                </a:moveTo>
                <a:lnTo>
                  <a:pt x="2303" y="0"/>
                </a:lnTo>
                <a:lnTo>
                  <a:pt x="2303" y="58"/>
                </a:lnTo>
                <a:lnTo>
                  <a:pt x="2224" y="58"/>
                </a:lnTo>
                <a:lnTo>
                  <a:pt x="2224" y="0"/>
                </a:lnTo>
                <a:moveTo>
                  <a:pt x="2356" y="0"/>
                </a:moveTo>
                <a:lnTo>
                  <a:pt x="2435" y="0"/>
                </a:lnTo>
                <a:lnTo>
                  <a:pt x="2435" y="58"/>
                </a:lnTo>
                <a:lnTo>
                  <a:pt x="2356" y="58"/>
                </a:lnTo>
                <a:lnTo>
                  <a:pt x="2356" y="0"/>
                </a:lnTo>
                <a:moveTo>
                  <a:pt x="2488" y="0"/>
                </a:moveTo>
                <a:lnTo>
                  <a:pt x="2567" y="0"/>
                </a:lnTo>
                <a:lnTo>
                  <a:pt x="2567" y="58"/>
                </a:lnTo>
                <a:lnTo>
                  <a:pt x="2488" y="58"/>
                </a:lnTo>
                <a:lnTo>
                  <a:pt x="2488" y="0"/>
                </a:lnTo>
                <a:moveTo>
                  <a:pt x="2620" y="0"/>
                </a:moveTo>
                <a:lnTo>
                  <a:pt x="2699" y="0"/>
                </a:lnTo>
                <a:lnTo>
                  <a:pt x="2699" y="58"/>
                </a:lnTo>
                <a:lnTo>
                  <a:pt x="2620" y="58"/>
                </a:lnTo>
                <a:lnTo>
                  <a:pt x="2620" y="0"/>
                </a:lnTo>
                <a:moveTo>
                  <a:pt x="2752" y="0"/>
                </a:moveTo>
                <a:lnTo>
                  <a:pt x="2832" y="0"/>
                </a:lnTo>
                <a:lnTo>
                  <a:pt x="2832" y="58"/>
                </a:lnTo>
                <a:lnTo>
                  <a:pt x="2752" y="58"/>
                </a:lnTo>
                <a:lnTo>
                  <a:pt x="2752" y="0"/>
                </a:lnTo>
                <a:moveTo>
                  <a:pt x="2884" y="0"/>
                </a:moveTo>
                <a:lnTo>
                  <a:pt x="2964" y="0"/>
                </a:lnTo>
                <a:lnTo>
                  <a:pt x="2964" y="58"/>
                </a:lnTo>
                <a:lnTo>
                  <a:pt x="2884" y="58"/>
                </a:lnTo>
                <a:lnTo>
                  <a:pt x="2884" y="0"/>
                </a:lnTo>
                <a:moveTo>
                  <a:pt x="3016" y="0"/>
                </a:moveTo>
                <a:lnTo>
                  <a:pt x="3096" y="0"/>
                </a:lnTo>
                <a:lnTo>
                  <a:pt x="3096" y="58"/>
                </a:lnTo>
                <a:lnTo>
                  <a:pt x="3016" y="58"/>
                </a:lnTo>
                <a:lnTo>
                  <a:pt x="3016" y="0"/>
                </a:lnTo>
                <a:moveTo>
                  <a:pt x="3149" y="0"/>
                </a:moveTo>
                <a:lnTo>
                  <a:pt x="3228" y="0"/>
                </a:lnTo>
                <a:lnTo>
                  <a:pt x="3228" y="58"/>
                </a:lnTo>
                <a:lnTo>
                  <a:pt x="3149" y="58"/>
                </a:lnTo>
                <a:lnTo>
                  <a:pt x="3149" y="0"/>
                </a:lnTo>
                <a:moveTo>
                  <a:pt x="3281" y="0"/>
                </a:moveTo>
                <a:lnTo>
                  <a:pt x="3360" y="0"/>
                </a:lnTo>
                <a:lnTo>
                  <a:pt x="3360" y="58"/>
                </a:lnTo>
                <a:lnTo>
                  <a:pt x="3281" y="58"/>
                </a:lnTo>
                <a:lnTo>
                  <a:pt x="3281" y="0"/>
                </a:lnTo>
                <a:moveTo>
                  <a:pt x="3413" y="0"/>
                </a:moveTo>
                <a:lnTo>
                  <a:pt x="3492" y="0"/>
                </a:lnTo>
                <a:lnTo>
                  <a:pt x="3492" y="58"/>
                </a:lnTo>
                <a:lnTo>
                  <a:pt x="3413" y="58"/>
                </a:lnTo>
                <a:lnTo>
                  <a:pt x="3413" y="0"/>
                </a:lnTo>
                <a:moveTo>
                  <a:pt x="3545" y="0"/>
                </a:moveTo>
                <a:lnTo>
                  <a:pt x="3624" y="0"/>
                </a:lnTo>
                <a:lnTo>
                  <a:pt x="3624" y="58"/>
                </a:lnTo>
                <a:lnTo>
                  <a:pt x="3545" y="58"/>
                </a:lnTo>
                <a:lnTo>
                  <a:pt x="3545" y="0"/>
                </a:lnTo>
                <a:moveTo>
                  <a:pt x="3677" y="0"/>
                </a:moveTo>
                <a:lnTo>
                  <a:pt x="3756" y="0"/>
                </a:lnTo>
                <a:lnTo>
                  <a:pt x="3756" y="58"/>
                </a:lnTo>
                <a:lnTo>
                  <a:pt x="3677" y="58"/>
                </a:lnTo>
                <a:lnTo>
                  <a:pt x="3677" y="0"/>
                </a:lnTo>
                <a:moveTo>
                  <a:pt x="3809" y="0"/>
                </a:moveTo>
                <a:lnTo>
                  <a:pt x="3889" y="0"/>
                </a:lnTo>
                <a:lnTo>
                  <a:pt x="3889" y="58"/>
                </a:lnTo>
                <a:lnTo>
                  <a:pt x="3809" y="58"/>
                </a:lnTo>
                <a:lnTo>
                  <a:pt x="3809" y="0"/>
                </a:lnTo>
                <a:moveTo>
                  <a:pt x="3941" y="0"/>
                </a:moveTo>
                <a:lnTo>
                  <a:pt x="4021" y="0"/>
                </a:lnTo>
                <a:lnTo>
                  <a:pt x="4021" y="58"/>
                </a:lnTo>
                <a:lnTo>
                  <a:pt x="3941" y="58"/>
                </a:lnTo>
                <a:lnTo>
                  <a:pt x="3941" y="0"/>
                </a:lnTo>
                <a:moveTo>
                  <a:pt x="4073" y="0"/>
                </a:moveTo>
                <a:lnTo>
                  <a:pt x="4153" y="0"/>
                </a:lnTo>
                <a:lnTo>
                  <a:pt x="4153" y="58"/>
                </a:lnTo>
                <a:lnTo>
                  <a:pt x="4073" y="58"/>
                </a:lnTo>
                <a:lnTo>
                  <a:pt x="4073" y="0"/>
                </a:lnTo>
                <a:moveTo>
                  <a:pt x="4206" y="0"/>
                </a:moveTo>
                <a:lnTo>
                  <a:pt x="4285" y="0"/>
                </a:lnTo>
                <a:lnTo>
                  <a:pt x="4285" y="58"/>
                </a:lnTo>
                <a:lnTo>
                  <a:pt x="4206" y="58"/>
                </a:lnTo>
                <a:lnTo>
                  <a:pt x="4206" y="0"/>
                </a:lnTo>
                <a:moveTo>
                  <a:pt x="4338" y="0"/>
                </a:moveTo>
                <a:lnTo>
                  <a:pt x="4417" y="0"/>
                </a:lnTo>
                <a:lnTo>
                  <a:pt x="4417" y="58"/>
                </a:lnTo>
                <a:lnTo>
                  <a:pt x="4338" y="58"/>
                </a:lnTo>
                <a:lnTo>
                  <a:pt x="4338" y="0"/>
                </a:lnTo>
                <a:moveTo>
                  <a:pt x="4470" y="0"/>
                </a:moveTo>
                <a:lnTo>
                  <a:pt x="4549" y="0"/>
                </a:lnTo>
                <a:lnTo>
                  <a:pt x="4549" y="58"/>
                </a:lnTo>
                <a:lnTo>
                  <a:pt x="4470" y="58"/>
                </a:lnTo>
                <a:lnTo>
                  <a:pt x="4470" y="0"/>
                </a:lnTo>
                <a:moveTo>
                  <a:pt x="4602" y="0"/>
                </a:moveTo>
                <a:lnTo>
                  <a:pt x="4681" y="0"/>
                </a:lnTo>
                <a:lnTo>
                  <a:pt x="4681" y="58"/>
                </a:lnTo>
                <a:lnTo>
                  <a:pt x="4602" y="58"/>
                </a:lnTo>
                <a:lnTo>
                  <a:pt x="4602" y="0"/>
                </a:lnTo>
                <a:moveTo>
                  <a:pt x="4734" y="0"/>
                </a:moveTo>
                <a:lnTo>
                  <a:pt x="4813" y="0"/>
                </a:lnTo>
                <a:lnTo>
                  <a:pt x="4813" y="58"/>
                </a:lnTo>
                <a:lnTo>
                  <a:pt x="4734" y="58"/>
                </a:lnTo>
                <a:lnTo>
                  <a:pt x="4734" y="0"/>
                </a:lnTo>
                <a:moveTo>
                  <a:pt x="4866" y="0"/>
                </a:moveTo>
                <a:lnTo>
                  <a:pt x="4946" y="0"/>
                </a:lnTo>
                <a:lnTo>
                  <a:pt x="4946" y="58"/>
                </a:lnTo>
                <a:lnTo>
                  <a:pt x="4866" y="58"/>
                </a:lnTo>
                <a:lnTo>
                  <a:pt x="4866" y="0"/>
                </a:lnTo>
                <a:moveTo>
                  <a:pt x="4998" y="0"/>
                </a:moveTo>
                <a:lnTo>
                  <a:pt x="5078" y="0"/>
                </a:lnTo>
                <a:lnTo>
                  <a:pt x="5078" y="58"/>
                </a:lnTo>
                <a:lnTo>
                  <a:pt x="4998" y="58"/>
                </a:lnTo>
                <a:lnTo>
                  <a:pt x="4998" y="0"/>
                </a:lnTo>
                <a:moveTo>
                  <a:pt x="5130" y="0"/>
                </a:moveTo>
                <a:lnTo>
                  <a:pt x="5210" y="0"/>
                </a:lnTo>
                <a:lnTo>
                  <a:pt x="5210" y="58"/>
                </a:lnTo>
                <a:lnTo>
                  <a:pt x="5130" y="58"/>
                </a:lnTo>
                <a:lnTo>
                  <a:pt x="5130" y="0"/>
                </a:lnTo>
                <a:moveTo>
                  <a:pt x="5263" y="0"/>
                </a:moveTo>
                <a:lnTo>
                  <a:pt x="5342" y="0"/>
                </a:lnTo>
                <a:lnTo>
                  <a:pt x="5342" y="58"/>
                </a:lnTo>
                <a:lnTo>
                  <a:pt x="5263" y="58"/>
                </a:lnTo>
                <a:lnTo>
                  <a:pt x="5263" y="0"/>
                </a:lnTo>
                <a:moveTo>
                  <a:pt x="5395" y="0"/>
                </a:moveTo>
                <a:lnTo>
                  <a:pt x="5474" y="0"/>
                </a:lnTo>
                <a:lnTo>
                  <a:pt x="5474" y="58"/>
                </a:lnTo>
                <a:lnTo>
                  <a:pt x="5395" y="58"/>
                </a:lnTo>
                <a:lnTo>
                  <a:pt x="5395" y="0"/>
                </a:lnTo>
                <a:moveTo>
                  <a:pt x="5527" y="0"/>
                </a:moveTo>
                <a:lnTo>
                  <a:pt x="5606" y="0"/>
                </a:lnTo>
                <a:lnTo>
                  <a:pt x="5606" y="58"/>
                </a:lnTo>
                <a:lnTo>
                  <a:pt x="5527" y="58"/>
                </a:lnTo>
                <a:lnTo>
                  <a:pt x="5527" y="0"/>
                </a:lnTo>
                <a:moveTo>
                  <a:pt x="5659" y="0"/>
                </a:moveTo>
                <a:lnTo>
                  <a:pt x="5738" y="0"/>
                </a:lnTo>
                <a:lnTo>
                  <a:pt x="5738" y="58"/>
                </a:lnTo>
                <a:lnTo>
                  <a:pt x="5659" y="58"/>
                </a:lnTo>
                <a:lnTo>
                  <a:pt x="5659" y="0"/>
                </a:lnTo>
                <a:moveTo>
                  <a:pt x="5791" y="0"/>
                </a:moveTo>
                <a:lnTo>
                  <a:pt x="5870" y="0"/>
                </a:lnTo>
                <a:lnTo>
                  <a:pt x="5870" y="58"/>
                </a:lnTo>
                <a:lnTo>
                  <a:pt x="5791" y="58"/>
                </a:lnTo>
                <a:lnTo>
                  <a:pt x="5791" y="0"/>
                </a:lnTo>
                <a:moveTo>
                  <a:pt x="5923" y="0"/>
                </a:moveTo>
                <a:lnTo>
                  <a:pt x="6002" y="0"/>
                </a:lnTo>
                <a:lnTo>
                  <a:pt x="6002" y="58"/>
                </a:lnTo>
                <a:lnTo>
                  <a:pt x="5923" y="58"/>
                </a:lnTo>
                <a:lnTo>
                  <a:pt x="5923" y="0"/>
                </a:lnTo>
                <a:moveTo>
                  <a:pt x="6055" y="0"/>
                </a:moveTo>
                <a:lnTo>
                  <a:pt x="6135" y="0"/>
                </a:lnTo>
                <a:lnTo>
                  <a:pt x="6135" y="58"/>
                </a:lnTo>
                <a:lnTo>
                  <a:pt x="6055" y="58"/>
                </a:lnTo>
                <a:lnTo>
                  <a:pt x="6055" y="0"/>
                </a:lnTo>
                <a:moveTo>
                  <a:pt x="6187" y="0"/>
                </a:moveTo>
                <a:lnTo>
                  <a:pt x="6267" y="0"/>
                </a:lnTo>
                <a:lnTo>
                  <a:pt x="6267" y="58"/>
                </a:lnTo>
                <a:lnTo>
                  <a:pt x="6187" y="58"/>
                </a:lnTo>
                <a:lnTo>
                  <a:pt x="6187" y="0"/>
                </a:lnTo>
                <a:moveTo>
                  <a:pt x="6319" y="0"/>
                </a:moveTo>
                <a:lnTo>
                  <a:pt x="6399" y="0"/>
                </a:lnTo>
                <a:lnTo>
                  <a:pt x="6399" y="58"/>
                </a:lnTo>
                <a:lnTo>
                  <a:pt x="6319" y="58"/>
                </a:lnTo>
                <a:lnTo>
                  <a:pt x="6319" y="0"/>
                </a:lnTo>
                <a:moveTo>
                  <a:pt x="6452" y="0"/>
                </a:moveTo>
                <a:lnTo>
                  <a:pt x="6531" y="0"/>
                </a:lnTo>
                <a:lnTo>
                  <a:pt x="6531" y="58"/>
                </a:lnTo>
                <a:lnTo>
                  <a:pt x="6452" y="58"/>
                </a:lnTo>
                <a:lnTo>
                  <a:pt x="6452" y="0"/>
                </a:lnTo>
                <a:moveTo>
                  <a:pt x="6584" y="0"/>
                </a:moveTo>
                <a:lnTo>
                  <a:pt x="6663" y="0"/>
                </a:lnTo>
                <a:lnTo>
                  <a:pt x="6663" y="58"/>
                </a:lnTo>
                <a:lnTo>
                  <a:pt x="6584" y="58"/>
                </a:lnTo>
                <a:lnTo>
                  <a:pt x="6584" y="0"/>
                </a:lnTo>
                <a:moveTo>
                  <a:pt x="6716" y="0"/>
                </a:moveTo>
                <a:lnTo>
                  <a:pt x="6795" y="0"/>
                </a:lnTo>
                <a:lnTo>
                  <a:pt x="6795" y="58"/>
                </a:lnTo>
                <a:lnTo>
                  <a:pt x="6716" y="58"/>
                </a:lnTo>
                <a:lnTo>
                  <a:pt x="6716" y="0"/>
                </a:lnTo>
                <a:moveTo>
                  <a:pt x="6848" y="0"/>
                </a:moveTo>
                <a:lnTo>
                  <a:pt x="6927" y="0"/>
                </a:lnTo>
                <a:lnTo>
                  <a:pt x="6927" y="58"/>
                </a:lnTo>
                <a:lnTo>
                  <a:pt x="6848" y="58"/>
                </a:lnTo>
                <a:lnTo>
                  <a:pt x="6848" y="0"/>
                </a:lnTo>
                <a:moveTo>
                  <a:pt x="6980" y="0"/>
                </a:moveTo>
                <a:lnTo>
                  <a:pt x="7059" y="0"/>
                </a:lnTo>
                <a:lnTo>
                  <a:pt x="7059" y="58"/>
                </a:lnTo>
                <a:lnTo>
                  <a:pt x="6980" y="58"/>
                </a:lnTo>
                <a:lnTo>
                  <a:pt x="6980" y="0"/>
                </a:lnTo>
                <a:moveTo>
                  <a:pt x="7112" y="0"/>
                </a:moveTo>
                <a:lnTo>
                  <a:pt x="7192" y="0"/>
                </a:lnTo>
                <a:lnTo>
                  <a:pt x="7192" y="58"/>
                </a:lnTo>
                <a:lnTo>
                  <a:pt x="7112" y="58"/>
                </a:lnTo>
                <a:lnTo>
                  <a:pt x="7112" y="0"/>
                </a:lnTo>
                <a:moveTo>
                  <a:pt x="7244" y="0"/>
                </a:moveTo>
                <a:lnTo>
                  <a:pt x="7324" y="0"/>
                </a:lnTo>
                <a:lnTo>
                  <a:pt x="7324" y="58"/>
                </a:lnTo>
                <a:lnTo>
                  <a:pt x="7244" y="58"/>
                </a:lnTo>
                <a:lnTo>
                  <a:pt x="7244" y="0"/>
                </a:lnTo>
                <a:moveTo>
                  <a:pt x="7376" y="0"/>
                </a:moveTo>
                <a:lnTo>
                  <a:pt x="7456" y="0"/>
                </a:lnTo>
                <a:lnTo>
                  <a:pt x="7456" y="58"/>
                </a:lnTo>
                <a:lnTo>
                  <a:pt x="7376" y="58"/>
                </a:lnTo>
                <a:lnTo>
                  <a:pt x="7376" y="0"/>
                </a:lnTo>
                <a:moveTo>
                  <a:pt x="7509" y="0"/>
                </a:moveTo>
                <a:lnTo>
                  <a:pt x="7588" y="0"/>
                </a:lnTo>
                <a:lnTo>
                  <a:pt x="7588" y="58"/>
                </a:lnTo>
                <a:lnTo>
                  <a:pt x="7509" y="58"/>
                </a:lnTo>
                <a:lnTo>
                  <a:pt x="7509" y="0"/>
                </a:lnTo>
                <a:moveTo>
                  <a:pt x="7641" y="0"/>
                </a:moveTo>
                <a:lnTo>
                  <a:pt x="7720" y="0"/>
                </a:lnTo>
                <a:lnTo>
                  <a:pt x="7720" y="58"/>
                </a:lnTo>
                <a:lnTo>
                  <a:pt x="7641" y="58"/>
                </a:lnTo>
                <a:lnTo>
                  <a:pt x="7641" y="0"/>
                </a:lnTo>
                <a:moveTo>
                  <a:pt x="7773" y="0"/>
                </a:moveTo>
                <a:lnTo>
                  <a:pt x="7852" y="0"/>
                </a:lnTo>
                <a:lnTo>
                  <a:pt x="7852" y="58"/>
                </a:lnTo>
                <a:lnTo>
                  <a:pt x="7773" y="58"/>
                </a:lnTo>
                <a:lnTo>
                  <a:pt x="7773" y="0"/>
                </a:lnTo>
                <a:moveTo>
                  <a:pt x="7905" y="0"/>
                </a:moveTo>
                <a:lnTo>
                  <a:pt x="7984" y="0"/>
                </a:lnTo>
                <a:lnTo>
                  <a:pt x="7984" y="58"/>
                </a:lnTo>
                <a:lnTo>
                  <a:pt x="7905" y="58"/>
                </a:lnTo>
                <a:lnTo>
                  <a:pt x="7905" y="0"/>
                </a:lnTo>
                <a:moveTo>
                  <a:pt x="8037" y="0"/>
                </a:moveTo>
                <a:lnTo>
                  <a:pt x="8116" y="0"/>
                </a:lnTo>
                <a:lnTo>
                  <a:pt x="8116" y="58"/>
                </a:lnTo>
                <a:lnTo>
                  <a:pt x="8037" y="58"/>
                </a:lnTo>
                <a:lnTo>
                  <a:pt x="8037" y="0"/>
                </a:lnTo>
                <a:moveTo>
                  <a:pt x="8169" y="0"/>
                </a:moveTo>
                <a:lnTo>
                  <a:pt x="8249" y="0"/>
                </a:lnTo>
                <a:lnTo>
                  <a:pt x="8249" y="58"/>
                </a:lnTo>
                <a:lnTo>
                  <a:pt x="8169" y="58"/>
                </a:lnTo>
                <a:lnTo>
                  <a:pt x="8169" y="0"/>
                </a:lnTo>
                <a:moveTo>
                  <a:pt x="8301" y="0"/>
                </a:moveTo>
                <a:lnTo>
                  <a:pt x="8381" y="0"/>
                </a:lnTo>
                <a:lnTo>
                  <a:pt x="8381" y="58"/>
                </a:lnTo>
                <a:lnTo>
                  <a:pt x="8301" y="58"/>
                </a:lnTo>
                <a:lnTo>
                  <a:pt x="8301" y="0"/>
                </a:lnTo>
                <a:moveTo>
                  <a:pt x="8433" y="0"/>
                </a:moveTo>
                <a:lnTo>
                  <a:pt x="8513" y="0"/>
                </a:lnTo>
                <a:lnTo>
                  <a:pt x="8513" y="58"/>
                </a:lnTo>
                <a:lnTo>
                  <a:pt x="8433" y="58"/>
                </a:lnTo>
                <a:lnTo>
                  <a:pt x="8433" y="0"/>
                </a:lnTo>
                <a:moveTo>
                  <a:pt x="8566" y="0"/>
                </a:moveTo>
                <a:lnTo>
                  <a:pt x="8645" y="0"/>
                </a:lnTo>
                <a:lnTo>
                  <a:pt x="8645" y="58"/>
                </a:lnTo>
                <a:lnTo>
                  <a:pt x="8566" y="58"/>
                </a:lnTo>
                <a:lnTo>
                  <a:pt x="8566" y="0"/>
                </a:lnTo>
                <a:moveTo>
                  <a:pt x="8698" y="0"/>
                </a:moveTo>
                <a:lnTo>
                  <a:pt x="8777" y="0"/>
                </a:lnTo>
                <a:lnTo>
                  <a:pt x="8777" y="58"/>
                </a:lnTo>
                <a:lnTo>
                  <a:pt x="8698" y="58"/>
                </a:lnTo>
                <a:lnTo>
                  <a:pt x="8698" y="0"/>
                </a:lnTo>
                <a:moveTo>
                  <a:pt x="8830" y="0"/>
                </a:moveTo>
                <a:lnTo>
                  <a:pt x="8909" y="0"/>
                </a:lnTo>
                <a:lnTo>
                  <a:pt x="8909" y="58"/>
                </a:lnTo>
                <a:lnTo>
                  <a:pt x="8830" y="58"/>
                </a:lnTo>
                <a:lnTo>
                  <a:pt x="8830" y="0"/>
                </a:lnTo>
                <a:moveTo>
                  <a:pt x="8962" y="0"/>
                </a:moveTo>
                <a:lnTo>
                  <a:pt x="9041" y="0"/>
                </a:lnTo>
                <a:lnTo>
                  <a:pt x="9041" y="58"/>
                </a:lnTo>
                <a:lnTo>
                  <a:pt x="8962" y="58"/>
                </a:lnTo>
                <a:lnTo>
                  <a:pt x="8962" y="0"/>
                </a:lnTo>
                <a:moveTo>
                  <a:pt x="9095" y="0"/>
                </a:moveTo>
                <a:cubicBezTo>
                  <a:pt x="9126" y="3"/>
                  <a:pt x="9155" y="10"/>
                  <a:pt x="9183" y="24"/>
                </a:cubicBezTo>
                <a:lnTo>
                  <a:pt x="9158" y="76"/>
                </a:lnTo>
                <a:cubicBezTo>
                  <a:pt x="9137" y="66"/>
                  <a:pt x="9115" y="60"/>
                  <a:pt x="9091" y="59"/>
                </a:cubicBezTo>
                <a:lnTo>
                  <a:pt x="9095" y="0"/>
                </a:lnTo>
                <a:moveTo>
                  <a:pt x="9234" y="56"/>
                </a:moveTo>
                <a:cubicBezTo>
                  <a:pt x="9258" y="76"/>
                  <a:pt x="9277" y="100"/>
                  <a:pt x="9291" y="127"/>
                </a:cubicBezTo>
                <a:lnTo>
                  <a:pt x="9240" y="155"/>
                </a:lnTo>
                <a:cubicBezTo>
                  <a:pt x="9229" y="134"/>
                  <a:pt x="9214" y="116"/>
                  <a:pt x="9196" y="101"/>
                </a:cubicBezTo>
                <a:lnTo>
                  <a:pt x="9234" y="56"/>
                </a:lnTo>
                <a:moveTo>
                  <a:pt x="9313" y="184"/>
                </a:moveTo>
                <a:cubicBezTo>
                  <a:pt x="9317" y="203"/>
                  <a:pt x="9320" y="222"/>
                  <a:pt x="9320" y="241"/>
                </a:cubicBezTo>
                <a:lnTo>
                  <a:pt x="9320" y="269"/>
                </a:lnTo>
                <a:lnTo>
                  <a:pt x="9262" y="269"/>
                </a:lnTo>
                <a:lnTo>
                  <a:pt x="9262" y="241"/>
                </a:lnTo>
                <a:cubicBezTo>
                  <a:pt x="9262" y="226"/>
                  <a:pt x="9260" y="212"/>
                  <a:pt x="9256" y="198"/>
                </a:cubicBezTo>
                <a:lnTo>
                  <a:pt x="9313" y="184"/>
                </a:lnTo>
                <a:moveTo>
                  <a:pt x="9320" y="322"/>
                </a:moveTo>
                <a:lnTo>
                  <a:pt x="9320" y="401"/>
                </a:lnTo>
                <a:lnTo>
                  <a:pt x="9262" y="401"/>
                </a:lnTo>
                <a:lnTo>
                  <a:pt x="9262" y="322"/>
                </a:lnTo>
                <a:lnTo>
                  <a:pt x="9320" y="322"/>
                </a:lnTo>
                <a:moveTo>
                  <a:pt x="9320" y="454"/>
                </a:moveTo>
                <a:lnTo>
                  <a:pt x="9320" y="533"/>
                </a:lnTo>
                <a:lnTo>
                  <a:pt x="9262" y="533"/>
                </a:lnTo>
                <a:lnTo>
                  <a:pt x="9262" y="454"/>
                </a:lnTo>
                <a:lnTo>
                  <a:pt x="9320" y="454"/>
                </a:lnTo>
                <a:moveTo>
                  <a:pt x="9320" y="586"/>
                </a:moveTo>
                <a:lnTo>
                  <a:pt x="9320" y="666"/>
                </a:lnTo>
                <a:lnTo>
                  <a:pt x="9262" y="666"/>
                </a:lnTo>
                <a:lnTo>
                  <a:pt x="9262" y="586"/>
                </a:lnTo>
                <a:lnTo>
                  <a:pt x="9320" y="586"/>
                </a:lnTo>
                <a:moveTo>
                  <a:pt x="9320" y="719"/>
                </a:moveTo>
                <a:lnTo>
                  <a:pt x="9320" y="799"/>
                </a:lnTo>
                <a:lnTo>
                  <a:pt x="9262" y="799"/>
                </a:lnTo>
                <a:lnTo>
                  <a:pt x="9262" y="719"/>
                </a:lnTo>
                <a:lnTo>
                  <a:pt x="9320" y="719"/>
                </a:lnTo>
                <a:moveTo>
                  <a:pt x="9320" y="851"/>
                </a:moveTo>
                <a:lnTo>
                  <a:pt x="9320" y="931"/>
                </a:lnTo>
                <a:lnTo>
                  <a:pt x="9262" y="931"/>
                </a:lnTo>
                <a:lnTo>
                  <a:pt x="9262" y="851"/>
                </a:lnTo>
                <a:lnTo>
                  <a:pt x="9320" y="851"/>
                </a:lnTo>
                <a:moveTo>
                  <a:pt x="9320" y="983"/>
                </a:moveTo>
                <a:lnTo>
                  <a:pt x="9320" y="1062"/>
                </a:lnTo>
                <a:lnTo>
                  <a:pt x="9320" y="1063"/>
                </a:lnTo>
                <a:lnTo>
                  <a:pt x="9262" y="1063"/>
                </a:lnTo>
                <a:lnTo>
                  <a:pt x="9262" y="1062"/>
                </a:lnTo>
                <a:lnTo>
                  <a:pt x="9262" y="983"/>
                </a:lnTo>
                <a:lnTo>
                  <a:pt x="9320" y="983"/>
                </a:lnTo>
                <a:moveTo>
                  <a:pt x="9312" y="1122"/>
                </a:moveTo>
                <a:cubicBezTo>
                  <a:pt x="9305" y="1151"/>
                  <a:pt x="9292" y="1179"/>
                  <a:pt x="9273" y="1204"/>
                </a:cubicBezTo>
                <a:lnTo>
                  <a:pt x="9226" y="1170"/>
                </a:lnTo>
                <a:cubicBezTo>
                  <a:pt x="9240" y="1151"/>
                  <a:pt x="9250" y="1130"/>
                  <a:pt x="9256" y="1107"/>
                </a:cubicBezTo>
                <a:lnTo>
                  <a:pt x="9312" y="1122"/>
                </a:lnTo>
                <a:moveTo>
                  <a:pt x="9231" y="1248"/>
                </a:moveTo>
                <a:cubicBezTo>
                  <a:pt x="9208" y="1268"/>
                  <a:pt x="9181" y="1282"/>
                  <a:pt x="9152" y="1291"/>
                </a:cubicBezTo>
                <a:lnTo>
                  <a:pt x="9134" y="1236"/>
                </a:lnTo>
                <a:cubicBezTo>
                  <a:pt x="9156" y="1229"/>
                  <a:pt x="9177" y="1218"/>
                  <a:pt x="9195" y="1203"/>
                </a:cubicBezTo>
                <a:lnTo>
                  <a:pt x="9231" y="1248"/>
                </a:lnTo>
                <a:moveTo>
                  <a:pt x="9092" y="1302"/>
                </a:moveTo>
                <a:cubicBezTo>
                  <a:pt x="9088" y="1303"/>
                  <a:pt x="9083" y="1303"/>
                  <a:pt x="9079" y="1303"/>
                </a:cubicBezTo>
                <a:lnTo>
                  <a:pt x="9012" y="1303"/>
                </a:lnTo>
                <a:lnTo>
                  <a:pt x="9012" y="1244"/>
                </a:lnTo>
                <a:lnTo>
                  <a:pt x="9079" y="1244"/>
                </a:lnTo>
                <a:cubicBezTo>
                  <a:pt x="9082" y="1244"/>
                  <a:pt x="9086" y="1244"/>
                  <a:pt x="9089" y="1244"/>
                </a:cubicBezTo>
                <a:lnTo>
                  <a:pt x="9092" y="1302"/>
                </a:lnTo>
                <a:moveTo>
                  <a:pt x="8959" y="1303"/>
                </a:moveTo>
                <a:lnTo>
                  <a:pt x="8880" y="1303"/>
                </a:lnTo>
                <a:lnTo>
                  <a:pt x="8880" y="1244"/>
                </a:lnTo>
                <a:lnTo>
                  <a:pt x="8959" y="1244"/>
                </a:lnTo>
                <a:lnTo>
                  <a:pt x="8959" y="1303"/>
                </a:lnTo>
                <a:moveTo>
                  <a:pt x="8827" y="1303"/>
                </a:moveTo>
                <a:lnTo>
                  <a:pt x="8748" y="1303"/>
                </a:lnTo>
                <a:lnTo>
                  <a:pt x="8748" y="1244"/>
                </a:lnTo>
                <a:lnTo>
                  <a:pt x="8827" y="1244"/>
                </a:lnTo>
                <a:lnTo>
                  <a:pt x="8827" y="1303"/>
                </a:lnTo>
                <a:moveTo>
                  <a:pt x="8695" y="1303"/>
                </a:moveTo>
                <a:lnTo>
                  <a:pt x="8616" y="1303"/>
                </a:lnTo>
                <a:lnTo>
                  <a:pt x="8616" y="1244"/>
                </a:lnTo>
                <a:lnTo>
                  <a:pt x="8695" y="1244"/>
                </a:lnTo>
                <a:lnTo>
                  <a:pt x="8695" y="1303"/>
                </a:lnTo>
                <a:moveTo>
                  <a:pt x="8563" y="1303"/>
                </a:moveTo>
                <a:lnTo>
                  <a:pt x="8484" y="1303"/>
                </a:lnTo>
                <a:lnTo>
                  <a:pt x="8484" y="1244"/>
                </a:lnTo>
                <a:lnTo>
                  <a:pt x="8563" y="1244"/>
                </a:lnTo>
                <a:lnTo>
                  <a:pt x="8563" y="1303"/>
                </a:lnTo>
                <a:moveTo>
                  <a:pt x="8431" y="1303"/>
                </a:moveTo>
                <a:lnTo>
                  <a:pt x="8351" y="1303"/>
                </a:lnTo>
                <a:lnTo>
                  <a:pt x="8351" y="1244"/>
                </a:lnTo>
                <a:lnTo>
                  <a:pt x="8431" y="1244"/>
                </a:lnTo>
                <a:lnTo>
                  <a:pt x="8431" y="1303"/>
                </a:lnTo>
                <a:moveTo>
                  <a:pt x="8299" y="1303"/>
                </a:moveTo>
                <a:lnTo>
                  <a:pt x="8219" y="1303"/>
                </a:lnTo>
                <a:lnTo>
                  <a:pt x="8219" y="1244"/>
                </a:lnTo>
                <a:lnTo>
                  <a:pt x="8299" y="1244"/>
                </a:lnTo>
                <a:lnTo>
                  <a:pt x="8299" y="1303"/>
                </a:lnTo>
                <a:moveTo>
                  <a:pt x="8167" y="1303"/>
                </a:moveTo>
                <a:lnTo>
                  <a:pt x="8087" y="1303"/>
                </a:lnTo>
                <a:lnTo>
                  <a:pt x="8087" y="1244"/>
                </a:lnTo>
                <a:lnTo>
                  <a:pt x="8167" y="1244"/>
                </a:lnTo>
                <a:lnTo>
                  <a:pt x="8167" y="1303"/>
                </a:lnTo>
                <a:moveTo>
                  <a:pt x="8034" y="1303"/>
                </a:moveTo>
                <a:lnTo>
                  <a:pt x="7955" y="1303"/>
                </a:lnTo>
                <a:lnTo>
                  <a:pt x="7955" y="1244"/>
                </a:lnTo>
                <a:lnTo>
                  <a:pt x="8034" y="1244"/>
                </a:lnTo>
                <a:lnTo>
                  <a:pt x="8034" y="1303"/>
                </a:lnTo>
                <a:moveTo>
                  <a:pt x="7902" y="1303"/>
                </a:moveTo>
                <a:lnTo>
                  <a:pt x="7823" y="1303"/>
                </a:lnTo>
                <a:lnTo>
                  <a:pt x="7823" y="1244"/>
                </a:lnTo>
                <a:lnTo>
                  <a:pt x="7902" y="1244"/>
                </a:lnTo>
                <a:lnTo>
                  <a:pt x="7902" y="1303"/>
                </a:lnTo>
                <a:moveTo>
                  <a:pt x="7770" y="1303"/>
                </a:moveTo>
                <a:lnTo>
                  <a:pt x="7691" y="1303"/>
                </a:lnTo>
                <a:lnTo>
                  <a:pt x="7691" y="1244"/>
                </a:lnTo>
                <a:lnTo>
                  <a:pt x="7770" y="1244"/>
                </a:lnTo>
                <a:lnTo>
                  <a:pt x="7770" y="1303"/>
                </a:lnTo>
                <a:moveTo>
                  <a:pt x="7638" y="1303"/>
                </a:moveTo>
                <a:lnTo>
                  <a:pt x="7559" y="1303"/>
                </a:lnTo>
                <a:lnTo>
                  <a:pt x="7559" y="1244"/>
                </a:lnTo>
                <a:lnTo>
                  <a:pt x="7638" y="1244"/>
                </a:lnTo>
                <a:lnTo>
                  <a:pt x="7638" y="1303"/>
                </a:lnTo>
                <a:moveTo>
                  <a:pt x="7506" y="1303"/>
                </a:moveTo>
                <a:lnTo>
                  <a:pt x="7427" y="1303"/>
                </a:lnTo>
                <a:lnTo>
                  <a:pt x="7427" y="1244"/>
                </a:lnTo>
                <a:lnTo>
                  <a:pt x="7506" y="1244"/>
                </a:lnTo>
                <a:lnTo>
                  <a:pt x="7506" y="1303"/>
                </a:lnTo>
                <a:moveTo>
                  <a:pt x="7374" y="1303"/>
                </a:moveTo>
                <a:lnTo>
                  <a:pt x="7294" y="1303"/>
                </a:lnTo>
                <a:lnTo>
                  <a:pt x="7294" y="1244"/>
                </a:lnTo>
                <a:lnTo>
                  <a:pt x="7374" y="1244"/>
                </a:lnTo>
                <a:lnTo>
                  <a:pt x="7374" y="1303"/>
                </a:lnTo>
                <a:moveTo>
                  <a:pt x="7242" y="1303"/>
                </a:moveTo>
                <a:lnTo>
                  <a:pt x="7162" y="1303"/>
                </a:lnTo>
                <a:lnTo>
                  <a:pt x="7162" y="1244"/>
                </a:lnTo>
                <a:lnTo>
                  <a:pt x="7242" y="1244"/>
                </a:lnTo>
                <a:lnTo>
                  <a:pt x="7242" y="1303"/>
                </a:lnTo>
                <a:moveTo>
                  <a:pt x="7110" y="1303"/>
                </a:moveTo>
                <a:lnTo>
                  <a:pt x="7030" y="1303"/>
                </a:lnTo>
                <a:lnTo>
                  <a:pt x="7030" y="1244"/>
                </a:lnTo>
                <a:lnTo>
                  <a:pt x="7110" y="1244"/>
                </a:lnTo>
                <a:lnTo>
                  <a:pt x="7110" y="1303"/>
                </a:lnTo>
                <a:moveTo>
                  <a:pt x="6977" y="1303"/>
                </a:moveTo>
                <a:lnTo>
                  <a:pt x="6898" y="1303"/>
                </a:lnTo>
                <a:lnTo>
                  <a:pt x="6898" y="1244"/>
                </a:lnTo>
                <a:lnTo>
                  <a:pt x="6977" y="1244"/>
                </a:lnTo>
                <a:lnTo>
                  <a:pt x="6977" y="1303"/>
                </a:lnTo>
                <a:moveTo>
                  <a:pt x="6845" y="1303"/>
                </a:moveTo>
                <a:lnTo>
                  <a:pt x="6766" y="1303"/>
                </a:lnTo>
                <a:lnTo>
                  <a:pt x="6766" y="1244"/>
                </a:lnTo>
                <a:lnTo>
                  <a:pt x="6845" y="1244"/>
                </a:lnTo>
                <a:lnTo>
                  <a:pt x="6845" y="1303"/>
                </a:lnTo>
                <a:moveTo>
                  <a:pt x="6713" y="1303"/>
                </a:moveTo>
                <a:lnTo>
                  <a:pt x="6634" y="1303"/>
                </a:lnTo>
                <a:lnTo>
                  <a:pt x="6634" y="1244"/>
                </a:lnTo>
                <a:lnTo>
                  <a:pt x="6713" y="1244"/>
                </a:lnTo>
                <a:lnTo>
                  <a:pt x="6713" y="1303"/>
                </a:lnTo>
                <a:moveTo>
                  <a:pt x="6581" y="1303"/>
                </a:moveTo>
                <a:lnTo>
                  <a:pt x="6502" y="1303"/>
                </a:lnTo>
                <a:lnTo>
                  <a:pt x="6502" y="1244"/>
                </a:lnTo>
                <a:lnTo>
                  <a:pt x="6581" y="1244"/>
                </a:lnTo>
                <a:lnTo>
                  <a:pt x="6581" y="1303"/>
                </a:lnTo>
                <a:moveTo>
                  <a:pt x="6449" y="1303"/>
                </a:moveTo>
                <a:lnTo>
                  <a:pt x="6370" y="1303"/>
                </a:lnTo>
                <a:lnTo>
                  <a:pt x="6370" y="1244"/>
                </a:lnTo>
                <a:lnTo>
                  <a:pt x="6449" y="1244"/>
                </a:lnTo>
                <a:lnTo>
                  <a:pt x="6449" y="1303"/>
                </a:lnTo>
                <a:moveTo>
                  <a:pt x="6317" y="1303"/>
                </a:moveTo>
                <a:lnTo>
                  <a:pt x="6237" y="1303"/>
                </a:lnTo>
                <a:lnTo>
                  <a:pt x="6237" y="1244"/>
                </a:lnTo>
                <a:lnTo>
                  <a:pt x="6317" y="1244"/>
                </a:lnTo>
                <a:lnTo>
                  <a:pt x="6317" y="1303"/>
                </a:lnTo>
                <a:moveTo>
                  <a:pt x="6185" y="1303"/>
                </a:moveTo>
                <a:lnTo>
                  <a:pt x="6105" y="1303"/>
                </a:lnTo>
                <a:lnTo>
                  <a:pt x="6105" y="1244"/>
                </a:lnTo>
                <a:lnTo>
                  <a:pt x="6185" y="1244"/>
                </a:lnTo>
                <a:lnTo>
                  <a:pt x="6185" y="1303"/>
                </a:lnTo>
                <a:moveTo>
                  <a:pt x="6053" y="1303"/>
                </a:moveTo>
                <a:lnTo>
                  <a:pt x="5973" y="1303"/>
                </a:lnTo>
                <a:lnTo>
                  <a:pt x="5973" y="1244"/>
                </a:lnTo>
                <a:lnTo>
                  <a:pt x="6053" y="1244"/>
                </a:lnTo>
                <a:lnTo>
                  <a:pt x="6053" y="1303"/>
                </a:lnTo>
                <a:moveTo>
                  <a:pt x="5920" y="1303"/>
                </a:moveTo>
                <a:lnTo>
                  <a:pt x="5841" y="1303"/>
                </a:lnTo>
                <a:lnTo>
                  <a:pt x="5841" y="1244"/>
                </a:lnTo>
                <a:lnTo>
                  <a:pt x="5920" y="1244"/>
                </a:lnTo>
                <a:lnTo>
                  <a:pt x="5920" y="1303"/>
                </a:lnTo>
                <a:moveTo>
                  <a:pt x="5788" y="1303"/>
                </a:moveTo>
                <a:lnTo>
                  <a:pt x="5709" y="1303"/>
                </a:lnTo>
                <a:lnTo>
                  <a:pt x="5709" y="1244"/>
                </a:lnTo>
                <a:lnTo>
                  <a:pt x="5788" y="1244"/>
                </a:lnTo>
                <a:lnTo>
                  <a:pt x="5788" y="1303"/>
                </a:lnTo>
                <a:moveTo>
                  <a:pt x="5656" y="1303"/>
                </a:moveTo>
                <a:lnTo>
                  <a:pt x="5577" y="1303"/>
                </a:lnTo>
                <a:lnTo>
                  <a:pt x="5577" y="1244"/>
                </a:lnTo>
                <a:lnTo>
                  <a:pt x="5656" y="1244"/>
                </a:lnTo>
                <a:lnTo>
                  <a:pt x="5656" y="1303"/>
                </a:lnTo>
                <a:moveTo>
                  <a:pt x="5524" y="1303"/>
                </a:moveTo>
                <a:lnTo>
                  <a:pt x="5445" y="1303"/>
                </a:lnTo>
                <a:lnTo>
                  <a:pt x="5445" y="1244"/>
                </a:lnTo>
                <a:lnTo>
                  <a:pt x="5524" y="1244"/>
                </a:lnTo>
                <a:lnTo>
                  <a:pt x="5524" y="1303"/>
                </a:lnTo>
                <a:moveTo>
                  <a:pt x="5392" y="1303"/>
                </a:moveTo>
                <a:lnTo>
                  <a:pt x="5313" y="1303"/>
                </a:lnTo>
                <a:lnTo>
                  <a:pt x="5313" y="1244"/>
                </a:lnTo>
                <a:lnTo>
                  <a:pt x="5392" y="1244"/>
                </a:lnTo>
                <a:lnTo>
                  <a:pt x="5392" y="1303"/>
                </a:lnTo>
                <a:moveTo>
                  <a:pt x="5260" y="1303"/>
                </a:moveTo>
                <a:lnTo>
                  <a:pt x="5181" y="1303"/>
                </a:lnTo>
                <a:lnTo>
                  <a:pt x="5181" y="1244"/>
                </a:lnTo>
                <a:lnTo>
                  <a:pt x="5260" y="1244"/>
                </a:lnTo>
                <a:lnTo>
                  <a:pt x="5260" y="1303"/>
                </a:lnTo>
                <a:moveTo>
                  <a:pt x="5128" y="1303"/>
                </a:moveTo>
                <a:lnTo>
                  <a:pt x="5048" y="1303"/>
                </a:lnTo>
                <a:lnTo>
                  <a:pt x="5048" y="1244"/>
                </a:lnTo>
                <a:lnTo>
                  <a:pt x="5128" y="1244"/>
                </a:lnTo>
                <a:lnTo>
                  <a:pt x="5128" y="1303"/>
                </a:lnTo>
                <a:moveTo>
                  <a:pt x="4996" y="1303"/>
                </a:moveTo>
                <a:lnTo>
                  <a:pt x="4916" y="1303"/>
                </a:lnTo>
                <a:lnTo>
                  <a:pt x="4916" y="1244"/>
                </a:lnTo>
                <a:lnTo>
                  <a:pt x="4996" y="1244"/>
                </a:lnTo>
                <a:lnTo>
                  <a:pt x="4996" y="1303"/>
                </a:lnTo>
                <a:moveTo>
                  <a:pt x="4864" y="1303"/>
                </a:moveTo>
                <a:lnTo>
                  <a:pt x="4784" y="1303"/>
                </a:lnTo>
                <a:lnTo>
                  <a:pt x="4784" y="1244"/>
                </a:lnTo>
                <a:lnTo>
                  <a:pt x="4864" y="1244"/>
                </a:lnTo>
                <a:lnTo>
                  <a:pt x="4864" y="1303"/>
                </a:lnTo>
                <a:moveTo>
                  <a:pt x="4731" y="1303"/>
                </a:moveTo>
                <a:lnTo>
                  <a:pt x="4652" y="1303"/>
                </a:lnTo>
                <a:lnTo>
                  <a:pt x="4652" y="1244"/>
                </a:lnTo>
                <a:lnTo>
                  <a:pt x="4731" y="1244"/>
                </a:lnTo>
                <a:lnTo>
                  <a:pt x="4731" y="1303"/>
                </a:lnTo>
                <a:moveTo>
                  <a:pt x="4599" y="1303"/>
                </a:moveTo>
                <a:lnTo>
                  <a:pt x="4520" y="1303"/>
                </a:lnTo>
                <a:lnTo>
                  <a:pt x="4520" y="1244"/>
                </a:lnTo>
                <a:lnTo>
                  <a:pt x="4599" y="1244"/>
                </a:lnTo>
                <a:lnTo>
                  <a:pt x="4599" y="1303"/>
                </a:lnTo>
                <a:moveTo>
                  <a:pt x="4467" y="1303"/>
                </a:moveTo>
                <a:lnTo>
                  <a:pt x="4388" y="1303"/>
                </a:lnTo>
                <a:lnTo>
                  <a:pt x="4388" y="1244"/>
                </a:lnTo>
                <a:lnTo>
                  <a:pt x="4467" y="1244"/>
                </a:lnTo>
                <a:lnTo>
                  <a:pt x="4467" y="1303"/>
                </a:lnTo>
                <a:moveTo>
                  <a:pt x="4335" y="1303"/>
                </a:moveTo>
                <a:lnTo>
                  <a:pt x="4256" y="1303"/>
                </a:lnTo>
                <a:lnTo>
                  <a:pt x="4256" y="1244"/>
                </a:lnTo>
                <a:lnTo>
                  <a:pt x="4335" y="1244"/>
                </a:lnTo>
                <a:lnTo>
                  <a:pt x="4335" y="1303"/>
                </a:lnTo>
                <a:moveTo>
                  <a:pt x="4203" y="1303"/>
                </a:moveTo>
                <a:lnTo>
                  <a:pt x="4124" y="1303"/>
                </a:lnTo>
                <a:lnTo>
                  <a:pt x="4124" y="1244"/>
                </a:lnTo>
                <a:lnTo>
                  <a:pt x="4203" y="1244"/>
                </a:lnTo>
                <a:lnTo>
                  <a:pt x="4203" y="1303"/>
                </a:lnTo>
                <a:moveTo>
                  <a:pt x="4071" y="1303"/>
                </a:moveTo>
                <a:lnTo>
                  <a:pt x="3991" y="1303"/>
                </a:lnTo>
                <a:lnTo>
                  <a:pt x="3991" y="1244"/>
                </a:lnTo>
                <a:lnTo>
                  <a:pt x="4071" y="1244"/>
                </a:lnTo>
                <a:lnTo>
                  <a:pt x="4071" y="1303"/>
                </a:lnTo>
                <a:moveTo>
                  <a:pt x="3939" y="1303"/>
                </a:moveTo>
                <a:lnTo>
                  <a:pt x="3859" y="1303"/>
                </a:lnTo>
                <a:lnTo>
                  <a:pt x="3859" y="1244"/>
                </a:lnTo>
                <a:lnTo>
                  <a:pt x="3939" y="1244"/>
                </a:lnTo>
                <a:lnTo>
                  <a:pt x="3939" y="1303"/>
                </a:lnTo>
                <a:moveTo>
                  <a:pt x="3807" y="1303"/>
                </a:moveTo>
                <a:lnTo>
                  <a:pt x="3727" y="1303"/>
                </a:lnTo>
                <a:lnTo>
                  <a:pt x="3727" y="1244"/>
                </a:lnTo>
                <a:lnTo>
                  <a:pt x="3807" y="1244"/>
                </a:lnTo>
                <a:lnTo>
                  <a:pt x="3807" y="1303"/>
                </a:lnTo>
                <a:moveTo>
                  <a:pt x="3674" y="1303"/>
                </a:moveTo>
                <a:lnTo>
                  <a:pt x="3595" y="1303"/>
                </a:lnTo>
                <a:lnTo>
                  <a:pt x="3595" y="1244"/>
                </a:lnTo>
                <a:lnTo>
                  <a:pt x="3674" y="1244"/>
                </a:lnTo>
                <a:lnTo>
                  <a:pt x="3674" y="1303"/>
                </a:lnTo>
                <a:moveTo>
                  <a:pt x="3542" y="1303"/>
                </a:moveTo>
                <a:lnTo>
                  <a:pt x="3463" y="1303"/>
                </a:lnTo>
                <a:lnTo>
                  <a:pt x="3463" y="1244"/>
                </a:lnTo>
                <a:lnTo>
                  <a:pt x="3542" y="1244"/>
                </a:lnTo>
                <a:lnTo>
                  <a:pt x="3542" y="1303"/>
                </a:lnTo>
                <a:moveTo>
                  <a:pt x="3410" y="1303"/>
                </a:moveTo>
                <a:lnTo>
                  <a:pt x="3331" y="1303"/>
                </a:lnTo>
                <a:lnTo>
                  <a:pt x="3331" y="1244"/>
                </a:lnTo>
                <a:lnTo>
                  <a:pt x="3410" y="1244"/>
                </a:lnTo>
                <a:lnTo>
                  <a:pt x="3410" y="1303"/>
                </a:lnTo>
                <a:moveTo>
                  <a:pt x="3278" y="1303"/>
                </a:moveTo>
                <a:lnTo>
                  <a:pt x="3199" y="1303"/>
                </a:lnTo>
                <a:lnTo>
                  <a:pt x="3199" y="1244"/>
                </a:lnTo>
                <a:lnTo>
                  <a:pt x="3278" y="1244"/>
                </a:lnTo>
                <a:lnTo>
                  <a:pt x="3278" y="1303"/>
                </a:lnTo>
                <a:moveTo>
                  <a:pt x="3146" y="1303"/>
                </a:moveTo>
                <a:lnTo>
                  <a:pt x="3067" y="1303"/>
                </a:lnTo>
                <a:lnTo>
                  <a:pt x="3067" y="1244"/>
                </a:lnTo>
                <a:lnTo>
                  <a:pt x="3146" y="1244"/>
                </a:lnTo>
                <a:lnTo>
                  <a:pt x="3146" y="1303"/>
                </a:lnTo>
                <a:moveTo>
                  <a:pt x="3014" y="1303"/>
                </a:moveTo>
                <a:lnTo>
                  <a:pt x="2934" y="1303"/>
                </a:lnTo>
                <a:lnTo>
                  <a:pt x="2934" y="1244"/>
                </a:lnTo>
                <a:lnTo>
                  <a:pt x="3014" y="1244"/>
                </a:lnTo>
                <a:lnTo>
                  <a:pt x="3014" y="1303"/>
                </a:lnTo>
                <a:moveTo>
                  <a:pt x="2882" y="1303"/>
                </a:moveTo>
                <a:lnTo>
                  <a:pt x="2802" y="1303"/>
                </a:lnTo>
                <a:lnTo>
                  <a:pt x="2802" y="1244"/>
                </a:lnTo>
                <a:lnTo>
                  <a:pt x="2882" y="1244"/>
                </a:lnTo>
                <a:lnTo>
                  <a:pt x="2882" y="1303"/>
                </a:lnTo>
                <a:moveTo>
                  <a:pt x="2750" y="1303"/>
                </a:moveTo>
                <a:lnTo>
                  <a:pt x="2670" y="1303"/>
                </a:lnTo>
                <a:lnTo>
                  <a:pt x="2670" y="1244"/>
                </a:lnTo>
                <a:lnTo>
                  <a:pt x="2750" y="1244"/>
                </a:lnTo>
                <a:lnTo>
                  <a:pt x="2750" y="1303"/>
                </a:lnTo>
                <a:moveTo>
                  <a:pt x="2617" y="1303"/>
                </a:moveTo>
                <a:lnTo>
                  <a:pt x="2538" y="1303"/>
                </a:lnTo>
                <a:lnTo>
                  <a:pt x="2538" y="1244"/>
                </a:lnTo>
                <a:lnTo>
                  <a:pt x="2617" y="1244"/>
                </a:lnTo>
                <a:lnTo>
                  <a:pt x="2617" y="1303"/>
                </a:lnTo>
                <a:moveTo>
                  <a:pt x="2485" y="1303"/>
                </a:moveTo>
                <a:lnTo>
                  <a:pt x="2406" y="1303"/>
                </a:lnTo>
                <a:lnTo>
                  <a:pt x="2406" y="1244"/>
                </a:lnTo>
                <a:lnTo>
                  <a:pt x="2485" y="1244"/>
                </a:lnTo>
                <a:lnTo>
                  <a:pt x="2485" y="1303"/>
                </a:lnTo>
                <a:moveTo>
                  <a:pt x="2353" y="1303"/>
                </a:moveTo>
                <a:lnTo>
                  <a:pt x="2274" y="1303"/>
                </a:lnTo>
                <a:lnTo>
                  <a:pt x="2274" y="1244"/>
                </a:lnTo>
                <a:lnTo>
                  <a:pt x="2353" y="1244"/>
                </a:lnTo>
                <a:lnTo>
                  <a:pt x="2353" y="1303"/>
                </a:lnTo>
                <a:moveTo>
                  <a:pt x="2221" y="1303"/>
                </a:moveTo>
                <a:lnTo>
                  <a:pt x="2142" y="1303"/>
                </a:lnTo>
                <a:lnTo>
                  <a:pt x="2142" y="1244"/>
                </a:lnTo>
                <a:lnTo>
                  <a:pt x="2221" y="1244"/>
                </a:lnTo>
                <a:lnTo>
                  <a:pt x="2221" y="1303"/>
                </a:lnTo>
                <a:moveTo>
                  <a:pt x="2089" y="1303"/>
                </a:moveTo>
                <a:lnTo>
                  <a:pt x="2010" y="1303"/>
                </a:lnTo>
                <a:lnTo>
                  <a:pt x="2010" y="1244"/>
                </a:lnTo>
                <a:lnTo>
                  <a:pt x="2089" y="1244"/>
                </a:lnTo>
                <a:lnTo>
                  <a:pt x="2089" y="1303"/>
                </a:lnTo>
                <a:moveTo>
                  <a:pt x="1957" y="1303"/>
                </a:moveTo>
                <a:lnTo>
                  <a:pt x="1877" y="1303"/>
                </a:lnTo>
                <a:lnTo>
                  <a:pt x="1877" y="1244"/>
                </a:lnTo>
                <a:lnTo>
                  <a:pt x="1957" y="1244"/>
                </a:lnTo>
                <a:lnTo>
                  <a:pt x="1957" y="1303"/>
                </a:lnTo>
                <a:moveTo>
                  <a:pt x="1825" y="1303"/>
                </a:moveTo>
                <a:lnTo>
                  <a:pt x="1745" y="1303"/>
                </a:lnTo>
                <a:lnTo>
                  <a:pt x="1745" y="1244"/>
                </a:lnTo>
                <a:lnTo>
                  <a:pt x="1825" y="1244"/>
                </a:lnTo>
                <a:lnTo>
                  <a:pt x="1825" y="1303"/>
                </a:lnTo>
                <a:moveTo>
                  <a:pt x="1693" y="1303"/>
                </a:moveTo>
                <a:lnTo>
                  <a:pt x="1612" y="1303"/>
                </a:lnTo>
                <a:lnTo>
                  <a:pt x="1612" y="1244"/>
                </a:lnTo>
                <a:lnTo>
                  <a:pt x="1693" y="1244"/>
                </a:lnTo>
                <a:lnTo>
                  <a:pt x="1693" y="1303"/>
                </a:lnTo>
                <a:moveTo>
                  <a:pt x="1559" y="1303"/>
                </a:moveTo>
                <a:lnTo>
                  <a:pt x="1480" y="1303"/>
                </a:lnTo>
                <a:lnTo>
                  <a:pt x="1480" y="1244"/>
                </a:lnTo>
                <a:lnTo>
                  <a:pt x="1559" y="1244"/>
                </a:lnTo>
                <a:lnTo>
                  <a:pt x="1559" y="1303"/>
                </a:lnTo>
                <a:moveTo>
                  <a:pt x="1427" y="1303"/>
                </a:moveTo>
                <a:lnTo>
                  <a:pt x="1348" y="1303"/>
                </a:lnTo>
                <a:lnTo>
                  <a:pt x="1348" y="1244"/>
                </a:lnTo>
                <a:lnTo>
                  <a:pt x="1427" y="1244"/>
                </a:lnTo>
                <a:lnTo>
                  <a:pt x="1427" y="1303"/>
                </a:lnTo>
                <a:moveTo>
                  <a:pt x="1295" y="1303"/>
                </a:moveTo>
                <a:lnTo>
                  <a:pt x="1216" y="1303"/>
                </a:lnTo>
                <a:lnTo>
                  <a:pt x="1216" y="1244"/>
                </a:lnTo>
                <a:lnTo>
                  <a:pt x="1295" y="1244"/>
                </a:lnTo>
                <a:lnTo>
                  <a:pt x="1295" y="1303"/>
                </a:lnTo>
                <a:moveTo>
                  <a:pt x="1163" y="1303"/>
                </a:moveTo>
                <a:lnTo>
                  <a:pt x="1084" y="1303"/>
                </a:lnTo>
                <a:lnTo>
                  <a:pt x="1084" y="1244"/>
                </a:lnTo>
                <a:lnTo>
                  <a:pt x="1163" y="1244"/>
                </a:lnTo>
                <a:lnTo>
                  <a:pt x="1163" y="1303"/>
                </a:lnTo>
                <a:moveTo>
                  <a:pt x="1031" y="1303"/>
                </a:moveTo>
                <a:lnTo>
                  <a:pt x="952" y="1303"/>
                </a:lnTo>
                <a:lnTo>
                  <a:pt x="952" y="1244"/>
                </a:lnTo>
                <a:lnTo>
                  <a:pt x="1031" y="1244"/>
                </a:lnTo>
                <a:lnTo>
                  <a:pt x="1031" y="1303"/>
                </a:lnTo>
                <a:moveTo>
                  <a:pt x="899" y="1303"/>
                </a:moveTo>
                <a:lnTo>
                  <a:pt x="819" y="1303"/>
                </a:lnTo>
                <a:lnTo>
                  <a:pt x="819" y="1244"/>
                </a:lnTo>
                <a:lnTo>
                  <a:pt x="899" y="1244"/>
                </a:lnTo>
                <a:lnTo>
                  <a:pt x="899" y="1303"/>
                </a:lnTo>
                <a:moveTo>
                  <a:pt x="767" y="1303"/>
                </a:moveTo>
                <a:lnTo>
                  <a:pt x="687" y="1303"/>
                </a:lnTo>
                <a:lnTo>
                  <a:pt x="687" y="1244"/>
                </a:lnTo>
                <a:lnTo>
                  <a:pt x="767" y="1244"/>
                </a:lnTo>
                <a:lnTo>
                  <a:pt x="767" y="1303"/>
                </a:lnTo>
                <a:moveTo>
                  <a:pt x="635" y="1303"/>
                </a:moveTo>
                <a:lnTo>
                  <a:pt x="555" y="1303"/>
                </a:lnTo>
                <a:lnTo>
                  <a:pt x="555" y="1244"/>
                </a:lnTo>
                <a:lnTo>
                  <a:pt x="635" y="1244"/>
                </a:lnTo>
                <a:lnTo>
                  <a:pt x="635" y="1303"/>
                </a:lnTo>
                <a:moveTo>
                  <a:pt x="502" y="1303"/>
                </a:moveTo>
                <a:lnTo>
                  <a:pt x="423" y="1303"/>
                </a:lnTo>
                <a:lnTo>
                  <a:pt x="423" y="1244"/>
                </a:lnTo>
                <a:lnTo>
                  <a:pt x="502" y="1244"/>
                </a:lnTo>
                <a:lnTo>
                  <a:pt x="502" y="1303"/>
                </a:lnTo>
                <a:moveTo>
                  <a:pt x="370" y="1303"/>
                </a:moveTo>
                <a:lnTo>
                  <a:pt x="291" y="1303"/>
                </a:lnTo>
                <a:lnTo>
                  <a:pt x="291" y="1244"/>
                </a:lnTo>
                <a:lnTo>
                  <a:pt x="370" y="1244"/>
                </a:lnTo>
                <a:lnTo>
                  <a:pt x="370" y="1303"/>
                </a:lnTo>
                <a:moveTo>
                  <a:pt x="238" y="1303"/>
                </a:moveTo>
                <a:cubicBezTo>
                  <a:pt x="207" y="1302"/>
                  <a:pt x="178" y="1296"/>
                  <a:pt x="149" y="1285"/>
                </a:cubicBezTo>
                <a:lnTo>
                  <a:pt x="172" y="1231"/>
                </a:lnTo>
                <a:cubicBezTo>
                  <a:pt x="193" y="1240"/>
                  <a:pt x="215" y="1244"/>
                  <a:pt x="239" y="1244"/>
                </a:cubicBezTo>
                <a:lnTo>
                  <a:pt x="238" y="1303"/>
                </a:lnTo>
                <a:moveTo>
                  <a:pt x="97" y="1255"/>
                </a:moveTo>
                <a:cubicBezTo>
                  <a:pt x="72" y="1237"/>
                  <a:pt x="52" y="1214"/>
                  <a:pt x="36" y="1188"/>
                </a:cubicBezTo>
                <a:lnTo>
                  <a:pt x="85" y="1157"/>
                </a:lnTo>
                <a:cubicBezTo>
                  <a:pt x="98" y="1177"/>
                  <a:pt x="113" y="1194"/>
                  <a:pt x="132" y="1208"/>
                </a:cubicBezTo>
                <a:lnTo>
                  <a:pt x="97" y="1255"/>
                </a:lnTo>
                <a:moveTo>
                  <a:pt x="11" y="1133"/>
                </a:moveTo>
                <a:cubicBezTo>
                  <a:pt x="4" y="1110"/>
                  <a:pt x="0" y="1086"/>
                  <a:pt x="0" y="1062"/>
                </a:cubicBezTo>
                <a:lnTo>
                  <a:pt x="0" y="1046"/>
                </a:lnTo>
                <a:lnTo>
                  <a:pt x="58" y="1046"/>
                </a:lnTo>
                <a:lnTo>
                  <a:pt x="58" y="1062"/>
                </a:lnTo>
                <a:cubicBezTo>
                  <a:pt x="58" y="1080"/>
                  <a:pt x="61" y="1098"/>
                  <a:pt x="66" y="1116"/>
                </a:cubicBezTo>
                <a:lnTo>
                  <a:pt x="11" y="1133"/>
                </a:lnTo>
                <a:moveTo>
                  <a:pt x="0" y="993"/>
                </a:moveTo>
                <a:lnTo>
                  <a:pt x="0" y="914"/>
                </a:lnTo>
                <a:lnTo>
                  <a:pt x="58" y="914"/>
                </a:lnTo>
                <a:lnTo>
                  <a:pt x="58" y="993"/>
                </a:lnTo>
                <a:lnTo>
                  <a:pt x="0" y="993"/>
                </a:lnTo>
                <a:moveTo>
                  <a:pt x="0" y="861"/>
                </a:moveTo>
                <a:lnTo>
                  <a:pt x="0" y="782"/>
                </a:lnTo>
                <a:lnTo>
                  <a:pt x="58" y="782"/>
                </a:lnTo>
                <a:lnTo>
                  <a:pt x="58" y="861"/>
                </a:lnTo>
                <a:lnTo>
                  <a:pt x="0" y="861"/>
                </a:lnTo>
                <a:moveTo>
                  <a:pt x="0" y="729"/>
                </a:moveTo>
                <a:lnTo>
                  <a:pt x="0" y="650"/>
                </a:lnTo>
                <a:lnTo>
                  <a:pt x="58" y="650"/>
                </a:lnTo>
                <a:lnTo>
                  <a:pt x="58" y="729"/>
                </a:lnTo>
                <a:lnTo>
                  <a:pt x="0" y="729"/>
                </a:lnTo>
                <a:moveTo>
                  <a:pt x="0" y="596"/>
                </a:moveTo>
                <a:lnTo>
                  <a:pt x="0" y="516"/>
                </a:lnTo>
                <a:lnTo>
                  <a:pt x="58" y="516"/>
                </a:lnTo>
                <a:lnTo>
                  <a:pt x="58" y="596"/>
                </a:lnTo>
                <a:lnTo>
                  <a:pt x="0" y="596"/>
                </a:lnTo>
                <a:moveTo>
                  <a:pt x="0" y="464"/>
                </a:moveTo>
                <a:lnTo>
                  <a:pt x="0" y="384"/>
                </a:lnTo>
                <a:lnTo>
                  <a:pt x="58" y="384"/>
                </a:lnTo>
                <a:lnTo>
                  <a:pt x="58" y="464"/>
                </a:lnTo>
                <a:lnTo>
                  <a:pt x="0" y="464"/>
                </a:lnTo>
                <a:moveTo>
                  <a:pt x="0" y="332"/>
                </a:moveTo>
                <a:lnTo>
                  <a:pt x="0" y="252"/>
                </a:lnTo>
                <a:lnTo>
                  <a:pt x="58" y="252"/>
                </a:lnTo>
                <a:lnTo>
                  <a:pt x="58" y="332"/>
                </a:lnTo>
                <a:lnTo>
                  <a:pt x="0" y="332"/>
                </a:lnTo>
                <a:moveTo>
                  <a:pt x="4" y="195"/>
                </a:moveTo>
                <a:cubicBezTo>
                  <a:pt x="10" y="165"/>
                  <a:pt x="22" y="137"/>
                  <a:pt x="38" y="111"/>
                </a:cubicBezTo>
                <a:lnTo>
                  <a:pt x="87" y="142"/>
                </a:lnTo>
                <a:cubicBezTo>
                  <a:pt x="75" y="162"/>
                  <a:pt x="66" y="183"/>
                  <a:pt x="62" y="206"/>
                </a:cubicBezTo>
                <a:lnTo>
                  <a:pt x="4" y="195"/>
                </a:lnTo>
                <a:moveTo>
                  <a:pt x="77" y="64"/>
                </a:moveTo>
                <a:cubicBezTo>
                  <a:pt x="100" y="43"/>
                  <a:pt x="126" y="27"/>
                  <a:pt x="154" y="16"/>
                </a:cubicBezTo>
                <a:lnTo>
                  <a:pt x="175" y="70"/>
                </a:lnTo>
                <a:cubicBezTo>
                  <a:pt x="153" y="79"/>
                  <a:pt x="134" y="91"/>
                  <a:pt x="117" y="107"/>
                </a:cubicBezTo>
                <a:lnTo>
                  <a:pt x="77" y="64"/>
                </a:lnTo>
                <a:moveTo>
                  <a:pt x="214" y="1"/>
                </a:moveTo>
                <a:cubicBezTo>
                  <a:pt x="223" y="0"/>
                  <a:pt x="232" y="0"/>
                  <a:pt x="241" y="0"/>
                </a:cubicBezTo>
                <a:lnTo>
                  <a:pt x="320" y="0"/>
                </a:lnTo>
                <a:lnTo>
                  <a:pt x="320" y="58"/>
                </a:lnTo>
                <a:lnTo>
                  <a:pt x="241" y="58"/>
                </a:lnTo>
                <a:cubicBezTo>
                  <a:pt x="234" y="58"/>
                  <a:pt x="227" y="58"/>
                  <a:pt x="220" y="59"/>
                </a:cubicBezTo>
                <a:lnTo>
                  <a:pt x="214" y="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1084680" y="3761280"/>
            <a:ext cx="3355200" cy="469080"/>
          </a:xfrm>
          <a:custGeom>
            <a:avLst/>
            <a:gdLst/>
            <a:ahLst/>
            <a:rect l="0" t="0" r="r" b="b"/>
            <a:pathLst>
              <a:path w="9320" h="1303">
                <a:moveTo>
                  <a:pt x="373" y="0"/>
                </a:moveTo>
                <a:lnTo>
                  <a:pt x="452" y="0"/>
                </a:lnTo>
                <a:lnTo>
                  <a:pt x="452" y="58"/>
                </a:lnTo>
                <a:lnTo>
                  <a:pt x="373" y="58"/>
                </a:lnTo>
                <a:lnTo>
                  <a:pt x="373" y="0"/>
                </a:lnTo>
                <a:moveTo>
                  <a:pt x="505" y="0"/>
                </a:moveTo>
                <a:lnTo>
                  <a:pt x="584" y="0"/>
                </a:lnTo>
                <a:lnTo>
                  <a:pt x="584" y="58"/>
                </a:lnTo>
                <a:lnTo>
                  <a:pt x="505" y="58"/>
                </a:lnTo>
                <a:lnTo>
                  <a:pt x="505" y="0"/>
                </a:lnTo>
                <a:moveTo>
                  <a:pt x="637" y="0"/>
                </a:moveTo>
                <a:lnTo>
                  <a:pt x="717" y="0"/>
                </a:lnTo>
                <a:lnTo>
                  <a:pt x="717" y="58"/>
                </a:lnTo>
                <a:lnTo>
                  <a:pt x="637" y="58"/>
                </a:lnTo>
                <a:lnTo>
                  <a:pt x="637" y="0"/>
                </a:lnTo>
                <a:moveTo>
                  <a:pt x="769" y="0"/>
                </a:moveTo>
                <a:lnTo>
                  <a:pt x="849" y="0"/>
                </a:lnTo>
                <a:lnTo>
                  <a:pt x="849" y="58"/>
                </a:lnTo>
                <a:lnTo>
                  <a:pt x="769" y="58"/>
                </a:lnTo>
                <a:lnTo>
                  <a:pt x="769" y="0"/>
                </a:lnTo>
                <a:moveTo>
                  <a:pt x="901" y="0"/>
                </a:moveTo>
                <a:lnTo>
                  <a:pt x="981" y="0"/>
                </a:lnTo>
                <a:lnTo>
                  <a:pt x="981" y="58"/>
                </a:lnTo>
                <a:lnTo>
                  <a:pt x="901" y="58"/>
                </a:lnTo>
                <a:lnTo>
                  <a:pt x="901" y="0"/>
                </a:lnTo>
                <a:moveTo>
                  <a:pt x="1034" y="0"/>
                </a:moveTo>
                <a:lnTo>
                  <a:pt x="1113" y="0"/>
                </a:lnTo>
                <a:lnTo>
                  <a:pt x="1113" y="58"/>
                </a:lnTo>
                <a:lnTo>
                  <a:pt x="1034" y="58"/>
                </a:lnTo>
                <a:lnTo>
                  <a:pt x="1034" y="0"/>
                </a:lnTo>
                <a:moveTo>
                  <a:pt x="1166" y="0"/>
                </a:moveTo>
                <a:lnTo>
                  <a:pt x="1245" y="0"/>
                </a:lnTo>
                <a:lnTo>
                  <a:pt x="1245" y="58"/>
                </a:lnTo>
                <a:lnTo>
                  <a:pt x="1166" y="58"/>
                </a:lnTo>
                <a:lnTo>
                  <a:pt x="1166" y="0"/>
                </a:lnTo>
                <a:moveTo>
                  <a:pt x="1298" y="0"/>
                </a:moveTo>
                <a:lnTo>
                  <a:pt x="1377" y="0"/>
                </a:lnTo>
                <a:lnTo>
                  <a:pt x="1377" y="58"/>
                </a:lnTo>
                <a:lnTo>
                  <a:pt x="1298" y="58"/>
                </a:lnTo>
                <a:lnTo>
                  <a:pt x="1298" y="0"/>
                </a:lnTo>
                <a:moveTo>
                  <a:pt x="1430" y="0"/>
                </a:moveTo>
                <a:lnTo>
                  <a:pt x="1509" y="0"/>
                </a:lnTo>
                <a:lnTo>
                  <a:pt x="1509" y="58"/>
                </a:lnTo>
                <a:lnTo>
                  <a:pt x="1430" y="58"/>
                </a:lnTo>
                <a:lnTo>
                  <a:pt x="1430" y="0"/>
                </a:lnTo>
                <a:moveTo>
                  <a:pt x="1562" y="0"/>
                </a:moveTo>
                <a:lnTo>
                  <a:pt x="1641" y="0"/>
                </a:lnTo>
                <a:lnTo>
                  <a:pt x="1641" y="58"/>
                </a:lnTo>
                <a:lnTo>
                  <a:pt x="1562" y="58"/>
                </a:lnTo>
                <a:lnTo>
                  <a:pt x="1562" y="0"/>
                </a:lnTo>
                <a:moveTo>
                  <a:pt x="1695" y="0"/>
                </a:moveTo>
                <a:lnTo>
                  <a:pt x="1775" y="0"/>
                </a:lnTo>
                <a:lnTo>
                  <a:pt x="1775" y="58"/>
                </a:lnTo>
                <a:lnTo>
                  <a:pt x="1695" y="58"/>
                </a:lnTo>
                <a:lnTo>
                  <a:pt x="1695" y="0"/>
                </a:lnTo>
                <a:moveTo>
                  <a:pt x="1827" y="0"/>
                </a:moveTo>
                <a:lnTo>
                  <a:pt x="1907" y="0"/>
                </a:lnTo>
                <a:lnTo>
                  <a:pt x="1907" y="58"/>
                </a:lnTo>
                <a:lnTo>
                  <a:pt x="1827" y="58"/>
                </a:lnTo>
                <a:lnTo>
                  <a:pt x="1827" y="0"/>
                </a:lnTo>
                <a:moveTo>
                  <a:pt x="1959" y="0"/>
                </a:moveTo>
                <a:lnTo>
                  <a:pt x="2039" y="0"/>
                </a:lnTo>
                <a:lnTo>
                  <a:pt x="2039" y="58"/>
                </a:lnTo>
                <a:lnTo>
                  <a:pt x="1959" y="58"/>
                </a:lnTo>
                <a:lnTo>
                  <a:pt x="1959" y="0"/>
                </a:lnTo>
                <a:moveTo>
                  <a:pt x="2092" y="0"/>
                </a:moveTo>
                <a:lnTo>
                  <a:pt x="2171" y="0"/>
                </a:lnTo>
                <a:lnTo>
                  <a:pt x="2171" y="58"/>
                </a:lnTo>
                <a:lnTo>
                  <a:pt x="2092" y="58"/>
                </a:lnTo>
                <a:lnTo>
                  <a:pt x="2092" y="0"/>
                </a:lnTo>
                <a:moveTo>
                  <a:pt x="2224" y="0"/>
                </a:moveTo>
                <a:lnTo>
                  <a:pt x="2303" y="0"/>
                </a:lnTo>
                <a:lnTo>
                  <a:pt x="2303" y="58"/>
                </a:lnTo>
                <a:lnTo>
                  <a:pt x="2224" y="58"/>
                </a:lnTo>
                <a:lnTo>
                  <a:pt x="2224" y="0"/>
                </a:lnTo>
                <a:moveTo>
                  <a:pt x="2356" y="0"/>
                </a:moveTo>
                <a:lnTo>
                  <a:pt x="2435" y="0"/>
                </a:lnTo>
                <a:lnTo>
                  <a:pt x="2435" y="58"/>
                </a:lnTo>
                <a:lnTo>
                  <a:pt x="2356" y="58"/>
                </a:lnTo>
                <a:lnTo>
                  <a:pt x="2356" y="0"/>
                </a:lnTo>
                <a:moveTo>
                  <a:pt x="2488" y="0"/>
                </a:moveTo>
                <a:lnTo>
                  <a:pt x="2567" y="0"/>
                </a:lnTo>
                <a:lnTo>
                  <a:pt x="2567" y="58"/>
                </a:lnTo>
                <a:lnTo>
                  <a:pt x="2488" y="58"/>
                </a:lnTo>
                <a:lnTo>
                  <a:pt x="2488" y="0"/>
                </a:lnTo>
                <a:moveTo>
                  <a:pt x="2620" y="0"/>
                </a:moveTo>
                <a:lnTo>
                  <a:pt x="2699" y="0"/>
                </a:lnTo>
                <a:lnTo>
                  <a:pt x="2699" y="58"/>
                </a:lnTo>
                <a:lnTo>
                  <a:pt x="2620" y="58"/>
                </a:lnTo>
                <a:lnTo>
                  <a:pt x="2620" y="0"/>
                </a:lnTo>
                <a:moveTo>
                  <a:pt x="2752" y="0"/>
                </a:moveTo>
                <a:lnTo>
                  <a:pt x="2832" y="0"/>
                </a:lnTo>
                <a:lnTo>
                  <a:pt x="2832" y="58"/>
                </a:lnTo>
                <a:lnTo>
                  <a:pt x="2752" y="58"/>
                </a:lnTo>
                <a:lnTo>
                  <a:pt x="2752" y="0"/>
                </a:lnTo>
                <a:moveTo>
                  <a:pt x="2884" y="0"/>
                </a:moveTo>
                <a:lnTo>
                  <a:pt x="2964" y="0"/>
                </a:lnTo>
                <a:lnTo>
                  <a:pt x="2964" y="58"/>
                </a:lnTo>
                <a:lnTo>
                  <a:pt x="2884" y="58"/>
                </a:lnTo>
                <a:lnTo>
                  <a:pt x="2884" y="0"/>
                </a:lnTo>
                <a:moveTo>
                  <a:pt x="3016" y="0"/>
                </a:moveTo>
                <a:lnTo>
                  <a:pt x="3096" y="0"/>
                </a:lnTo>
                <a:lnTo>
                  <a:pt x="3096" y="58"/>
                </a:lnTo>
                <a:lnTo>
                  <a:pt x="3016" y="58"/>
                </a:lnTo>
                <a:lnTo>
                  <a:pt x="3016" y="0"/>
                </a:lnTo>
                <a:moveTo>
                  <a:pt x="3149" y="0"/>
                </a:moveTo>
                <a:lnTo>
                  <a:pt x="3228" y="0"/>
                </a:lnTo>
                <a:lnTo>
                  <a:pt x="3228" y="58"/>
                </a:lnTo>
                <a:lnTo>
                  <a:pt x="3149" y="58"/>
                </a:lnTo>
                <a:lnTo>
                  <a:pt x="3149" y="0"/>
                </a:lnTo>
                <a:moveTo>
                  <a:pt x="3281" y="0"/>
                </a:moveTo>
                <a:lnTo>
                  <a:pt x="3360" y="0"/>
                </a:lnTo>
                <a:lnTo>
                  <a:pt x="3360" y="58"/>
                </a:lnTo>
                <a:lnTo>
                  <a:pt x="3281" y="58"/>
                </a:lnTo>
                <a:lnTo>
                  <a:pt x="3281" y="0"/>
                </a:lnTo>
                <a:moveTo>
                  <a:pt x="3413" y="0"/>
                </a:moveTo>
                <a:lnTo>
                  <a:pt x="3492" y="0"/>
                </a:lnTo>
                <a:lnTo>
                  <a:pt x="3492" y="58"/>
                </a:lnTo>
                <a:lnTo>
                  <a:pt x="3413" y="58"/>
                </a:lnTo>
                <a:lnTo>
                  <a:pt x="3413" y="0"/>
                </a:lnTo>
                <a:moveTo>
                  <a:pt x="3545" y="0"/>
                </a:moveTo>
                <a:lnTo>
                  <a:pt x="3624" y="0"/>
                </a:lnTo>
                <a:lnTo>
                  <a:pt x="3624" y="58"/>
                </a:lnTo>
                <a:lnTo>
                  <a:pt x="3545" y="58"/>
                </a:lnTo>
                <a:lnTo>
                  <a:pt x="3545" y="0"/>
                </a:lnTo>
                <a:moveTo>
                  <a:pt x="3677" y="0"/>
                </a:moveTo>
                <a:lnTo>
                  <a:pt x="3756" y="0"/>
                </a:lnTo>
                <a:lnTo>
                  <a:pt x="3756" y="58"/>
                </a:lnTo>
                <a:lnTo>
                  <a:pt x="3677" y="58"/>
                </a:lnTo>
                <a:lnTo>
                  <a:pt x="3677" y="0"/>
                </a:lnTo>
                <a:moveTo>
                  <a:pt x="3809" y="0"/>
                </a:moveTo>
                <a:lnTo>
                  <a:pt x="3889" y="0"/>
                </a:lnTo>
                <a:lnTo>
                  <a:pt x="3889" y="58"/>
                </a:lnTo>
                <a:lnTo>
                  <a:pt x="3809" y="58"/>
                </a:lnTo>
                <a:lnTo>
                  <a:pt x="3809" y="0"/>
                </a:lnTo>
                <a:moveTo>
                  <a:pt x="3941" y="0"/>
                </a:moveTo>
                <a:lnTo>
                  <a:pt x="4021" y="0"/>
                </a:lnTo>
                <a:lnTo>
                  <a:pt x="4021" y="58"/>
                </a:lnTo>
                <a:lnTo>
                  <a:pt x="3941" y="58"/>
                </a:lnTo>
                <a:lnTo>
                  <a:pt x="3941" y="0"/>
                </a:lnTo>
                <a:moveTo>
                  <a:pt x="4073" y="0"/>
                </a:moveTo>
                <a:lnTo>
                  <a:pt x="4153" y="0"/>
                </a:lnTo>
                <a:lnTo>
                  <a:pt x="4153" y="58"/>
                </a:lnTo>
                <a:lnTo>
                  <a:pt x="4073" y="58"/>
                </a:lnTo>
                <a:lnTo>
                  <a:pt x="4073" y="0"/>
                </a:lnTo>
                <a:moveTo>
                  <a:pt x="4206" y="0"/>
                </a:moveTo>
                <a:lnTo>
                  <a:pt x="4285" y="0"/>
                </a:lnTo>
                <a:lnTo>
                  <a:pt x="4285" y="58"/>
                </a:lnTo>
                <a:lnTo>
                  <a:pt x="4206" y="58"/>
                </a:lnTo>
                <a:lnTo>
                  <a:pt x="4206" y="0"/>
                </a:lnTo>
                <a:moveTo>
                  <a:pt x="4338" y="0"/>
                </a:moveTo>
                <a:lnTo>
                  <a:pt x="4417" y="0"/>
                </a:lnTo>
                <a:lnTo>
                  <a:pt x="4417" y="58"/>
                </a:lnTo>
                <a:lnTo>
                  <a:pt x="4338" y="58"/>
                </a:lnTo>
                <a:lnTo>
                  <a:pt x="4338" y="0"/>
                </a:lnTo>
                <a:moveTo>
                  <a:pt x="4470" y="0"/>
                </a:moveTo>
                <a:lnTo>
                  <a:pt x="4549" y="0"/>
                </a:lnTo>
                <a:lnTo>
                  <a:pt x="4549" y="58"/>
                </a:lnTo>
                <a:lnTo>
                  <a:pt x="4470" y="58"/>
                </a:lnTo>
                <a:lnTo>
                  <a:pt x="4470" y="0"/>
                </a:lnTo>
                <a:moveTo>
                  <a:pt x="4602" y="0"/>
                </a:moveTo>
                <a:lnTo>
                  <a:pt x="4681" y="0"/>
                </a:lnTo>
                <a:lnTo>
                  <a:pt x="4681" y="58"/>
                </a:lnTo>
                <a:lnTo>
                  <a:pt x="4602" y="58"/>
                </a:lnTo>
                <a:lnTo>
                  <a:pt x="4602" y="0"/>
                </a:lnTo>
                <a:moveTo>
                  <a:pt x="4734" y="0"/>
                </a:moveTo>
                <a:lnTo>
                  <a:pt x="4813" y="0"/>
                </a:lnTo>
                <a:lnTo>
                  <a:pt x="4813" y="58"/>
                </a:lnTo>
                <a:lnTo>
                  <a:pt x="4734" y="58"/>
                </a:lnTo>
                <a:lnTo>
                  <a:pt x="4734" y="0"/>
                </a:lnTo>
                <a:moveTo>
                  <a:pt x="4866" y="0"/>
                </a:moveTo>
                <a:lnTo>
                  <a:pt x="4946" y="0"/>
                </a:lnTo>
                <a:lnTo>
                  <a:pt x="4946" y="58"/>
                </a:lnTo>
                <a:lnTo>
                  <a:pt x="4866" y="58"/>
                </a:lnTo>
                <a:lnTo>
                  <a:pt x="4866" y="0"/>
                </a:lnTo>
                <a:moveTo>
                  <a:pt x="4998" y="0"/>
                </a:moveTo>
                <a:lnTo>
                  <a:pt x="5078" y="0"/>
                </a:lnTo>
                <a:lnTo>
                  <a:pt x="5078" y="58"/>
                </a:lnTo>
                <a:lnTo>
                  <a:pt x="4998" y="58"/>
                </a:lnTo>
                <a:lnTo>
                  <a:pt x="4998" y="0"/>
                </a:lnTo>
                <a:moveTo>
                  <a:pt x="5130" y="0"/>
                </a:moveTo>
                <a:lnTo>
                  <a:pt x="5210" y="0"/>
                </a:lnTo>
                <a:lnTo>
                  <a:pt x="5210" y="58"/>
                </a:lnTo>
                <a:lnTo>
                  <a:pt x="5130" y="58"/>
                </a:lnTo>
                <a:lnTo>
                  <a:pt x="5130" y="0"/>
                </a:lnTo>
                <a:moveTo>
                  <a:pt x="5263" y="0"/>
                </a:moveTo>
                <a:lnTo>
                  <a:pt x="5342" y="0"/>
                </a:lnTo>
                <a:lnTo>
                  <a:pt x="5342" y="58"/>
                </a:lnTo>
                <a:lnTo>
                  <a:pt x="5263" y="58"/>
                </a:lnTo>
                <a:lnTo>
                  <a:pt x="5263" y="0"/>
                </a:lnTo>
                <a:moveTo>
                  <a:pt x="5395" y="0"/>
                </a:moveTo>
                <a:lnTo>
                  <a:pt x="5474" y="0"/>
                </a:lnTo>
                <a:lnTo>
                  <a:pt x="5474" y="58"/>
                </a:lnTo>
                <a:lnTo>
                  <a:pt x="5395" y="58"/>
                </a:lnTo>
                <a:lnTo>
                  <a:pt x="5395" y="0"/>
                </a:lnTo>
                <a:moveTo>
                  <a:pt x="5527" y="0"/>
                </a:moveTo>
                <a:lnTo>
                  <a:pt x="5606" y="0"/>
                </a:lnTo>
                <a:lnTo>
                  <a:pt x="5606" y="58"/>
                </a:lnTo>
                <a:lnTo>
                  <a:pt x="5527" y="58"/>
                </a:lnTo>
                <a:lnTo>
                  <a:pt x="5527" y="0"/>
                </a:lnTo>
                <a:moveTo>
                  <a:pt x="5659" y="0"/>
                </a:moveTo>
                <a:lnTo>
                  <a:pt x="5738" y="0"/>
                </a:lnTo>
                <a:lnTo>
                  <a:pt x="5738" y="58"/>
                </a:lnTo>
                <a:lnTo>
                  <a:pt x="5659" y="58"/>
                </a:lnTo>
                <a:lnTo>
                  <a:pt x="5659" y="0"/>
                </a:lnTo>
                <a:moveTo>
                  <a:pt x="5791" y="0"/>
                </a:moveTo>
                <a:lnTo>
                  <a:pt x="5870" y="0"/>
                </a:lnTo>
                <a:lnTo>
                  <a:pt x="5870" y="58"/>
                </a:lnTo>
                <a:lnTo>
                  <a:pt x="5791" y="58"/>
                </a:lnTo>
                <a:lnTo>
                  <a:pt x="5791" y="0"/>
                </a:lnTo>
                <a:moveTo>
                  <a:pt x="5923" y="0"/>
                </a:moveTo>
                <a:lnTo>
                  <a:pt x="6002" y="0"/>
                </a:lnTo>
                <a:lnTo>
                  <a:pt x="6002" y="58"/>
                </a:lnTo>
                <a:lnTo>
                  <a:pt x="5923" y="58"/>
                </a:lnTo>
                <a:lnTo>
                  <a:pt x="5923" y="0"/>
                </a:lnTo>
                <a:moveTo>
                  <a:pt x="6055" y="0"/>
                </a:moveTo>
                <a:lnTo>
                  <a:pt x="6135" y="0"/>
                </a:lnTo>
                <a:lnTo>
                  <a:pt x="6135" y="58"/>
                </a:lnTo>
                <a:lnTo>
                  <a:pt x="6055" y="58"/>
                </a:lnTo>
                <a:lnTo>
                  <a:pt x="6055" y="0"/>
                </a:lnTo>
                <a:moveTo>
                  <a:pt x="6187" y="0"/>
                </a:moveTo>
                <a:lnTo>
                  <a:pt x="6267" y="0"/>
                </a:lnTo>
                <a:lnTo>
                  <a:pt x="6267" y="58"/>
                </a:lnTo>
                <a:lnTo>
                  <a:pt x="6187" y="58"/>
                </a:lnTo>
                <a:lnTo>
                  <a:pt x="6187" y="0"/>
                </a:lnTo>
                <a:moveTo>
                  <a:pt x="6319" y="0"/>
                </a:moveTo>
                <a:lnTo>
                  <a:pt x="6399" y="0"/>
                </a:lnTo>
                <a:lnTo>
                  <a:pt x="6399" y="58"/>
                </a:lnTo>
                <a:lnTo>
                  <a:pt x="6319" y="58"/>
                </a:lnTo>
                <a:lnTo>
                  <a:pt x="6319" y="0"/>
                </a:lnTo>
                <a:moveTo>
                  <a:pt x="6452" y="0"/>
                </a:moveTo>
                <a:lnTo>
                  <a:pt x="6531" y="0"/>
                </a:lnTo>
                <a:lnTo>
                  <a:pt x="6531" y="58"/>
                </a:lnTo>
                <a:lnTo>
                  <a:pt x="6452" y="58"/>
                </a:lnTo>
                <a:lnTo>
                  <a:pt x="6452" y="0"/>
                </a:lnTo>
                <a:moveTo>
                  <a:pt x="6584" y="0"/>
                </a:moveTo>
                <a:lnTo>
                  <a:pt x="6663" y="0"/>
                </a:lnTo>
                <a:lnTo>
                  <a:pt x="6663" y="58"/>
                </a:lnTo>
                <a:lnTo>
                  <a:pt x="6584" y="58"/>
                </a:lnTo>
                <a:lnTo>
                  <a:pt x="6584" y="0"/>
                </a:lnTo>
                <a:moveTo>
                  <a:pt x="6716" y="0"/>
                </a:moveTo>
                <a:lnTo>
                  <a:pt x="6795" y="0"/>
                </a:lnTo>
                <a:lnTo>
                  <a:pt x="6795" y="58"/>
                </a:lnTo>
                <a:lnTo>
                  <a:pt x="6716" y="58"/>
                </a:lnTo>
                <a:lnTo>
                  <a:pt x="6716" y="0"/>
                </a:lnTo>
                <a:moveTo>
                  <a:pt x="6848" y="0"/>
                </a:moveTo>
                <a:lnTo>
                  <a:pt x="6927" y="0"/>
                </a:lnTo>
                <a:lnTo>
                  <a:pt x="6927" y="58"/>
                </a:lnTo>
                <a:lnTo>
                  <a:pt x="6848" y="58"/>
                </a:lnTo>
                <a:lnTo>
                  <a:pt x="6848" y="0"/>
                </a:lnTo>
                <a:moveTo>
                  <a:pt x="6980" y="0"/>
                </a:moveTo>
                <a:lnTo>
                  <a:pt x="7059" y="0"/>
                </a:lnTo>
                <a:lnTo>
                  <a:pt x="7059" y="58"/>
                </a:lnTo>
                <a:lnTo>
                  <a:pt x="6980" y="58"/>
                </a:lnTo>
                <a:lnTo>
                  <a:pt x="6980" y="0"/>
                </a:lnTo>
                <a:moveTo>
                  <a:pt x="7112" y="0"/>
                </a:moveTo>
                <a:lnTo>
                  <a:pt x="7192" y="0"/>
                </a:lnTo>
                <a:lnTo>
                  <a:pt x="7192" y="58"/>
                </a:lnTo>
                <a:lnTo>
                  <a:pt x="7112" y="58"/>
                </a:lnTo>
                <a:lnTo>
                  <a:pt x="7112" y="0"/>
                </a:lnTo>
                <a:moveTo>
                  <a:pt x="7244" y="0"/>
                </a:moveTo>
                <a:lnTo>
                  <a:pt x="7324" y="0"/>
                </a:lnTo>
                <a:lnTo>
                  <a:pt x="7324" y="58"/>
                </a:lnTo>
                <a:lnTo>
                  <a:pt x="7244" y="58"/>
                </a:lnTo>
                <a:lnTo>
                  <a:pt x="7244" y="0"/>
                </a:lnTo>
                <a:moveTo>
                  <a:pt x="7376" y="0"/>
                </a:moveTo>
                <a:lnTo>
                  <a:pt x="7456" y="0"/>
                </a:lnTo>
                <a:lnTo>
                  <a:pt x="7456" y="58"/>
                </a:lnTo>
                <a:lnTo>
                  <a:pt x="7376" y="58"/>
                </a:lnTo>
                <a:lnTo>
                  <a:pt x="7376" y="0"/>
                </a:lnTo>
                <a:moveTo>
                  <a:pt x="7509" y="0"/>
                </a:moveTo>
                <a:lnTo>
                  <a:pt x="7588" y="0"/>
                </a:lnTo>
                <a:lnTo>
                  <a:pt x="7588" y="58"/>
                </a:lnTo>
                <a:lnTo>
                  <a:pt x="7509" y="58"/>
                </a:lnTo>
                <a:lnTo>
                  <a:pt x="7509" y="0"/>
                </a:lnTo>
                <a:moveTo>
                  <a:pt x="7641" y="0"/>
                </a:moveTo>
                <a:lnTo>
                  <a:pt x="7720" y="0"/>
                </a:lnTo>
                <a:lnTo>
                  <a:pt x="7720" y="58"/>
                </a:lnTo>
                <a:lnTo>
                  <a:pt x="7641" y="58"/>
                </a:lnTo>
                <a:lnTo>
                  <a:pt x="7641" y="0"/>
                </a:lnTo>
                <a:moveTo>
                  <a:pt x="7773" y="0"/>
                </a:moveTo>
                <a:lnTo>
                  <a:pt x="7852" y="0"/>
                </a:lnTo>
                <a:lnTo>
                  <a:pt x="7852" y="58"/>
                </a:lnTo>
                <a:lnTo>
                  <a:pt x="7773" y="58"/>
                </a:lnTo>
                <a:lnTo>
                  <a:pt x="7773" y="0"/>
                </a:lnTo>
                <a:moveTo>
                  <a:pt x="7905" y="0"/>
                </a:moveTo>
                <a:lnTo>
                  <a:pt x="7984" y="0"/>
                </a:lnTo>
                <a:lnTo>
                  <a:pt x="7984" y="58"/>
                </a:lnTo>
                <a:lnTo>
                  <a:pt x="7905" y="58"/>
                </a:lnTo>
                <a:lnTo>
                  <a:pt x="7905" y="0"/>
                </a:lnTo>
                <a:moveTo>
                  <a:pt x="8037" y="0"/>
                </a:moveTo>
                <a:lnTo>
                  <a:pt x="8116" y="0"/>
                </a:lnTo>
                <a:lnTo>
                  <a:pt x="8116" y="58"/>
                </a:lnTo>
                <a:lnTo>
                  <a:pt x="8037" y="58"/>
                </a:lnTo>
                <a:lnTo>
                  <a:pt x="8037" y="0"/>
                </a:lnTo>
                <a:moveTo>
                  <a:pt x="8169" y="0"/>
                </a:moveTo>
                <a:lnTo>
                  <a:pt x="8249" y="0"/>
                </a:lnTo>
                <a:lnTo>
                  <a:pt x="8249" y="58"/>
                </a:lnTo>
                <a:lnTo>
                  <a:pt x="8169" y="58"/>
                </a:lnTo>
                <a:lnTo>
                  <a:pt x="8169" y="0"/>
                </a:lnTo>
                <a:moveTo>
                  <a:pt x="8301" y="0"/>
                </a:moveTo>
                <a:lnTo>
                  <a:pt x="8381" y="0"/>
                </a:lnTo>
                <a:lnTo>
                  <a:pt x="8381" y="58"/>
                </a:lnTo>
                <a:lnTo>
                  <a:pt x="8301" y="58"/>
                </a:lnTo>
                <a:lnTo>
                  <a:pt x="8301" y="0"/>
                </a:lnTo>
                <a:moveTo>
                  <a:pt x="8433" y="0"/>
                </a:moveTo>
                <a:lnTo>
                  <a:pt x="8513" y="0"/>
                </a:lnTo>
                <a:lnTo>
                  <a:pt x="8513" y="58"/>
                </a:lnTo>
                <a:lnTo>
                  <a:pt x="8433" y="58"/>
                </a:lnTo>
                <a:lnTo>
                  <a:pt x="8433" y="0"/>
                </a:lnTo>
                <a:moveTo>
                  <a:pt x="8566" y="0"/>
                </a:moveTo>
                <a:lnTo>
                  <a:pt x="8645" y="0"/>
                </a:lnTo>
                <a:lnTo>
                  <a:pt x="8645" y="58"/>
                </a:lnTo>
                <a:lnTo>
                  <a:pt x="8566" y="58"/>
                </a:lnTo>
                <a:lnTo>
                  <a:pt x="8566" y="0"/>
                </a:lnTo>
                <a:moveTo>
                  <a:pt x="8698" y="0"/>
                </a:moveTo>
                <a:lnTo>
                  <a:pt x="8777" y="0"/>
                </a:lnTo>
                <a:lnTo>
                  <a:pt x="8777" y="58"/>
                </a:lnTo>
                <a:lnTo>
                  <a:pt x="8698" y="58"/>
                </a:lnTo>
                <a:lnTo>
                  <a:pt x="8698" y="0"/>
                </a:lnTo>
                <a:moveTo>
                  <a:pt x="8830" y="0"/>
                </a:moveTo>
                <a:lnTo>
                  <a:pt x="8909" y="0"/>
                </a:lnTo>
                <a:lnTo>
                  <a:pt x="8909" y="58"/>
                </a:lnTo>
                <a:lnTo>
                  <a:pt x="8830" y="58"/>
                </a:lnTo>
                <a:lnTo>
                  <a:pt x="8830" y="0"/>
                </a:lnTo>
                <a:moveTo>
                  <a:pt x="8962" y="0"/>
                </a:moveTo>
                <a:lnTo>
                  <a:pt x="9041" y="0"/>
                </a:lnTo>
                <a:lnTo>
                  <a:pt x="9041" y="58"/>
                </a:lnTo>
                <a:lnTo>
                  <a:pt x="8962" y="58"/>
                </a:lnTo>
                <a:lnTo>
                  <a:pt x="8962" y="0"/>
                </a:lnTo>
                <a:moveTo>
                  <a:pt x="9095" y="0"/>
                </a:moveTo>
                <a:cubicBezTo>
                  <a:pt x="9126" y="3"/>
                  <a:pt x="9155" y="10"/>
                  <a:pt x="9183" y="24"/>
                </a:cubicBezTo>
                <a:lnTo>
                  <a:pt x="9158" y="76"/>
                </a:lnTo>
                <a:cubicBezTo>
                  <a:pt x="9137" y="66"/>
                  <a:pt x="9115" y="60"/>
                  <a:pt x="9091" y="59"/>
                </a:cubicBezTo>
                <a:lnTo>
                  <a:pt x="9095" y="0"/>
                </a:lnTo>
                <a:moveTo>
                  <a:pt x="9234" y="56"/>
                </a:moveTo>
                <a:cubicBezTo>
                  <a:pt x="9258" y="76"/>
                  <a:pt x="9277" y="100"/>
                  <a:pt x="9291" y="127"/>
                </a:cubicBezTo>
                <a:lnTo>
                  <a:pt x="9240" y="155"/>
                </a:lnTo>
                <a:cubicBezTo>
                  <a:pt x="9229" y="134"/>
                  <a:pt x="9214" y="116"/>
                  <a:pt x="9196" y="101"/>
                </a:cubicBezTo>
                <a:lnTo>
                  <a:pt x="9234" y="56"/>
                </a:lnTo>
                <a:moveTo>
                  <a:pt x="9313" y="184"/>
                </a:moveTo>
                <a:cubicBezTo>
                  <a:pt x="9317" y="203"/>
                  <a:pt x="9320" y="222"/>
                  <a:pt x="9320" y="241"/>
                </a:cubicBezTo>
                <a:lnTo>
                  <a:pt x="9320" y="269"/>
                </a:lnTo>
                <a:lnTo>
                  <a:pt x="9262" y="269"/>
                </a:lnTo>
                <a:lnTo>
                  <a:pt x="9262" y="241"/>
                </a:lnTo>
                <a:cubicBezTo>
                  <a:pt x="9262" y="226"/>
                  <a:pt x="9260" y="212"/>
                  <a:pt x="9256" y="198"/>
                </a:cubicBezTo>
                <a:lnTo>
                  <a:pt x="9313" y="184"/>
                </a:lnTo>
                <a:moveTo>
                  <a:pt x="9320" y="322"/>
                </a:moveTo>
                <a:lnTo>
                  <a:pt x="9320" y="401"/>
                </a:lnTo>
                <a:lnTo>
                  <a:pt x="9262" y="401"/>
                </a:lnTo>
                <a:lnTo>
                  <a:pt x="9262" y="322"/>
                </a:lnTo>
                <a:lnTo>
                  <a:pt x="9320" y="322"/>
                </a:lnTo>
                <a:moveTo>
                  <a:pt x="9320" y="454"/>
                </a:moveTo>
                <a:lnTo>
                  <a:pt x="9320" y="533"/>
                </a:lnTo>
                <a:lnTo>
                  <a:pt x="9262" y="533"/>
                </a:lnTo>
                <a:lnTo>
                  <a:pt x="9262" y="454"/>
                </a:lnTo>
                <a:lnTo>
                  <a:pt x="9320" y="454"/>
                </a:lnTo>
                <a:moveTo>
                  <a:pt x="9320" y="586"/>
                </a:moveTo>
                <a:lnTo>
                  <a:pt x="9320" y="666"/>
                </a:lnTo>
                <a:lnTo>
                  <a:pt x="9262" y="666"/>
                </a:lnTo>
                <a:lnTo>
                  <a:pt x="9262" y="586"/>
                </a:lnTo>
                <a:lnTo>
                  <a:pt x="9320" y="586"/>
                </a:lnTo>
                <a:moveTo>
                  <a:pt x="9320" y="719"/>
                </a:moveTo>
                <a:lnTo>
                  <a:pt x="9320" y="799"/>
                </a:lnTo>
                <a:lnTo>
                  <a:pt x="9262" y="799"/>
                </a:lnTo>
                <a:lnTo>
                  <a:pt x="9262" y="719"/>
                </a:lnTo>
                <a:lnTo>
                  <a:pt x="9320" y="719"/>
                </a:lnTo>
                <a:moveTo>
                  <a:pt x="9320" y="851"/>
                </a:moveTo>
                <a:lnTo>
                  <a:pt x="9320" y="931"/>
                </a:lnTo>
                <a:lnTo>
                  <a:pt x="9262" y="931"/>
                </a:lnTo>
                <a:lnTo>
                  <a:pt x="9262" y="851"/>
                </a:lnTo>
                <a:lnTo>
                  <a:pt x="9320" y="851"/>
                </a:lnTo>
                <a:moveTo>
                  <a:pt x="9320" y="983"/>
                </a:moveTo>
                <a:lnTo>
                  <a:pt x="9320" y="1062"/>
                </a:lnTo>
                <a:lnTo>
                  <a:pt x="9320" y="1063"/>
                </a:lnTo>
                <a:lnTo>
                  <a:pt x="9262" y="1063"/>
                </a:lnTo>
                <a:lnTo>
                  <a:pt x="9262" y="1062"/>
                </a:lnTo>
                <a:lnTo>
                  <a:pt x="9262" y="983"/>
                </a:lnTo>
                <a:lnTo>
                  <a:pt x="9320" y="983"/>
                </a:lnTo>
                <a:moveTo>
                  <a:pt x="9312" y="1122"/>
                </a:moveTo>
                <a:cubicBezTo>
                  <a:pt x="9305" y="1151"/>
                  <a:pt x="9292" y="1179"/>
                  <a:pt x="9273" y="1204"/>
                </a:cubicBezTo>
                <a:lnTo>
                  <a:pt x="9226" y="1170"/>
                </a:lnTo>
                <a:cubicBezTo>
                  <a:pt x="9240" y="1151"/>
                  <a:pt x="9250" y="1130"/>
                  <a:pt x="9256" y="1107"/>
                </a:cubicBezTo>
                <a:lnTo>
                  <a:pt x="9312" y="1122"/>
                </a:lnTo>
                <a:moveTo>
                  <a:pt x="9231" y="1248"/>
                </a:moveTo>
                <a:cubicBezTo>
                  <a:pt x="9208" y="1268"/>
                  <a:pt x="9181" y="1282"/>
                  <a:pt x="9152" y="1291"/>
                </a:cubicBezTo>
                <a:lnTo>
                  <a:pt x="9134" y="1236"/>
                </a:lnTo>
                <a:cubicBezTo>
                  <a:pt x="9156" y="1229"/>
                  <a:pt x="9177" y="1218"/>
                  <a:pt x="9195" y="1203"/>
                </a:cubicBezTo>
                <a:lnTo>
                  <a:pt x="9231" y="1248"/>
                </a:lnTo>
                <a:moveTo>
                  <a:pt x="9092" y="1302"/>
                </a:moveTo>
                <a:cubicBezTo>
                  <a:pt x="9088" y="1303"/>
                  <a:pt x="9083" y="1303"/>
                  <a:pt x="9079" y="1303"/>
                </a:cubicBezTo>
                <a:lnTo>
                  <a:pt x="9012" y="1303"/>
                </a:lnTo>
                <a:lnTo>
                  <a:pt x="9012" y="1244"/>
                </a:lnTo>
                <a:lnTo>
                  <a:pt x="9079" y="1244"/>
                </a:lnTo>
                <a:cubicBezTo>
                  <a:pt x="9082" y="1244"/>
                  <a:pt x="9086" y="1244"/>
                  <a:pt x="9089" y="1244"/>
                </a:cubicBezTo>
                <a:lnTo>
                  <a:pt x="9092" y="1302"/>
                </a:lnTo>
                <a:moveTo>
                  <a:pt x="8959" y="1303"/>
                </a:moveTo>
                <a:lnTo>
                  <a:pt x="8880" y="1303"/>
                </a:lnTo>
                <a:lnTo>
                  <a:pt x="8880" y="1244"/>
                </a:lnTo>
                <a:lnTo>
                  <a:pt x="8959" y="1244"/>
                </a:lnTo>
                <a:lnTo>
                  <a:pt x="8959" y="1303"/>
                </a:lnTo>
                <a:moveTo>
                  <a:pt x="8827" y="1303"/>
                </a:moveTo>
                <a:lnTo>
                  <a:pt x="8748" y="1303"/>
                </a:lnTo>
                <a:lnTo>
                  <a:pt x="8748" y="1244"/>
                </a:lnTo>
                <a:lnTo>
                  <a:pt x="8827" y="1244"/>
                </a:lnTo>
                <a:lnTo>
                  <a:pt x="8827" y="1303"/>
                </a:lnTo>
                <a:moveTo>
                  <a:pt x="8695" y="1303"/>
                </a:moveTo>
                <a:lnTo>
                  <a:pt x="8616" y="1303"/>
                </a:lnTo>
                <a:lnTo>
                  <a:pt x="8616" y="1244"/>
                </a:lnTo>
                <a:lnTo>
                  <a:pt x="8695" y="1244"/>
                </a:lnTo>
                <a:lnTo>
                  <a:pt x="8695" y="1303"/>
                </a:lnTo>
                <a:moveTo>
                  <a:pt x="8563" y="1303"/>
                </a:moveTo>
                <a:lnTo>
                  <a:pt x="8484" y="1303"/>
                </a:lnTo>
                <a:lnTo>
                  <a:pt x="8484" y="1244"/>
                </a:lnTo>
                <a:lnTo>
                  <a:pt x="8563" y="1244"/>
                </a:lnTo>
                <a:lnTo>
                  <a:pt x="8563" y="1303"/>
                </a:lnTo>
                <a:moveTo>
                  <a:pt x="8431" y="1303"/>
                </a:moveTo>
                <a:lnTo>
                  <a:pt x="8351" y="1303"/>
                </a:lnTo>
                <a:lnTo>
                  <a:pt x="8351" y="1244"/>
                </a:lnTo>
                <a:lnTo>
                  <a:pt x="8431" y="1244"/>
                </a:lnTo>
                <a:lnTo>
                  <a:pt x="8431" y="1303"/>
                </a:lnTo>
                <a:moveTo>
                  <a:pt x="8299" y="1303"/>
                </a:moveTo>
                <a:lnTo>
                  <a:pt x="8219" y="1303"/>
                </a:lnTo>
                <a:lnTo>
                  <a:pt x="8219" y="1244"/>
                </a:lnTo>
                <a:lnTo>
                  <a:pt x="8299" y="1244"/>
                </a:lnTo>
                <a:lnTo>
                  <a:pt x="8299" y="1303"/>
                </a:lnTo>
                <a:moveTo>
                  <a:pt x="8167" y="1303"/>
                </a:moveTo>
                <a:lnTo>
                  <a:pt x="8087" y="1303"/>
                </a:lnTo>
                <a:lnTo>
                  <a:pt x="8087" y="1244"/>
                </a:lnTo>
                <a:lnTo>
                  <a:pt x="8167" y="1244"/>
                </a:lnTo>
                <a:lnTo>
                  <a:pt x="8167" y="1303"/>
                </a:lnTo>
                <a:moveTo>
                  <a:pt x="8034" y="1303"/>
                </a:moveTo>
                <a:lnTo>
                  <a:pt x="7955" y="1303"/>
                </a:lnTo>
                <a:lnTo>
                  <a:pt x="7955" y="1244"/>
                </a:lnTo>
                <a:lnTo>
                  <a:pt x="8034" y="1244"/>
                </a:lnTo>
                <a:lnTo>
                  <a:pt x="8034" y="1303"/>
                </a:lnTo>
                <a:moveTo>
                  <a:pt x="7902" y="1303"/>
                </a:moveTo>
                <a:lnTo>
                  <a:pt x="7823" y="1303"/>
                </a:lnTo>
                <a:lnTo>
                  <a:pt x="7823" y="1244"/>
                </a:lnTo>
                <a:lnTo>
                  <a:pt x="7902" y="1244"/>
                </a:lnTo>
                <a:lnTo>
                  <a:pt x="7902" y="1303"/>
                </a:lnTo>
                <a:moveTo>
                  <a:pt x="7770" y="1303"/>
                </a:moveTo>
                <a:lnTo>
                  <a:pt x="7691" y="1303"/>
                </a:lnTo>
                <a:lnTo>
                  <a:pt x="7691" y="1244"/>
                </a:lnTo>
                <a:lnTo>
                  <a:pt x="7770" y="1244"/>
                </a:lnTo>
                <a:lnTo>
                  <a:pt x="7770" y="1303"/>
                </a:lnTo>
                <a:moveTo>
                  <a:pt x="7638" y="1303"/>
                </a:moveTo>
                <a:lnTo>
                  <a:pt x="7559" y="1303"/>
                </a:lnTo>
                <a:lnTo>
                  <a:pt x="7559" y="1244"/>
                </a:lnTo>
                <a:lnTo>
                  <a:pt x="7638" y="1244"/>
                </a:lnTo>
                <a:lnTo>
                  <a:pt x="7638" y="1303"/>
                </a:lnTo>
                <a:moveTo>
                  <a:pt x="7506" y="1303"/>
                </a:moveTo>
                <a:lnTo>
                  <a:pt x="7427" y="1303"/>
                </a:lnTo>
                <a:lnTo>
                  <a:pt x="7427" y="1244"/>
                </a:lnTo>
                <a:lnTo>
                  <a:pt x="7506" y="1244"/>
                </a:lnTo>
                <a:lnTo>
                  <a:pt x="7506" y="1303"/>
                </a:lnTo>
                <a:moveTo>
                  <a:pt x="7374" y="1303"/>
                </a:moveTo>
                <a:lnTo>
                  <a:pt x="7294" y="1303"/>
                </a:lnTo>
                <a:lnTo>
                  <a:pt x="7294" y="1244"/>
                </a:lnTo>
                <a:lnTo>
                  <a:pt x="7374" y="1244"/>
                </a:lnTo>
                <a:lnTo>
                  <a:pt x="7374" y="1303"/>
                </a:lnTo>
                <a:moveTo>
                  <a:pt x="7242" y="1303"/>
                </a:moveTo>
                <a:lnTo>
                  <a:pt x="7162" y="1303"/>
                </a:lnTo>
                <a:lnTo>
                  <a:pt x="7162" y="1244"/>
                </a:lnTo>
                <a:lnTo>
                  <a:pt x="7242" y="1244"/>
                </a:lnTo>
                <a:lnTo>
                  <a:pt x="7242" y="1303"/>
                </a:lnTo>
                <a:moveTo>
                  <a:pt x="7110" y="1303"/>
                </a:moveTo>
                <a:lnTo>
                  <a:pt x="7030" y="1303"/>
                </a:lnTo>
                <a:lnTo>
                  <a:pt x="7030" y="1244"/>
                </a:lnTo>
                <a:lnTo>
                  <a:pt x="7110" y="1244"/>
                </a:lnTo>
                <a:lnTo>
                  <a:pt x="7110" y="1303"/>
                </a:lnTo>
                <a:moveTo>
                  <a:pt x="6977" y="1303"/>
                </a:moveTo>
                <a:lnTo>
                  <a:pt x="6898" y="1303"/>
                </a:lnTo>
                <a:lnTo>
                  <a:pt x="6898" y="1244"/>
                </a:lnTo>
                <a:lnTo>
                  <a:pt x="6977" y="1244"/>
                </a:lnTo>
                <a:lnTo>
                  <a:pt x="6977" y="1303"/>
                </a:lnTo>
                <a:moveTo>
                  <a:pt x="6845" y="1303"/>
                </a:moveTo>
                <a:lnTo>
                  <a:pt x="6766" y="1303"/>
                </a:lnTo>
                <a:lnTo>
                  <a:pt x="6766" y="1244"/>
                </a:lnTo>
                <a:lnTo>
                  <a:pt x="6845" y="1244"/>
                </a:lnTo>
                <a:lnTo>
                  <a:pt x="6845" y="1303"/>
                </a:lnTo>
                <a:moveTo>
                  <a:pt x="6713" y="1303"/>
                </a:moveTo>
                <a:lnTo>
                  <a:pt x="6634" y="1303"/>
                </a:lnTo>
                <a:lnTo>
                  <a:pt x="6634" y="1244"/>
                </a:lnTo>
                <a:lnTo>
                  <a:pt x="6713" y="1244"/>
                </a:lnTo>
                <a:lnTo>
                  <a:pt x="6713" y="1303"/>
                </a:lnTo>
                <a:moveTo>
                  <a:pt x="6581" y="1303"/>
                </a:moveTo>
                <a:lnTo>
                  <a:pt x="6502" y="1303"/>
                </a:lnTo>
                <a:lnTo>
                  <a:pt x="6502" y="1244"/>
                </a:lnTo>
                <a:lnTo>
                  <a:pt x="6581" y="1244"/>
                </a:lnTo>
                <a:lnTo>
                  <a:pt x="6581" y="1303"/>
                </a:lnTo>
                <a:moveTo>
                  <a:pt x="6449" y="1303"/>
                </a:moveTo>
                <a:lnTo>
                  <a:pt x="6370" y="1303"/>
                </a:lnTo>
                <a:lnTo>
                  <a:pt x="6370" y="1244"/>
                </a:lnTo>
                <a:lnTo>
                  <a:pt x="6449" y="1244"/>
                </a:lnTo>
                <a:lnTo>
                  <a:pt x="6449" y="1303"/>
                </a:lnTo>
                <a:moveTo>
                  <a:pt x="6317" y="1303"/>
                </a:moveTo>
                <a:lnTo>
                  <a:pt x="6237" y="1303"/>
                </a:lnTo>
                <a:lnTo>
                  <a:pt x="6237" y="1244"/>
                </a:lnTo>
                <a:lnTo>
                  <a:pt x="6317" y="1244"/>
                </a:lnTo>
                <a:lnTo>
                  <a:pt x="6317" y="1303"/>
                </a:lnTo>
                <a:moveTo>
                  <a:pt x="6185" y="1303"/>
                </a:moveTo>
                <a:lnTo>
                  <a:pt x="6105" y="1303"/>
                </a:lnTo>
                <a:lnTo>
                  <a:pt x="6105" y="1244"/>
                </a:lnTo>
                <a:lnTo>
                  <a:pt x="6185" y="1244"/>
                </a:lnTo>
                <a:lnTo>
                  <a:pt x="6185" y="1303"/>
                </a:lnTo>
                <a:moveTo>
                  <a:pt x="6053" y="1303"/>
                </a:moveTo>
                <a:lnTo>
                  <a:pt x="5973" y="1303"/>
                </a:lnTo>
                <a:lnTo>
                  <a:pt x="5973" y="1244"/>
                </a:lnTo>
                <a:lnTo>
                  <a:pt x="6053" y="1244"/>
                </a:lnTo>
                <a:lnTo>
                  <a:pt x="6053" y="1303"/>
                </a:lnTo>
                <a:moveTo>
                  <a:pt x="5920" y="1303"/>
                </a:moveTo>
                <a:lnTo>
                  <a:pt x="5841" y="1303"/>
                </a:lnTo>
                <a:lnTo>
                  <a:pt x="5841" y="1244"/>
                </a:lnTo>
                <a:lnTo>
                  <a:pt x="5920" y="1244"/>
                </a:lnTo>
                <a:lnTo>
                  <a:pt x="5920" y="1303"/>
                </a:lnTo>
                <a:moveTo>
                  <a:pt x="5788" y="1303"/>
                </a:moveTo>
                <a:lnTo>
                  <a:pt x="5709" y="1303"/>
                </a:lnTo>
                <a:lnTo>
                  <a:pt x="5709" y="1244"/>
                </a:lnTo>
                <a:lnTo>
                  <a:pt x="5788" y="1244"/>
                </a:lnTo>
                <a:lnTo>
                  <a:pt x="5788" y="1303"/>
                </a:lnTo>
                <a:moveTo>
                  <a:pt x="5656" y="1303"/>
                </a:moveTo>
                <a:lnTo>
                  <a:pt x="5577" y="1303"/>
                </a:lnTo>
                <a:lnTo>
                  <a:pt x="5577" y="1244"/>
                </a:lnTo>
                <a:lnTo>
                  <a:pt x="5656" y="1244"/>
                </a:lnTo>
                <a:lnTo>
                  <a:pt x="5656" y="1303"/>
                </a:lnTo>
                <a:moveTo>
                  <a:pt x="5524" y="1303"/>
                </a:moveTo>
                <a:lnTo>
                  <a:pt x="5445" y="1303"/>
                </a:lnTo>
                <a:lnTo>
                  <a:pt x="5445" y="1244"/>
                </a:lnTo>
                <a:lnTo>
                  <a:pt x="5524" y="1244"/>
                </a:lnTo>
                <a:lnTo>
                  <a:pt x="5524" y="1303"/>
                </a:lnTo>
                <a:moveTo>
                  <a:pt x="5392" y="1303"/>
                </a:moveTo>
                <a:lnTo>
                  <a:pt x="5313" y="1303"/>
                </a:lnTo>
                <a:lnTo>
                  <a:pt x="5313" y="1244"/>
                </a:lnTo>
                <a:lnTo>
                  <a:pt x="5392" y="1244"/>
                </a:lnTo>
                <a:lnTo>
                  <a:pt x="5392" y="1303"/>
                </a:lnTo>
                <a:moveTo>
                  <a:pt x="5260" y="1303"/>
                </a:moveTo>
                <a:lnTo>
                  <a:pt x="5181" y="1303"/>
                </a:lnTo>
                <a:lnTo>
                  <a:pt x="5181" y="1244"/>
                </a:lnTo>
                <a:lnTo>
                  <a:pt x="5260" y="1244"/>
                </a:lnTo>
                <a:lnTo>
                  <a:pt x="5260" y="1303"/>
                </a:lnTo>
                <a:moveTo>
                  <a:pt x="5128" y="1303"/>
                </a:moveTo>
                <a:lnTo>
                  <a:pt x="5048" y="1303"/>
                </a:lnTo>
                <a:lnTo>
                  <a:pt x="5048" y="1244"/>
                </a:lnTo>
                <a:lnTo>
                  <a:pt x="5128" y="1244"/>
                </a:lnTo>
                <a:lnTo>
                  <a:pt x="5128" y="1303"/>
                </a:lnTo>
                <a:moveTo>
                  <a:pt x="4996" y="1303"/>
                </a:moveTo>
                <a:lnTo>
                  <a:pt x="4916" y="1303"/>
                </a:lnTo>
                <a:lnTo>
                  <a:pt x="4916" y="1244"/>
                </a:lnTo>
                <a:lnTo>
                  <a:pt x="4996" y="1244"/>
                </a:lnTo>
                <a:lnTo>
                  <a:pt x="4996" y="1303"/>
                </a:lnTo>
                <a:moveTo>
                  <a:pt x="4864" y="1303"/>
                </a:moveTo>
                <a:lnTo>
                  <a:pt x="4784" y="1303"/>
                </a:lnTo>
                <a:lnTo>
                  <a:pt x="4784" y="1244"/>
                </a:lnTo>
                <a:lnTo>
                  <a:pt x="4864" y="1244"/>
                </a:lnTo>
                <a:lnTo>
                  <a:pt x="4864" y="1303"/>
                </a:lnTo>
                <a:moveTo>
                  <a:pt x="4731" y="1303"/>
                </a:moveTo>
                <a:lnTo>
                  <a:pt x="4652" y="1303"/>
                </a:lnTo>
                <a:lnTo>
                  <a:pt x="4652" y="1244"/>
                </a:lnTo>
                <a:lnTo>
                  <a:pt x="4731" y="1244"/>
                </a:lnTo>
                <a:lnTo>
                  <a:pt x="4731" y="1303"/>
                </a:lnTo>
                <a:moveTo>
                  <a:pt x="4599" y="1303"/>
                </a:moveTo>
                <a:lnTo>
                  <a:pt x="4520" y="1303"/>
                </a:lnTo>
                <a:lnTo>
                  <a:pt x="4520" y="1244"/>
                </a:lnTo>
                <a:lnTo>
                  <a:pt x="4599" y="1244"/>
                </a:lnTo>
                <a:lnTo>
                  <a:pt x="4599" y="1303"/>
                </a:lnTo>
                <a:moveTo>
                  <a:pt x="4467" y="1303"/>
                </a:moveTo>
                <a:lnTo>
                  <a:pt x="4388" y="1303"/>
                </a:lnTo>
                <a:lnTo>
                  <a:pt x="4388" y="1244"/>
                </a:lnTo>
                <a:lnTo>
                  <a:pt x="4467" y="1244"/>
                </a:lnTo>
                <a:lnTo>
                  <a:pt x="4467" y="1303"/>
                </a:lnTo>
                <a:moveTo>
                  <a:pt x="4335" y="1303"/>
                </a:moveTo>
                <a:lnTo>
                  <a:pt x="4256" y="1303"/>
                </a:lnTo>
                <a:lnTo>
                  <a:pt x="4256" y="1244"/>
                </a:lnTo>
                <a:lnTo>
                  <a:pt x="4335" y="1244"/>
                </a:lnTo>
                <a:lnTo>
                  <a:pt x="4335" y="1303"/>
                </a:lnTo>
                <a:moveTo>
                  <a:pt x="4203" y="1303"/>
                </a:moveTo>
                <a:lnTo>
                  <a:pt x="4124" y="1303"/>
                </a:lnTo>
                <a:lnTo>
                  <a:pt x="4124" y="1244"/>
                </a:lnTo>
                <a:lnTo>
                  <a:pt x="4203" y="1244"/>
                </a:lnTo>
                <a:lnTo>
                  <a:pt x="4203" y="1303"/>
                </a:lnTo>
                <a:moveTo>
                  <a:pt x="4071" y="1303"/>
                </a:moveTo>
                <a:lnTo>
                  <a:pt x="3991" y="1303"/>
                </a:lnTo>
                <a:lnTo>
                  <a:pt x="3991" y="1244"/>
                </a:lnTo>
                <a:lnTo>
                  <a:pt x="4071" y="1244"/>
                </a:lnTo>
                <a:lnTo>
                  <a:pt x="4071" y="1303"/>
                </a:lnTo>
                <a:moveTo>
                  <a:pt x="3939" y="1303"/>
                </a:moveTo>
                <a:lnTo>
                  <a:pt x="3859" y="1303"/>
                </a:lnTo>
                <a:lnTo>
                  <a:pt x="3859" y="1244"/>
                </a:lnTo>
                <a:lnTo>
                  <a:pt x="3939" y="1244"/>
                </a:lnTo>
                <a:lnTo>
                  <a:pt x="3939" y="1303"/>
                </a:lnTo>
                <a:moveTo>
                  <a:pt x="3807" y="1303"/>
                </a:moveTo>
                <a:lnTo>
                  <a:pt x="3727" y="1303"/>
                </a:lnTo>
                <a:lnTo>
                  <a:pt x="3727" y="1244"/>
                </a:lnTo>
                <a:lnTo>
                  <a:pt x="3807" y="1244"/>
                </a:lnTo>
                <a:lnTo>
                  <a:pt x="3807" y="1303"/>
                </a:lnTo>
                <a:moveTo>
                  <a:pt x="3674" y="1303"/>
                </a:moveTo>
                <a:lnTo>
                  <a:pt x="3595" y="1303"/>
                </a:lnTo>
                <a:lnTo>
                  <a:pt x="3595" y="1244"/>
                </a:lnTo>
                <a:lnTo>
                  <a:pt x="3674" y="1244"/>
                </a:lnTo>
                <a:lnTo>
                  <a:pt x="3674" y="1303"/>
                </a:lnTo>
                <a:moveTo>
                  <a:pt x="3542" y="1303"/>
                </a:moveTo>
                <a:lnTo>
                  <a:pt x="3463" y="1303"/>
                </a:lnTo>
                <a:lnTo>
                  <a:pt x="3463" y="1244"/>
                </a:lnTo>
                <a:lnTo>
                  <a:pt x="3542" y="1244"/>
                </a:lnTo>
                <a:lnTo>
                  <a:pt x="3542" y="1303"/>
                </a:lnTo>
                <a:moveTo>
                  <a:pt x="3410" y="1303"/>
                </a:moveTo>
                <a:lnTo>
                  <a:pt x="3331" y="1303"/>
                </a:lnTo>
                <a:lnTo>
                  <a:pt x="3331" y="1244"/>
                </a:lnTo>
                <a:lnTo>
                  <a:pt x="3410" y="1244"/>
                </a:lnTo>
                <a:lnTo>
                  <a:pt x="3410" y="1303"/>
                </a:lnTo>
                <a:moveTo>
                  <a:pt x="3278" y="1303"/>
                </a:moveTo>
                <a:lnTo>
                  <a:pt x="3199" y="1303"/>
                </a:lnTo>
                <a:lnTo>
                  <a:pt x="3199" y="1244"/>
                </a:lnTo>
                <a:lnTo>
                  <a:pt x="3278" y="1244"/>
                </a:lnTo>
                <a:lnTo>
                  <a:pt x="3278" y="1303"/>
                </a:lnTo>
                <a:moveTo>
                  <a:pt x="3146" y="1303"/>
                </a:moveTo>
                <a:lnTo>
                  <a:pt x="3067" y="1303"/>
                </a:lnTo>
                <a:lnTo>
                  <a:pt x="3067" y="1244"/>
                </a:lnTo>
                <a:lnTo>
                  <a:pt x="3146" y="1244"/>
                </a:lnTo>
                <a:lnTo>
                  <a:pt x="3146" y="1303"/>
                </a:lnTo>
                <a:moveTo>
                  <a:pt x="3014" y="1303"/>
                </a:moveTo>
                <a:lnTo>
                  <a:pt x="2934" y="1303"/>
                </a:lnTo>
                <a:lnTo>
                  <a:pt x="2934" y="1244"/>
                </a:lnTo>
                <a:lnTo>
                  <a:pt x="3014" y="1244"/>
                </a:lnTo>
                <a:lnTo>
                  <a:pt x="3014" y="1303"/>
                </a:lnTo>
                <a:moveTo>
                  <a:pt x="2882" y="1303"/>
                </a:moveTo>
                <a:lnTo>
                  <a:pt x="2802" y="1303"/>
                </a:lnTo>
                <a:lnTo>
                  <a:pt x="2802" y="1244"/>
                </a:lnTo>
                <a:lnTo>
                  <a:pt x="2882" y="1244"/>
                </a:lnTo>
                <a:lnTo>
                  <a:pt x="2882" y="1303"/>
                </a:lnTo>
                <a:moveTo>
                  <a:pt x="2750" y="1303"/>
                </a:moveTo>
                <a:lnTo>
                  <a:pt x="2670" y="1303"/>
                </a:lnTo>
                <a:lnTo>
                  <a:pt x="2670" y="1244"/>
                </a:lnTo>
                <a:lnTo>
                  <a:pt x="2750" y="1244"/>
                </a:lnTo>
                <a:lnTo>
                  <a:pt x="2750" y="1303"/>
                </a:lnTo>
                <a:moveTo>
                  <a:pt x="2617" y="1303"/>
                </a:moveTo>
                <a:lnTo>
                  <a:pt x="2538" y="1303"/>
                </a:lnTo>
                <a:lnTo>
                  <a:pt x="2538" y="1244"/>
                </a:lnTo>
                <a:lnTo>
                  <a:pt x="2617" y="1244"/>
                </a:lnTo>
                <a:lnTo>
                  <a:pt x="2617" y="1303"/>
                </a:lnTo>
                <a:moveTo>
                  <a:pt x="2485" y="1303"/>
                </a:moveTo>
                <a:lnTo>
                  <a:pt x="2406" y="1303"/>
                </a:lnTo>
                <a:lnTo>
                  <a:pt x="2406" y="1244"/>
                </a:lnTo>
                <a:lnTo>
                  <a:pt x="2485" y="1244"/>
                </a:lnTo>
                <a:lnTo>
                  <a:pt x="2485" y="1303"/>
                </a:lnTo>
                <a:moveTo>
                  <a:pt x="2353" y="1303"/>
                </a:moveTo>
                <a:lnTo>
                  <a:pt x="2274" y="1303"/>
                </a:lnTo>
                <a:lnTo>
                  <a:pt x="2274" y="1244"/>
                </a:lnTo>
                <a:lnTo>
                  <a:pt x="2353" y="1244"/>
                </a:lnTo>
                <a:lnTo>
                  <a:pt x="2353" y="1303"/>
                </a:lnTo>
                <a:moveTo>
                  <a:pt x="2221" y="1303"/>
                </a:moveTo>
                <a:lnTo>
                  <a:pt x="2142" y="1303"/>
                </a:lnTo>
                <a:lnTo>
                  <a:pt x="2142" y="1244"/>
                </a:lnTo>
                <a:lnTo>
                  <a:pt x="2221" y="1244"/>
                </a:lnTo>
                <a:lnTo>
                  <a:pt x="2221" y="1303"/>
                </a:lnTo>
                <a:moveTo>
                  <a:pt x="2089" y="1303"/>
                </a:moveTo>
                <a:lnTo>
                  <a:pt x="2010" y="1303"/>
                </a:lnTo>
                <a:lnTo>
                  <a:pt x="2010" y="1244"/>
                </a:lnTo>
                <a:lnTo>
                  <a:pt x="2089" y="1244"/>
                </a:lnTo>
                <a:lnTo>
                  <a:pt x="2089" y="1303"/>
                </a:lnTo>
                <a:moveTo>
                  <a:pt x="1957" y="1303"/>
                </a:moveTo>
                <a:lnTo>
                  <a:pt x="1877" y="1303"/>
                </a:lnTo>
                <a:lnTo>
                  <a:pt x="1877" y="1244"/>
                </a:lnTo>
                <a:lnTo>
                  <a:pt x="1957" y="1244"/>
                </a:lnTo>
                <a:lnTo>
                  <a:pt x="1957" y="1303"/>
                </a:lnTo>
                <a:moveTo>
                  <a:pt x="1825" y="1303"/>
                </a:moveTo>
                <a:lnTo>
                  <a:pt x="1745" y="1303"/>
                </a:lnTo>
                <a:lnTo>
                  <a:pt x="1745" y="1244"/>
                </a:lnTo>
                <a:lnTo>
                  <a:pt x="1825" y="1244"/>
                </a:lnTo>
                <a:lnTo>
                  <a:pt x="1825" y="1303"/>
                </a:lnTo>
                <a:moveTo>
                  <a:pt x="1693" y="1303"/>
                </a:moveTo>
                <a:lnTo>
                  <a:pt x="1612" y="1303"/>
                </a:lnTo>
                <a:lnTo>
                  <a:pt x="1612" y="1244"/>
                </a:lnTo>
                <a:lnTo>
                  <a:pt x="1693" y="1244"/>
                </a:lnTo>
                <a:lnTo>
                  <a:pt x="1693" y="1303"/>
                </a:lnTo>
                <a:moveTo>
                  <a:pt x="1559" y="1303"/>
                </a:moveTo>
                <a:lnTo>
                  <a:pt x="1480" y="1303"/>
                </a:lnTo>
                <a:lnTo>
                  <a:pt x="1480" y="1244"/>
                </a:lnTo>
                <a:lnTo>
                  <a:pt x="1559" y="1244"/>
                </a:lnTo>
                <a:lnTo>
                  <a:pt x="1559" y="1303"/>
                </a:lnTo>
                <a:moveTo>
                  <a:pt x="1427" y="1303"/>
                </a:moveTo>
                <a:lnTo>
                  <a:pt x="1348" y="1303"/>
                </a:lnTo>
                <a:lnTo>
                  <a:pt x="1348" y="1244"/>
                </a:lnTo>
                <a:lnTo>
                  <a:pt x="1427" y="1244"/>
                </a:lnTo>
                <a:lnTo>
                  <a:pt x="1427" y="1303"/>
                </a:lnTo>
                <a:moveTo>
                  <a:pt x="1295" y="1303"/>
                </a:moveTo>
                <a:lnTo>
                  <a:pt x="1216" y="1303"/>
                </a:lnTo>
                <a:lnTo>
                  <a:pt x="1216" y="1244"/>
                </a:lnTo>
                <a:lnTo>
                  <a:pt x="1295" y="1244"/>
                </a:lnTo>
                <a:lnTo>
                  <a:pt x="1295" y="1303"/>
                </a:lnTo>
                <a:moveTo>
                  <a:pt x="1163" y="1303"/>
                </a:moveTo>
                <a:lnTo>
                  <a:pt x="1084" y="1303"/>
                </a:lnTo>
                <a:lnTo>
                  <a:pt x="1084" y="1244"/>
                </a:lnTo>
                <a:lnTo>
                  <a:pt x="1163" y="1244"/>
                </a:lnTo>
                <a:lnTo>
                  <a:pt x="1163" y="1303"/>
                </a:lnTo>
                <a:moveTo>
                  <a:pt x="1031" y="1303"/>
                </a:moveTo>
                <a:lnTo>
                  <a:pt x="952" y="1303"/>
                </a:lnTo>
                <a:lnTo>
                  <a:pt x="952" y="1244"/>
                </a:lnTo>
                <a:lnTo>
                  <a:pt x="1031" y="1244"/>
                </a:lnTo>
                <a:lnTo>
                  <a:pt x="1031" y="1303"/>
                </a:lnTo>
                <a:moveTo>
                  <a:pt x="899" y="1303"/>
                </a:moveTo>
                <a:lnTo>
                  <a:pt x="819" y="1303"/>
                </a:lnTo>
                <a:lnTo>
                  <a:pt x="819" y="1244"/>
                </a:lnTo>
                <a:lnTo>
                  <a:pt x="899" y="1244"/>
                </a:lnTo>
                <a:lnTo>
                  <a:pt x="899" y="1303"/>
                </a:lnTo>
                <a:moveTo>
                  <a:pt x="767" y="1303"/>
                </a:moveTo>
                <a:lnTo>
                  <a:pt x="687" y="1303"/>
                </a:lnTo>
                <a:lnTo>
                  <a:pt x="687" y="1244"/>
                </a:lnTo>
                <a:lnTo>
                  <a:pt x="767" y="1244"/>
                </a:lnTo>
                <a:lnTo>
                  <a:pt x="767" y="1303"/>
                </a:lnTo>
                <a:moveTo>
                  <a:pt x="635" y="1303"/>
                </a:moveTo>
                <a:lnTo>
                  <a:pt x="555" y="1303"/>
                </a:lnTo>
                <a:lnTo>
                  <a:pt x="555" y="1244"/>
                </a:lnTo>
                <a:lnTo>
                  <a:pt x="635" y="1244"/>
                </a:lnTo>
                <a:lnTo>
                  <a:pt x="635" y="1303"/>
                </a:lnTo>
                <a:moveTo>
                  <a:pt x="502" y="1303"/>
                </a:moveTo>
                <a:lnTo>
                  <a:pt x="423" y="1303"/>
                </a:lnTo>
                <a:lnTo>
                  <a:pt x="423" y="1244"/>
                </a:lnTo>
                <a:lnTo>
                  <a:pt x="502" y="1244"/>
                </a:lnTo>
                <a:lnTo>
                  <a:pt x="502" y="1303"/>
                </a:lnTo>
                <a:moveTo>
                  <a:pt x="370" y="1303"/>
                </a:moveTo>
                <a:lnTo>
                  <a:pt x="291" y="1303"/>
                </a:lnTo>
                <a:lnTo>
                  <a:pt x="291" y="1244"/>
                </a:lnTo>
                <a:lnTo>
                  <a:pt x="370" y="1244"/>
                </a:lnTo>
                <a:lnTo>
                  <a:pt x="370" y="1303"/>
                </a:lnTo>
                <a:moveTo>
                  <a:pt x="238" y="1303"/>
                </a:moveTo>
                <a:cubicBezTo>
                  <a:pt x="207" y="1302"/>
                  <a:pt x="178" y="1296"/>
                  <a:pt x="149" y="1285"/>
                </a:cubicBezTo>
                <a:lnTo>
                  <a:pt x="172" y="1231"/>
                </a:lnTo>
                <a:cubicBezTo>
                  <a:pt x="193" y="1240"/>
                  <a:pt x="215" y="1244"/>
                  <a:pt x="239" y="1244"/>
                </a:cubicBezTo>
                <a:lnTo>
                  <a:pt x="238" y="1303"/>
                </a:lnTo>
                <a:moveTo>
                  <a:pt x="97" y="1255"/>
                </a:moveTo>
                <a:cubicBezTo>
                  <a:pt x="72" y="1237"/>
                  <a:pt x="52" y="1214"/>
                  <a:pt x="36" y="1188"/>
                </a:cubicBezTo>
                <a:lnTo>
                  <a:pt x="85" y="1157"/>
                </a:lnTo>
                <a:cubicBezTo>
                  <a:pt x="98" y="1177"/>
                  <a:pt x="113" y="1194"/>
                  <a:pt x="132" y="1208"/>
                </a:cubicBezTo>
                <a:lnTo>
                  <a:pt x="97" y="1255"/>
                </a:lnTo>
                <a:moveTo>
                  <a:pt x="11" y="1133"/>
                </a:moveTo>
                <a:cubicBezTo>
                  <a:pt x="4" y="1110"/>
                  <a:pt x="0" y="1086"/>
                  <a:pt x="0" y="1062"/>
                </a:cubicBezTo>
                <a:lnTo>
                  <a:pt x="0" y="1046"/>
                </a:lnTo>
                <a:lnTo>
                  <a:pt x="58" y="1046"/>
                </a:lnTo>
                <a:lnTo>
                  <a:pt x="58" y="1062"/>
                </a:lnTo>
                <a:cubicBezTo>
                  <a:pt x="58" y="1080"/>
                  <a:pt x="61" y="1098"/>
                  <a:pt x="66" y="1116"/>
                </a:cubicBezTo>
                <a:lnTo>
                  <a:pt x="11" y="1133"/>
                </a:lnTo>
                <a:moveTo>
                  <a:pt x="0" y="993"/>
                </a:moveTo>
                <a:lnTo>
                  <a:pt x="0" y="914"/>
                </a:lnTo>
                <a:lnTo>
                  <a:pt x="58" y="914"/>
                </a:lnTo>
                <a:lnTo>
                  <a:pt x="58" y="993"/>
                </a:lnTo>
                <a:lnTo>
                  <a:pt x="0" y="993"/>
                </a:lnTo>
                <a:moveTo>
                  <a:pt x="0" y="861"/>
                </a:moveTo>
                <a:lnTo>
                  <a:pt x="0" y="782"/>
                </a:lnTo>
                <a:lnTo>
                  <a:pt x="58" y="782"/>
                </a:lnTo>
                <a:lnTo>
                  <a:pt x="58" y="861"/>
                </a:lnTo>
                <a:lnTo>
                  <a:pt x="0" y="861"/>
                </a:lnTo>
                <a:moveTo>
                  <a:pt x="0" y="729"/>
                </a:moveTo>
                <a:lnTo>
                  <a:pt x="0" y="650"/>
                </a:lnTo>
                <a:lnTo>
                  <a:pt x="58" y="650"/>
                </a:lnTo>
                <a:lnTo>
                  <a:pt x="58" y="729"/>
                </a:lnTo>
                <a:lnTo>
                  <a:pt x="0" y="729"/>
                </a:lnTo>
                <a:moveTo>
                  <a:pt x="0" y="596"/>
                </a:moveTo>
                <a:lnTo>
                  <a:pt x="0" y="516"/>
                </a:lnTo>
                <a:lnTo>
                  <a:pt x="58" y="516"/>
                </a:lnTo>
                <a:lnTo>
                  <a:pt x="58" y="596"/>
                </a:lnTo>
                <a:lnTo>
                  <a:pt x="0" y="596"/>
                </a:lnTo>
                <a:moveTo>
                  <a:pt x="0" y="464"/>
                </a:moveTo>
                <a:lnTo>
                  <a:pt x="0" y="384"/>
                </a:lnTo>
                <a:lnTo>
                  <a:pt x="58" y="384"/>
                </a:lnTo>
                <a:lnTo>
                  <a:pt x="58" y="464"/>
                </a:lnTo>
                <a:lnTo>
                  <a:pt x="0" y="464"/>
                </a:lnTo>
                <a:moveTo>
                  <a:pt x="0" y="332"/>
                </a:moveTo>
                <a:lnTo>
                  <a:pt x="0" y="252"/>
                </a:lnTo>
                <a:lnTo>
                  <a:pt x="58" y="252"/>
                </a:lnTo>
                <a:lnTo>
                  <a:pt x="58" y="332"/>
                </a:lnTo>
                <a:lnTo>
                  <a:pt x="0" y="332"/>
                </a:lnTo>
                <a:moveTo>
                  <a:pt x="4" y="195"/>
                </a:moveTo>
                <a:cubicBezTo>
                  <a:pt x="10" y="165"/>
                  <a:pt x="22" y="137"/>
                  <a:pt x="38" y="111"/>
                </a:cubicBezTo>
                <a:lnTo>
                  <a:pt x="87" y="142"/>
                </a:lnTo>
                <a:cubicBezTo>
                  <a:pt x="75" y="162"/>
                  <a:pt x="66" y="183"/>
                  <a:pt x="62" y="206"/>
                </a:cubicBezTo>
                <a:lnTo>
                  <a:pt x="4" y="195"/>
                </a:lnTo>
                <a:moveTo>
                  <a:pt x="77" y="64"/>
                </a:moveTo>
                <a:cubicBezTo>
                  <a:pt x="100" y="43"/>
                  <a:pt x="126" y="27"/>
                  <a:pt x="154" y="16"/>
                </a:cubicBezTo>
                <a:lnTo>
                  <a:pt x="175" y="70"/>
                </a:lnTo>
                <a:cubicBezTo>
                  <a:pt x="153" y="79"/>
                  <a:pt x="134" y="91"/>
                  <a:pt x="117" y="107"/>
                </a:cubicBezTo>
                <a:lnTo>
                  <a:pt x="77" y="64"/>
                </a:lnTo>
                <a:moveTo>
                  <a:pt x="214" y="1"/>
                </a:moveTo>
                <a:cubicBezTo>
                  <a:pt x="223" y="0"/>
                  <a:pt x="232" y="0"/>
                  <a:pt x="241" y="0"/>
                </a:cubicBezTo>
                <a:lnTo>
                  <a:pt x="320" y="0"/>
                </a:lnTo>
                <a:lnTo>
                  <a:pt x="320" y="58"/>
                </a:lnTo>
                <a:lnTo>
                  <a:pt x="241" y="58"/>
                </a:lnTo>
                <a:cubicBezTo>
                  <a:pt x="234" y="58"/>
                  <a:pt x="227" y="58"/>
                  <a:pt x="220" y="59"/>
                </a:cubicBezTo>
                <a:lnTo>
                  <a:pt x="214" y="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1084680" y="3761280"/>
            <a:ext cx="3355200" cy="469080"/>
          </a:xfrm>
          <a:custGeom>
            <a:avLst/>
            <a:gdLst/>
            <a:ahLst/>
            <a:rect l="0" t="0" r="r" b="b"/>
            <a:pathLst>
              <a:path w="9320" h="1303">
                <a:moveTo>
                  <a:pt x="373" y="0"/>
                </a:moveTo>
                <a:lnTo>
                  <a:pt x="452" y="0"/>
                </a:lnTo>
                <a:lnTo>
                  <a:pt x="452" y="58"/>
                </a:lnTo>
                <a:lnTo>
                  <a:pt x="373" y="58"/>
                </a:lnTo>
                <a:lnTo>
                  <a:pt x="373" y="0"/>
                </a:lnTo>
                <a:moveTo>
                  <a:pt x="505" y="0"/>
                </a:moveTo>
                <a:lnTo>
                  <a:pt x="584" y="0"/>
                </a:lnTo>
                <a:lnTo>
                  <a:pt x="584" y="58"/>
                </a:lnTo>
                <a:lnTo>
                  <a:pt x="505" y="58"/>
                </a:lnTo>
                <a:lnTo>
                  <a:pt x="505" y="0"/>
                </a:lnTo>
                <a:moveTo>
                  <a:pt x="637" y="0"/>
                </a:moveTo>
                <a:lnTo>
                  <a:pt x="717" y="0"/>
                </a:lnTo>
                <a:lnTo>
                  <a:pt x="717" y="58"/>
                </a:lnTo>
                <a:lnTo>
                  <a:pt x="637" y="58"/>
                </a:lnTo>
                <a:lnTo>
                  <a:pt x="637" y="0"/>
                </a:lnTo>
                <a:moveTo>
                  <a:pt x="769" y="0"/>
                </a:moveTo>
                <a:lnTo>
                  <a:pt x="849" y="0"/>
                </a:lnTo>
                <a:lnTo>
                  <a:pt x="849" y="58"/>
                </a:lnTo>
                <a:lnTo>
                  <a:pt x="769" y="58"/>
                </a:lnTo>
                <a:lnTo>
                  <a:pt x="769" y="0"/>
                </a:lnTo>
                <a:moveTo>
                  <a:pt x="901" y="0"/>
                </a:moveTo>
                <a:lnTo>
                  <a:pt x="981" y="0"/>
                </a:lnTo>
                <a:lnTo>
                  <a:pt x="981" y="58"/>
                </a:lnTo>
                <a:lnTo>
                  <a:pt x="901" y="58"/>
                </a:lnTo>
                <a:lnTo>
                  <a:pt x="901" y="0"/>
                </a:lnTo>
                <a:moveTo>
                  <a:pt x="1034" y="0"/>
                </a:moveTo>
                <a:lnTo>
                  <a:pt x="1113" y="0"/>
                </a:lnTo>
                <a:lnTo>
                  <a:pt x="1113" y="58"/>
                </a:lnTo>
                <a:lnTo>
                  <a:pt x="1034" y="58"/>
                </a:lnTo>
                <a:lnTo>
                  <a:pt x="1034" y="0"/>
                </a:lnTo>
                <a:moveTo>
                  <a:pt x="1166" y="0"/>
                </a:moveTo>
                <a:lnTo>
                  <a:pt x="1245" y="0"/>
                </a:lnTo>
                <a:lnTo>
                  <a:pt x="1245" y="58"/>
                </a:lnTo>
                <a:lnTo>
                  <a:pt x="1166" y="58"/>
                </a:lnTo>
                <a:lnTo>
                  <a:pt x="1166" y="0"/>
                </a:lnTo>
                <a:moveTo>
                  <a:pt x="1298" y="0"/>
                </a:moveTo>
                <a:lnTo>
                  <a:pt x="1377" y="0"/>
                </a:lnTo>
                <a:lnTo>
                  <a:pt x="1377" y="58"/>
                </a:lnTo>
                <a:lnTo>
                  <a:pt x="1298" y="58"/>
                </a:lnTo>
                <a:lnTo>
                  <a:pt x="1298" y="0"/>
                </a:lnTo>
                <a:moveTo>
                  <a:pt x="1430" y="0"/>
                </a:moveTo>
                <a:lnTo>
                  <a:pt x="1509" y="0"/>
                </a:lnTo>
                <a:lnTo>
                  <a:pt x="1509" y="58"/>
                </a:lnTo>
                <a:lnTo>
                  <a:pt x="1430" y="58"/>
                </a:lnTo>
                <a:lnTo>
                  <a:pt x="1430" y="0"/>
                </a:lnTo>
                <a:moveTo>
                  <a:pt x="1562" y="0"/>
                </a:moveTo>
                <a:lnTo>
                  <a:pt x="1641" y="0"/>
                </a:lnTo>
                <a:lnTo>
                  <a:pt x="1641" y="58"/>
                </a:lnTo>
                <a:lnTo>
                  <a:pt x="1562" y="58"/>
                </a:lnTo>
                <a:lnTo>
                  <a:pt x="1562" y="0"/>
                </a:lnTo>
                <a:moveTo>
                  <a:pt x="1695" y="0"/>
                </a:moveTo>
                <a:lnTo>
                  <a:pt x="1775" y="0"/>
                </a:lnTo>
                <a:lnTo>
                  <a:pt x="1775" y="58"/>
                </a:lnTo>
                <a:lnTo>
                  <a:pt x="1695" y="58"/>
                </a:lnTo>
                <a:lnTo>
                  <a:pt x="1695" y="0"/>
                </a:lnTo>
                <a:moveTo>
                  <a:pt x="1827" y="0"/>
                </a:moveTo>
                <a:lnTo>
                  <a:pt x="1907" y="0"/>
                </a:lnTo>
                <a:lnTo>
                  <a:pt x="1907" y="58"/>
                </a:lnTo>
                <a:lnTo>
                  <a:pt x="1827" y="58"/>
                </a:lnTo>
                <a:lnTo>
                  <a:pt x="1827" y="0"/>
                </a:lnTo>
                <a:moveTo>
                  <a:pt x="1959" y="0"/>
                </a:moveTo>
                <a:lnTo>
                  <a:pt x="2039" y="0"/>
                </a:lnTo>
                <a:lnTo>
                  <a:pt x="2039" y="58"/>
                </a:lnTo>
                <a:lnTo>
                  <a:pt x="1959" y="58"/>
                </a:lnTo>
                <a:lnTo>
                  <a:pt x="1959" y="0"/>
                </a:lnTo>
                <a:moveTo>
                  <a:pt x="2092" y="0"/>
                </a:moveTo>
                <a:lnTo>
                  <a:pt x="2171" y="0"/>
                </a:lnTo>
                <a:lnTo>
                  <a:pt x="2171" y="58"/>
                </a:lnTo>
                <a:lnTo>
                  <a:pt x="2092" y="58"/>
                </a:lnTo>
                <a:lnTo>
                  <a:pt x="2092" y="0"/>
                </a:lnTo>
                <a:moveTo>
                  <a:pt x="2224" y="0"/>
                </a:moveTo>
                <a:lnTo>
                  <a:pt x="2303" y="0"/>
                </a:lnTo>
                <a:lnTo>
                  <a:pt x="2303" y="58"/>
                </a:lnTo>
                <a:lnTo>
                  <a:pt x="2224" y="58"/>
                </a:lnTo>
                <a:lnTo>
                  <a:pt x="2224" y="0"/>
                </a:lnTo>
                <a:moveTo>
                  <a:pt x="2356" y="0"/>
                </a:moveTo>
                <a:lnTo>
                  <a:pt x="2435" y="0"/>
                </a:lnTo>
                <a:lnTo>
                  <a:pt x="2435" y="58"/>
                </a:lnTo>
                <a:lnTo>
                  <a:pt x="2356" y="58"/>
                </a:lnTo>
                <a:lnTo>
                  <a:pt x="2356" y="0"/>
                </a:lnTo>
                <a:moveTo>
                  <a:pt x="2488" y="0"/>
                </a:moveTo>
                <a:lnTo>
                  <a:pt x="2567" y="0"/>
                </a:lnTo>
                <a:lnTo>
                  <a:pt x="2567" y="58"/>
                </a:lnTo>
                <a:lnTo>
                  <a:pt x="2488" y="58"/>
                </a:lnTo>
                <a:lnTo>
                  <a:pt x="2488" y="0"/>
                </a:lnTo>
                <a:moveTo>
                  <a:pt x="2620" y="0"/>
                </a:moveTo>
                <a:lnTo>
                  <a:pt x="2699" y="0"/>
                </a:lnTo>
                <a:lnTo>
                  <a:pt x="2699" y="58"/>
                </a:lnTo>
                <a:lnTo>
                  <a:pt x="2620" y="58"/>
                </a:lnTo>
                <a:lnTo>
                  <a:pt x="2620" y="0"/>
                </a:lnTo>
                <a:moveTo>
                  <a:pt x="2752" y="0"/>
                </a:moveTo>
                <a:lnTo>
                  <a:pt x="2832" y="0"/>
                </a:lnTo>
                <a:lnTo>
                  <a:pt x="2832" y="58"/>
                </a:lnTo>
                <a:lnTo>
                  <a:pt x="2752" y="58"/>
                </a:lnTo>
                <a:lnTo>
                  <a:pt x="2752" y="0"/>
                </a:lnTo>
                <a:moveTo>
                  <a:pt x="2884" y="0"/>
                </a:moveTo>
                <a:lnTo>
                  <a:pt x="2964" y="0"/>
                </a:lnTo>
                <a:lnTo>
                  <a:pt x="2964" y="58"/>
                </a:lnTo>
                <a:lnTo>
                  <a:pt x="2884" y="58"/>
                </a:lnTo>
                <a:lnTo>
                  <a:pt x="2884" y="0"/>
                </a:lnTo>
                <a:moveTo>
                  <a:pt x="3016" y="0"/>
                </a:moveTo>
                <a:lnTo>
                  <a:pt x="3096" y="0"/>
                </a:lnTo>
                <a:lnTo>
                  <a:pt x="3096" y="58"/>
                </a:lnTo>
                <a:lnTo>
                  <a:pt x="3016" y="58"/>
                </a:lnTo>
                <a:lnTo>
                  <a:pt x="3016" y="0"/>
                </a:lnTo>
                <a:moveTo>
                  <a:pt x="3149" y="0"/>
                </a:moveTo>
                <a:lnTo>
                  <a:pt x="3228" y="0"/>
                </a:lnTo>
                <a:lnTo>
                  <a:pt x="3228" y="58"/>
                </a:lnTo>
                <a:lnTo>
                  <a:pt x="3149" y="58"/>
                </a:lnTo>
                <a:lnTo>
                  <a:pt x="3149" y="0"/>
                </a:lnTo>
                <a:moveTo>
                  <a:pt x="3281" y="0"/>
                </a:moveTo>
                <a:lnTo>
                  <a:pt x="3360" y="0"/>
                </a:lnTo>
                <a:lnTo>
                  <a:pt x="3360" y="58"/>
                </a:lnTo>
                <a:lnTo>
                  <a:pt x="3281" y="58"/>
                </a:lnTo>
                <a:lnTo>
                  <a:pt x="3281" y="0"/>
                </a:lnTo>
                <a:moveTo>
                  <a:pt x="3413" y="0"/>
                </a:moveTo>
                <a:lnTo>
                  <a:pt x="3492" y="0"/>
                </a:lnTo>
                <a:lnTo>
                  <a:pt x="3492" y="58"/>
                </a:lnTo>
                <a:lnTo>
                  <a:pt x="3413" y="58"/>
                </a:lnTo>
                <a:lnTo>
                  <a:pt x="3413" y="0"/>
                </a:lnTo>
                <a:moveTo>
                  <a:pt x="3545" y="0"/>
                </a:moveTo>
                <a:lnTo>
                  <a:pt x="3624" y="0"/>
                </a:lnTo>
                <a:lnTo>
                  <a:pt x="3624" y="58"/>
                </a:lnTo>
                <a:lnTo>
                  <a:pt x="3545" y="58"/>
                </a:lnTo>
                <a:lnTo>
                  <a:pt x="3545" y="0"/>
                </a:lnTo>
                <a:moveTo>
                  <a:pt x="3677" y="0"/>
                </a:moveTo>
                <a:lnTo>
                  <a:pt x="3756" y="0"/>
                </a:lnTo>
                <a:lnTo>
                  <a:pt x="3756" y="58"/>
                </a:lnTo>
                <a:lnTo>
                  <a:pt x="3677" y="58"/>
                </a:lnTo>
                <a:lnTo>
                  <a:pt x="3677" y="0"/>
                </a:lnTo>
                <a:moveTo>
                  <a:pt x="3809" y="0"/>
                </a:moveTo>
                <a:lnTo>
                  <a:pt x="3889" y="0"/>
                </a:lnTo>
                <a:lnTo>
                  <a:pt x="3889" y="58"/>
                </a:lnTo>
                <a:lnTo>
                  <a:pt x="3809" y="58"/>
                </a:lnTo>
                <a:lnTo>
                  <a:pt x="3809" y="0"/>
                </a:lnTo>
                <a:moveTo>
                  <a:pt x="3941" y="0"/>
                </a:moveTo>
                <a:lnTo>
                  <a:pt x="4021" y="0"/>
                </a:lnTo>
                <a:lnTo>
                  <a:pt x="4021" y="58"/>
                </a:lnTo>
                <a:lnTo>
                  <a:pt x="3941" y="58"/>
                </a:lnTo>
                <a:lnTo>
                  <a:pt x="3941" y="0"/>
                </a:lnTo>
                <a:moveTo>
                  <a:pt x="4073" y="0"/>
                </a:moveTo>
                <a:lnTo>
                  <a:pt x="4153" y="0"/>
                </a:lnTo>
                <a:lnTo>
                  <a:pt x="4153" y="58"/>
                </a:lnTo>
                <a:lnTo>
                  <a:pt x="4073" y="58"/>
                </a:lnTo>
                <a:lnTo>
                  <a:pt x="4073" y="0"/>
                </a:lnTo>
                <a:moveTo>
                  <a:pt x="4206" y="0"/>
                </a:moveTo>
                <a:lnTo>
                  <a:pt x="4285" y="0"/>
                </a:lnTo>
                <a:lnTo>
                  <a:pt x="4285" y="58"/>
                </a:lnTo>
                <a:lnTo>
                  <a:pt x="4206" y="58"/>
                </a:lnTo>
                <a:lnTo>
                  <a:pt x="4206" y="0"/>
                </a:lnTo>
                <a:moveTo>
                  <a:pt x="4338" y="0"/>
                </a:moveTo>
                <a:lnTo>
                  <a:pt x="4417" y="0"/>
                </a:lnTo>
                <a:lnTo>
                  <a:pt x="4417" y="58"/>
                </a:lnTo>
                <a:lnTo>
                  <a:pt x="4338" y="58"/>
                </a:lnTo>
                <a:lnTo>
                  <a:pt x="4338" y="0"/>
                </a:lnTo>
                <a:moveTo>
                  <a:pt x="4470" y="0"/>
                </a:moveTo>
                <a:lnTo>
                  <a:pt x="4549" y="0"/>
                </a:lnTo>
                <a:lnTo>
                  <a:pt x="4549" y="58"/>
                </a:lnTo>
                <a:lnTo>
                  <a:pt x="4470" y="58"/>
                </a:lnTo>
                <a:lnTo>
                  <a:pt x="4470" y="0"/>
                </a:lnTo>
                <a:moveTo>
                  <a:pt x="4602" y="0"/>
                </a:moveTo>
                <a:lnTo>
                  <a:pt x="4681" y="0"/>
                </a:lnTo>
                <a:lnTo>
                  <a:pt x="4681" y="58"/>
                </a:lnTo>
                <a:lnTo>
                  <a:pt x="4602" y="58"/>
                </a:lnTo>
                <a:lnTo>
                  <a:pt x="4602" y="0"/>
                </a:lnTo>
                <a:moveTo>
                  <a:pt x="4734" y="0"/>
                </a:moveTo>
                <a:lnTo>
                  <a:pt x="4813" y="0"/>
                </a:lnTo>
                <a:lnTo>
                  <a:pt x="4813" y="58"/>
                </a:lnTo>
                <a:lnTo>
                  <a:pt x="4734" y="58"/>
                </a:lnTo>
                <a:lnTo>
                  <a:pt x="4734" y="0"/>
                </a:lnTo>
                <a:moveTo>
                  <a:pt x="4866" y="0"/>
                </a:moveTo>
                <a:lnTo>
                  <a:pt x="4946" y="0"/>
                </a:lnTo>
                <a:lnTo>
                  <a:pt x="4946" y="58"/>
                </a:lnTo>
                <a:lnTo>
                  <a:pt x="4866" y="58"/>
                </a:lnTo>
                <a:lnTo>
                  <a:pt x="4866" y="0"/>
                </a:lnTo>
                <a:moveTo>
                  <a:pt x="4998" y="0"/>
                </a:moveTo>
                <a:lnTo>
                  <a:pt x="5078" y="0"/>
                </a:lnTo>
                <a:lnTo>
                  <a:pt x="5078" y="58"/>
                </a:lnTo>
                <a:lnTo>
                  <a:pt x="4998" y="58"/>
                </a:lnTo>
                <a:lnTo>
                  <a:pt x="4998" y="0"/>
                </a:lnTo>
                <a:moveTo>
                  <a:pt x="5130" y="0"/>
                </a:moveTo>
                <a:lnTo>
                  <a:pt x="5210" y="0"/>
                </a:lnTo>
                <a:lnTo>
                  <a:pt x="5210" y="58"/>
                </a:lnTo>
                <a:lnTo>
                  <a:pt x="5130" y="58"/>
                </a:lnTo>
                <a:lnTo>
                  <a:pt x="5130" y="0"/>
                </a:lnTo>
                <a:moveTo>
                  <a:pt x="5263" y="0"/>
                </a:moveTo>
                <a:lnTo>
                  <a:pt x="5342" y="0"/>
                </a:lnTo>
                <a:lnTo>
                  <a:pt x="5342" y="58"/>
                </a:lnTo>
                <a:lnTo>
                  <a:pt x="5263" y="58"/>
                </a:lnTo>
                <a:lnTo>
                  <a:pt x="5263" y="0"/>
                </a:lnTo>
                <a:moveTo>
                  <a:pt x="5395" y="0"/>
                </a:moveTo>
                <a:lnTo>
                  <a:pt x="5474" y="0"/>
                </a:lnTo>
                <a:lnTo>
                  <a:pt x="5474" y="58"/>
                </a:lnTo>
                <a:lnTo>
                  <a:pt x="5395" y="58"/>
                </a:lnTo>
                <a:lnTo>
                  <a:pt x="5395" y="0"/>
                </a:lnTo>
                <a:moveTo>
                  <a:pt x="5527" y="0"/>
                </a:moveTo>
                <a:lnTo>
                  <a:pt x="5606" y="0"/>
                </a:lnTo>
                <a:lnTo>
                  <a:pt x="5606" y="58"/>
                </a:lnTo>
                <a:lnTo>
                  <a:pt x="5527" y="58"/>
                </a:lnTo>
                <a:lnTo>
                  <a:pt x="5527" y="0"/>
                </a:lnTo>
                <a:moveTo>
                  <a:pt x="5659" y="0"/>
                </a:moveTo>
                <a:lnTo>
                  <a:pt x="5738" y="0"/>
                </a:lnTo>
                <a:lnTo>
                  <a:pt x="5738" y="58"/>
                </a:lnTo>
                <a:lnTo>
                  <a:pt x="5659" y="58"/>
                </a:lnTo>
                <a:lnTo>
                  <a:pt x="5659" y="0"/>
                </a:lnTo>
                <a:moveTo>
                  <a:pt x="5791" y="0"/>
                </a:moveTo>
                <a:lnTo>
                  <a:pt x="5870" y="0"/>
                </a:lnTo>
                <a:lnTo>
                  <a:pt x="5870" y="58"/>
                </a:lnTo>
                <a:lnTo>
                  <a:pt x="5791" y="58"/>
                </a:lnTo>
                <a:lnTo>
                  <a:pt x="5791" y="0"/>
                </a:lnTo>
                <a:moveTo>
                  <a:pt x="5923" y="0"/>
                </a:moveTo>
                <a:lnTo>
                  <a:pt x="6002" y="0"/>
                </a:lnTo>
                <a:lnTo>
                  <a:pt x="6002" y="58"/>
                </a:lnTo>
                <a:lnTo>
                  <a:pt x="5923" y="58"/>
                </a:lnTo>
                <a:lnTo>
                  <a:pt x="5923" y="0"/>
                </a:lnTo>
                <a:moveTo>
                  <a:pt x="6055" y="0"/>
                </a:moveTo>
                <a:lnTo>
                  <a:pt x="6135" y="0"/>
                </a:lnTo>
                <a:lnTo>
                  <a:pt x="6135" y="58"/>
                </a:lnTo>
                <a:lnTo>
                  <a:pt x="6055" y="58"/>
                </a:lnTo>
                <a:lnTo>
                  <a:pt x="6055" y="0"/>
                </a:lnTo>
                <a:moveTo>
                  <a:pt x="6187" y="0"/>
                </a:moveTo>
                <a:lnTo>
                  <a:pt x="6267" y="0"/>
                </a:lnTo>
                <a:lnTo>
                  <a:pt x="6267" y="58"/>
                </a:lnTo>
                <a:lnTo>
                  <a:pt x="6187" y="58"/>
                </a:lnTo>
                <a:lnTo>
                  <a:pt x="6187" y="0"/>
                </a:lnTo>
                <a:moveTo>
                  <a:pt x="6319" y="0"/>
                </a:moveTo>
                <a:lnTo>
                  <a:pt x="6399" y="0"/>
                </a:lnTo>
                <a:lnTo>
                  <a:pt x="6399" y="58"/>
                </a:lnTo>
                <a:lnTo>
                  <a:pt x="6319" y="58"/>
                </a:lnTo>
                <a:lnTo>
                  <a:pt x="6319" y="0"/>
                </a:lnTo>
                <a:moveTo>
                  <a:pt x="6452" y="0"/>
                </a:moveTo>
                <a:lnTo>
                  <a:pt x="6531" y="0"/>
                </a:lnTo>
                <a:lnTo>
                  <a:pt x="6531" y="58"/>
                </a:lnTo>
                <a:lnTo>
                  <a:pt x="6452" y="58"/>
                </a:lnTo>
                <a:lnTo>
                  <a:pt x="6452" y="0"/>
                </a:lnTo>
                <a:moveTo>
                  <a:pt x="6584" y="0"/>
                </a:moveTo>
                <a:lnTo>
                  <a:pt x="6663" y="0"/>
                </a:lnTo>
                <a:lnTo>
                  <a:pt x="6663" y="58"/>
                </a:lnTo>
                <a:lnTo>
                  <a:pt x="6584" y="58"/>
                </a:lnTo>
                <a:lnTo>
                  <a:pt x="6584" y="0"/>
                </a:lnTo>
                <a:moveTo>
                  <a:pt x="6716" y="0"/>
                </a:moveTo>
                <a:lnTo>
                  <a:pt x="6795" y="0"/>
                </a:lnTo>
                <a:lnTo>
                  <a:pt x="6795" y="58"/>
                </a:lnTo>
                <a:lnTo>
                  <a:pt x="6716" y="58"/>
                </a:lnTo>
                <a:lnTo>
                  <a:pt x="6716" y="0"/>
                </a:lnTo>
                <a:moveTo>
                  <a:pt x="6848" y="0"/>
                </a:moveTo>
                <a:lnTo>
                  <a:pt x="6927" y="0"/>
                </a:lnTo>
                <a:lnTo>
                  <a:pt x="6927" y="58"/>
                </a:lnTo>
                <a:lnTo>
                  <a:pt x="6848" y="58"/>
                </a:lnTo>
                <a:lnTo>
                  <a:pt x="6848" y="0"/>
                </a:lnTo>
                <a:moveTo>
                  <a:pt x="6980" y="0"/>
                </a:moveTo>
                <a:lnTo>
                  <a:pt x="7059" y="0"/>
                </a:lnTo>
                <a:lnTo>
                  <a:pt x="7059" y="58"/>
                </a:lnTo>
                <a:lnTo>
                  <a:pt x="6980" y="58"/>
                </a:lnTo>
                <a:lnTo>
                  <a:pt x="6980" y="0"/>
                </a:lnTo>
                <a:moveTo>
                  <a:pt x="7112" y="0"/>
                </a:moveTo>
                <a:lnTo>
                  <a:pt x="7192" y="0"/>
                </a:lnTo>
                <a:lnTo>
                  <a:pt x="7192" y="58"/>
                </a:lnTo>
                <a:lnTo>
                  <a:pt x="7112" y="58"/>
                </a:lnTo>
                <a:lnTo>
                  <a:pt x="7112" y="0"/>
                </a:lnTo>
                <a:moveTo>
                  <a:pt x="7244" y="0"/>
                </a:moveTo>
                <a:lnTo>
                  <a:pt x="7324" y="0"/>
                </a:lnTo>
                <a:lnTo>
                  <a:pt x="7324" y="58"/>
                </a:lnTo>
                <a:lnTo>
                  <a:pt x="7244" y="58"/>
                </a:lnTo>
                <a:lnTo>
                  <a:pt x="7244" y="0"/>
                </a:lnTo>
                <a:moveTo>
                  <a:pt x="7376" y="0"/>
                </a:moveTo>
                <a:lnTo>
                  <a:pt x="7456" y="0"/>
                </a:lnTo>
                <a:lnTo>
                  <a:pt x="7456" y="58"/>
                </a:lnTo>
                <a:lnTo>
                  <a:pt x="7376" y="58"/>
                </a:lnTo>
                <a:lnTo>
                  <a:pt x="7376" y="0"/>
                </a:lnTo>
                <a:moveTo>
                  <a:pt x="7509" y="0"/>
                </a:moveTo>
                <a:lnTo>
                  <a:pt x="7588" y="0"/>
                </a:lnTo>
                <a:lnTo>
                  <a:pt x="7588" y="58"/>
                </a:lnTo>
                <a:lnTo>
                  <a:pt x="7509" y="58"/>
                </a:lnTo>
                <a:lnTo>
                  <a:pt x="7509" y="0"/>
                </a:lnTo>
                <a:moveTo>
                  <a:pt x="7641" y="0"/>
                </a:moveTo>
                <a:lnTo>
                  <a:pt x="7720" y="0"/>
                </a:lnTo>
                <a:lnTo>
                  <a:pt x="7720" y="58"/>
                </a:lnTo>
                <a:lnTo>
                  <a:pt x="7641" y="58"/>
                </a:lnTo>
                <a:lnTo>
                  <a:pt x="7641" y="0"/>
                </a:lnTo>
                <a:moveTo>
                  <a:pt x="7773" y="0"/>
                </a:moveTo>
                <a:lnTo>
                  <a:pt x="7852" y="0"/>
                </a:lnTo>
                <a:lnTo>
                  <a:pt x="7852" y="58"/>
                </a:lnTo>
                <a:lnTo>
                  <a:pt x="7773" y="58"/>
                </a:lnTo>
                <a:lnTo>
                  <a:pt x="7773" y="0"/>
                </a:lnTo>
                <a:moveTo>
                  <a:pt x="7905" y="0"/>
                </a:moveTo>
                <a:lnTo>
                  <a:pt x="7984" y="0"/>
                </a:lnTo>
                <a:lnTo>
                  <a:pt x="7984" y="58"/>
                </a:lnTo>
                <a:lnTo>
                  <a:pt x="7905" y="58"/>
                </a:lnTo>
                <a:lnTo>
                  <a:pt x="7905" y="0"/>
                </a:lnTo>
                <a:moveTo>
                  <a:pt x="8037" y="0"/>
                </a:moveTo>
                <a:lnTo>
                  <a:pt x="8116" y="0"/>
                </a:lnTo>
                <a:lnTo>
                  <a:pt x="8116" y="58"/>
                </a:lnTo>
                <a:lnTo>
                  <a:pt x="8037" y="58"/>
                </a:lnTo>
                <a:lnTo>
                  <a:pt x="8037" y="0"/>
                </a:lnTo>
                <a:moveTo>
                  <a:pt x="8169" y="0"/>
                </a:moveTo>
                <a:lnTo>
                  <a:pt x="8249" y="0"/>
                </a:lnTo>
                <a:lnTo>
                  <a:pt x="8249" y="58"/>
                </a:lnTo>
                <a:lnTo>
                  <a:pt x="8169" y="58"/>
                </a:lnTo>
                <a:lnTo>
                  <a:pt x="8169" y="0"/>
                </a:lnTo>
                <a:moveTo>
                  <a:pt x="8301" y="0"/>
                </a:moveTo>
                <a:lnTo>
                  <a:pt x="8381" y="0"/>
                </a:lnTo>
                <a:lnTo>
                  <a:pt x="8381" y="58"/>
                </a:lnTo>
                <a:lnTo>
                  <a:pt x="8301" y="58"/>
                </a:lnTo>
                <a:lnTo>
                  <a:pt x="8301" y="0"/>
                </a:lnTo>
                <a:moveTo>
                  <a:pt x="8433" y="0"/>
                </a:moveTo>
                <a:lnTo>
                  <a:pt x="8513" y="0"/>
                </a:lnTo>
                <a:lnTo>
                  <a:pt x="8513" y="58"/>
                </a:lnTo>
                <a:lnTo>
                  <a:pt x="8433" y="58"/>
                </a:lnTo>
                <a:lnTo>
                  <a:pt x="8433" y="0"/>
                </a:lnTo>
                <a:moveTo>
                  <a:pt x="8566" y="0"/>
                </a:moveTo>
                <a:lnTo>
                  <a:pt x="8645" y="0"/>
                </a:lnTo>
                <a:lnTo>
                  <a:pt x="8645" y="58"/>
                </a:lnTo>
                <a:lnTo>
                  <a:pt x="8566" y="58"/>
                </a:lnTo>
                <a:lnTo>
                  <a:pt x="8566" y="0"/>
                </a:lnTo>
                <a:moveTo>
                  <a:pt x="8698" y="0"/>
                </a:moveTo>
                <a:lnTo>
                  <a:pt x="8777" y="0"/>
                </a:lnTo>
                <a:lnTo>
                  <a:pt x="8777" y="58"/>
                </a:lnTo>
                <a:lnTo>
                  <a:pt x="8698" y="58"/>
                </a:lnTo>
                <a:lnTo>
                  <a:pt x="8698" y="0"/>
                </a:lnTo>
                <a:moveTo>
                  <a:pt x="8830" y="0"/>
                </a:moveTo>
                <a:lnTo>
                  <a:pt x="8909" y="0"/>
                </a:lnTo>
                <a:lnTo>
                  <a:pt x="8909" y="58"/>
                </a:lnTo>
                <a:lnTo>
                  <a:pt x="8830" y="58"/>
                </a:lnTo>
                <a:lnTo>
                  <a:pt x="8830" y="0"/>
                </a:lnTo>
                <a:moveTo>
                  <a:pt x="8962" y="0"/>
                </a:moveTo>
                <a:lnTo>
                  <a:pt x="9041" y="0"/>
                </a:lnTo>
                <a:lnTo>
                  <a:pt x="9041" y="58"/>
                </a:lnTo>
                <a:lnTo>
                  <a:pt x="8962" y="58"/>
                </a:lnTo>
                <a:lnTo>
                  <a:pt x="8962" y="0"/>
                </a:lnTo>
                <a:moveTo>
                  <a:pt x="9095" y="0"/>
                </a:moveTo>
                <a:cubicBezTo>
                  <a:pt x="9126" y="3"/>
                  <a:pt x="9155" y="10"/>
                  <a:pt x="9183" y="24"/>
                </a:cubicBezTo>
                <a:lnTo>
                  <a:pt x="9158" y="76"/>
                </a:lnTo>
                <a:cubicBezTo>
                  <a:pt x="9137" y="66"/>
                  <a:pt x="9115" y="60"/>
                  <a:pt x="9091" y="59"/>
                </a:cubicBezTo>
                <a:lnTo>
                  <a:pt x="9095" y="0"/>
                </a:lnTo>
                <a:moveTo>
                  <a:pt x="9234" y="56"/>
                </a:moveTo>
                <a:cubicBezTo>
                  <a:pt x="9258" y="76"/>
                  <a:pt x="9277" y="100"/>
                  <a:pt x="9291" y="127"/>
                </a:cubicBezTo>
                <a:lnTo>
                  <a:pt x="9240" y="155"/>
                </a:lnTo>
                <a:cubicBezTo>
                  <a:pt x="9229" y="134"/>
                  <a:pt x="9214" y="116"/>
                  <a:pt x="9196" y="101"/>
                </a:cubicBezTo>
                <a:lnTo>
                  <a:pt x="9234" y="56"/>
                </a:lnTo>
                <a:moveTo>
                  <a:pt x="9313" y="184"/>
                </a:moveTo>
                <a:cubicBezTo>
                  <a:pt x="9317" y="203"/>
                  <a:pt x="9320" y="222"/>
                  <a:pt x="9320" y="241"/>
                </a:cubicBezTo>
                <a:lnTo>
                  <a:pt x="9320" y="269"/>
                </a:lnTo>
                <a:lnTo>
                  <a:pt x="9262" y="269"/>
                </a:lnTo>
                <a:lnTo>
                  <a:pt x="9262" y="241"/>
                </a:lnTo>
                <a:cubicBezTo>
                  <a:pt x="9262" y="226"/>
                  <a:pt x="9260" y="212"/>
                  <a:pt x="9256" y="198"/>
                </a:cubicBezTo>
                <a:lnTo>
                  <a:pt x="9313" y="184"/>
                </a:lnTo>
                <a:moveTo>
                  <a:pt x="9320" y="322"/>
                </a:moveTo>
                <a:lnTo>
                  <a:pt x="9320" y="401"/>
                </a:lnTo>
                <a:lnTo>
                  <a:pt x="9262" y="401"/>
                </a:lnTo>
                <a:lnTo>
                  <a:pt x="9262" y="322"/>
                </a:lnTo>
                <a:lnTo>
                  <a:pt x="9320" y="322"/>
                </a:lnTo>
                <a:moveTo>
                  <a:pt x="9320" y="454"/>
                </a:moveTo>
                <a:lnTo>
                  <a:pt x="9320" y="533"/>
                </a:lnTo>
                <a:lnTo>
                  <a:pt x="9262" y="533"/>
                </a:lnTo>
                <a:lnTo>
                  <a:pt x="9262" y="454"/>
                </a:lnTo>
                <a:lnTo>
                  <a:pt x="9320" y="454"/>
                </a:lnTo>
                <a:moveTo>
                  <a:pt x="9320" y="586"/>
                </a:moveTo>
                <a:lnTo>
                  <a:pt x="9320" y="666"/>
                </a:lnTo>
                <a:lnTo>
                  <a:pt x="9262" y="666"/>
                </a:lnTo>
                <a:lnTo>
                  <a:pt x="9262" y="586"/>
                </a:lnTo>
                <a:lnTo>
                  <a:pt x="9320" y="586"/>
                </a:lnTo>
                <a:moveTo>
                  <a:pt x="9320" y="719"/>
                </a:moveTo>
                <a:lnTo>
                  <a:pt x="9320" y="799"/>
                </a:lnTo>
                <a:lnTo>
                  <a:pt x="9262" y="799"/>
                </a:lnTo>
                <a:lnTo>
                  <a:pt x="9262" y="719"/>
                </a:lnTo>
                <a:lnTo>
                  <a:pt x="9320" y="719"/>
                </a:lnTo>
                <a:moveTo>
                  <a:pt x="9320" y="851"/>
                </a:moveTo>
                <a:lnTo>
                  <a:pt x="9320" y="931"/>
                </a:lnTo>
                <a:lnTo>
                  <a:pt x="9262" y="931"/>
                </a:lnTo>
                <a:lnTo>
                  <a:pt x="9262" y="851"/>
                </a:lnTo>
                <a:lnTo>
                  <a:pt x="9320" y="851"/>
                </a:lnTo>
                <a:moveTo>
                  <a:pt x="9320" y="983"/>
                </a:moveTo>
                <a:lnTo>
                  <a:pt x="9320" y="1062"/>
                </a:lnTo>
                <a:lnTo>
                  <a:pt x="9320" y="1063"/>
                </a:lnTo>
                <a:lnTo>
                  <a:pt x="9262" y="1063"/>
                </a:lnTo>
                <a:lnTo>
                  <a:pt x="9262" y="1062"/>
                </a:lnTo>
                <a:lnTo>
                  <a:pt x="9262" y="983"/>
                </a:lnTo>
                <a:lnTo>
                  <a:pt x="9320" y="983"/>
                </a:lnTo>
                <a:moveTo>
                  <a:pt x="9312" y="1122"/>
                </a:moveTo>
                <a:cubicBezTo>
                  <a:pt x="9305" y="1151"/>
                  <a:pt x="9292" y="1179"/>
                  <a:pt x="9273" y="1204"/>
                </a:cubicBezTo>
                <a:lnTo>
                  <a:pt x="9226" y="1170"/>
                </a:lnTo>
                <a:cubicBezTo>
                  <a:pt x="9240" y="1151"/>
                  <a:pt x="9250" y="1130"/>
                  <a:pt x="9256" y="1107"/>
                </a:cubicBezTo>
                <a:lnTo>
                  <a:pt x="9312" y="1122"/>
                </a:lnTo>
                <a:moveTo>
                  <a:pt x="9231" y="1248"/>
                </a:moveTo>
                <a:cubicBezTo>
                  <a:pt x="9208" y="1268"/>
                  <a:pt x="9181" y="1282"/>
                  <a:pt x="9152" y="1291"/>
                </a:cubicBezTo>
                <a:lnTo>
                  <a:pt x="9134" y="1236"/>
                </a:lnTo>
                <a:cubicBezTo>
                  <a:pt x="9156" y="1229"/>
                  <a:pt x="9177" y="1218"/>
                  <a:pt x="9195" y="1203"/>
                </a:cubicBezTo>
                <a:lnTo>
                  <a:pt x="9231" y="1248"/>
                </a:lnTo>
                <a:moveTo>
                  <a:pt x="9092" y="1302"/>
                </a:moveTo>
                <a:cubicBezTo>
                  <a:pt x="9088" y="1303"/>
                  <a:pt x="9083" y="1303"/>
                  <a:pt x="9079" y="1303"/>
                </a:cubicBezTo>
                <a:lnTo>
                  <a:pt x="9012" y="1303"/>
                </a:lnTo>
                <a:lnTo>
                  <a:pt x="9012" y="1244"/>
                </a:lnTo>
                <a:lnTo>
                  <a:pt x="9079" y="1244"/>
                </a:lnTo>
                <a:cubicBezTo>
                  <a:pt x="9082" y="1244"/>
                  <a:pt x="9086" y="1244"/>
                  <a:pt x="9089" y="1244"/>
                </a:cubicBezTo>
                <a:lnTo>
                  <a:pt x="9092" y="1302"/>
                </a:lnTo>
                <a:moveTo>
                  <a:pt x="8959" y="1303"/>
                </a:moveTo>
                <a:lnTo>
                  <a:pt x="8880" y="1303"/>
                </a:lnTo>
                <a:lnTo>
                  <a:pt x="8880" y="1244"/>
                </a:lnTo>
                <a:lnTo>
                  <a:pt x="8959" y="1244"/>
                </a:lnTo>
                <a:lnTo>
                  <a:pt x="8959" y="1303"/>
                </a:lnTo>
                <a:moveTo>
                  <a:pt x="8827" y="1303"/>
                </a:moveTo>
                <a:lnTo>
                  <a:pt x="8748" y="1303"/>
                </a:lnTo>
                <a:lnTo>
                  <a:pt x="8748" y="1244"/>
                </a:lnTo>
                <a:lnTo>
                  <a:pt x="8827" y="1244"/>
                </a:lnTo>
                <a:lnTo>
                  <a:pt x="8827" y="1303"/>
                </a:lnTo>
                <a:moveTo>
                  <a:pt x="8695" y="1303"/>
                </a:moveTo>
                <a:lnTo>
                  <a:pt x="8616" y="1303"/>
                </a:lnTo>
                <a:lnTo>
                  <a:pt x="8616" y="1244"/>
                </a:lnTo>
                <a:lnTo>
                  <a:pt x="8695" y="1244"/>
                </a:lnTo>
                <a:lnTo>
                  <a:pt x="8695" y="1303"/>
                </a:lnTo>
                <a:moveTo>
                  <a:pt x="8563" y="1303"/>
                </a:moveTo>
                <a:lnTo>
                  <a:pt x="8484" y="1303"/>
                </a:lnTo>
                <a:lnTo>
                  <a:pt x="8484" y="1244"/>
                </a:lnTo>
                <a:lnTo>
                  <a:pt x="8563" y="1244"/>
                </a:lnTo>
                <a:lnTo>
                  <a:pt x="8563" y="1303"/>
                </a:lnTo>
                <a:moveTo>
                  <a:pt x="8431" y="1303"/>
                </a:moveTo>
                <a:lnTo>
                  <a:pt x="8351" y="1303"/>
                </a:lnTo>
                <a:lnTo>
                  <a:pt x="8351" y="1244"/>
                </a:lnTo>
                <a:lnTo>
                  <a:pt x="8431" y="1244"/>
                </a:lnTo>
                <a:lnTo>
                  <a:pt x="8431" y="1303"/>
                </a:lnTo>
                <a:moveTo>
                  <a:pt x="8299" y="1303"/>
                </a:moveTo>
                <a:lnTo>
                  <a:pt x="8219" y="1303"/>
                </a:lnTo>
                <a:lnTo>
                  <a:pt x="8219" y="1244"/>
                </a:lnTo>
                <a:lnTo>
                  <a:pt x="8299" y="1244"/>
                </a:lnTo>
                <a:lnTo>
                  <a:pt x="8299" y="1303"/>
                </a:lnTo>
                <a:moveTo>
                  <a:pt x="8167" y="1303"/>
                </a:moveTo>
                <a:lnTo>
                  <a:pt x="8087" y="1303"/>
                </a:lnTo>
                <a:lnTo>
                  <a:pt x="8087" y="1244"/>
                </a:lnTo>
                <a:lnTo>
                  <a:pt x="8167" y="1244"/>
                </a:lnTo>
                <a:lnTo>
                  <a:pt x="8167" y="1303"/>
                </a:lnTo>
                <a:moveTo>
                  <a:pt x="8034" y="1303"/>
                </a:moveTo>
                <a:lnTo>
                  <a:pt x="7955" y="1303"/>
                </a:lnTo>
                <a:lnTo>
                  <a:pt x="7955" y="1244"/>
                </a:lnTo>
                <a:lnTo>
                  <a:pt x="8034" y="1244"/>
                </a:lnTo>
                <a:lnTo>
                  <a:pt x="8034" y="1303"/>
                </a:lnTo>
                <a:moveTo>
                  <a:pt x="7902" y="1303"/>
                </a:moveTo>
                <a:lnTo>
                  <a:pt x="7823" y="1303"/>
                </a:lnTo>
                <a:lnTo>
                  <a:pt x="7823" y="1244"/>
                </a:lnTo>
                <a:lnTo>
                  <a:pt x="7902" y="1244"/>
                </a:lnTo>
                <a:lnTo>
                  <a:pt x="7902" y="1303"/>
                </a:lnTo>
                <a:moveTo>
                  <a:pt x="7770" y="1303"/>
                </a:moveTo>
                <a:lnTo>
                  <a:pt x="7691" y="1303"/>
                </a:lnTo>
                <a:lnTo>
                  <a:pt x="7691" y="1244"/>
                </a:lnTo>
                <a:lnTo>
                  <a:pt x="7770" y="1244"/>
                </a:lnTo>
                <a:lnTo>
                  <a:pt x="7770" y="1303"/>
                </a:lnTo>
                <a:moveTo>
                  <a:pt x="7638" y="1303"/>
                </a:moveTo>
                <a:lnTo>
                  <a:pt x="7559" y="1303"/>
                </a:lnTo>
                <a:lnTo>
                  <a:pt x="7559" y="1244"/>
                </a:lnTo>
                <a:lnTo>
                  <a:pt x="7638" y="1244"/>
                </a:lnTo>
                <a:lnTo>
                  <a:pt x="7638" y="1303"/>
                </a:lnTo>
                <a:moveTo>
                  <a:pt x="7506" y="1303"/>
                </a:moveTo>
                <a:lnTo>
                  <a:pt x="7427" y="1303"/>
                </a:lnTo>
                <a:lnTo>
                  <a:pt x="7427" y="1244"/>
                </a:lnTo>
                <a:lnTo>
                  <a:pt x="7506" y="1244"/>
                </a:lnTo>
                <a:lnTo>
                  <a:pt x="7506" y="1303"/>
                </a:lnTo>
                <a:moveTo>
                  <a:pt x="7374" y="1303"/>
                </a:moveTo>
                <a:lnTo>
                  <a:pt x="7294" y="1303"/>
                </a:lnTo>
                <a:lnTo>
                  <a:pt x="7294" y="1244"/>
                </a:lnTo>
                <a:lnTo>
                  <a:pt x="7374" y="1244"/>
                </a:lnTo>
                <a:lnTo>
                  <a:pt x="7374" y="1303"/>
                </a:lnTo>
                <a:moveTo>
                  <a:pt x="7242" y="1303"/>
                </a:moveTo>
                <a:lnTo>
                  <a:pt x="7162" y="1303"/>
                </a:lnTo>
                <a:lnTo>
                  <a:pt x="7162" y="1244"/>
                </a:lnTo>
                <a:lnTo>
                  <a:pt x="7242" y="1244"/>
                </a:lnTo>
                <a:lnTo>
                  <a:pt x="7242" y="1303"/>
                </a:lnTo>
                <a:moveTo>
                  <a:pt x="7110" y="1303"/>
                </a:moveTo>
                <a:lnTo>
                  <a:pt x="7030" y="1303"/>
                </a:lnTo>
                <a:lnTo>
                  <a:pt x="7030" y="1244"/>
                </a:lnTo>
                <a:lnTo>
                  <a:pt x="7110" y="1244"/>
                </a:lnTo>
                <a:lnTo>
                  <a:pt x="7110" y="1303"/>
                </a:lnTo>
                <a:moveTo>
                  <a:pt x="6977" y="1303"/>
                </a:moveTo>
                <a:lnTo>
                  <a:pt x="6898" y="1303"/>
                </a:lnTo>
                <a:lnTo>
                  <a:pt x="6898" y="1244"/>
                </a:lnTo>
                <a:lnTo>
                  <a:pt x="6977" y="1244"/>
                </a:lnTo>
                <a:lnTo>
                  <a:pt x="6977" y="1303"/>
                </a:lnTo>
                <a:moveTo>
                  <a:pt x="6845" y="1303"/>
                </a:moveTo>
                <a:lnTo>
                  <a:pt x="6766" y="1303"/>
                </a:lnTo>
                <a:lnTo>
                  <a:pt x="6766" y="1244"/>
                </a:lnTo>
                <a:lnTo>
                  <a:pt x="6845" y="1244"/>
                </a:lnTo>
                <a:lnTo>
                  <a:pt x="6845" y="1303"/>
                </a:lnTo>
                <a:moveTo>
                  <a:pt x="6713" y="1303"/>
                </a:moveTo>
                <a:lnTo>
                  <a:pt x="6634" y="1303"/>
                </a:lnTo>
                <a:lnTo>
                  <a:pt x="6634" y="1244"/>
                </a:lnTo>
                <a:lnTo>
                  <a:pt x="6713" y="1244"/>
                </a:lnTo>
                <a:lnTo>
                  <a:pt x="6713" y="1303"/>
                </a:lnTo>
                <a:moveTo>
                  <a:pt x="6581" y="1303"/>
                </a:moveTo>
                <a:lnTo>
                  <a:pt x="6502" y="1303"/>
                </a:lnTo>
                <a:lnTo>
                  <a:pt x="6502" y="1244"/>
                </a:lnTo>
                <a:lnTo>
                  <a:pt x="6581" y="1244"/>
                </a:lnTo>
                <a:lnTo>
                  <a:pt x="6581" y="1303"/>
                </a:lnTo>
                <a:moveTo>
                  <a:pt x="6449" y="1303"/>
                </a:moveTo>
                <a:lnTo>
                  <a:pt x="6370" y="1303"/>
                </a:lnTo>
                <a:lnTo>
                  <a:pt x="6370" y="1244"/>
                </a:lnTo>
                <a:lnTo>
                  <a:pt x="6449" y="1244"/>
                </a:lnTo>
                <a:lnTo>
                  <a:pt x="6449" y="1303"/>
                </a:lnTo>
                <a:moveTo>
                  <a:pt x="6317" y="1303"/>
                </a:moveTo>
                <a:lnTo>
                  <a:pt x="6237" y="1303"/>
                </a:lnTo>
                <a:lnTo>
                  <a:pt x="6237" y="1244"/>
                </a:lnTo>
                <a:lnTo>
                  <a:pt x="6317" y="1244"/>
                </a:lnTo>
                <a:lnTo>
                  <a:pt x="6317" y="1303"/>
                </a:lnTo>
                <a:moveTo>
                  <a:pt x="6185" y="1303"/>
                </a:moveTo>
                <a:lnTo>
                  <a:pt x="6105" y="1303"/>
                </a:lnTo>
                <a:lnTo>
                  <a:pt x="6105" y="1244"/>
                </a:lnTo>
                <a:lnTo>
                  <a:pt x="6185" y="1244"/>
                </a:lnTo>
                <a:lnTo>
                  <a:pt x="6185" y="1303"/>
                </a:lnTo>
                <a:moveTo>
                  <a:pt x="6053" y="1303"/>
                </a:moveTo>
                <a:lnTo>
                  <a:pt x="5973" y="1303"/>
                </a:lnTo>
                <a:lnTo>
                  <a:pt x="5973" y="1244"/>
                </a:lnTo>
                <a:lnTo>
                  <a:pt x="6053" y="1244"/>
                </a:lnTo>
                <a:lnTo>
                  <a:pt x="6053" y="1303"/>
                </a:lnTo>
                <a:moveTo>
                  <a:pt x="5920" y="1303"/>
                </a:moveTo>
                <a:lnTo>
                  <a:pt x="5841" y="1303"/>
                </a:lnTo>
                <a:lnTo>
                  <a:pt x="5841" y="1244"/>
                </a:lnTo>
                <a:lnTo>
                  <a:pt x="5920" y="1244"/>
                </a:lnTo>
                <a:lnTo>
                  <a:pt x="5920" y="1303"/>
                </a:lnTo>
                <a:moveTo>
                  <a:pt x="5788" y="1303"/>
                </a:moveTo>
                <a:lnTo>
                  <a:pt x="5709" y="1303"/>
                </a:lnTo>
                <a:lnTo>
                  <a:pt x="5709" y="1244"/>
                </a:lnTo>
                <a:lnTo>
                  <a:pt x="5788" y="1244"/>
                </a:lnTo>
                <a:lnTo>
                  <a:pt x="5788" y="1303"/>
                </a:lnTo>
                <a:moveTo>
                  <a:pt x="5656" y="1303"/>
                </a:moveTo>
                <a:lnTo>
                  <a:pt x="5577" y="1303"/>
                </a:lnTo>
                <a:lnTo>
                  <a:pt x="5577" y="1244"/>
                </a:lnTo>
                <a:lnTo>
                  <a:pt x="5656" y="1244"/>
                </a:lnTo>
                <a:lnTo>
                  <a:pt x="5656" y="1303"/>
                </a:lnTo>
                <a:moveTo>
                  <a:pt x="5524" y="1303"/>
                </a:moveTo>
                <a:lnTo>
                  <a:pt x="5445" y="1303"/>
                </a:lnTo>
                <a:lnTo>
                  <a:pt x="5445" y="1244"/>
                </a:lnTo>
                <a:lnTo>
                  <a:pt x="5524" y="1244"/>
                </a:lnTo>
                <a:lnTo>
                  <a:pt x="5524" y="1303"/>
                </a:lnTo>
                <a:moveTo>
                  <a:pt x="5392" y="1303"/>
                </a:moveTo>
                <a:lnTo>
                  <a:pt x="5313" y="1303"/>
                </a:lnTo>
                <a:lnTo>
                  <a:pt x="5313" y="1244"/>
                </a:lnTo>
                <a:lnTo>
                  <a:pt x="5392" y="1244"/>
                </a:lnTo>
                <a:lnTo>
                  <a:pt x="5392" y="1303"/>
                </a:lnTo>
                <a:moveTo>
                  <a:pt x="5260" y="1303"/>
                </a:moveTo>
                <a:lnTo>
                  <a:pt x="5181" y="1303"/>
                </a:lnTo>
                <a:lnTo>
                  <a:pt x="5181" y="1244"/>
                </a:lnTo>
                <a:lnTo>
                  <a:pt x="5260" y="1244"/>
                </a:lnTo>
                <a:lnTo>
                  <a:pt x="5260" y="1303"/>
                </a:lnTo>
                <a:moveTo>
                  <a:pt x="5128" y="1303"/>
                </a:moveTo>
                <a:lnTo>
                  <a:pt x="5048" y="1303"/>
                </a:lnTo>
                <a:lnTo>
                  <a:pt x="5048" y="1244"/>
                </a:lnTo>
                <a:lnTo>
                  <a:pt x="5128" y="1244"/>
                </a:lnTo>
                <a:lnTo>
                  <a:pt x="5128" y="1303"/>
                </a:lnTo>
                <a:moveTo>
                  <a:pt x="4996" y="1303"/>
                </a:moveTo>
                <a:lnTo>
                  <a:pt x="4916" y="1303"/>
                </a:lnTo>
                <a:lnTo>
                  <a:pt x="4916" y="1244"/>
                </a:lnTo>
                <a:lnTo>
                  <a:pt x="4996" y="1244"/>
                </a:lnTo>
                <a:lnTo>
                  <a:pt x="4996" y="1303"/>
                </a:lnTo>
                <a:moveTo>
                  <a:pt x="4864" y="1303"/>
                </a:moveTo>
                <a:lnTo>
                  <a:pt x="4784" y="1303"/>
                </a:lnTo>
                <a:lnTo>
                  <a:pt x="4784" y="1244"/>
                </a:lnTo>
                <a:lnTo>
                  <a:pt x="4864" y="1244"/>
                </a:lnTo>
                <a:lnTo>
                  <a:pt x="4864" y="1303"/>
                </a:lnTo>
                <a:moveTo>
                  <a:pt x="4731" y="1303"/>
                </a:moveTo>
                <a:lnTo>
                  <a:pt x="4652" y="1303"/>
                </a:lnTo>
                <a:lnTo>
                  <a:pt x="4652" y="1244"/>
                </a:lnTo>
                <a:lnTo>
                  <a:pt x="4731" y="1244"/>
                </a:lnTo>
                <a:lnTo>
                  <a:pt x="4731" y="1303"/>
                </a:lnTo>
                <a:moveTo>
                  <a:pt x="4599" y="1303"/>
                </a:moveTo>
                <a:lnTo>
                  <a:pt x="4520" y="1303"/>
                </a:lnTo>
                <a:lnTo>
                  <a:pt x="4520" y="1244"/>
                </a:lnTo>
                <a:lnTo>
                  <a:pt x="4599" y="1244"/>
                </a:lnTo>
                <a:lnTo>
                  <a:pt x="4599" y="1303"/>
                </a:lnTo>
                <a:moveTo>
                  <a:pt x="4467" y="1303"/>
                </a:moveTo>
                <a:lnTo>
                  <a:pt x="4388" y="1303"/>
                </a:lnTo>
                <a:lnTo>
                  <a:pt x="4388" y="1244"/>
                </a:lnTo>
                <a:lnTo>
                  <a:pt x="4467" y="1244"/>
                </a:lnTo>
                <a:lnTo>
                  <a:pt x="4467" y="1303"/>
                </a:lnTo>
                <a:moveTo>
                  <a:pt x="4335" y="1303"/>
                </a:moveTo>
                <a:lnTo>
                  <a:pt x="4256" y="1303"/>
                </a:lnTo>
                <a:lnTo>
                  <a:pt x="4256" y="1244"/>
                </a:lnTo>
                <a:lnTo>
                  <a:pt x="4335" y="1244"/>
                </a:lnTo>
                <a:lnTo>
                  <a:pt x="4335" y="1303"/>
                </a:lnTo>
                <a:moveTo>
                  <a:pt x="4203" y="1303"/>
                </a:moveTo>
                <a:lnTo>
                  <a:pt x="4124" y="1303"/>
                </a:lnTo>
                <a:lnTo>
                  <a:pt x="4124" y="1244"/>
                </a:lnTo>
                <a:lnTo>
                  <a:pt x="4203" y="1244"/>
                </a:lnTo>
                <a:lnTo>
                  <a:pt x="4203" y="1303"/>
                </a:lnTo>
                <a:moveTo>
                  <a:pt x="4071" y="1303"/>
                </a:moveTo>
                <a:lnTo>
                  <a:pt x="3991" y="1303"/>
                </a:lnTo>
                <a:lnTo>
                  <a:pt x="3991" y="1244"/>
                </a:lnTo>
                <a:lnTo>
                  <a:pt x="4071" y="1244"/>
                </a:lnTo>
                <a:lnTo>
                  <a:pt x="4071" y="1303"/>
                </a:lnTo>
                <a:moveTo>
                  <a:pt x="3939" y="1303"/>
                </a:moveTo>
                <a:lnTo>
                  <a:pt x="3859" y="1303"/>
                </a:lnTo>
                <a:lnTo>
                  <a:pt x="3859" y="1244"/>
                </a:lnTo>
                <a:lnTo>
                  <a:pt x="3939" y="1244"/>
                </a:lnTo>
                <a:lnTo>
                  <a:pt x="3939" y="1303"/>
                </a:lnTo>
                <a:moveTo>
                  <a:pt x="3807" y="1303"/>
                </a:moveTo>
                <a:lnTo>
                  <a:pt x="3727" y="1303"/>
                </a:lnTo>
                <a:lnTo>
                  <a:pt x="3727" y="1244"/>
                </a:lnTo>
                <a:lnTo>
                  <a:pt x="3807" y="1244"/>
                </a:lnTo>
                <a:lnTo>
                  <a:pt x="3807" y="1303"/>
                </a:lnTo>
                <a:moveTo>
                  <a:pt x="3674" y="1303"/>
                </a:moveTo>
                <a:lnTo>
                  <a:pt x="3595" y="1303"/>
                </a:lnTo>
                <a:lnTo>
                  <a:pt x="3595" y="1244"/>
                </a:lnTo>
                <a:lnTo>
                  <a:pt x="3674" y="1244"/>
                </a:lnTo>
                <a:lnTo>
                  <a:pt x="3674" y="1303"/>
                </a:lnTo>
                <a:moveTo>
                  <a:pt x="3542" y="1303"/>
                </a:moveTo>
                <a:lnTo>
                  <a:pt x="3463" y="1303"/>
                </a:lnTo>
                <a:lnTo>
                  <a:pt x="3463" y="1244"/>
                </a:lnTo>
                <a:lnTo>
                  <a:pt x="3542" y="1244"/>
                </a:lnTo>
                <a:lnTo>
                  <a:pt x="3542" y="1303"/>
                </a:lnTo>
                <a:moveTo>
                  <a:pt x="3410" y="1303"/>
                </a:moveTo>
                <a:lnTo>
                  <a:pt x="3331" y="1303"/>
                </a:lnTo>
                <a:lnTo>
                  <a:pt x="3331" y="1244"/>
                </a:lnTo>
                <a:lnTo>
                  <a:pt x="3410" y="1244"/>
                </a:lnTo>
                <a:lnTo>
                  <a:pt x="3410" y="1303"/>
                </a:lnTo>
                <a:moveTo>
                  <a:pt x="3278" y="1303"/>
                </a:moveTo>
                <a:lnTo>
                  <a:pt x="3199" y="1303"/>
                </a:lnTo>
                <a:lnTo>
                  <a:pt x="3199" y="1244"/>
                </a:lnTo>
                <a:lnTo>
                  <a:pt x="3278" y="1244"/>
                </a:lnTo>
                <a:lnTo>
                  <a:pt x="3278" y="1303"/>
                </a:lnTo>
                <a:moveTo>
                  <a:pt x="3146" y="1303"/>
                </a:moveTo>
                <a:lnTo>
                  <a:pt x="3067" y="1303"/>
                </a:lnTo>
                <a:lnTo>
                  <a:pt x="3067" y="1244"/>
                </a:lnTo>
                <a:lnTo>
                  <a:pt x="3146" y="1244"/>
                </a:lnTo>
                <a:lnTo>
                  <a:pt x="3146" y="1303"/>
                </a:lnTo>
                <a:moveTo>
                  <a:pt x="3014" y="1303"/>
                </a:moveTo>
                <a:lnTo>
                  <a:pt x="2934" y="1303"/>
                </a:lnTo>
                <a:lnTo>
                  <a:pt x="2934" y="1244"/>
                </a:lnTo>
                <a:lnTo>
                  <a:pt x="3014" y="1244"/>
                </a:lnTo>
                <a:lnTo>
                  <a:pt x="3014" y="1303"/>
                </a:lnTo>
                <a:moveTo>
                  <a:pt x="2882" y="1303"/>
                </a:moveTo>
                <a:lnTo>
                  <a:pt x="2802" y="1303"/>
                </a:lnTo>
                <a:lnTo>
                  <a:pt x="2802" y="1244"/>
                </a:lnTo>
                <a:lnTo>
                  <a:pt x="2882" y="1244"/>
                </a:lnTo>
                <a:lnTo>
                  <a:pt x="2882" y="1303"/>
                </a:lnTo>
                <a:moveTo>
                  <a:pt x="2750" y="1303"/>
                </a:moveTo>
                <a:lnTo>
                  <a:pt x="2670" y="1303"/>
                </a:lnTo>
                <a:lnTo>
                  <a:pt x="2670" y="1244"/>
                </a:lnTo>
                <a:lnTo>
                  <a:pt x="2750" y="1244"/>
                </a:lnTo>
                <a:lnTo>
                  <a:pt x="2750" y="1303"/>
                </a:lnTo>
                <a:moveTo>
                  <a:pt x="2617" y="1303"/>
                </a:moveTo>
                <a:lnTo>
                  <a:pt x="2538" y="1303"/>
                </a:lnTo>
                <a:lnTo>
                  <a:pt x="2538" y="1244"/>
                </a:lnTo>
                <a:lnTo>
                  <a:pt x="2617" y="1244"/>
                </a:lnTo>
                <a:lnTo>
                  <a:pt x="2617" y="1303"/>
                </a:lnTo>
                <a:moveTo>
                  <a:pt x="2485" y="1303"/>
                </a:moveTo>
                <a:lnTo>
                  <a:pt x="2406" y="1303"/>
                </a:lnTo>
                <a:lnTo>
                  <a:pt x="2406" y="1244"/>
                </a:lnTo>
                <a:lnTo>
                  <a:pt x="2485" y="1244"/>
                </a:lnTo>
                <a:lnTo>
                  <a:pt x="2485" y="1303"/>
                </a:lnTo>
                <a:moveTo>
                  <a:pt x="2353" y="1303"/>
                </a:moveTo>
                <a:lnTo>
                  <a:pt x="2274" y="1303"/>
                </a:lnTo>
                <a:lnTo>
                  <a:pt x="2274" y="1244"/>
                </a:lnTo>
                <a:lnTo>
                  <a:pt x="2353" y="1244"/>
                </a:lnTo>
                <a:lnTo>
                  <a:pt x="2353" y="1303"/>
                </a:lnTo>
                <a:moveTo>
                  <a:pt x="2221" y="1303"/>
                </a:moveTo>
                <a:lnTo>
                  <a:pt x="2142" y="1303"/>
                </a:lnTo>
                <a:lnTo>
                  <a:pt x="2142" y="1244"/>
                </a:lnTo>
                <a:lnTo>
                  <a:pt x="2221" y="1244"/>
                </a:lnTo>
                <a:lnTo>
                  <a:pt x="2221" y="1303"/>
                </a:lnTo>
                <a:moveTo>
                  <a:pt x="2089" y="1303"/>
                </a:moveTo>
                <a:lnTo>
                  <a:pt x="2010" y="1303"/>
                </a:lnTo>
                <a:lnTo>
                  <a:pt x="2010" y="1244"/>
                </a:lnTo>
                <a:lnTo>
                  <a:pt x="2089" y="1244"/>
                </a:lnTo>
                <a:lnTo>
                  <a:pt x="2089" y="1303"/>
                </a:lnTo>
                <a:moveTo>
                  <a:pt x="1957" y="1303"/>
                </a:moveTo>
                <a:lnTo>
                  <a:pt x="1877" y="1303"/>
                </a:lnTo>
                <a:lnTo>
                  <a:pt x="1877" y="1244"/>
                </a:lnTo>
                <a:lnTo>
                  <a:pt x="1957" y="1244"/>
                </a:lnTo>
                <a:lnTo>
                  <a:pt x="1957" y="1303"/>
                </a:lnTo>
                <a:moveTo>
                  <a:pt x="1825" y="1303"/>
                </a:moveTo>
                <a:lnTo>
                  <a:pt x="1745" y="1303"/>
                </a:lnTo>
                <a:lnTo>
                  <a:pt x="1745" y="1244"/>
                </a:lnTo>
                <a:lnTo>
                  <a:pt x="1825" y="1244"/>
                </a:lnTo>
                <a:lnTo>
                  <a:pt x="1825" y="1303"/>
                </a:lnTo>
                <a:moveTo>
                  <a:pt x="1693" y="1303"/>
                </a:moveTo>
                <a:lnTo>
                  <a:pt x="1612" y="1303"/>
                </a:lnTo>
                <a:lnTo>
                  <a:pt x="1612" y="1244"/>
                </a:lnTo>
                <a:lnTo>
                  <a:pt x="1693" y="1244"/>
                </a:lnTo>
                <a:lnTo>
                  <a:pt x="1693" y="1303"/>
                </a:lnTo>
                <a:moveTo>
                  <a:pt x="1559" y="1303"/>
                </a:moveTo>
                <a:lnTo>
                  <a:pt x="1480" y="1303"/>
                </a:lnTo>
                <a:lnTo>
                  <a:pt x="1480" y="1244"/>
                </a:lnTo>
                <a:lnTo>
                  <a:pt x="1559" y="1244"/>
                </a:lnTo>
                <a:lnTo>
                  <a:pt x="1559" y="1303"/>
                </a:lnTo>
                <a:moveTo>
                  <a:pt x="1427" y="1303"/>
                </a:moveTo>
                <a:lnTo>
                  <a:pt x="1348" y="1303"/>
                </a:lnTo>
                <a:lnTo>
                  <a:pt x="1348" y="1244"/>
                </a:lnTo>
                <a:lnTo>
                  <a:pt x="1427" y="1244"/>
                </a:lnTo>
                <a:lnTo>
                  <a:pt x="1427" y="1303"/>
                </a:lnTo>
                <a:moveTo>
                  <a:pt x="1295" y="1303"/>
                </a:moveTo>
                <a:lnTo>
                  <a:pt x="1216" y="1303"/>
                </a:lnTo>
                <a:lnTo>
                  <a:pt x="1216" y="1244"/>
                </a:lnTo>
                <a:lnTo>
                  <a:pt x="1295" y="1244"/>
                </a:lnTo>
                <a:lnTo>
                  <a:pt x="1295" y="1303"/>
                </a:lnTo>
                <a:moveTo>
                  <a:pt x="1163" y="1303"/>
                </a:moveTo>
                <a:lnTo>
                  <a:pt x="1084" y="1303"/>
                </a:lnTo>
                <a:lnTo>
                  <a:pt x="1084" y="1244"/>
                </a:lnTo>
                <a:lnTo>
                  <a:pt x="1163" y="1244"/>
                </a:lnTo>
                <a:lnTo>
                  <a:pt x="1163" y="1303"/>
                </a:lnTo>
                <a:moveTo>
                  <a:pt x="1031" y="1303"/>
                </a:moveTo>
                <a:lnTo>
                  <a:pt x="952" y="1303"/>
                </a:lnTo>
                <a:lnTo>
                  <a:pt x="952" y="1244"/>
                </a:lnTo>
                <a:lnTo>
                  <a:pt x="1031" y="1244"/>
                </a:lnTo>
                <a:lnTo>
                  <a:pt x="1031" y="1303"/>
                </a:lnTo>
                <a:moveTo>
                  <a:pt x="899" y="1303"/>
                </a:moveTo>
                <a:lnTo>
                  <a:pt x="819" y="1303"/>
                </a:lnTo>
                <a:lnTo>
                  <a:pt x="819" y="1244"/>
                </a:lnTo>
                <a:lnTo>
                  <a:pt x="899" y="1244"/>
                </a:lnTo>
                <a:lnTo>
                  <a:pt x="899" y="1303"/>
                </a:lnTo>
                <a:moveTo>
                  <a:pt x="767" y="1303"/>
                </a:moveTo>
                <a:lnTo>
                  <a:pt x="687" y="1303"/>
                </a:lnTo>
                <a:lnTo>
                  <a:pt x="687" y="1244"/>
                </a:lnTo>
                <a:lnTo>
                  <a:pt x="767" y="1244"/>
                </a:lnTo>
                <a:lnTo>
                  <a:pt x="767" y="1303"/>
                </a:lnTo>
                <a:moveTo>
                  <a:pt x="635" y="1303"/>
                </a:moveTo>
                <a:lnTo>
                  <a:pt x="555" y="1303"/>
                </a:lnTo>
                <a:lnTo>
                  <a:pt x="555" y="1244"/>
                </a:lnTo>
                <a:lnTo>
                  <a:pt x="635" y="1244"/>
                </a:lnTo>
                <a:lnTo>
                  <a:pt x="635" y="1303"/>
                </a:lnTo>
                <a:moveTo>
                  <a:pt x="502" y="1303"/>
                </a:moveTo>
                <a:lnTo>
                  <a:pt x="423" y="1303"/>
                </a:lnTo>
                <a:lnTo>
                  <a:pt x="423" y="1244"/>
                </a:lnTo>
                <a:lnTo>
                  <a:pt x="502" y="1244"/>
                </a:lnTo>
                <a:lnTo>
                  <a:pt x="502" y="1303"/>
                </a:lnTo>
                <a:moveTo>
                  <a:pt x="370" y="1303"/>
                </a:moveTo>
                <a:lnTo>
                  <a:pt x="291" y="1303"/>
                </a:lnTo>
                <a:lnTo>
                  <a:pt x="291" y="1244"/>
                </a:lnTo>
                <a:lnTo>
                  <a:pt x="370" y="1244"/>
                </a:lnTo>
                <a:lnTo>
                  <a:pt x="370" y="1303"/>
                </a:lnTo>
                <a:moveTo>
                  <a:pt x="238" y="1303"/>
                </a:moveTo>
                <a:cubicBezTo>
                  <a:pt x="207" y="1302"/>
                  <a:pt x="178" y="1296"/>
                  <a:pt x="149" y="1285"/>
                </a:cubicBezTo>
                <a:lnTo>
                  <a:pt x="172" y="1231"/>
                </a:lnTo>
                <a:cubicBezTo>
                  <a:pt x="193" y="1240"/>
                  <a:pt x="215" y="1244"/>
                  <a:pt x="239" y="1244"/>
                </a:cubicBezTo>
                <a:lnTo>
                  <a:pt x="238" y="1303"/>
                </a:lnTo>
                <a:moveTo>
                  <a:pt x="97" y="1255"/>
                </a:moveTo>
                <a:cubicBezTo>
                  <a:pt x="72" y="1237"/>
                  <a:pt x="52" y="1214"/>
                  <a:pt x="36" y="1188"/>
                </a:cubicBezTo>
                <a:lnTo>
                  <a:pt x="85" y="1157"/>
                </a:lnTo>
                <a:cubicBezTo>
                  <a:pt x="98" y="1177"/>
                  <a:pt x="113" y="1194"/>
                  <a:pt x="132" y="1208"/>
                </a:cubicBezTo>
                <a:lnTo>
                  <a:pt x="97" y="1255"/>
                </a:lnTo>
                <a:moveTo>
                  <a:pt x="11" y="1133"/>
                </a:moveTo>
                <a:cubicBezTo>
                  <a:pt x="4" y="1110"/>
                  <a:pt x="0" y="1086"/>
                  <a:pt x="0" y="1062"/>
                </a:cubicBezTo>
                <a:lnTo>
                  <a:pt x="0" y="1046"/>
                </a:lnTo>
                <a:lnTo>
                  <a:pt x="58" y="1046"/>
                </a:lnTo>
                <a:lnTo>
                  <a:pt x="58" y="1062"/>
                </a:lnTo>
                <a:cubicBezTo>
                  <a:pt x="58" y="1080"/>
                  <a:pt x="61" y="1098"/>
                  <a:pt x="66" y="1116"/>
                </a:cubicBezTo>
                <a:lnTo>
                  <a:pt x="11" y="1133"/>
                </a:lnTo>
                <a:moveTo>
                  <a:pt x="0" y="993"/>
                </a:moveTo>
                <a:lnTo>
                  <a:pt x="0" y="914"/>
                </a:lnTo>
                <a:lnTo>
                  <a:pt x="58" y="914"/>
                </a:lnTo>
                <a:lnTo>
                  <a:pt x="58" y="993"/>
                </a:lnTo>
                <a:lnTo>
                  <a:pt x="0" y="993"/>
                </a:lnTo>
                <a:moveTo>
                  <a:pt x="0" y="861"/>
                </a:moveTo>
                <a:lnTo>
                  <a:pt x="0" y="782"/>
                </a:lnTo>
                <a:lnTo>
                  <a:pt x="58" y="782"/>
                </a:lnTo>
                <a:lnTo>
                  <a:pt x="58" y="861"/>
                </a:lnTo>
                <a:lnTo>
                  <a:pt x="0" y="861"/>
                </a:lnTo>
                <a:moveTo>
                  <a:pt x="0" y="729"/>
                </a:moveTo>
                <a:lnTo>
                  <a:pt x="0" y="650"/>
                </a:lnTo>
                <a:lnTo>
                  <a:pt x="58" y="650"/>
                </a:lnTo>
                <a:lnTo>
                  <a:pt x="58" y="729"/>
                </a:lnTo>
                <a:lnTo>
                  <a:pt x="0" y="729"/>
                </a:lnTo>
                <a:moveTo>
                  <a:pt x="0" y="596"/>
                </a:moveTo>
                <a:lnTo>
                  <a:pt x="0" y="516"/>
                </a:lnTo>
                <a:lnTo>
                  <a:pt x="58" y="516"/>
                </a:lnTo>
                <a:lnTo>
                  <a:pt x="58" y="596"/>
                </a:lnTo>
                <a:lnTo>
                  <a:pt x="0" y="596"/>
                </a:lnTo>
                <a:moveTo>
                  <a:pt x="0" y="464"/>
                </a:moveTo>
                <a:lnTo>
                  <a:pt x="0" y="384"/>
                </a:lnTo>
                <a:lnTo>
                  <a:pt x="58" y="384"/>
                </a:lnTo>
                <a:lnTo>
                  <a:pt x="58" y="464"/>
                </a:lnTo>
                <a:lnTo>
                  <a:pt x="0" y="464"/>
                </a:lnTo>
                <a:moveTo>
                  <a:pt x="0" y="332"/>
                </a:moveTo>
                <a:lnTo>
                  <a:pt x="0" y="252"/>
                </a:lnTo>
                <a:lnTo>
                  <a:pt x="58" y="252"/>
                </a:lnTo>
                <a:lnTo>
                  <a:pt x="58" y="332"/>
                </a:lnTo>
                <a:lnTo>
                  <a:pt x="0" y="332"/>
                </a:lnTo>
                <a:moveTo>
                  <a:pt x="4" y="195"/>
                </a:moveTo>
                <a:cubicBezTo>
                  <a:pt x="10" y="165"/>
                  <a:pt x="22" y="137"/>
                  <a:pt x="38" y="111"/>
                </a:cubicBezTo>
                <a:lnTo>
                  <a:pt x="87" y="142"/>
                </a:lnTo>
                <a:cubicBezTo>
                  <a:pt x="75" y="162"/>
                  <a:pt x="66" y="183"/>
                  <a:pt x="62" y="206"/>
                </a:cubicBezTo>
                <a:lnTo>
                  <a:pt x="4" y="195"/>
                </a:lnTo>
                <a:moveTo>
                  <a:pt x="77" y="64"/>
                </a:moveTo>
                <a:cubicBezTo>
                  <a:pt x="100" y="43"/>
                  <a:pt x="126" y="27"/>
                  <a:pt x="154" y="16"/>
                </a:cubicBezTo>
                <a:lnTo>
                  <a:pt x="175" y="70"/>
                </a:lnTo>
                <a:cubicBezTo>
                  <a:pt x="153" y="79"/>
                  <a:pt x="134" y="91"/>
                  <a:pt x="117" y="107"/>
                </a:cubicBezTo>
                <a:lnTo>
                  <a:pt x="77" y="64"/>
                </a:lnTo>
                <a:moveTo>
                  <a:pt x="214" y="1"/>
                </a:moveTo>
                <a:cubicBezTo>
                  <a:pt x="223" y="0"/>
                  <a:pt x="232" y="0"/>
                  <a:pt x="241" y="0"/>
                </a:cubicBezTo>
                <a:lnTo>
                  <a:pt x="320" y="0"/>
                </a:lnTo>
                <a:lnTo>
                  <a:pt x="320" y="58"/>
                </a:lnTo>
                <a:lnTo>
                  <a:pt x="241" y="58"/>
                </a:lnTo>
                <a:cubicBezTo>
                  <a:pt x="234" y="58"/>
                  <a:pt x="227" y="58"/>
                  <a:pt x="220" y="59"/>
                </a:cubicBezTo>
                <a:lnTo>
                  <a:pt x="214" y="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1084680" y="3761280"/>
            <a:ext cx="3355200" cy="469080"/>
          </a:xfrm>
          <a:custGeom>
            <a:avLst/>
            <a:gdLst/>
            <a:ahLst/>
            <a:rect l="0" t="0" r="r" b="b"/>
            <a:pathLst>
              <a:path w="9320" h="1303">
                <a:moveTo>
                  <a:pt x="373" y="0"/>
                </a:moveTo>
                <a:lnTo>
                  <a:pt x="452" y="0"/>
                </a:lnTo>
                <a:lnTo>
                  <a:pt x="452" y="58"/>
                </a:lnTo>
                <a:lnTo>
                  <a:pt x="373" y="58"/>
                </a:lnTo>
                <a:lnTo>
                  <a:pt x="373" y="0"/>
                </a:lnTo>
                <a:moveTo>
                  <a:pt x="505" y="0"/>
                </a:moveTo>
                <a:lnTo>
                  <a:pt x="584" y="0"/>
                </a:lnTo>
                <a:lnTo>
                  <a:pt x="584" y="58"/>
                </a:lnTo>
                <a:lnTo>
                  <a:pt x="505" y="58"/>
                </a:lnTo>
                <a:lnTo>
                  <a:pt x="505" y="0"/>
                </a:lnTo>
                <a:moveTo>
                  <a:pt x="637" y="0"/>
                </a:moveTo>
                <a:lnTo>
                  <a:pt x="717" y="0"/>
                </a:lnTo>
                <a:lnTo>
                  <a:pt x="717" y="58"/>
                </a:lnTo>
                <a:lnTo>
                  <a:pt x="637" y="58"/>
                </a:lnTo>
                <a:lnTo>
                  <a:pt x="637" y="0"/>
                </a:lnTo>
                <a:moveTo>
                  <a:pt x="769" y="0"/>
                </a:moveTo>
                <a:lnTo>
                  <a:pt x="849" y="0"/>
                </a:lnTo>
                <a:lnTo>
                  <a:pt x="849" y="58"/>
                </a:lnTo>
                <a:lnTo>
                  <a:pt x="769" y="58"/>
                </a:lnTo>
                <a:lnTo>
                  <a:pt x="769" y="0"/>
                </a:lnTo>
                <a:moveTo>
                  <a:pt x="901" y="0"/>
                </a:moveTo>
                <a:lnTo>
                  <a:pt x="981" y="0"/>
                </a:lnTo>
                <a:lnTo>
                  <a:pt x="981" y="58"/>
                </a:lnTo>
                <a:lnTo>
                  <a:pt x="901" y="58"/>
                </a:lnTo>
                <a:lnTo>
                  <a:pt x="901" y="0"/>
                </a:lnTo>
                <a:moveTo>
                  <a:pt x="1034" y="0"/>
                </a:moveTo>
                <a:lnTo>
                  <a:pt x="1113" y="0"/>
                </a:lnTo>
                <a:lnTo>
                  <a:pt x="1113" y="58"/>
                </a:lnTo>
                <a:lnTo>
                  <a:pt x="1034" y="58"/>
                </a:lnTo>
                <a:lnTo>
                  <a:pt x="1034" y="0"/>
                </a:lnTo>
                <a:moveTo>
                  <a:pt x="1166" y="0"/>
                </a:moveTo>
                <a:lnTo>
                  <a:pt x="1245" y="0"/>
                </a:lnTo>
                <a:lnTo>
                  <a:pt x="1245" y="58"/>
                </a:lnTo>
                <a:lnTo>
                  <a:pt x="1166" y="58"/>
                </a:lnTo>
                <a:lnTo>
                  <a:pt x="1166" y="0"/>
                </a:lnTo>
                <a:moveTo>
                  <a:pt x="1298" y="0"/>
                </a:moveTo>
                <a:lnTo>
                  <a:pt x="1377" y="0"/>
                </a:lnTo>
                <a:lnTo>
                  <a:pt x="1377" y="58"/>
                </a:lnTo>
                <a:lnTo>
                  <a:pt x="1298" y="58"/>
                </a:lnTo>
                <a:lnTo>
                  <a:pt x="1298" y="0"/>
                </a:lnTo>
                <a:moveTo>
                  <a:pt x="1430" y="0"/>
                </a:moveTo>
                <a:lnTo>
                  <a:pt x="1509" y="0"/>
                </a:lnTo>
                <a:lnTo>
                  <a:pt x="1509" y="58"/>
                </a:lnTo>
                <a:lnTo>
                  <a:pt x="1430" y="58"/>
                </a:lnTo>
                <a:lnTo>
                  <a:pt x="1430" y="0"/>
                </a:lnTo>
                <a:moveTo>
                  <a:pt x="1562" y="0"/>
                </a:moveTo>
                <a:lnTo>
                  <a:pt x="1641" y="0"/>
                </a:lnTo>
                <a:lnTo>
                  <a:pt x="1641" y="58"/>
                </a:lnTo>
                <a:lnTo>
                  <a:pt x="1562" y="58"/>
                </a:lnTo>
                <a:lnTo>
                  <a:pt x="1562" y="0"/>
                </a:lnTo>
                <a:moveTo>
                  <a:pt x="1695" y="0"/>
                </a:moveTo>
                <a:lnTo>
                  <a:pt x="1775" y="0"/>
                </a:lnTo>
                <a:lnTo>
                  <a:pt x="1775" y="58"/>
                </a:lnTo>
                <a:lnTo>
                  <a:pt x="1695" y="58"/>
                </a:lnTo>
                <a:lnTo>
                  <a:pt x="1695" y="0"/>
                </a:lnTo>
                <a:moveTo>
                  <a:pt x="1827" y="0"/>
                </a:moveTo>
                <a:lnTo>
                  <a:pt x="1907" y="0"/>
                </a:lnTo>
                <a:lnTo>
                  <a:pt x="1907" y="58"/>
                </a:lnTo>
                <a:lnTo>
                  <a:pt x="1827" y="58"/>
                </a:lnTo>
                <a:lnTo>
                  <a:pt x="1827" y="0"/>
                </a:lnTo>
                <a:moveTo>
                  <a:pt x="1959" y="0"/>
                </a:moveTo>
                <a:lnTo>
                  <a:pt x="2039" y="0"/>
                </a:lnTo>
                <a:lnTo>
                  <a:pt x="2039" y="58"/>
                </a:lnTo>
                <a:lnTo>
                  <a:pt x="1959" y="58"/>
                </a:lnTo>
                <a:lnTo>
                  <a:pt x="1959" y="0"/>
                </a:lnTo>
                <a:moveTo>
                  <a:pt x="2092" y="0"/>
                </a:moveTo>
                <a:lnTo>
                  <a:pt x="2171" y="0"/>
                </a:lnTo>
                <a:lnTo>
                  <a:pt x="2171" y="58"/>
                </a:lnTo>
                <a:lnTo>
                  <a:pt x="2092" y="58"/>
                </a:lnTo>
                <a:lnTo>
                  <a:pt x="2092" y="0"/>
                </a:lnTo>
                <a:moveTo>
                  <a:pt x="2224" y="0"/>
                </a:moveTo>
                <a:lnTo>
                  <a:pt x="2303" y="0"/>
                </a:lnTo>
                <a:lnTo>
                  <a:pt x="2303" y="58"/>
                </a:lnTo>
                <a:lnTo>
                  <a:pt x="2224" y="58"/>
                </a:lnTo>
                <a:lnTo>
                  <a:pt x="2224" y="0"/>
                </a:lnTo>
                <a:moveTo>
                  <a:pt x="2356" y="0"/>
                </a:moveTo>
                <a:lnTo>
                  <a:pt x="2435" y="0"/>
                </a:lnTo>
                <a:lnTo>
                  <a:pt x="2435" y="58"/>
                </a:lnTo>
                <a:lnTo>
                  <a:pt x="2356" y="58"/>
                </a:lnTo>
                <a:lnTo>
                  <a:pt x="2356" y="0"/>
                </a:lnTo>
                <a:moveTo>
                  <a:pt x="2488" y="0"/>
                </a:moveTo>
                <a:lnTo>
                  <a:pt x="2567" y="0"/>
                </a:lnTo>
                <a:lnTo>
                  <a:pt x="2567" y="58"/>
                </a:lnTo>
                <a:lnTo>
                  <a:pt x="2488" y="58"/>
                </a:lnTo>
                <a:lnTo>
                  <a:pt x="2488" y="0"/>
                </a:lnTo>
                <a:moveTo>
                  <a:pt x="2620" y="0"/>
                </a:moveTo>
                <a:lnTo>
                  <a:pt x="2699" y="0"/>
                </a:lnTo>
                <a:lnTo>
                  <a:pt x="2699" y="58"/>
                </a:lnTo>
                <a:lnTo>
                  <a:pt x="2620" y="58"/>
                </a:lnTo>
                <a:lnTo>
                  <a:pt x="2620" y="0"/>
                </a:lnTo>
                <a:moveTo>
                  <a:pt x="2752" y="0"/>
                </a:moveTo>
                <a:lnTo>
                  <a:pt x="2832" y="0"/>
                </a:lnTo>
                <a:lnTo>
                  <a:pt x="2832" y="58"/>
                </a:lnTo>
                <a:lnTo>
                  <a:pt x="2752" y="58"/>
                </a:lnTo>
                <a:lnTo>
                  <a:pt x="2752" y="0"/>
                </a:lnTo>
                <a:moveTo>
                  <a:pt x="2884" y="0"/>
                </a:moveTo>
                <a:lnTo>
                  <a:pt x="2964" y="0"/>
                </a:lnTo>
                <a:lnTo>
                  <a:pt x="2964" y="58"/>
                </a:lnTo>
                <a:lnTo>
                  <a:pt x="2884" y="58"/>
                </a:lnTo>
                <a:lnTo>
                  <a:pt x="2884" y="0"/>
                </a:lnTo>
                <a:moveTo>
                  <a:pt x="3016" y="0"/>
                </a:moveTo>
                <a:lnTo>
                  <a:pt x="3096" y="0"/>
                </a:lnTo>
                <a:lnTo>
                  <a:pt x="3096" y="58"/>
                </a:lnTo>
                <a:lnTo>
                  <a:pt x="3016" y="58"/>
                </a:lnTo>
                <a:lnTo>
                  <a:pt x="3016" y="0"/>
                </a:lnTo>
                <a:moveTo>
                  <a:pt x="3149" y="0"/>
                </a:moveTo>
                <a:lnTo>
                  <a:pt x="3228" y="0"/>
                </a:lnTo>
                <a:lnTo>
                  <a:pt x="3228" y="58"/>
                </a:lnTo>
                <a:lnTo>
                  <a:pt x="3149" y="58"/>
                </a:lnTo>
                <a:lnTo>
                  <a:pt x="3149" y="0"/>
                </a:lnTo>
                <a:moveTo>
                  <a:pt x="3281" y="0"/>
                </a:moveTo>
                <a:lnTo>
                  <a:pt x="3360" y="0"/>
                </a:lnTo>
                <a:lnTo>
                  <a:pt x="3360" y="58"/>
                </a:lnTo>
                <a:lnTo>
                  <a:pt x="3281" y="58"/>
                </a:lnTo>
                <a:lnTo>
                  <a:pt x="3281" y="0"/>
                </a:lnTo>
                <a:moveTo>
                  <a:pt x="3413" y="0"/>
                </a:moveTo>
                <a:lnTo>
                  <a:pt x="3492" y="0"/>
                </a:lnTo>
                <a:lnTo>
                  <a:pt x="3492" y="58"/>
                </a:lnTo>
                <a:lnTo>
                  <a:pt x="3413" y="58"/>
                </a:lnTo>
                <a:lnTo>
                  <a:pt x="3413" y="0"/>
                </a:lnTo>
                <a:moveTo>
                  <a:pt x="3545" y="0"/>
                </a:moveTo>
                <a:lnTo>
                  <a:pt x="3624" y="0"/>
                </a:lnTo>
                <a:lnTo>
                  <a:pt x="3624" y="58"/>
                </a:lnTo>
                <a:lnTo>
                  <a:pt x="3545" y="58"/>
                </a:lnTo>
                <a:lnTo>
                  <a:pt x="3545" y="0"/>
                </a:lnTo>
                <a:moveTo>
                  <a:pt x="3677" y="0"/>
                </a:moveTo>
                <a:lnTo>
                  <a:pt x="3756" y="0"/>
                </a:lnTo>
                <a:lnTo>
                  <a:pt x="3756" y="58"/>
                </a:lnTo>
                <a:lnTo>
                  <a:pt x="3677" y="58"/>
                </a:lnTo>
                <a:lnTo>
                  <a:pt x="3677" y="0"/>
                </a:lnTo>
                <a:moveTo>
                  <a:pt x="3809" y="0"/>
                </a:moveTo>
                <a:lnTo>
                  <a:pt x="3889" y="0"/>
                </a:lnTo>
                <a:lnTo>
                  <a:pt x="3889" y="58"/>
                </a:lnTo>
                <a:lnTo>
                  <a:pt x="3809" y="58"/>
                </a:lnTo>
                <a:lnTo>
                  <a:pt x="3809" y="0"/>
                </a:lnTo>
                <a:moveTo>
                  <a:pt x="3941" y="0"/>
                </a:moveTo>
                <a:lnTo>
                  <a:pt x="4021" y="0"/>
                </a:lnTo>
                <a:lnTo>
                  <a:pt x="4021" y="58"/>
                </a:lnTo>
                <a:lnTo>
                  <a:pt x="3941" y="58"/>
                </a:lnTo>
                <a:lnTo>
                  <a:pt x="3941" y="0"/>
                </a:lnTo>
                <a:moveTo>
                  <a:pt x="4073" y="0"/>
                </a:moveTo>
                <a:lnTo>
                  <a:pt x="4153" y="0"/>
                </a:lnTo>
                <a:lnTo>
                  <a:pt x="4153" y="58"/>
                </a:lnTo>
                <a:lnTo>
                  <a:pt x="4073" y="58"/>
                </a:lnTo>
                <a:lnTo>
                  <a:pt x="4073" y="0"/>
                </a:lnTo>
                <a:moveTo>
                  <a:pt x="4206" y="0"/>
                </a:moveTo>
                <a:lnTo>
                  <a:pt x="4285" y="0"/>
                </a:lnTo>
                <a:lnTo>
                  <a:pt x="4285" y="58"/>
                </a:lnTo>
                <a:lnTo>
                  <a:pt x="4206" y="58"/>
                </a:lnTo>
                <a:lnTo>
                  <a:pt x="4206" y="0"/>
                </a:lnTo>
                <a:moveTo>
                  <a:pt x="4338" y="0"/>
                </a:moveTo>
                <a:lnTo>
                  <a:pt x="4417" y="0"/>
                </a:lnTo>
                <a:lnTo>
                  <a:pt x="4417" y="58"/>
                </a:lnTo>
                <a:lnTo>
                  <a:pt x="4338" y="58"/>
                </a:lnTo>
                <a:lnTo>
                  <a:pt x="4338" y="0"/>
                </a:lnTo>
                <a:moveTo>
                  <a:pt x="4470" y="0"/>
                </a:moveTo>
                <a:lnTo>
                  <a:pt x="4549" y="0"/>
                </a:lnTo>
                <a:lnTo>
                  <a:pt x="4549" y="58"/>
                </a:lnTo>
                <a:lnTo>
                  <a:pt x="4470" y="58"/>
                </a:lnTo>
                <a:lnTo>
                  <a:pt x="4470" y="0"/>
                </a:lnTo>
                <a:moveTo>
                  <a:pt x="4602" y="0"/>
                </a:moveTo>
                <a:lnTo>
                  <a:pt x="4681" y="0"/>
                </a:lnTo>
                <a:lnTo>
                  <a:pt x="4681" y="58"/>
                </a:lnTo>
                <a:lnTo>
                  <a:pt x="4602" y="58"/>
                </a:lnTo>
                <a:lnTo>
                  <a:pt x="4602" y="0"/>
                </a:lnTo>
                <a:moveTo>
                  <a:pt x="4734" y="0"/>
                </a:moveTo>
                <a:lnTo>
                  <a:pt x="4813" y="0"/>
                </a:lnTo>
                <a:lnTo>
                  <a:pt x="4813" y="58"/>
                </a:lnTo>
                <a:lnTo>
                  <a:pt x="4734" y="58"/>
                </a:lnTo>
                <a:lnTo>
                  <a:pt x="4734" y="0"/>
                </a:lnTo>
                <a:moveTo>
                  <a:pt x="4866" y="0"/>
                </a:moveTo>
                <a:lnTo>
                  <a:pt x="4946" y="0"/>
                </a:lnTo>
                <a:lnTo>
                  <a:pt x="4946" y="58"/>
                </a:lnTo>
                <a:lnTo>
                  <a:pt x="4866" y="58"/>
                </a:lnTo>
                <a:lnTo>
                  <a:pt x="4866" y="0"/>
                </a:lnTo>
                <a:moveTo>
                  <a:pt x="4998" y="0"/>
                </a:moveTo>
                <a:lnTo>
                  <a:pt x="5078" y="0"/>
                </a:lnTo>
                <a:lnTo>
                  <a:pt x="5078" y="58"/>
                </a:lnTo>
                <a:lnTo>
                  <a:pt x="4998" y="58"/>
                </a:lnTo>
                <a:lnTo>
                  <a:pt x="4998" y="0"/>
                </a:lnTo>
                <a:moveTo>
                  <a:pt x="5130" y="0"/>
                </a:moveTo>
                <a:lnTo>
                  <a:pt x="5210" y="0"/>
                </a:lnTo>
                <a:lnTo>
                  <a:pt x="5210" y="58"/>
                </a:lnTo>
                <a:lnTo>
                  <a:pt x="5130" y="58"/>
                </a:lnTo>
                <a:lnTo>
                  <a:pt x="5130" y="0"/>
                </a:lnTo>
                <a:moveTo>
                  <a:pt x="5263" y="0"/>
                </a:moveTo>
                <a:lnTo>
                  <a:pt x="5342" y="0"/>
                </a:lnTo>
                <a:lnTo>
                  <a:pt x="5342" y="58"/>
                </a:lnTo>
                <a:lnTo>
                  <a:pt x="5263" y="58"/>
                </a:lnTo>
                <a:lnTo>
                  <a:pt x="5263" y="0"/>
                </a:lnTo>
                <a:moveTo>
                  <a:pt x="5395" y="0"/>
                </a:moveTo>
                <a:lnTo>
                  <a:pt x="5474" y="0"/>
                </a:lnTo>
                <a:lnTo>
                  <a:pt x="5474" y="58"/>
                </a:lnTo>
                <a:lnTo>
                  <a:pt x="5395" y="58"/>
                </a:lnTo>
                <a:lnTo>
                  <a:pt x="5395" y="0"/>
                </a:lnTo>
                <a:moveTo>
                  <a:pt x="5527" y="0"/>
                </a:moveTo>
                <a:lnTo>
                  <a:pt x="5606" y="0"/>
                </a:lnTo>
                <a:lnTo>
                  <a:pt x="5606" y="58"/>
                </a:lnTo>
                <a:lnTo>
                  <a:pt x="5527" y="58"/>
                </a:lnTo>
                <a:lnTo>
                  <a:pt x="5527" y="0"/>
                </a:lnTo>
                <a:moveTo>
                  <a:pt x="5659" y="0"/>
                </a:moveTo>
                <a:lnTo>
                  <a:pt x="5738" y="0"/>
                </a:lnTo>
                <a:lnTo>
                  <a:pt x="5738" y="58"/>
                </a:lnTo>
                <a:lnTo>
                  <a:pt x="5659" y="58"/>
                </a:lnTo>
                <a:lnTo>
                  <a:pt x="5659" y="0"/>
                </a:lnTo>
                <a:moveTo>
                  <a:pt x="5791" y="0"/>
                </a:moveTo>
                <a:lnTo>
                  <a:pt x="5870" y="0"/>
                </a:lnTo>
                <a:lnTo>
                  <a:pt x="5870" y="58"/>
                </a:lnTo>
                <a:lnTo>
                  <a:pt x="5791" y="58"/>
                </a:lnTo>
                <a:lnTo>
                  <a:pt x="5791" y="0"/>
                </a:lnTo>
                <a:moveTo>
                  <a:pt x="5923" y="0"/>
                </a:moveTo>
                <a:lnTo>
                  <a:pt x="6002" y="0"/>
                </a:lnTo>
                <a:lnTo>
                  <a:pt x="6002" y="58"/>
                </a:lnTo>
                <a:lnTo>
                  <a:pt x="5923" y="58"/>
                </a:lnTo>
                <a:lnTo>
                  <a:pt x="5923" y="0"/>
                </a:lnTo>
                <a:moveTo>
                  <a:pt x="6055" y="0"/>
                </a:moveTo>
                <a:lnTo>
                  <a:pt x="6135" y="0"/>
                </a:lnTo>
                <a:lnTo>
                  <a:pt x="6135" y="58"/>
                </a:lnTo>
                <a:lnTo>
                  <a:pt x="6055" y="58"/>
                </a:lnTo>
                <a:lnTo>
                  <a:pt x="6055" y="0"/>
                </a:lnTo>
                <a:moveTo>
                  <a:pt x="6187" y="0"/>
                </a:moveTo>
                <a:lnTo>
                  <a:pt x="6267" y="0"/>
                </a:lnTo>
                <a:lnTo>
                  <a:pt x="6267" y="58"/>
                </a:lnTo>
                <a:lnTo>
                  <a:pt x="6187" y="58"/>
                </a:lnTo>
                <a:lnTo>
                  <a:pt x="6187" y="0"/>
                </a:lnTo>
                <a:moveTo>
                  <a:pt x="6319" y="0"/>
                </a:moveTo>
                <a:lnTo>
                  <a:pt x="6399" y="0"/>
                </a:lnTo>
                <a:lnTo>
                  <a:pt x="6399" y="58"/>
                </a:lnTo>
                <a:lnTo>
                  <a:pt x="6319" y="58"/>
                </a:lnTo>
                <a:lnTo>
                  <a:pt x="6319" y="0"/>
                </a:lnTo>
                <a:moveTo>
                  <a:pt x="6452" y="0"/>
                </a:moveTo>
                <a:lnTo>
                  <a:pt x="6531" y="0"/>
                </a:lnTo>
                <a:lnTo>
                  <a:pt x="6531" y="58"/>
                </a:lnTo>
                <a:lnTo>
                  <a:pt x="6452" y="58"/>
                </a:lnTo>
                <a:lnTo>
                  <a:pt x="6452" y="0"/>
                </a:lnTo>
                <a:moveTo>
                  <a:pt x="6584" y="0"/>
                </a:moveTo>
                <a:lnTo>
                  <a:pt x="6663" y="0"/>
                </a:lnTo>
                <a:lnTo>
                  <a:pt x="6663" y="58"/>
                </a:lnTo>
                <a:lnTo>
                  <a:pt x="6584" y="58"/>
                </a:lnTo>
                <a:lnTo>
                  <a:pt x="6584" y="0"/>
                </a:lnTo>
                <a:moveTo>
                  <a:pt x="6716" y="0"/>
                </a:moveTo>
                <a:lnTo>
                  <a:pt x="6795" y="0"/>
                </a:lnTo>
                <a:lnTo>
                  <a:pt x="6795" y="58"/>
                </a:lnTo>
                <a:lnTo>
                  <a:pt x="6716" y="58"/>
                </a:lnTo>
                <a:lnTo>
                  <a:pt x="6716" y="0"/>
                </a:lnTo>
                <a:moveTo>
                  <a:pt x="6848" y="0"/>
                </a:moveTo>
                <a:lnTo>
                  <a:pt x="6927" y="0"/>
                </a:lnTo>
                <a:lnTo>
                  <a:pt x="6927" y="58"/>
                </a:lnTo>
                <a:lnTo>
                  <a:pt x="6848" y="58"/>
                </a:lnTo>
                <a:lnTo>
                  <a:pt x="6848" y="0"/>
                </a:lnTo>
                <a:moveTo>
                  <a:pt x="6980" y="0"/>
                </a:moveTo>
                <a:lnTo>
                  <a:pt x="7059" y="0"/>
                </a:lnTo>
                <a:lnTo>
                  <a:pt x="7059" y="58"/>
                </a:lnTo>
                <a:lnTo>
                  <a:pt x="6980" y="58"/>
                </a:lnTo>
                <a:lnTo>
                  <a:pt x="6980" y="0"/>
                </a:lnTo>
                <a:moveTo>
                  <a:pt x="7112" y="0"/>
                </a:moveTo>
                <a:lnTo>
                  <a:pt x="7192" y="0"/>
                </a:lnTo>
                <a:lnTo>
                  <a:pt x="7192" y="58"/>
                </a:lnTo>
                <a:lnTo>
                  <a:pt x="7112" y="58"/>
                </a:lnTo>
                <a:lnTo>
                  <a:pt x="7112" y="0"/>
                </a:lnTo>
                <a:moveTo>
                  <a:pt x="7244" y="0"/>
                </a:moveTo>
                <a:lnTo>
                  <a:pt x="7324" y="0"/>
                </a:lnTo>
                <a:lnTo>
                  <a:pt x="7324" y="58"/>
                </a:lnTo>
                <a:lnTo>
                  <a:pt x="7244" y="58"/>
                </a:lnTo>
                <a:lnTo>
                  <a:pt x="7244" y="0"/>
                </a:lnTo>
                <a:moveTo>
                  <a:pt x="7376" y="0"/>
                </a:moveTo>
                <a:lnTo>
                  <a:pt x="7456" y="0"/>
                </a:lnTo>
                <a:lnTo>
                  <a:pt x="7456" y="58"/>
                </a:lnTo>
                <a:lnTo>
                  <a:pt x="7376" y="58"/>
                </a:lnTo>
                <a:lnTo>
                  <a:pt x="7376" y="0"/>
                </a:lnTo>
                <a:moveTo>
                  <a:pt x="7509" y="0"/>
                </a:moveTo>
                <a:lnTo>
                  <a:pt x="7588" y="0"/>
                </a:lnTo>
                <a:lnTo>
                  <a:pt x="7588" y="58"/>
                </a:lnTo>
                <a:lnTo>
                  <a:pt x="7509" y="58"/>
                </a:lnTo>
                <a:lnTo>
                  <a:pt x="7509" y="0"/>
                </a:lnTo>
                <a:moveTo>
                  <a:pt x="7641" y="0"/>
                </a:moveTo>
                <a:lnTo>
                  <a:pt x="7720" y="0"/>
                </a:lnTo>
                <a:lnTo>
                  <a:pt x="7720" y="58"/>
                </a:lnTo>
                <a:lnTo>
                  <a:pt x="7641" y="58"/>
                </a:lnTo>
                <a:lnTo>
                  <a:pt x="7641" y="0"/>
                </a:lnTo>
                <a:moveTo>
                  <a:pt x="7773" y="0"/>
                </a:moveTo>
                <a:lnTo>
                  <a:pt x="7852" y="0"/>
                </a:lnTo>
                <a:lnTo>
                  <a:pt x="7852" y="58"/>
                </a:lnTo>
                <a:lnTo>
                  <a:pt x="7773" y="58"/>
                </a:lnTo>
                <a:lnTo>
                  <a:pt x="7773" y="0"/>
                </a:lnTo>
                <a:moveTo>
                  <a:pt x="7905" y="0"/>
                </a:moveTo>
                <a:lnTo>
                  <a:pt x="7984" y="0"/>
                </a:lnTo>
                <a:lnTo>
                  <a:pt x="7984" y="58"/>
                </a:lnTo>
                <a:lnTo>
                  <a:pt x="7905" y="58"/>
                </a:lnTo>
                <a:lnTo>
                  <a:pt x="7905" y="0"/>
                </a:lnTo>
                <a:moveTo>
                  <a:pt x="8037" y="0"/>
                </a:moveTo>
                <a:lnTo>
                  <a:pt x="8116" y="0"/>
                </a:lnTo>
                <a:lnTo>
                  <a:pt x="8116" y="58"/>
                </a:lnTo>
                <a:lnTo>
                  <a:pt x="8037" y="58"/>
                </a:lnTo>
                <a:lnTo>
                  <a:pt x="8037" y="0"/>
                </a:lnTo>
                <a:moveTo>
                  <a:pt x="8169" y="0"/>
                </a:moveTo>
                <a:lnTo>
                  <a:pt x="8249" y="0"/>
                </a:lnTo>
                <a:lnTo>
                  <a:pt x="8249" y="58"/>
                </a:lnTo>
                <a:lnTo>
                  <a:pt x="8169" y="58"/>
                </a:lnTo>
                <a:lnTo>
                  <a:pt x="8169" y="0"/>
                </a:lnTo>
                <a:moveTo>
                  <a:pt x="8301" y="0"/>
                </a:moveTo>
                <a:lnTo>
                  <a:pt x="8381" y="0"/>
                </a:lnTo>
                <a:lnTo>
                  <a:pt x="8381" y="58"/>
                </a:lnTo>
                <a:lnTo>
                  <a:pt x="8301" y="58"/>
                </a:lnTo>
                <a:lnTo>
                  <a:pt x="8301" y="0"/>
                </a:lnTo>
                <a:moveTo>
                  <a:pt x="8433" y="0"/>
                </a:moveTo>
                <a:lnTo>
                  <a:pt x="8513" y="0"/>
                </a:lnTo>
                <a:lnTo>
                  <a:pt x="8513" y="58"/>
                </a:lnTo>
                <a:lnTo>
                  <a:pt x="8433" y="58"/>
                </a:lnTo>
                <a:lnTo>
                  <a:pt x="8433" y="0"/>
                </a:lnTo>
                <a:moveTo>
                  <a:pt x="8566" y="0"/>
                </a:moveTo>
                <a:lnTo>
                  <a:pt x="8645" y="0"/>
                </a:lnTo>
                <a:lnTo>
                  <a:pt x="8645" y="58"/>
                </a:lnTo>
                <a:lnTo>
                  <a:pt x="8566" y="58"/>
                </a:lnTo>
                <a:lnTo>
                  <a:pt x="8566" y="0"/>
                </a:lnTo>
                <a:moveTo>
                  <a:pt x="8698" y="0"/>
                </a:moveTo>
                <a:lnTo>
                  <a:pt x="8777" y="0"/>
                </a:lnTo>
                <a:lnTo>
                  <a:pt x="8777" y="58"/>
                </a:lnTo>
                <a:lnTo>
                  <a:pt x="8698" y="58"/>
                </a:lnTo>
                <a:lnTo>
                  <a:pt x="8698" y="0"/>
                </a:lnTo>
                <a:moveTo>
                  <a:pt x="8830" y="0"/>
                </a:moveTo>
                <a:lnTo>
                  <a:pt x="8909" y="0"/>
                </a:lnTo>
                <a:lnTo>
                  <a:pt x="8909" y="58"/>
                </a:lnTo>
                <a:lnTo>
                  <a:pt x="8830" y="58"/>
                </a:lnTo>
                <a:lnTo>
                  <a:pt x="8830" y="0"/>
                </a:lnTo>
                <a:moveTo>
                  <a:pt x="8962" y="0"/>
                </a:moveTo>
                <a:lnTo>
                  <a:pt x="9041" y="0"/>
                </a:lnTo>
                <a:lnTo>
                  <a:pt x="9041" y="58"/>
                </a:lnTo>
                <a:lnTo>
                  <a:pt x="8962" y="58"/>
                </a:lnTo>
                <a:lnTo>
                  <a:pt x="8962" y="0"/>
                </a:lnTo>
                <a:moveTo>
                  <a:pt x="9095" y="0"/>
                </a:moveTo>
                <a:cubicBezTo>
                  <a:pt x="9126" y="3"/>
                  <a:pt x="9155" y="10"/>
                  <a:pt x="9183" y="24"/>
                </a:cubicBezTo>
                <a:lnTo>
                  <a:pt x="9158" y="76"/>
                </a:lnTo>
                <a:cubicBezTo>
                  <a:pt x="9137" y="66"/>
                  <a:pt x="9115" y="60"/>
                  <a:pt x="9091" y="59"/>
                </a:cubicBezTo>
                <a:lnTo>
                  <a:pt x="9095" y="0"/>
                </a:lnTo>
                <a:moveTo>
                  <a:pt x="9234" y="56"/>
                </a:moveTo>
                <a:cubicBezTo>
                  <a:pt x="9258" y="76"/>
                  <a:pt x="9277" y="100"/>
                  <a:pt x="9291" y="127"/>
                </a:cubicBezTo>
                <a:lnTo>
                  <a:pt x="9240" y="155"/>
                </a:lnTo>
                <a:cubicBezTo>
                  <a:pt x="9229" y="134"/>
                  <a:pt x="9214" y="116"/>
                  <a:pt x="9196" y="101"/>
                </a:cubicBezTo>
                <a:lnTo>
                  <a:pt x="9234" y="56"/>
                </a:lnTo>
                <a:moveTo>
                  <a:pt x="9313" y="184"/>
                </a:moveTo>
                <a:cubicBezTo>
                  <a:pt x="9317" y="203"/>
                  <a:pt x="9320" y="222"/>
                  <a:pt x="9320" y="241"/>
                </a:cubicBezTo>
                <a:lnTo>
                  <a:pt x="9320" y="269"/>
                </a:lnTo>
                <a:lnTo>
                  <a:pt x="9262" y="269"/>
                </a:lnTo>
                <a:lnTo>
                  <a:pt x="9262" y="241"/>
                </a:lnTo>
                <a:cubicBezTo>
                  <a:pt x="9262" y="226"/>
                  <a:pt x="9260" y="212"/>
                  <a:pt x="9256" y="198"/>
                </a:cubicBezTo>
                <a:lnTo>
                  <a:pt x="9313" y="184"/>
                </a:lnTo>
                <a:moveTo>
                  <a:pt x="9320" y="322"/>
                </a:moveTo>
                <a:lnTo>
                  <a:pt x="9320" y="401"/>
                </a:lnTo>
                <a:lnTo>
                  <a:pt x="9262" y="401"/>
                </a:lnTo>
                <a:lnTo>
                  <a:pt x="9262" y="322"/>
                </a:lnTo>
                <a:lnTo>
                  <a:pt x="9320" y="322"/>
                </a:lnTo>
                <a:moveTo>
                  <a:pt x="9320" y="454"/>
                </a:moveTo>
                <a:lnTo>
                  <a:pt x="9320" y="533"/>
                </a:lnTo>
                <a:lnTo>
                  <a:pt x="9262" y="533"/>
                </a:lnTo>
                <a:lnTo>
                  <a:pt x="9262" y="454"/>
                </a:lnTo>
                <a:lnTo>
                  <a:pt x="9320" y="454"/>
                </a:lnTo>
                <a:moveTo>
                  <a:pt x="9320" y="586"/>
                </a:moveTo>
                <a:lnTo>
                  <a:pt x="9320" y="666"/>
                </a:lnTo>
                <a:lnTo>
                  <a:pt x="9262" y="666"/>
                </a:lnTo>
                <a:lnTo>
                  <a:pt x="9262" y="586"/>
                </a:lnTo>
                <a:lnTo>
                  <a:pt x="9320" y="586"/>
                </a:lnTo>
                <a:moveTo>
                  <a:pt x="9320" y="719"/>
                </a:moveTo>
                <a:lnTo>
                  <a:pt x="9320" y="799"/>
                </a:lnTo>
                <a:lnTo>
                  <a:pt x="9262" y="799"/>
                </a:lnTo>
                <a:lnTo>
                  <a:pt x="9262" y="719"/>
                </a:lnTo>
                <a:lnTo>
                  <a:pt x="9320" y="719"/>
                </a:lnTo>
                <a:moveTo>
                  <a:pt x="9320" y="851"/>
                </a:moveTo>
                <a:lnTo>
                  <a:pt x="9320" y="931"/>
                </a:lnTo>
                <a:lnTo>
                  <a:pt x="9262" y="931"/>
                </a:lnTo>
                <a:lnTo>
                  <a:pt x="9262" y="851"/>
                </a:lnTo>
                <a:lnTo>
                  <a:pt x="9320" y="851"/>
                </a:lnTo>
                <a:moveTo>
                  <a:pt x="9320" y="983"/>
                </a:moveTo>
                <a:lnTo>
                  <a:pt x="9320" y="1062"/>
                </a:lnTo>
                <a:lnTo>
                  <a:pt x="9320" y="1063"/>
                </a:lnTo>
                <a:lnTo>
                  <a:pt x="9262" y="1063"/>
                </a:lnTo>
                <a:lnTo>
                  <a:pt x="9262" y="1062"/>
                </a:lnTo>
                <a:lnTo>
                  <a:pt x="9262" y="983"/>
                </a:lnTo>
                <a:lnTo>
                  <a:pt x="9320" y="983"/>
                </a:lnTo>
                <a:moveTo>
                  <a:pt x="9312" y="1122"/>
                </a:moveTo>
                <a:cubicBezTo>
                  <a:pt x="9305" y="1151"/>
                  <a:pt x="9292" y="1179"/>
                  <a:pt x="9273" y="1204"/>
                </a:cubicBezTo>
                <a:lnTo>
                  <a:pt x="9226" y="1170"/>
                </a:lnTo>
                <a:cubicBezTo>
                  <a:pt x="9240" y="1151"/>
                  <a:pt x="9250" y="1130"/>
                  <a:pt x="9256" y="1107"/>
                </a:cubicBezTo>
                <a:lnTo>
                  <a:pt x="9312" y="1122"/>
                </a:lnTo>
                <a:moveTo>
                  <a:pt x="9231" y="1248"/>
                </a:moveTo>
                <a:cubicBezTo>
                  <a:pt x="9208" y="1268"/>
                  <a:pt x="9181" y="1282"/>
                  <a:pt x="9152" y="1291"/>
                </a:cubicBezTo>
                <a:lnTo>
                  <a:pt x="9134" y="1236"/>
                </a:lnTo>
                <a:cubicBezTo>
                  <a:pt x="9156" y="1229"/>
                  <a:pt x="9177" y="1218"/>
                  <a:pt x="9195" y="1203"/>
                </a:cubicBezTo>
                <a:lnTo>
                  <a:pt x="9231" y="1248"/>
                </a:lnTo>
                <a:moveTo>
                  <a:pt x="9092" y="1302"/>
                </a:moveTo>
                <a:cubicBezTo>
                  <a:pt x="9088" y="1303"/>
                  <a:pt x="9083" y="1303"/>
                  <a:pt x="9079" y="1303"/>
                </a:cubicBezTo>
                <a:lnTo>
                  <a:pt x="9012" y="1303"/>
                </a:lnTo>
                <a:lnTo>
                  <a:pt x="9012" y="1244"/>
                </a:lnTo>
                <a:lnTo>
                  <a:pt x="9079" y="1244"/>
                </a:lnTo>
                <a:cubicBezTo>
                  <a:pt x="9082" y="1244"/>
                  <a:pt x="9086" y="1244"/>
                  <a:pt x="9089" y="1244"/>
                </a:cubicBezTo>
                <a:lnTo>
                  <a:pt x="9092" y="1302"/>
                </a:lnTo>
                <a:moveTo>
                  <a:pt x="8959" y="1303"/>
                </a:moveTo>
                <a:lnTo>
                  <a:pt x="8880" y="1303"/>
                </a:lnTo>
                <a:lnTo>
                  <a:pt x="8880" y="1244"/>
                </a:lnTo>
                <a:lnTo>
                  <a:pt x="8959" y="1244"/>
                </a:lnTo>
                <a:lnTo>
                  <a:pt x="8959" y="1303"/>
                </a:lnTo>
                <a:moveTo>
                  <a:pt x="8827" y="1303"/>
                </a:moveTo>
                <a:lnTo>
                  <a:pt x="8748" y="1303"/>
                </a:lnTo>
                <a:lnTo>
                  <a:pt x="8748" y="1244"/>
                </a:lnTo>
                <a:lnTo>
                  <a:pt x="8827" y="1244"/>
                </a:lnTo>
                <a:lnTo>
                  <a:pt x="8827" y="1303"/>
                </a:lnTo>
                <a:moveTo>
                  <a:pt x="8695" y="1303"/>
                </a:moveTo>
                <a:lnTo>
                  <a:pt x="8616" y="1303"/>
                </a:lnTo>
                <a:lnTo>
                  <a:pt x="8616" y="1244"/>
                </a:lnTo>
                <a:lnTo>
                  <a:pt x="8695" y="1244"/>
                </a:lnTo>
                <a:lnTo>
                  <a:pt x="8695" y="1303"/>
                </a:lnTo>
                <a:moveTo>
                  <a:pt x="8563" y="1303"/>
                </a:moveTo>
                <a:lnTo>
                  <a:pt x="8484" y="1303"/>
                </a:lnTo>
                <a:lnTo>
                  <a:pt x="8484" y="1244"/>
                </a:lnTo>
                <a:lnTo>
                  <a:pt x="8563" y="1244"/>
                </a:lnTo>
                <a:lnTo>
                  <a:pt x="8563" y="1303"/>
                </a:lnTo>
                <a:moveTo>
                  <a:pt x="8431" y="1303"/>
                </a:moveTo>
                <a:lnTo>
                  <a:pt x="8351" y="1303"/>
                </a:lnTo>
                <a:lnTo>
                  <a:pt x="8351" y="1244"/>
                </a:lnTo>
                <a:lnTo>
                  <a:pt x="8431" y="1244"/>
                </a:lnTo>
                <a:lnTo>
                  <a:pt x="8431" y="1303"/>
                </a:lnTo>
                <a:moveTo>
                  <a:pt x="8299" y="1303"/>
                </a:moveTo>
                <a:lnTo>
                  <a:pt x="8219" y="1303"/>
                </a:lnTo>
                <a:lnTo>
                  <a:pt x="8219" y="1244"/>
                </a:lnTo>
                <a:lnTo>
                  <a:pt x="8299" y="1244"/>
                </a:lnTo>
                <a:lnTo>
                  <a:pt x="8299" y="1303"/>
                </a:lnTo>
                <a:moveTo>
                  <a:pt x="8167" y="1303"/>
                </a:moveTo>
                <a:lnTo>
                  <a:pt x="8087" y="1303"/>
                </a:lnTo>
                <a:lnTo>
                  <a:pt x="8087" y="1244"/>
                </a:lnTo>
                <a:lnTo>
                  <a:pt x="8167" y="1244"/>
                </a:lnTo>
                <a:lnTo>
                  <a:pt x="8167" y="1303"/>
                </a:lnTo>
                <a:moveTo>
                  <a:pt x="8034" y="1303"/>
                </a:moveTo>
                <a:lnTo>
                  <a:pt x="7955" y="1303"/>
                </a:lnTo>
                <a:lnTo>
                  <a:pt x="7955" y="1244"/>
                </a:lnTo>
                <a:lnTo>
                  <a:pt x="8034" y="1244"/>
                </a:lnTo>
                <a:lnTo>
                  <a:pt x="8034" y="1303"/>
                </a:lnTo>
                <a:moveTo>
                  <a:pt x="7902" y="1303"/>
                </a:moveTo>
                <a:lnTo>
                  <a:pt x="7823" y="1303"/>
                </a:lnTo>
                <a:lnTo>
                  <a:pt x="7823" y="1244"/>
                </a:lnTo>
                <a:lnTo>
                  <a:pt x="7902" y="1244"/>
                </a:lnTo>
                <a:lnTo>
                  <a:pt x="7902" y="1303"/>
                </a:lnTo>
                <a:moveTo>
                  <a:pt x="7770" y="1303"/>
                </a:moveTo>
                <a:lnTo>
                  <a:pt x="7691" y="1303"/>
                </a:lnTo>
                <a:lnTo>
                  <a:pt x="7691" y="1244"/>
                </a:lnTo>
                <a:lnTo>
                  <a:pt x="7770" y="1244"/>
                </a:lnTo>
                <a:lnTo>
                  <a:pt x="7770" y="1303"/>
                </a:lnTo>
                <a:moveTo>
                  <a:pt x="7638" y="1303"/>
                </a:moveTo>
                <a:lnTo>
                  <a:pt x="7559" y="1303"/>
                </a:lnTo>
                <a:lnTo>
                  <a:pt x="7559" y="1244"/>
                </a:lnTo>
                <a:lnTo>
                  <a:pt x="7638" y="1244"/>
                </a:lnTo>
                <a:lnTo>
                  <a:pt x="7638" y="1303"/>
                </a:lnTo>
                <a:moveTo>
                  <a:pt x="7506" y="1303"/>
                </a:moveTo>
                <a:lnTo>
                  <a:pt x="7427" y="1303"/>
                </a:lnTo>
                <a:lnTo>
                  <a:pt x="7427" y="1244"/>
                </a:lnTo>
                <a:lnTo>
                  <a:pt x="7506" y="1244"/>
                </a:lnTo>
                <a:lnTo>
                  <a:pt x="7506" y="1303"/>
                </a:lnTo>
                <a:moveTo>
                  <a:pt x="7374" y="1303"/>
                </a:moveTo>
                <a:lnTo>
                  <a:pt x="7294" y="1303"/>
                </a:lnTo>
                <a:lnTo>
                  <a:pt x="7294" y="1244"/>
                </a:lnTo>
                <a:lnTo>
                  <a:pt x="7374" y="1244"/>
                </a:lnTo>
                <a:lnTo>
                  <a:pt x="7374" y="1303"/>
                </a:lnTo>
                <a:moveTo>
                  <a:pt x="7242" y="1303"/>
                </a:moveTo>
                <a:lnTo>
                  <a:pt x="7162" y="1303"/>
                </a:lnTo>
                <a:lnTo>
                  <a:pt x="7162" y="1244"/>
                </a:lnTo>
                <a:lnTo>
                  <a:pt x="7242" y="1244"/>
                </a:lnTo>
                <a:lnTo>
                  <a:pt x="7242" y="1303"/>
                </a:lnTo>
                <a:moveTo>
                  <a:pt x="7110" y="1303"/>
                </a:moveTo>
                <a:lnTo>
                  <a:pt x="7030" y="1303"/>
                </a:lnTo>
                <a:lnTo>
                  <a:pt x="7030" y="1244"/>
                </a:lnTo>
                <a:lnTo>
                  <a:pt x="7110" y="1244"/>
                </a:lnTo>
                <a:lnTo>
                  <a:pt x="7110" y="1303"/>
                </a:lnTo>
                <a:moveTo>
                  <a:pt x="6977" y="1303"/>
                </a:moveTo>
                <a:lnTo>
                  <a:pt x="6898" y="1303"/>
                </a:lnTo>
                <a:lnTo>
                  <a:pt x="6898" y="1244"/>
                </a:lnTo>
                <a:lnTo>
                  <a:pt x="6977" y="1244"/>
                </a:lnTo>
                <a:lnTo>
                  <a:pt x="6977" y="1303"/>
                </a:lnTo>
                <a:moveTo>
                  <a:pt x="6845" y="1303"/>
                </a:moveTo>
                <a:lnTo>
                  <a:pt x="6766" y="1303"/>
                </a:lnTo>
                <a:lnTo>
                  <a:pt x="6766" y="1244"/>
                </a:lnTo>
                <a:lnTo>
                  <a:pt x="6845" y="1244"/>
                </a:lnTo>
                <a:lnTo>
                  <a:pt x="6845" y="1303"/>
                </a:lnTo>
                <a:moveTo>
                  <a:pt x="6713" y="1303"/>
                </a:moveTo>
                <a:lnTo>
                  <a:pt x="6634" y="1303"/>
                </a:lnTo>
                <a:lnTo>
                  <a:pt x="6634" y="1244"/>
                </a:lnTo>
                <a:lnTo>
                  <a:pt x="6713" y="1244"/>
                </a:lnTo>
                <a:lnTo>
                  <a:pt x="6713" y="1303"/>
                </a:lnTo>
                <a:moveTo>
                  <a:pt x="6581" y="1303"/>
                </a:moveTo>
                <a:lnTo>
                  <a:pt x="6502" y="1303"/>
                </a:lnTo>
                <a:lnTo>
                  <a:pt x="6502" y="1244"/>
                </a:lnTo>
                <a:lnTo>
                  <a:pt x="6581" y="1244"/>
                </a:lnTo>
                <a:lnTo>
                  <a:pt x="6581" y="1303"/>
                </a:lnTo>
                <a:moveTo>
                  <a:pt x="6449" y="1303"/>
                </a:moveTo>
                <a:lnTo>
                  <a:pt x="6370" y="1303"/>
                </a:lnTo>
                <a:lnTo>
                  <a:pt x="6370" y="1244"/>
                </a:lnTo>
                <a:lnTo>
                  <a:pt x="6449" y="1244"/>
                </a:lnTo>
                <a:lnTo>
                  <a:pt x="6449" y="1303"/>
                </a:lnTo>
                <a:moveTo>
                  <a:pt x="6317" y="1303"/>
                </a:moveTo>
                <a:lnTo>
                  <a:pt x="6237" y="1303"/>
                </a:lnTo>
                <a:lnTo>
                  <a:pt x="6237" y="1244"/>
                </a:lnTo>
                <a:lnTo>
                  <a:pt x="6317" y="1244"/>
                </a:lnTo>
                <a:lnTo>
                  <a:pt x="6317" y="1303"/>
                </a:lnTo>
                <a:moveTo>
                  <a:pt x="6185" y="1303"/>
                </a:moveTo>
                <a:lnTo>
                  <a:pt x="6105" y="1303"/>
                </a:lnTo>
                <a:lnTo>
                  <a:pt x="6105" y="1244"/>
                </a:lnTo>
                <a:lnTo>
                  <a:pt x="6185" y="1244"/>
                </a:lnTo>
                <a:lnTo>
                  <a:pt x="6185" y="1303"/>
                </a:lnTo>
                <a:moveTo>
                  <a:pt x="6053" y="1303"/>
                </a:moveTo>
                <a:lnTo>
                  <a:pt x="5973" y="1303"/>
                </a:lnTo>
                <a:lnTo>
                  <a:pt x="5973" y="1244"/>
                </a:lnTo>
                <a:lnTo>
                  <a:pt x="6053" y="1244"/>
                </a:lnTo>
                <a:lnTo>
                  <a:pt x="6053" y="1303"/>
                </a:lnTo>
                <a:moveTo>
                  <a:pt x="5920" y="1303"/>
                </a:moveTo>
                <a:lnTo>
                  <a:pt x="5841" y="1303"/>
                </a:lnTo>
                <a:lnTo>
                  <a:pt x="5841" y="1244"/>
                </a:lnTo>
                <a:lnTo>
                  <a:pt x="5920" y="1244"/>
                </a:lnTo>
                <a:lnTo>
                  <a:pt x="5920" y="1303"/>
                </a:lnTo>
                <a:moveTo>
                  <a:pt x="5788" y="1303"/>
                </a:moveTo>
                <a:lnTo>
                  <a:pt x="5709" y="1303"/>
                </a:lnTo>
                <a:lnTo>
                  <a:pt x="5709" y="1244"/>
                </a:lnTo>
                <a:lnTo>
                  <a:pt x="5788" y="1244"/>
                </a:lnTo>
                <a:lnTo>
                  <a:pt x="5788" y="1303"/>
                </a:lnTo>
                <a:moveTo>
                  <a:pt x="5656" y="1303"/>
                </a:moveTo>
                <a:lnTo>
                  <a:pt x="5577" y="1303"/>
                </a:lnTo>
                <a:lnTo>
                  <a:pt x="5577" y="1244"/>
                </a:lnTo>
                <a:lnTo>
                  <a:pt x="5656" y="1244"/>
                </a:lnTo>
                <a:lnTo>
                  <a:pt x="5656" y="1303"/>
                </a:lnTo>
                <a:moveTo>
                  <a:pt x="5524" y="1303"/>
                </a:moveTo>
                <a:lnTo>
                  <a:pt x="5445" y="1303"/>
                </a:lnTo>
                <a:lnTo>
                  <a:pt x="5445" y="1244"/>
                </a:lnTo>
                <a:lnTo>
                  <a:pt x="5524" y="1244"/>
                </a:lnTo>
                <a:lnTo>
                  <a:pt x="5524" y="1303"/>
                </a:lnTo>
                <a:moveTo>
                  <a:pt x="5392" y="1303"/>
                </a:moveTo>
                <a:lnTo>
                  <a:pt x="5313" y="1303"/>
                </a:lnTo>
                <a:lnTo>
                  <a:pt x="5313" y="1244"/>
                </a:lnTo>
                <a:lnTo>
                  <a:pt x="5392" y="1244"/>
                </a:lnTo>
                <a:lnTo>
                  <a:pt x="5392" y="1303"/>
                </a:lnTo>
                <a:moveTo>
                  <a:pt x="5260" y="1303"/>
                </a:moveTo>
                <a:lnTo>
                  <a:pt x="5181" y="1303"/>
                </a:lnTo>
                <a:lnTo>
                  <a:pt x="5181" y="1244"/>
                </a:lnTo>
                <a:lnTo>
                  <a:pt x="5260" y="1244"/>
                </a:lnTo>
                <a:lnTo>
                  <a:pt x="5260" y="1303"/>
                </a:lnTo>
                <a:moveTo>
                  <a:pt x="5128" y="1303"/>
                </a:moveTo>
                <a:lnTo>
                  <a:pt x="5048" y="1303"/>
                </a:lnTo>
                <a:lnTo>
                  <a:pt x="5048" y="1244"/>
                </a:lnTo>
                <a:lnTo>
                  <a:pt x="5128" y="1244"/>
                </a:lnTo>
                <a:lnTo>
                  <a:pt x="5128" y="1303"/>
                </a:lnTo>
                <a:moveTo>
                  <a:pt x="4996" y="1303"/>
                </a:moveTo>
                <a:lnTo>
                  <a:pt x="4916" y="1303"/>
                </a:lnTo>
                <a:lnTo>
                  <a:pt x="4916" y="1244"/>
                </a:lnTo>
                <a:lnTo>
                  <a:pt x="4996" y="1244"/>
                </a:lnTo>
                <a:lnTo>
                  <a:pt x="4996" y="1303"/>
                </a:lnTo>
                <a:moveTo>
                  <a:pt x="4864" y="1303"/>
                </a:moveTo>
                <a:lnTo>
                  <a:pt x="4784" y="1303"/>
                </a:lnTo>
                <a:lnTo>
                  <a:pt x="4784" y="1244"/>
                </a:lnTo>
                <a:lnTo>
                  <a:pt x="4864" y="1244"/>
                </a:lnTo>
                <a:lnTo>
                  <a:pt x="4864" y="1303"/>
                </a:lnTo>
                <a:moveTo>
                  <a:pt x="4731" y="1303"/>
                </a:moveTo>
                <a:lnTo>
                  <a:pt x="4652" y="1303"/>
                </a:lnTo>
                <a:lnTo>
                  <a:pt x="4652" y="1244"/>
                </a:lnTo>
                <a:lnTo>
                  <a:pt x="4731" y="1244"/>
                </a:lnTo>
                <a:lnTo>
                  <a:pt x="4731" y="1303"/>
                </a:lnTo>
                <a:moveTo>
                  <a:pt x="4599" y="1303"/>
                </a:moveTo>
                <a:lnTo>
                  <a:pt x="4520" y="1303"/>
                </a:lnTo>
                <a:lnTo>
                  <a:pt x="4520" y="1244"/>
                </a:lnTo>
                <a:lnTo>
                  <a:pt x="4599" y="1244"/>
                </a:lnTo>
                <a:lnTo>
                  <a:pt x="4599" y="1303"/>
                </a:lnTo>
                <a:moveTo>
                  <a:pt x="4467" y="1303"/>
                </a:moveTo>
                <a:lnTo>
                  <a:pt x="4388" y="1303"/>
                </a:lnTo>
                <a:lnTo>
                  <a:pt x="4388" y="1244"/>
                </a:lnTo>
                <a:lnTo>
                  <a:pt x="4467" y="1244"/>
                </a:lnTo>
                <a:lnTo>
                  <a:pt x="4467" y="1303"/>
                </a:lnTo>
                <a:moveTo>
                  <a:pt x="4335" y="1303"/>
                </a:moveTo>
                <a:lnTo>
                  <a:pt x="4256" y="1303"/>
                </a:lnTo>
                <a:lnTo>
                  <a:pt x="4256" y="1244"/>
                </a:lnTo>
                <a:lnTo>
                  <a:pt x="4335" y="1244"/>
                </a:lnTo>
                <a:lnTo>
                  <a:pt x="4335" y="1303"/>
                </a:lnTo>
                <a:moveTo>
                  <a:pt x="4203" y="1303"/>
                </a:moveTo>
                <a:lnTo>
                  <a:pt x="4124" y="1303"/>
                </a:lnTo>
                <a:lnTo>
                  <a:pt x="4124" y="1244"/>
                </a:lnTo>
                <a:lnTo>
                  <a:pt x="4203" y="1244"/>
                </a:lnTo>
                <a:lnTo>
                  <a:pt x="4203" y="1303"/>
                </a:lnTo>
                <a:moveTo>
                  <a:pt x="4071" y="1303"/>
                </a:moveTo>
                <a:lnTo>
                  <a:pt x="3991" y="1303"/>
                </a:lnTo>
                <a:lnTo>
                  <a:pt x="3991" y="1244"/>
                </a:lnTo>
                <a:lnTo>
                  <a:pt x="4071" y="1244"/>
                </a:lnTo>
                <a:lnTo>
                  <a:pt x="4071" y="1303"/>
                </a:lnTo>
                <a:moveTo>
                  <a:pt x="3939" y="1303"/>
                </a:moveTo>
                <a:lnTo>
                  <a:pt x="3859" y="1303"/>
                </a:lnTo>
                <a:lnTo>
                  <a:pt x="3859" y="1244"/>
                </a:lnTo>
                <a:lnTo>
                  <a:pt x="3939" y="1244"/>
                </a:lnTo>
                <a:lnTo>
                  <a:pt x="3939" y="1303"/>
                </a:lnTo>
                <a:moveTo>
                  <a:pt x="3807" y="1303"/>
                </a:moveTo>
                <a:lnTo>
                  <a:pt x="3727" y="1303"/>
                </a:lnTo>
                <a:lnTo>
                  <a:pt x="3727" y="1244"/>
                </a:lnTo>
                <a:lnTo>
                  <a:pt x="3807" y="1244"/>
                </a:lnTo>
                <a:lnTo>
                  <a:pt x="3807" y="1303"/>
                </a:lnTo>
                <a:moveTo>
                  <a:pt x="3674" y="1303"/>
                </a:moveTo>
                <a:lnTo>
                  <a:pt x="3595" y="1303"/>
                </a:lnTo>
                <a:lnTo>
                  <a:pt x="3595" y="1244"/>
                </a:lnTo>
                <a:lnTo>
                  <a:pt x="3674" y="1244"/>
                </a:lnTo>
                <a:lnTo>
                  <a:pt x="3674" y="1303"/>
                </a:lnTo>
                <a:moveTo>
                  <a:pt x="3542" y="1303"/>
                </a:moveTo>
                <a:lnTo>
                  <a:pt x="3463" y="1303"/>
                </a:lnTo>
                <a:lnTo>
                  <a:pt x="3463" y="1244"/>
                </a:lnTo>
                <a:lnTo>
                  <a:pt x="3542" y="1244"/>
                </a:lnTo>
                <a:lnTo>
                  <a:pt x="3542" y="1303"/>
                </a:lnTo>
                <a:moveTo>
                  <a:pt x="3410" y="1303"/>
                </a:moveTo>
                <a:lnTo>
                  <a:pt x="3331" y="1303"/>
                </a:lnTo>
                <a:lnTo>
                  <a:pt x="3331" y="1244"/>
                </a:lnTo>
                <a:lnTo>
                  <a:pt x="3410" y="1244"/>
                </a:lnTo>
                <a:lnTo>
                  <a:pt x="3410" y="1303"/>
                </a:lnTo>
                <a:moveTo>
                  <a:pt x="3278" y="1303"/>
                </a:moveTo>
                <a:lnTo>
                  <a:pt x="3199" y="1303"/>
                </a:lnTo>
                <a:lnTo>
                  <a:pt x="3199" y="1244"/>
                </a:lnTo>
                <a:lnTo>
                  <a:pt x="3278" y="1244"/>
                </a:lnTo>
                <a:lnTo>
                  <a:pt x="3278" y="1303"/>
                </a:lnTo>
                <a:moveTo>
                  <a:pt x="3146" y="1303"/>
                </a:moveTo>
                <a:lnTo>
                  <a:pt x="3067" y="1303"/>
                </a:lnTo>
                <a:lnTo>
                  <a:pt x="3067" y="1244"/>
                </a:lnTo>
                <a:lnTo>
                  <a:pt x="3146" y="1244"/>
                </a:lnTo>
                <a:lnTo>
                  <a:pt x="3146" y="1303"/>
                </a:lnTo>
                <a:moveTo>
                  <a:pt x="3014" y="1303"/>
                </a:moveTo>
                <a:lnTo>
                  <a:pt x="2934" y="1303"/>
                </a:lnTo>
                <a:lnTo>
                  <a:pt x="2934" y="1244"/>
                </a:lnTo>
                <a:lnTo>
                  <a:pt x="3014" y="1244"/>
                </a:lnTo>
                <a:lnTo>
                  <a:pt x="3014" y="1303"/>
                </a:lnTo>
                <a:moveTo>
                  <a:pt x="2882" y="1303"/>
                </a:moveTo>
                <a:lnTo>
                  <a:pt x="2802" y="1303"/>
                </a:lnTo>
                <a:lnTo>
                  <a:pt x="2802" y="1244"/>
                </a:lnTo>
                <a:lnTo>
                  <a:pt x="2882" y="1244"/>
                </a:lnTo>
                <a:lnTo>
                  <a:pt x="2882" y="1303"/>
                </a:lnTo>
                <a:moveTo>
                  <a:pt x="2750" y="1303"/>
                </a:moveTo>
                <a:lnTo>
                  <a:pt x="2670" y="1303"/>
                </a:lnTo>
                <a:lnTo>
                  <a:pt x="2670" y="1244"/>
                </a:lnTo>
                <a:lnTo>
                  <a:pt x="2750" y="1244"/>
                </a:lnTo>
                <a:lnTo>
                  <a:pt x="2750" y="1303"/>
                </a:lnTo>
                <a:moveTo>
                  <a:pt x="2617" y="1303"/>
                </a:moveTo>
                <a:lnTo>
                  <a:pt x="2538" y="1303"/>
                </a:lnTo>
                <a:lnTo>
                  <a:pt x="2538" y="1244"/>
                </a:lnTo>
                <a:lnTo>
                  <a:pt x="2617" y="1244"/>
                </a:lnTo>
                <a:lnTo>
                  <a:pt x="2617" y="1303"/>
                </a:lnTo>
                <a:moveTo>
                  <a:pt x="2485" y="1303"/>
                </a:moveTo>
                <a:lnTo>
                  <a:pt x="2406" y="1303"/>
                </a:lnTo>
                <a:lnTo>
                  <a:pt x="2406" y="1244"/>
                </a:lnTo>
                <a:lnTo>
                  <a:pt x="2485" y="1244"/>
                </a:lnTo>
                <a:lnTo>
                  <a:pt x="2485" y="1303"/>
                </a:lnTo>
                <a:moveTo>
                  <a:pt x="2353" y="1303"/>
                </a:moveTo>
                <a:lnTo>
                  <a:pt x="2274" y="1303"/>
                </a:lnTo>
                <a:lnTo>
                  <a:pt x="2274" y="1244"/>
                </a:lnTo>
                <a:lnTo>
                  <a:pt x="2353" y="1244"/>
                </a:lnTo>
                <a:lnTo>
                  <a:pt x="2353" y="1303"/>
                </a:lnTo>
                <a:moveTo>
                  <a:pt x="2221" y="1303"/>
                </a:moveTo>
                <a:lnTo>
                  <a:pt x="2142" y="1303"/>
                </a:lnTo>
                <a:lnTo>
                  <a:pt x="2142" y="1244"/>
                </a:lnTo>
                <a:lnTo>
                  <a:pt x="2221" y="1244"/>
                </a:lnTo>
                <a:lnTo>
                  <a:pt x="2221" y="1303"/>
                </a:lnTo>
                <a:moveTo>
                  <a:pt x="2089" y="1303"/>
                </a:moveTo>
                <a:lnTo>
                  <a:pt x="2010" y="1303"/>
                </a:lnTo>
                <a:lnTo>
                  <a:pt x="2010" y="1244"/>
                </a:lnTo>
                <a:lnTo>
                  <a:pt x="2089" y="1244"/>
                </a:lnTo>
                <a:lnTo>
                  <a:pt x="2089" y="1303"/>
                </a:lnTo>
                <a:moveTo>
                  <a:pt x="1957" y="1303"/>
                </a:moveTo>
                <a:lnTo>
                  <a:pt x="1877" y="1303"/>
                </a:lnTo>
                <a:lnTo>
                  <a:pt x="1877" y="1244"/>
                </a:lnTo>
                <a:lnTo>
                  <a:pt x="1957" y="1244"/>
                </a:lnTo>
                <a:lnTo>
                  <a:pt x="1957" y="1303"/>
                </a:lnTo>
                <a:moveTo>
                  <a:pt x="1825" y="1303"/>
                </a:moveTo>
                <a:lnTo>
                  <a:pt x="1745" y="1303"/>
                </a:lnTo>
                <a:lnTo>
                  <a:pt x="1745" y="1244"/>
                </a:lnTo>
                <a:lnTo>
                  <a:pt x="1825" y="1244"/>
                </a:lnTo>
                <a:lnTo>
                  <a:pt x="1825" y="1303"/>
                </a:lnTo>
                <a:moveTo>
                  <a:pt x="1693" y="1303"/>
                </a:moveTo>
                <a:lnTo>
                  <a:pt x="1612" y="1303"/>
                </a:lnTo>
                <a:lnTo>
                  <a:pt x="1612" y="1244"/>
                </a:lnTo>
                <a:lnTo>
                  <a:pt x="1693" y="1244"/>
                </a:lnTo>
                <a:lnTo>
                  <a:pt x="1693" y="1303"/>
                </a:lnTo>
                <a:moveTo>
                  <a:pt x="1559" y="1303"/>
                </a:moveTo>
                <a:lnTo>
                  <a:pt x="1480" y="1303"/>
                </a:lnTo>
                <a:lnTo>
                  <a:pt x="1480" y="1244"/>
                </a:lnTo>
                <a:lnTo>
                  <a:pt x="1559" y="1244"/>
                </a:lnTo>
                <a:lnTo>
                  <a:pt x="1559" y="1303"/>
                </a:lnTo>
                <a:moveTo>
                  <a:pt x="1427" y="1303"/>
                </a:moveTo>
                <a:lnTo>
                  <a:pt x="1348" y="1303"/>
                </a:lnTo>
                <a:lnTo>
                  <a:pt x="1348" y="1244"/>
                </a:lnTo>
                <a:lnTo>
                  <a:pt x="1427" y="1244"/>
                </a:lnTo>
                <a:lnTo>
                  <a:pt x="1427" y="1303"/>
                </a:lnTo>
                <a:moveTo>
                  <a:pt x="1295" y="1303"/>
                </a:moveTo>
                <a:lnTo>
                  <a:pt x="1216" y="1303"/>
                </a:lnTo>
                <a:lnTo>
                  <a:pt x="1216" y="1244"/>
                </a:lnTo>
                <a:lnTo>
                  <a:pt x="1295" y="1244"/>
                </a:lnTo>
                <a:lnTo>
                  <a:pt x="1295" y="1303"/>
                </a:lnTo>
                <a:moveTo>
                  <a:pt x="1163" y="1303"/>
                </a:moveTo>
                <a:lnTo>
                  <a:pt x="1084" y="1303"/>
                </a:lnTo>
                <a:lnTo>
                  <a:pt x="1084" y="1244"/>
                </a:lnTo>
                <a:lnTo>
                  <a:pt x="1163" y="1244"/>
                </a:lnTo>
                <a:lnTo>
                  <a:pt x="1163" y="1303"/>
                </a:lnTo>
                <a:moveTo>
                  <a:pt x="1031" y="1303"/>
                </a:moveTo>
                <a:lnTo>
                  <a:pt x="952" y="1303"/>
                </a:lnTo>
                <a:lnTo>
                  <a:pt x="952" y="1244"/>
                </a:lnTo>
                <a:lnTo>
                  <a:pt x="1031" y="1244"/>
                </a:lnTo>
                <a:lnTo>
                  <a:pt x="1031" y="1303"/>
                </a:lnTo>
                <a:moveTo>
                  <a:pt x="899" y="1303"/>
                </a:moveTo>
                <a:lnTo>
                  <a:pt x="819" y="1303"/>
                </a:lnTo>
                <a:lnTo>
                  <a:pt x="819" y="1244"/>
                </a:lnTo>
                <a:lnTo>
                  <a:pt x="899" y="1244"/>
                </a:lnTo>
                <a:lnTo>
                  <a:pt x="899" y="1303"/>
                </a:lnTo>
                <a:moveTo>
                  <a:pt x="767" y="1303"/>
                </a:moveTo>
                <a:lnTo>
                  <a:pt x="687" y="1303"/>
                </a:lnTo>
                <a:lnTo>
                  <a:pt x="687" y="1244"/>
                </a:lnTo>
                <a:lnTo>
                  <a:pt x="767" y="1244"/>
                </a:lnTo>
                <a:lnTo>
                  <a:pt x="767" y="1303"/>
                </a:lnTo>
                <a:moveTo>
                  <a:pt x="635" y="1303"/>
                </a:moveTo>
                <a:lnTo>
                  <a:pt x="555" y="1303"/>
                </a:lnTo>
                <a:lnTo>
                  <a:pt x="555" y="1244"/>
                </a:lnTo>
                <a:lnTo>
                  <a:pt x="635" y="1244"/>
                </a:lnTo>
                <a:lnTo>
                  <a:pt x="635" y="1303"/>
                </a:lnTo>
                <a:moveTo>
                  <a:pt x="502" y="1303"/>
                </a:moveTo>
                <a:lnTo>
                  <a:pt x="423" y="1303"/>
                </a:lnTo>
                <a:lnTo>
                  <a:pt x="423" y="1244"/>
                </a:lnTo>
                <a:lnTo>
                  <a:pt x="502" y="1244"/>
                </a:lnTo>
                <a:lnTo>
                  <a:pt x="502" y="1303"/>
                </a:lnTo>
                <a:moveTo>
                  <a:pt x="370" y="1303"/>
                </a:moveTo>
                <a:lnTo>
                  <a:pt x="291" y="1303"/>
                </a:lnTo>
                <a:lnTo>
                  <a:pt x="291" y="1244"/>
                </a:lnTo>
                <a:lnTo>
                  <a:pt x="370" y="1244"/>
                </a:lnTo>
                <a:lnTo>
                  <a:pt x="370" y="1303"/>
                </a:lnTo>
                <a:moveTo>
                  <a:pt x="238" y="1303"/>
                </a:moveTo>
                <a:cubicBezTo>
                  <a:pt x="207" y="1302"/>
                  <a:pt x="178" y="1296"/>
                  <a:pt x="149" y="1285"/>
                </a:cubicBezTo>
                <a:lnTo>
                  <a:pt x="172" y="1231"/>
                </a:lnTo>
                <a:cubicBezTo>
                  <a:pt x="193" y="1240"/>
                  <a:pt x="215" y="1244"/>
                  <a:pt x="239" y="1244"/>
                </a:cubicBezTo>
                <a:lnTo>
                  <a:pt x="238" y="1303"/>
                </a:lnTo>
                <a:moveTo>
                  <a:pt x="97" y="1255"/>
                </a:moveTo>
                <a:cubicBezTo>
                  <a:pt x="72" y="1237"/>
                  <a:pt x="52" y="1214"/>
                  <a:pt x="36" y="1188"/>
                </a:cubicBezTo>
                <a:lnTo>
                  <a:pt x="85" y="1157"/>
                </a:lnTo>
                <a:cubicBezTo>
                  <a:pt x="98" y="1177"/>
                  <a:pt x="113" y="1194"/>
                  <a:pt x="132" y="1208"/>
                </a:cubicBezTo>
                <a:lnTo>
                  <a:pt x="97" y="1255"/>
                </a:lnTo>
                <a:moveTo>
                  <a:pt x="11" y="1133"/>
                </a:moveTo>
                <a:cubicBezTo>
                  <a:pt x="4" y="1110"/>
                  <a:pt x="0" y="1086"/>
                  <a:pt x="0" y="1062"/>
                </a:cubicBezTo>
                <a:lnTo>
                  <a:pt x="0" y="1046"/>
                </a:lnTo>
                <a:lnTo>
                  <a:pt x="58" y="1046"/>
                </a:lnTo>
                <a:lnTo>
                  <a:pt x="58" y="1062"/>
                </a:lnTo>
                <a:cubicBezTo>
                  <a:pt x="58" y="1080"/>
                  <a:pt x="61" y="1098"/>
                  <a:pt x="66" y="1116"/>
                </a:cubicBezTo>
                <a:lnTo>
                  <a:pt x="11" y="1133"/>
                </a:lnTo>
                <a:moveTo>
                  <a:pt x="0" y="993"/>
                </a:moveTo>
                <a:lnTo>
                  <a:pt x="0" y="914"/>
                </a:lnTo>
                <a:lnTo>
                  <a:pt x="58" y="914"/>
                </a:lnTo>
                <a:lnTo>
                  <a:pt x="58" y="993"/>
                </a:lnTo>
                <a:lnTo>
                  <a:pt x="0" y="993"/>
                </a:lnTo>
                <a:moveTo>
                  <a:pt x="0" y="861"/>
                </a:moveTo>
                <a:lnTo>
                  <a:pt x="0" y="782"/>
                </a:lnTo>
                <a:lnTo>
                  <a:pt x="58" y="782"/>
                </a:lnTo>
                <a:lnTo>
                  <a:pt x="58" y="861"/>
                </a:lnTo>
                <a:lnTo>
                  <a:pt x="0" y="861"/>
                </a:lnTo>
                <a:moveTo>
                  <a:pt x="0" y="729"/>
                </a:moveTo>
                <a:lnTo>
                  <a:pt x="0" y="650"/>
                </a:lnTo>
                <a:lnTo>
                  <a:pt x="58" y="650"/>
                </a:lnTo>
                <a:lnTo>
                  <a:pt x="58" y="729"/>
                </a:lnTo>
                <a:lnTo>
                  <a:pt x="0" y="729"/>
                </a:lnTo>
                <a:moveTo>
                  <a:pt x="0" y="596"/>
                </a:moveTo>
                <a:lnTo>
                  <a:pt x="0" y="516"/>
                </a:lnTo>
                <a:lnTo>
                  <a:pt x="58" y="516"/>
                </a:lnTo>
                <a:lnTo>
                  <a:pt x="58" y="596"/>
                </a:lnTo>
                <a:lnTo>
                  <a:pt x="0" y="596"/>
                </a:lnTo>
                <a:moveTo>
                  <a:pt x="0" y="464"/>
                </a:moveTo>
                <a:lnTo>
                  <a:pt x="0" y="384"/>
                </a:lnTo>
                <a:lnTo>
                  <a:pt x="58" y="384"/>
                </a:lnTo>
                <a:lnTo>
                  <a:pt x="58" y="464"/>
                </a:lnTo>
                <a:lnTo>
                  <a:pt x="0" y="464"/>
                </a:lnTo>
                <a:moveTo>
                  <a:pt x="0" y="332"/>
                </a:moveTo>
                <a:lnTo>
                  <a:pt x="0" y="252"/>
                </a:lnTo>
                <a:lnTo>
                  <a:pt x="58" y="252"/>
                </a:lnTo>
                <a:lnTo>
                  <a:pt x="58" y="332"/>
                </a:lnTo>
                <a:lnTo>
                  <a:pt x="0" y="332"/>
                </a:lnTo>
                <a:moveTo>
                  <a:pt x="4" y="195"/>
                </a:moveTo>
                <a:cubicBezTo>
                  <a:pt x="10" y="165"/>
                  <a:pt x="22" y="137"/>
                  <a:pt x="38" y="111"/>
                </a:cubicBezTo>
                <a:lnTo>
                  <a:pt x="87" y="142"/>
                </a:lnTo>
                <a:cubicBezTo>
                  <a:pt x="75" y="162"/>
                  <a:pt x="66" y="183"/>
                  <a:pt x="62" y="206"/>
                </a:cubicBezTo>
                <a:lnTo>
                  <a:pt x="4" y="195"/>
                </a:lnTo>
                <a:moveTo>
                  <a:pt x="77" y="64"/>
                </a:moveTo>
                <a:cubicBezTo>
                  <a:pt x="100" y="43"/>
                  <a:pt x="126" y="27"/>
                  <a:pt x="154" y="16"/>
                </a:cubicBezTo>
                <a:lnTo>
                  <a:pt x="175" y="70"/>
                </a:lnTo>
                <a:cubicBezTo>
                  <a:pt x="153" y="79"/>
                  <a:pt x="134" y="91"/>
                  <a:pt x="117" y="107"/>
                </a:cubicBezTo>
                <a:lnTo>
                  <a:pt x="77" y="64"/>
                </a:lnTo>
                <a:moveTo>
                  <a:pt x="214" y="1"/>
                </a:moveTo>
                <a:cubicBezTo>
                  <a:pt x="223" y="0"/>
                  <a:pt x="232" y="0"/>
                  <a:pt x="241" y="0"/>
                </a:cubicBezTo>
                <a:lnTo>
                  <a:pt x="320" y="0"/>
                </a:lnTo>
                <a:lnTo>
                  <a:pt x="320" y="58"/>
                </a:lnTo>
                <a:lnTo>
                  <a:pt x="241" y="58"/>
                </a:lnTo>
                <a:cubicBezTo>
                  <a:pt x="234" y="58"/>
                  <a:pt x="227" y="58"/>
                  <a:pt x="220" y="59"/>
                </a:cubicBezTo>
                <a:lnTo>
                  <a:pt x="214" y="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1195200" y="3929760"/>
            <a:ext cx="142200" cy="123480"/>
          </a:xfrm>
          <a:custGeom>
            <a:avLst/>
            <a:gdLst/>
            <a:ahLst/>
            <a:rect l="0" t="0" r="r" b="b"/>
            <a:pathLst>
              <a:path w="395" h="343">
                <a:moveTo>
                  <a:pt x="206" y="3"/>
                </a:moveTo>
                <a:cubicBezTo>
                  <a:pt x="200" y="-1"/>
                  <a:pt x="195" y="-1"/>
                  <a:pt x="190" y="3"/>
                </a:cubicBezTo>
                <a:lnTo>
                  <a:pt x="0" y="150"/>
                </a:lnTo>
                <a:lnTo>
                  <a:pt x="16" y="172"/>
                </a:lnTo>
                <a:lnTo>
                  <a:pt x="40" y="153"/>
                </a:lnTo>
                <a:lnTo>
                  <a:pt x="40" y="316"/>
                </a:lnTo>
                <a:cubicBezTo>
                  <a:pt x="40" y="324"/>
                  <a:pt x="43" y="330"/>
                  <a:pt x="48" y="335"/>
                </a:cubicBezTo>
                <a:cubicBezTo>
                  <a:pt x="53" y="340"/>
                  <a:pt x="59" y="343"/>
                  <a:pt x="67" y="343"/>
                </a:cubicBezTo>
                <a:lnTo>
                  <a:pt x="329" y="343"/>
                </a:lnTo>
                <a:cubicBezTo>
                  <a:pt x="336" y="343"/>
                  <a:pt x="342" y="340"/>
                  <a:pt x="348" y="335"/>
                </a:cubicBezTo>
                <a:cubicBezTo>
                  <a:pt x="353" y="330"/>
                  <a:pt x="355" y="324"/>
                  <a:pt x="355" y="316"/>
                </a:cubicBezTo>
                <a:lnTo>
                  <a:pt x="355" y="153"/>
                </a:lnTo>
                <a:lnTo>
                  <a:pt x="378" y="172"/>
                </a:lnTo>
                <a:lnTo>
                  <a:pt x="395" y="150"/>
                </a:lnTo>
                <a:lnTo>
                  <a:pt x="206" y="3"/>
                </a:lnTo>
                <a:moveTo>
                  <a:pt x="224" y="316"/>
                </a:moveTo>
                <a:lnTo>
                  <a:pt x="172" y="316"/>
                </a:lnTo>
                <a:lnTo>
                  <a:pt x="172" y="211"/>
                </a:lnTo>
                <a:lnTo>
                  <a:pt x="224" y="211"/>
                </a:lnTo>
                <a:lnTo>
                  <a:pt x="224" y="316"/>
                </a:lnTo>
                <a:moveTo>
                  <a:pt x="250" y="316"/>
                </a:moveTo>
                <a:lnTo>
                  <a:pt x="250" y="211"/>
                </a:lnTo>
                <a:cubicBezTo>
                  <a:pt x="250" y="204"/>
                  <a:pt x="248" y="198"/>
                  <a:pt x="243" y="193"/>
                </a:cubicBezTo>
                <a:cubicBezTo>
                  <a:pt x="237" y="188"/>
                  <a:pt x="231" y="185"/>
                  <a:pt x="224" y="185"/>
                </a:cubicBezTo>
                <a:lnTo>
                  <a:pt x="172" y="185"/>
                </a:lnTo>
                <a:cubicBezTo>
                  <a:pt x="164" y="185"/>
                  <a:pt x="158" y="188"/>
                  <a:pt x="153" y="193"/>
                </a:cubicBezTo>
                <a:cubicBezTo>
                  <a:pt x="148" y="198"/>
                  <a:pt x="145" y="204"/>
                  <a:pt x="145" y="211"/>
                </a:cubicBezTo>
                <a:lnTo>
                  <a:pt x="145" y="316"/>
                </a:lnTo>
                <a:lnTo>
                  <a:pt x="67" y="316"/>
                </a:lnTo>
                <a:lnTo>
                  <a:pt x="67" y="133"/>
                </a:lnTo>
                <a:lnTo>
                  <a:pt x="198" y="30"/>
                </a:lnTo>
                <a:lnTo>
                  <a:pt x="329" y="133"/>
                </a:lnTo>
                <a:lnTo>
                  <a:pt x="329" y="316"/>
                </a:lnTo>
                <a:lnTo>
                  <a:pt x="250" y="316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1342800" y="3544560"/>
            <a:ext cx="1674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aanbod de leergelegenheid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1419840" y="3830040"/>
            <a:ext cx="31903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Lesspeciﬁcatie</a:t>
            </a:r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· van de instelling: wij zien haar, zij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4762440" y="866520"/>
            <a:ext cx="4115160" cy="2724480"/>
          </a:xfrm>
          <a:custGeom>
            <a:avLst/>
            <a:gdLst/>
            <a:ahLst/>
            <a:rect l="0" t="0" r="r" b="b"/>
            <a:pathLst>
              <a:path w="11431" h="7568">
                <a:moveTo>
                  <a:pt x="0" y="0"/>
                </a:moveTo>
                <a:lnTo>
                  <a:pt x="11431" y="0"/>
                </a:lnTo>
                <a:lnTo>
                  <a:pt x="11431" y="7568"/>
                </a:lnTo>
                <a:lnTo>
                  <a:pt x="0" y="75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4762440" y="8665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4762440" y="358128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8867520" y="866520"/>
            <a:ext cx="10080" cy="2724480"/>
          </a:xfrm>
          <a:custGeom>
            <a:avLst/>
            <a:gdLst/>
            <a:ahLst/>
            <a:rect l="0" t="0" r="r" b="b"/>
            <a:pathLst>
              <a:path w="28" h="7568">
                <a:moveTo>
                  <a:pt x="0" y="106"/>
                </a:moveTo>
                <a:lnTo>
                  <a:pt x="0" y="7568"/>
                </a:lnTo>
                <a:lnTo>
                  <a:pt x="28" y="756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4762440" y="866520"/>
            <a:ext cx="9720" cy="2724480"/>
          </a:xfrm>
          <a:custGeom>
            <a:avLst/>
            <a:gdLst/>
            <a:ahLst/>
            <a:rect l="0" t="0" r="r" b="b"/>
            <a:pathLst>
              <a:path w="27" h="7568">
                <a:moveTo>
                  <a:pt x="0" y="0"/>
                </a:moveTo>
                <a:lnTo>
                  <a:pt x="0" y="7568"/>
                </a:lnTo>
                <a:lnTo>
                  <a:pt x="27" y="756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4951800" y="1055880"/>
            <a:ext cx="274320" cy="274680"/>
          </a:xfrm>
          <a:custGeom>
            <a:avLst/>
            <a:gdLst/>
            <a:ahLst/>
            <a:rect l="0" t="0" r="r" b="b"/>
            <a:pathLst>
              <a:path w="762" h="763">
                <a:moveTo>
                  <a:pt x="762" y="611"/>
                </a:moveTo>
                <a:lnTo>
                  <a:pt x="762" y="763"/>
                </a:lnTo>
                <a:lnTo>
                  <a:pt x="610" y="763"/>
                </a:lnTo>
                <a:lnTo>
                  <a:pt x="610" y="649"/>
                </a:lnTo>
                <a:lnTo>
                  <a:pt x="496" y="649"/>
                </a:lnTo>
                <a:lnTo>
                  <a:pt x="496" y="534"/>
                </a:lnTo>
                <a:lnTo>
                  <a:pt x="381" y="534"/>
                </a:lnTo>
                <a:lnTo>
                  <a:pt x="294" y="447"/>
                </a:lnTo>
                <a:cubicBezTo>
                  <a:pt x="273" y="454"/>
                  <a:pt x="251" y="457"/>
                  <a:pt x="228" y="457"/>
                </a:cubicBezTo>
                <a:cubicBezTo>
                  <a:pt x="213" y="457"/>
                  <a:pt x="198" y="456"/>
                  <a:pt x="184" y="453"/>
                </a:cubicBezTo>
                <a:cubicBezTo>
                  <a:pt x="169" y="450"/>
                  <a:pt x="155" y="446"/>
                  <a:pt x="141" y="440"/>
                </a:cubicBezTo>
                <a:cubicBezTo>
                  <a:pt x="127" y="434"/>
                  <a:pt x="114" y="427"/>
                  <a:pt x="101" y="419"/>
                </a:cubicBezTo>
                <a:cubicBezTo>
                  <a:pt x="89" y="410"/>
                  <a:pt x="77" y="401"/>
                  <a:pt x="67" y="390"/>
                </a:cubicBezTo>
                <a:cubicBezTo>
                  <a:pt x="56" y="380"/>
                  <a:pt x="46" y="368"/>
                  <a:pt x="38" y="356"/>
                </a:cubicBezTo>
                <a:cubicBezTo>
                  <a:pt x="30" y="343"/>
                  <a:pt x="23" y="330"/>
                  <a:pt x="17" y="316"/>
                </a:cubicBezTo>
                <a:cubicBezTo>
                  <a:pt x="11" y="302"/>
                  <a:pt x="7" y="288"/>
                  <a:pt x="4" y="273"/>
                </a:cubicBezTo>
                <a:cubicBezTo>
                  <a:pt x="1" y="259"/>
                  <a:pt x="0" y="244"/>
                  <a:pt x="0" y="229"/>
                </a:cubicBezTo>
                <a:cubicBezTo>
                  <a:pt x="0" y="214"/>
                  <a:pt x="1" y="199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2"/>
                </a:cubicBezTo>
                <a:cubicBezTo>
                  <a:pt x="46" y="89"/>
                  <a:pt x="56" y="78"/>
                  <a:pt x="67" y="67"/>
                </a:cubicBezTo>
                <a:cubicBezTo>
                  <a:pt x="77" y="56"/>
                  <a:pt x="89" y="47"/>
                  <a:pt x="101" y="39"/>
                </a:cubicBezTo>
                <a:cubicBezTo>
                  <a:pt x="114" y="30"/>
                  <a:pt x="127" y="23"/>
                  <a:pt x="141" y="18"/>
                </a:cubicBezTo>
                <a:cubicBezTo>
                  <a:pt x="155" y="12"/>
                  <a:pt x="169" y="7"/>
                  <a:pt x="184" y="5"/>
                </a:cubicBezTo>
                <a:cubicBezTo>
                  <a:pt x="198" y="2"/>
                  <a:pt x="213" y="0"/>
                  <a:pt x="228" y="0"/>
                </a:cubicBezTo>
                <a:cubicBezTo>
                  <a:pt x="243" y="0"/>
                  <a:pt x="258" y="2"/>
                  <a:pt x="273" y="5"/>
                </a:cubicBezTo>
                <a:cubicBezTo>
                  <a:pt x="287" y="7"/>
                  <a:pt x="302" y="12"/>
                  <a:pt x="316" y="18"/>
                </a:cubicBezTo>
                <a:cubicBezTo>
                  <a:pt x="330" y="23"/>
                  <a:pt x="344" y="30"/>
                  <a:pt x="356" y="39"/>
                </a:cubicBezTo>
                <a:cubicBezTo>
                  <a:pt x="369" y="47"/>
                  <a:pt x="380" y="56"/>
                  <a:pt x="391" y="67"/>
                </a:cubicBezTo>
                <a:cubicBezTo>
                  <a:pt x="401" y="78"/>
                  <a:pt x="411" y="89"/>
                  <a:pt x="419" y="102"/>
                </a:cubicBezTo>
                <a:cubicBezTo>
                  <a:pt x="427" y="114"/>
                  <a:pt x="435" y="127"/>
                  <a:pt x="440" y="141"/>
                </a:cubicBezTo>
                <a:cubicBezTo>
                  <a:pt x="446" y="155"/>
                  <a:pt x="450" y="169"/>
                  <a:pt x="453" y="184"/>
                </a:cubicBezTo>
                <a:cubicBezTo>
                  <a:pt x="456" y="199"/>
                  <a:pt x="458" y="214"/>
                  <a:pt x="458" y="229"/>
                </a:cubicBezTo>
                <a:cubicBezTo>
                  <a:pt x="458" y="252"/>
                  <a:pt x="454" y="274"/>
                  <a:pt x="448" y="295"/>
                </a:cubicBezTo>
                <a:lnTo>
                  <a:pt x="762" y="611"/>
                </a:lnTo>
                <a:moveTo>
                  <a:pt x="190" y="114"/>
                </a:moveTo>
                <a:cubicBezTo>
                  <a:pt x="180" y="114"/>
                  <a:pt x="170" y="116"/>
                  <a:pt x="161" y="120"/>
                </a:cubicBezTo>
                <a:cubicBezTo>
                  <a:pt x="152" y="124"/>
                  <a:pt x="143" y="130"/>
                  <a:pt x="136" y="137"/>
                </a:cubicBezTo>
                <a:cubicBezTo>
                  <a:pt x="129" y="144"/>
                  <a:pt x="124" y="152"/>
                  <a:pt x="120" y="161"/>
                </a:cubicBezTo>
                <a:cubicBezTo>
                  <a:pt x="116" y="171"/>
                  <a:pt x="114" y="180"/>
                  <a:pt x="114" y="191"/>
                </a:cubicBezTo>
                <a:cubicBezTo>
                  <a:pt x="114" y="201"/>
                  <a:pt x="116" y="210"/>
                  <a:pt x="120" y="220"/>
                </a:cubicBezTo>
                <a:cubicBezTo>
                  <a:pt x="124" y="229"/>
                  <a:pt x="129" y="237"/>
                  <a:pt x="136" y="244"/>
                </a:cubicBezTo>
                <a:cubicBezTo>
                  <a:pt x="143" y="252"/>
                  <a:pt x="152" y="257"/>
                  <a:pt x="161" y="261"/>
                </a:cubicBezTo>
                <a:cubicBezTo>
                  <a:pt x="170" y="265"/>
                  <a:pt x="180" y="267"/>
                  <a:pt x="190" y="267"/>
                </a:cubicBezTo>
                <a:cubicBezTo>
                  <a:pt x="200" y="267"/>
                  <a:pt x="210" y="265"/>
                  <a:pt x="219" y="261"/>
                </a:cubicBezTo>
                <a:cubicBezTo>
                  <a:pt x="229" y="257"/>
                  <a:pt x="237" y="252"/>
                  <a:pt x="244" y="244"/>
                </a:cubicBezTo>
                <a:cubicBezTo>
                  <a:pt x="251" y="237"/>
                  <a:pt x="257" y="229"/>
                  <a:pt x="260" y="220"/>
                </a:cubicBezTo>
                <a:cubicBezTo>
                  <a:pt x="264" y="210"/>
                  <a:pt x="266" y="201"/>
                  <a:pt x="266" y="191"/>
                </a:cubicBezTo>
                <a:cubicBezTo>
                  <a:pt x="266" y="180"/>
                  <a:pt x="264" y="171"/>
                  <a:pt x="260" y="161"/>
                </a:cubicBezTo>
                <a:cubicBezTo>
                  <a:pt x="257" y="152"/>
                  <a:pt x="251" y="144"/>
                  <a:pt x="244" y="137"/>
                </a:cubicBezTo>
                <a:cubicBezTo>
                  <a:pt x="237" y="130"/>
                  <a:pt x="229" y="124"/>
                  <a:pt x="219" y="120"/>
                </a:cubicBezTo>
                <a:cubicBezTo>
                  <a:pt x="210" y="116"/>
                  <a:pt x="200" y="114"/>
                  <a:pt x="190" y="114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1419840" y="4011120"/>
            <a:ext cx="1235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blijft binnen de deur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6252480" y="1912320"/>
            <a:ext cx="1138680" cy="436680"/>
          </a:xfrm>
          <a:custGeom>
            <a:avLst/>
            <a:gdLst/>
            <a:ahLst/>
            <a:rect l="0" t="0" r="r" b="b"/>
            <a:pathLst>
              <a:path w="3163" h="1213">
                <a:moveTo>
                  <a:pt x="264" y="0"/>
                </a:moveTo>
                <a:lnTo>
                  <a:pt x="2900" y="0"/>
                </a:lnTo>
                <a:cubicBezTo>
                  <a:pt x="2917" y="0"/>
                  <a:pt x="2934" y="2"/>
                  <a:pt x="2951" y="5"/>
                </a:cubicBezTo>
                <a:cubicBezTo>
                  <a:pt x="2968" y="8"/>
                  <a:pt x="2984" y="13"/>
                  <a:pt x="3000" y="20"/>
                </a:cubicBezTo>
                <a:cubicBezTo>
                  <a:pt x="3016" y="27"/>
                  <a:pt x="3032" y="35"/>
                  <a:pt x="3046" y="44"/>
                </a:cubicBezTo>
                <a:cubicBezTo>
                  <a:pt x="3060" y="54"/>
                  <a:pt x="3074" y="65"/>
                  <a:pt x="3086" y="77"/>
                </a:cubicBezTo>
                <a:cubicBezTo>
                  <a:pt x="3098" y="89"/>
                  <a:pt x="3109" y="103"/>
                  <a:pt x="3119" y="117"/>
                </a:cubicBezTo>
                <a:cubicBezTo>
                  <a:pt x="3128" y="132"/>
                  <a:pt x="3136" y="148"/>
                  <a:pt x="3143" y="164"/>
                </a:cubicBezTo>
                <a:cubicBezTo>
                  <a:pt x="3150" y="180"/>
                  <a:pt x="3155" y="196"/>
                  <a:pt x="3158" y="213"/>
                </a:cubicBezTo>
                <a:cubicBezTo>
                  <a:pt x="3161" y="230"/>
                  <a:pt x="3163" y="247"/>
                  <a:pt x="3163" y="265"/>
                </a:cubicBezTo>
                <a:lnTo>
                  <a:pt x="3163" y="950"/>
                </a:lnTo>
                <a:cubicBezTo>
                  <a:pt x="3163" y="967"/>
                  <a:pt x="3161" y="984"/>
                  <a:pt x="3158" y="1001"/>
                </a:cubicBezTo>
                <a:cubicBezTo>
                  <a:pt x="3155" y="1018"/>
                  <a:pt x="3150" y="1035"/>
                  <a:pt x="3143" y="1051"/>
                </a:cubicBezTo>
                <a:cubicBezTo>
                  <a:pt x="3136" y="1066"/>
                  <a:pt x="3128" y="1082"/>
                  <a:pt x="3119" y="1096"/>
                </a:cubicBezTo>
                <a:cubicBezTo>
                  <a:pt x="3109" y="1110"/>
                  <a:pt x="3098" y="1124"/>
                  <a:pt x="3086" y="1136"/>
                </a:cubicBezTo>
                <a:cubicBezTo>
                  <a:pt x="3074" y="1148"/>
                  <a:pt x="3060" y="1159"/>
                  <a:pt x="3046" y="1169"/>
                </a:cubicBezTo>
                <a:cubicBezTo>
                  <a:pt x="3032" y="1178"/>
                  <a:pt x="3016" y="1186"/>
                  <a:pt x="3000" y="1193"/>
                </a:cubicBezTo>
                <a:cubicBezTo>
                  <a:pt x="2984" y="1200"/>
                  <a:pt x="2968" y="1205"/>
                  <a:pt x="2951" y="1208"/>
                </a:cubicBezTo>
                <a:cubicBezTo>
                  <a:pt x="2934" y="1211"/>
                  <a:pt x="2917" y="1213"/>
                  <a:pt x="2900" y="1213"/>
                </a:cubicBezTo>
                <a:lnTo>
                  <a:pt x="264" y="1213"/>
                </a:lnTo>
                <a:cubicBezTo>
                  <a:pt x="247" y="1213"/>
                  <a:pt x="230" y="1211"/>
                  <a:pt x="213" y="1208"/>
                </a:cubicBezTo>
                <a:cubicBezTo>
                  <a:pt x="196" y="1205"/>
                  <a:pt x="180" y="1200"/>
                  <a:pt x="164" y="1193"/>
                </a:cubicBezTo>
                <a:cubicBezTo>
                  <a:pt x="148" y="1186"/>
                  <a:pt x="132" y="1178"/>
                  <a:pt x="118" y="1169"/>
                </a:cubicBezTo>
                <a:cubicBezTo>
                  <a:pt x="104" y="1159"/>
                  <a:pt x="90" y="1148"/>
                  <a:pt x="78" y="1136"/>
                </a:cubicBezTo>
                <a:cubicBezTo>
                  <a:pt x="66" y="1124"/>
                  <a:pt x="55" y="1110"/>
                  <a:pt x="45" y="1096"/>
                </a:cubicBezTo>
                <a:cubicBezTo>
                  <a:pt x="36" y="1082"/>
                  <a:pt x="28" y="1066"/>
                  <a:pt x="20" y="1051"/>
                </a:cubicBezTo>
                <a:cubicBezTo>
                  <a:pt x="13" y="1035"/>
                  <a:pt x="8" y="1018"/>
                  <a:pt x="5" y="1001"/>
                </a:cubicBezTo>
                <a:cubicBezTo>
                  <a:pt x="2" y="984"/>
                  <a:pt x="0" y="967"/>
                  <a:pt x="0" y="950"/>
                </a:cubicBez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80"/>
                  <a:pt x="20" y="164"/>
                </a:cubicBezTo>
                <a:cubicBezTo>
                  <a:pt x="28" y="148"/>
                  <a:pt x="36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2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0" y="2"/>
                  <a:pt x="247" y="0"/>
                  <a:pt x="264" y="0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5340960" y="1106280"/>
            <a:ext cx="3501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2. Leeruitkomsten als ordenend principe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6450480" y="1996560"/>
            <a:ext cx="858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Leeruitkomst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4981320" y="1476000"/>
            <a:ext cx="1062720" cy="342000"/>
          </a:xfrm>
          <a:custGeom>
            <a:avLst/>
            <a:gdLst/>
            <a:ahLst/>
            <a:rect l="0" t="0" r="r" b="b"/>
            <a:pathLst>
              <a:path w="2952" h="950">
                <a:moveTo>
                  <a:pt x="211" y="0"/>
                </a:moveTo>
                <a:lnTo>
                  <a:pt x="2741" y="0"/>
                </a:lnTo>
                <a:cubicBezTo>
                  <a:pt x="2755" y="0"/>
                  <a:pt x="2769" y="1"/>
                  <a:pt x="2783" y="4"/>
                </a:cubicBezTo>
                <a:cubicBezTo>
                  <a:pt x="2796" y="7"/>
                  <a:pt x="2809" y="11"/>
                  <a:pt x="2822" y="16"/>
                </a:cubicBezTo>
                <a:cubicBezTo>
                  <a:pt x="2835" y="21"/>
                  <a:pt x="2847" y="28"/>
                  <a:pt x="2859" y="35"/>
                </a:cubicBezTo>
                <a:cubicBezTo>
                  <a:pt x="2870" y="43"/>
                  <a:pt x="2881" y="52"/>
                  <a:pt x="2891" y="62"/>
                </a:cubicBezTo>
                <a:cubicBezTo>
                  <a:pt x="2900" y="71"/>
                  <a:pt x="2909" y="82"/>
                  <a:pt x="2917" y="94"/>
                </a:cubicBezTo>
                <a:cubicBezTo>
                  <a:pt x="2924" y="105"/>
                  <a:pt x="2931" y="117"/>
                  <a:pt x="2936" y="130"/>
                </a:cubicBezTo>
                <a:cubicBezTo>
                  <a:pt x="2942" y="143"/>
                  <a:pt x="2946" y="156"/>
                  <a:pt x="2948" y="171"/>
                </a:cubicBezTo>
                <a:cubicBezTo>
                  <a:pt x="2951" y="184"/>
                  <a:pt x="2952" y="198"/>
                  <a:pt x="2952" y="212"/>
                </a:cubicBezTo>
                <a:lnTo>
                  <a:pt x="2952" y="739"/>
                </a:lnTo>
                <a:cubicBezTo>
                  <a:pt x="2952" y="753"/>
                  <a:pt x="2951" y="766"/>
                  <a:pt x="2948" y="780"/>
                </a:cubicBezTo>
                <a:cubicBezTo>
                  <a:pt x="2946" y="793"/>
                  <a:pt x="2942" y="807"/>
                  <a:pt x="2936" y="819"/>
                </a:cubicBezTo>
                <a:cubicBezTo>
                  <a:pt x="2931" y="832"/>
                  <a:pt x="2924" y="844"/>
                  <a:pt x="2917" y="856"/>
                </a:cubicBezTo>
                <a:cubicBezTo>
                  <a:pt x="2909" y="867"/>
                  <a:pt x="2900" y="878"/>
                  <a:pt x="2891" y="888"/>
                </a:cubicBezTo>
                <a:cubicBezTo>
                  <a:pt x="2881" y="898"/>
                  <a:pt x="2870" y="906"/>
                  <a:pt x="2859" y="914"/>
                </a:cubicBezTo>
                <a:cubicBezTo>
                  <a:pt x="2847" y="922"/>
                  <a:pt x="2835" y="928"/>
                  <a:pt x="2822" y="933"/>
                </a:cubicBezTo>
                <a:cubicBezTo>
                  <a:pt x="2809" y="939"/>
                  <a:pt x="2796" y="943"/>
                  <a:pt x="2783" y="945"/>
                </a:cubicBezTo>
                <a:cubicBezTo>
                  <a:pt x="2769" y="948"/>
                  <a:pt x="2755" y="950"/>
                  <a:pt x="2741" y="950"/>
                </a:cubicBezTo>
                <a:lnTo>
                  <a:pt x="211" y="950"/>
                </a:lnTo>
                <a:cubicBezTo>
                  <a:pt x="197" y="950"/>
                  <a:pt x="183" y="948"/>
                  <a:pt x="170" y="945"/>
                </a:cubicBezTo>
                <a:cubicBezTo>
                  <a:pt x="156" y="943"/>
                  <a:pt x="143" y="939"/>
                  <a:pt x="130" y="933"/>
                </a:cubicBezTo>
                <a:cubicBezTo>
                  <a:pt x="117" y="928"/>
                  <a:pt x="105" y="922"/>
                  <a:pt x="94" y="914"/>
                </a:cubicBezTo>
                <a:cubicBezTo>
                  <a:pt x="82" y="906"/>
                  <a:pt x="72" y="898"/>
                  <a:pt x="62" y="888"/>
                </a:cubicBezTo>
                <a:cubicBezTo>
                  <a:pt x="52" y="878"/>
                  <a:pt x="43" y="867"/>
                  <a:pt x="36" y="856"/>
                </a:cubicBezTo>
                <a:cubicBezTo>
                  <a:pt x="28" y="844"/>
                  <a:pt x="21" y="832"/>
                  <a:pt x="16" y="819"/>
                </a:cubicBezTo>
                <a:cubicBezTo>
                  <a:pt x="11" y="807"/>
                  <a:pt x="7" y="793"/>
                  <a:pt x="4" y="780"/>
                </a:cubicBezTo>
                <a:cubicBezTo>
                  <a:pt x="1" y="766"/>
                  <a:pt x="0" y="753"/>
                  <a:pt x="0" y="739"/>
                </a:cubicBezTo>
                <a:lnTo>
                  <a:pt x="0" y="212"/>
                </a:lnTo>
                <a:cubicBezTo>
                  <a:pt x="0" y="198"/>
                  <a:pt x="1" y="184"/>
                  <a:pt x="4" y="171"/>
                </a:cubicBezTo>
                <a:cubicBezTo>
                  <a:pt x="7" y="156"/>
                  <a:pt x="11" y="143"/>
                  <a:pt x="16" y="130"/>
                </a:cubicBezTo>
                <a:cubicBezTo>
                  <a:pt x="21" y="117"/>
                  <a:pt x="28" y="105"/>
                  <a:pt x="36" y="94"/>
                </a:cubicBezTo>
                <a:cubicBezTo>
                  <a:pt x="43" y="82"/>
                  <a:pt x="52" y="71"/>
                  <a:pt x="62" y="62"/>
                </a:cubicBezTo>
                <a:cubicBezTo>
                  <a:pt x="72" y="52"/>
                  <a:pt x="82" y="43"/>
                  <a:pt x="94" y="35"/>
                </a:cubicBezTo>
                <a:cubicBezTo>
                  <a:pt x="105" y="28"/>
                  <a:pt x="117" y="21"/>
                  <a:pt x="130" y="16"/>
                </a:cubicBezTo>
                <a:cubicBezTo>
                  <a:pt x="143" y="11"/>
                  <a:pt x="156" y="7"/>
                  <a:pt x="170" y="4"/>
                </a:cubicBezTo>
                <a:cubicBezTo>
                  <a:pt x="183" y="1"/>
                  <a:pt x="197" y="0"/>
                  <a:pt x="21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4981320" y="1476000"/>
            <a:ext cx="1062720" cy="342000"/>
          </a:xfrm>
          <a:custGeom>
            <a:avLst/>
            <a:gdLst/>
            <a:ahLst/>
            <a:rect l="0" t="0" r="r" b="b"/>
            <a:pathLst>
              <a:path w="2952" h="950">
                <a:moveTo>
                  <a:pt x="211" y="0"/>
                </a:moveTo>
                <a:lnTo>
                  <a:pt x="2741" y="0"/>
                </a:lnTo>
                <a:cubicBezTo>
                  <a:pt x="2755" y="0"/>
                  <a:pt x="2769" y="1"/>
                  <a:pt x="2783" y="4"/>
                </a:cubicBezTo>
                <a:cubicBezTo>
                  <a:pt x="2796" y="7"/>
                  <a:pt x="2809" y="11"/>
                  <a:pt x="2822" y="16"/>
                </a:cubicBezTo>
                <a:cubicBezTo>
                  <a:pt x="2835" y="21"/>
                  <a:pt x="2847" y="28"/>
                  <a:pt x="2859" y="35"/>
                </a:cubicBezTo>
                <a:cubicBezTo>
                  <a:pt x="2870" y="43"/>
                  <a:pt x="2881" y="52"/>
                  <a:pt x="2891" y="62"/>
                </a:cubicBezTo>
                <a:cubicBezTo>
                  <a:pt x="2900" y="71"/>
                  <a:pt x="2909" y="82"/>
                  <a:pt x="2917" y="94"/>
                </a:cubicBezTo>
                <a:cubicBezTo>
                  <a:pt x="2924" y="105"/>
                  <a:pt x="2931" y="117"/>
                  <a:pt x="2936" y="130"/>
                </a:cubicBezTo>
                <a:cubicBezTo>
                  <a:pt x="2942" y="143"/>
                  <a:pt x="2946" y="156"/>
                  <a:pt x="2948" y="171"/>
                </a:cubicBezTo>
                <a:cubicBezTo>
                  <a:pt x="2951" y="184"/>
                  <a:pt x="2952" y="198"/>
                  <a:pt x="2952" y="212"/>
                </a:cubicBezTo>
                <a:lnTo>
                  <a:pt x="2952" y="739"/>
                </a:lnTo>
                <a:cubicBezTo>
                  <a:pt x="2952" y="753"/>
                  <a:pt x="2951" y="766"/>
                  <a:pt x="2948" y="780"/>
                </a:cubicBezTo>
                <a:cubicBezTo>
                  <a:pt x="2946" y="793"/>
                  <a:pt x="2942" y="807"/>
                  <a:pt x="2936" y="819"/>
                </a:cubicBezTo>
                <a:cubicBezTo>
                  <a:pt x="2931" y="832"/>
                  <a:pt x="2924" y="844"/>
                  <a:pt x="2917" y="856"/>
                </a:cubicBezTo>
                <a:cubicBezTo>
                  <a:pt x="2909" y="867"/>
                  <a:pt x="2900" y="878"/>
                  <a:pt x="2891" y="888"/>
                </a:cubicBezTo>
                <a:cubicBezTo>
                  <a:pt x="2881" y="898"/>
                  <a:pt x="2870" y="906"/>
                  <a:pt x="2859" y="914"/>
                </a:cubicBezTo>
                <a:cubicBezTo>
                  <a:pt x="2847" y="922"/>
                  <a:pt x="2835" y="928"/>
                  <a:pt x="2822" y="933"/>
                </a:cubicBezTo>
                <a:cubicBezTo>
                  <a:pt x="2809" y="939"/>
                  <a:pt x="2796" y="943"/>
                  <a:pt x="2783" y="945"/>
                </a:cubicBezTo>
                <a:cubicBezTo>
                  <a:pt x="2769" y="948"/>
                  <a:pt x="2755" y="950"/>
                  <a:pt x="2741" y="950"/>
                </a:cubicBezTo>
                <a:lnTo>
                  <a:pt x="211" y="950"/>
                </a:lnTo>
                <a:cubicBezTo>
                  <a:pt x="197" y="950"/>
                  <a:pt x="183" y="948"/>
                  <a:pt x="170" y="945"/>
                </a:cubicBezTo>
                <a:cubicBezTo>
                  <a:pt x="156" y="943"/>
                  <a:pt x="143" y="939"/>
                  <a:pt x="130" y="933"/>
                </a:cubicBezTo>
                <a:cubicBezTo>
                  <a:pt x="117" y="928"/>
                  <a:pt x="105" y="922"/>
                  <a:pt x="94" y="914"/>
                </a:cubicBezTo>
                <a:cubicBezTo>
                  <a:pt x="82" y="906"/>
                  <a:pt x="72" y="898"/>
                  <a:pt x="62" y="888"/>
                </a:cubicBezTo>
                <a:cubicBezTo>
                  <a:pt x="52" y="878"/>
                  <a:pt x="43" y="867"/>
                  <a:pt x="36" y="856"/>
                </a:cubicBezTo>
                <a:cubicBezTo>
                  <a:pt x="28" y="844"/>
                  <a:pt x="21" y="832"/>
                  <a:pt x="16" y="819"/>
                </a:cubicBezTo>
                <a:cubicBezTo>
                  <a:pt x="11" y="807"/>
                  <a:pt x="7" y="793"/>
                  <a:pt x="4" y="780"/>
                </a:cubicBezTo>
                <a:cubicBezTo>
                  <a:pt x="1" y="766"/>
                  <a:pt x="0" y="753"/>
                  <a:pt x="0" y="739"/>
                </a:cubicBezTo>
                <a:lnTo>
                  <a:pt x="0" y="212"/>
                </a:lnTo>
                <a:cubicBezTo>
                  <a:pt x="0" y="198"/>
                  <a:pt x="1" y="184"/>
                  <a:pt x="4" y="171"/>
                </a:cubicBezTo>
                <a:cubicBezTo>
                  <a:pt x="7" y="156"/>
                  <a:pt x="11" y="143"/>
                  <a:pt x="16" y="130"/>
                </a:cubicBezTo>
                <a:cubicBezTo>
                  <a:pt x="21" y="117"/>
                  <a:pt x="28" y="105"/>
                  <a:pt x="36" y="94"/>
                </a:cubicBezTo>
                <a:cubicBezTo>
                  <a:pt x="43" y="82"/>
                  <a:pt x="52" y="71"/>
                  <a:pt x="62" y="62"/>
                </a:cubicBezTo>
                <a:cubicBezTo>
                  <a:pt x="72" y="52"/>
                  <a:pt x="82" y="43"/>
                  <a:pt x="94" y="35"/>
                </a:cubicBezTo>
                <a:cubicBezTo>
                  <a:pt x="105" y="28"/>
                  <a:pt x="117" y="21"/>
                  <a:pt x="130" y="16"/>
                </a:cubicBezTo>
                <a:cubicBezTo>
                  <a:pt x="143" y="11"/>
                  <a:pt x="156" y="7"/>
                  <a:pt x="170" y="4"/>
                </a:cubicBezTo>
                <a:cubicBezTo>
                  <a:pt x="183" y="1"/>
                  <a:pt x="197" y="0"/>
                  <a:pt x="211" y="0"/>
                </a:cubicBezTo>
                <a:close/>
              </a:path>
            </a:pathLst>
          </a:custGeom>
          <a:noFill/>
          <a:ln w="18720">
            <a:solidFill>
              <a:srgbClr val="7a97f2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6436080" y="2174760"/>
            <a:ext cx="8784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f0fff8"/>
                </a:solidFill>
                <a:latin typeface="Arial"/>
                <a:ea typeface="Arial"/>
              </a:rPr>
              <a:t>LUK, deﬁnities 3 juni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7599600" y="1476000"/>
            <a:ext cx="1062720" cy="342000"/>
          </a:xfrm>
          <a:custGeom>
            <a:avLst/>
            <a:gdLst/>
            <a:ahLst/>
            <a:rect l="0" t="0" r="r" b="b"/>
            <a:pathLst>
              <a:path w="2952" h="950">
                <a:moveTo>
                  <a:pt x="211" y="0"/>
                </a:moveTo>
                <a:lnTo>
                  <a:pt x="2741" y="0"/>
                </a:lnTo>
                <a:cubicBezTo>
                  <a:pt x="2755" y="0"/>
                  <a:pt x="2769" y="1"/>
                  <a:pt x="2782" y="4"/>
                </a:cubicBezTo>
                <a:cubicBezTo>
                  <a:pt x="2796" y="7"/>
                  <a:pt x="2809" y="11"/>
                  <a:pt x="2822" y="16"/>
                </a:cubicBezTo>
                <a:cubicBezTo>
                  <a:pt x="2835" y="21"/>
                  <a:pt x="2847" y="28"/>
                  <a:pt x="2858" y="35"/>
                </a:cubicBezTo>
                <a:cubicBezTo>
                  <a:pt x="2870" y="43"/>
                  <a:pt x="2881" y="52"/>
                  <a:pt x="2890" y="62"/>
                </a:cubicBezTo>
                <a:cubicBezTo>
                  <a:pt x="2900" y="71"/>
                  <a:pt x="2909" y="82"/>
                  <a:pt x="2917" y="94"/>
                </a:cubicBezTo>
                <a:cubicBezTo>
                  <a:pt x="2924" y="105"/>
                  <a:pt x="2931" y="117"/>
                  <a:pt x="2936" y="130"/>
                </a:cubicBezTo>
                <a:cubicBezTo>
                  <a:pt x="2941" y="143"/>
                  <a:pt x="2945" y="156"/>
                  <a:pt x="2948" y="171"/>
                </a:cubicBezTo>
                <a:cubicBezTo>
                  <a:pt x="2951" y="184"/>
                  <a:pt x="2952" y="198"/>
                  <a:pt x="2952" y="212"/>
                </a:cubicBezTo>
                <a:lnTo>
                  <a:pt x="2952" y="739"/>
                </a:lnTo>
                <a:cubicBezTo>
                  <a:pt x="2952" y="753"/>
                  <a:pt x="2951" y="766"/>
                  <a:pt x="2948" y="780"/>
                </a:cubicBezTo>
                <a:cubicBezTo>
                  <a:pt x="2945" y="793"/>
                  <a:pt x="2941" y="807"/>
                  <a:pt x="2936" y="819"/>
                </a:cubicBezTo>
                <a:cubicBezTo>
                  <a:pt x="2931" y="832"/>
                  <a:pt x="2924" y="844"/>
                  <a:pt x="2917" y="856"/>
                </a:cubicBezTo>
                <a:cubicBezTo>
                  <a:pt x="2909" y="867"/>
                  <a:pt x="2900" y="878"/>
                  <a:pt x="2890" y="888"/>
                </a:cubicBezTo>
                <a:cubicBezTo>
                  <a:pt x="2881" y="898"/>
                  <a:pt x="2870" y="906"/>
                  <a:pt x="2858" y="914"/>
                </a:cubicBezTo>
                <a:cubicBezTo>
                  <a:pt x="2847" y="922"/>
                  <a:pt x="2835" y="928"/>
                  <a:pt x="2822" y="933"/>
                </a:cubicBezTo>
                <a:cubicBezTo>
                  <a:pt x="2809" y="939"/>
                  <a:pt x="2796" y="943"/>
                  <a:pt x="2782" y="945"/>
                </a:cubicBezTo>
                <a:cubicBezTo>
                  <a:pt x="2769" y="948"/>
                  <a:pt x="2755" y="950"/>
                  <a:pt x="2741" y="950"/>
                </a:cubicBezTo>
                <a:lnTo>
                  <a:pt x="211" y="950"/>
                </a:lnTo>
                <a:cubicBezTo>
                  <a:pt x="197" y="950"/>
                  <a:pt x="183" y="948"/>
                  <a:pt x="169" y="945"/>
                </a:cubicBezTo>
                <a:cubicBezTo>
                  <a:pt x="156" y="943"/>
                  <a:pt x="143" y="939"/>
                  <a:pt x="130" y="933"/>
                </a:cubicBezTo>
                <a:cubicBezTo>
                  <a:pt x="117" y="928"/>
                  <a:pt x="105" y="922"/>
                  <a:pt x="93" y="914"/>
                </a:cubicBezTo>
                <a:cubicBezTo>
                  <a:pt x="82" y="906"/>
                  <a:pt x="71" y="898"/>
                  <a:pt x="62" y="888"/>
                </a:cubicBezTo>
                <a:cubicBezTo>
                  <a:pt x="52" y="878"/>
                  <a:pt x="43" y="867"/>
                  <a:pt x="35" y="856"/>
                </a:cubicBezTo>
                <a:cubicBezTo>
                  <a:pt x="28" y="844"/>
                  <a:pt x="21" y="832"/>
                  <a:pt x="16" y="819"/>
                </a:cubicBezTo>
                <a:cubicBezTo>
                  <a:pt x="11" y="807"/>
                  <a:pt x="7" y="793"/>
                  <a:pt x="4" y="780"/>
                </a:cubicBezTo>
                <a:cubicBezTo>
                  <a:pt x="1" y="766"/>
                  <a:pt x="0" y="753"/>
                  <a:pt x="0" y="739"/>
                </a:cubicBezTo>
                <a:lnTo>
                  <a:pt x="0" y="212"/>
                </a:lnTo>
                <a:cubicBezTo>
                  <a:pt x="0" y="198"/>
                  <a:pt x="1" y="184"/>
                  <a:pt x="4" y="171"/>
                </a:cubicBezTo>
                <a:cubicBezTo>
                  <a:pt x="7" y="156"/>
                  <a:pt x="11" y="143"/>
                  <a:pt x="16" y="130"/>
                </a:cubicBezTo>
                <a:cubicBezTo>
                  <a:pt x="21" y="117"/>
                  <a:pt x="28" y="105"/>
                  <a:pt x="35" y="94"/>
                </a:cubicBezTo>
                <a:cubicBezTo>
                  <a:pt x="43" y="82"/>
                  <a:pt x="52" y="71"/>
                  <a:pt x="62" y="62"/>
                </a:cubicBezTo>
                <a:cubicBezTo>
                  <a:pt x="71" y="52"/>
                  <a:pt x="82" y="43"/>
                  <a:pt x="93" y="35"/>
                </a:cubicBezTo>
                <a:cubicBezTo>
                  <a:pt x="105" y="28"/>
                  <a:pt x="117" y="21"/>
                  <a:pt x="130" y="16"/>
                </a:cubicBezTo>
                <a:cubicBezTo>
                  <a:pt x="143" y="11"/>
                  <a:pt x="156" y="7"/>
                  <a:pt x="169" y="4"/>
                </a:cubicBezTo>
                <a:cubicBezTo>
                  <a:pt x="183" y="1"/>
                  <a:pt x="197" y="0"/>
                  <a:pt x="21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7599600" y="1476000"/>
            <a:ext cx="1062720" cy="342000"/>
          </a:xfrm>
          <a:custGeom>
            <a:avLst/>
            <a:gdLst/>
            <a:ahLst/>
            <a:rect l="0" t="0" r="r" b="b"/>
            <a:pathLst>
              <a:path w="2952" h="950">
                <a:moveTo>
                  <a:pt x="211" y="0"/>
                </a:moveTo>
                <a:lnTo>
                  <a:pt x="2741" y="0"/>
                </a:lnTo>
                <a:cubicBezTo>
                  <a:pt x="2755" y="0"/>
                  <a:pt x="2769" y="1"/>
                  <a:pt x="2782" y="4"/>
                </a:cubicBezTo>
                <a:cubicBezTo>
                  <a:pt x="2796" y="7"/>
                  <a:pt x="2809" y="11"/>
                  <a:pt x="2822" y="16"/>
                </a:cubicBezTo>
                <a:cubicBezTo>
                  <a:pt x="2835" y="21"/>
                  <a:pt x="2847" y="28"/>
                  <a:pt x="2858" y="35"/>
                </a:cubicBezTo>
                <a:cubicBezTo>
                  <a:pt x="2870" y="43"/>
                  <a:pt x="2881" y="52"/>
                  <a:pt x="2890" y="62"/>
                </a:cubicBezTo>
                <a:cubicBezTo>
                  <a:pt x="2900" y="71"/>
                  <a:pt x="2909" y="82"/>
                  <a:pt x="2917" y="94"/>
                </a:cubicBezTo>
                <a:cubicBezTo>
                  <a:pt x="2924" y="105"/>
                  <a:pt x="2931" y="117"/>
                  <a:pt x="2936" y="130"/>
                </a:cubicBezTo>
                <a:cubicBezTo>
                  <a:pt x="2941" y="143"/>
                  <a:pt x="2945" y="156"/>
                  <a:pt x="2948" y="171"/>
                </a:cubicBezTo>
                <a:cubicBezTo>
                  <a:pt x="2951" y="184"/>
                  <a:pt x="2952" y="198"/>
                  <a:pt x="2952" y="212"/>
                </a:cubicBezTo>
                <a:lnTo>
                  <a:pt x="2952" y="739"/>
                </a:lnTo>
                <a:cubicBezTo>
                  <a:pt x="2952" y="753"/>
                  <a:pt x="2951" y="766"/>
                  <a:pt x="2948" y="780"/>
                </a:cubicBezTo>
                <a:cubicBezTo>
                  <a:pt x="2945" y="793"/>
                  <a:pt x="2941" y="807"/>
                  <a:pt x="2936" y="819"/>
                </a:cubicBezTo>
                <a:cubicBezTo>
                  <a:pt x="2931" y="832"/>
                  <a:pt x="2924" y="844"/>
                  <a:pt x="2917" y="856"/>
                </a:cubicBezTo>
                <a:cubicBezTo>
                  <a:pt x="2909" y="867"/>
                  <a:pt x="2900" y="878"/>
                  <a:pt x="2890" y="888"/>
                </a:cubicBezTo>
                <a:cubicBezTo>
                  <a:pt x="2881" y="898"/>
                  <a:pt x="2870" y="906"/>
                  <a:pt x="2858" y="914"/>
                </a:cubicBezTo>
                <a:cubicBezTo>
                  <a:pt x="2847" y="922"/>
                  <a:pt x="2835" y="928"/>
                  <a:pt x="2822" y="933"/>
                </a:cubicBezTo>
                <a:cubicBezTo>
                  <a:pt x="2809" y="939"/>
                  <a:pt x="2796" y="943"/>
                  <a:pt x="2782" y="945"/>
                </a:cubicBezTo>
                <a:cubicBezTo>
                  <a:pt x="2769" y="948"/>
                  <a:pt x="2755" y="950"/>
                  <a:pt x="2741" y="950"/>
                </a:cubicBezTo>
                <a:lnTo>
                  <a:pt x="211" y="950"/>
                </a:lnTo>
                <a:cubicBezTo>
                  <a:pt x="197" y="950"/>
                  <a:pt x="183" y="948"/>
                  <a:pt x="169" y="945"/>
                </a:cubicBezTo>
                <a:cubicBezTo>
                  <a:pt x="156" y="943"/>
                  <a:pt x="143" y="939"/>
                  <a:pt x="130" y="933"/>
                </a:cubicBezTo>
                <a:cubicBezTo>
                  <a:pt x="117" y="928"/>
                  <a:pt x="105" y="922"/>
                  <a:pt x="93" y="914"/>
                </a:cubicBezTo>
                <a:cubicBezTo>
                  <a:pt x="82" y="906"/>
                  <a:pt x="71" y="898"/>
                  <a:pt x="62" y="888"/>
                </a:cubicBezTo>
                <a:cubicBezTo>
                  <a:pt x="52" y="878"/>
                  <a:pt x="43" y="867"/>
                  <a:pt x="35" y="856"/>
                </a:cubicBezTo>
                <a:cubicBezTo>
                  <a:pt x="28" y="844"/>
                  <a:pt x="21" y="832"/>
                  <a:pt x="16" y="819"/>
                </a:cubicBezTo>
                <a:cubicBezTo>
                  <a:pt x="11" y="807"/>
                  <a:pt x="7" y="793"/>
                  <a:pt x="4" y="780"/>
                </a:cubicBezTo>
                <a:cubicBezTo>
                  <a:pt x="1" y="766"/>
                  <a:pt x="0" y="753"/>
                  <a:pt x="0" y="739"/>
                </a:cubicBezTo>
                <a:lnTo>
                  <a:pt x="0" y="212"/>
                </a:lnTo>
                <a:cubicBezTo>
                  <a:pt x="0" y="198"/>
                  <a:pt x="1" y="184"/>
                  <a:pt x="4" y="171"/>
                </a:cubicBezTo>
                <a:cubicBezTo>
                  <a:pt x="7" y="156"/>
                  <a:pt x="11" y="143"/>
                  <a:pt x="16" y="130"/>
                </a:cubicBezTo>
                <a:cubicBezTo>
                  <a:pt x="21" y="117"/>
                  <a:pt x="28" y="105"/>
                  <a:pt x="35" y="94"/>
                </a:cubicBezTo>
                <a:cubicBezTo>
                  <a:pt x="43" y="82"/>
                  <a:pt x="52" y="71"/>
                  <a:pt x="62" y="62"/>
                </a:cubicBezTo>
                <a:cubicBezTo>
                  <a:pt x="71" y="52"/>
                  <a:pt x="82" y="43"/>
                  <a:pt x="93" y="35"/>
                </a:cubicBezTo>
                <a:cubicBezTo>
                  <a:pt x="105" y="28"/>
                  <a:pt x="117" y="21"/>
                  <a:pt x="130" y="16"/>
                </a:cubicBezTo>
                <a:cubicBezTo>
                  <a:pt x="143" y="11"/>
                  <a:pt x="156" y="7"/>
                  <a:pt x="169" y="4"/>
                </a:cubicBezTo>
                <a:cubicBezTo>
                  <a:pt x="183" y="1"/>
                  <a:pt x="197" y="0"/>
                  <a:pt x="211" y="0"/>
                </a:cubicBezTo>
                <a:close/>
              </a:path>
            </a:pathLst>
          </a:custGeom>
          <a:noFill/>
          <a:ln w="18720">
            <a:solidFill>
              <a:srgbClr val="7a97f2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074560" y="1596960"/>
            <a:ext cx="1009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b1b2f"/>
                </a:solidFill>
                <a:latin typeface="Arial"/>
                <a:ea typeface="Arial"/>
              </a:rPr>
              <a:t>Kwaliﬁcatiedossier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4981320" y="2443680"/>
            <a:ext cx="1062720" cy="341640"/>
          </a:xfrm>
          <a:custGeom>
            <a:avLst/>
            <a:gdLst/>
            <a:ahLst/>
            <a:rect l="0" t="0" r="r" b="b"/>
            <a:pathLst>
              <a:path w="2952" h="949">
                <a:moveTo>
                  <a:pt x="211" y="0"/>
                </a:moveTo>
                <a:lnTo>
                  <a:pt x="2741" y="0"/>
                </a:lnTo>
                <a:cubicBezTo>
                  <a:pt x="2755" y="0"/>
                  <a:pt x="2769" y="1"/>
                  <a:pt x="2783" y="4"/>
                </a:cubicBezTo>
                <a:cubicBezTo>
                  <a:pt x="2796" y="6"/>
                  <a:pt x="2809" y="10"/>
                  <a:pt x="2822" y="16"/>
                </a:cubicBezTo>
                <a:cubicBezTo>
                  <a:pt x="2835" y="21"/>
                  <a:pt x="2847" y="28"/>
                  <a:pt x="2859" y="35"/>
                </a:cubicBezTo>
                <a:cubicBezTo>
                  <a:pt x="2870" y="43"/>
                  <a:pt x="2881" y="52"/>
                  <a:pt x="2891" y="61"/>
                </a:cubicBezTo>
                <a:cubicBezTo>
                  <a:pt x="2900" y="71"/>
                  <a:pt x="2909" y="82"/>
                  <a:pt x="2917" y="93"/>
                </a:cubicBezTo>
                <a:cubicBezTo>
                  <a:pt x="2924" y="105"/>
                  <a:pt x="2931" y="117"/>
                  <a:pt x="2936" y="130"/>
                </a:cubicBezTo>
                <a:cubicBezTo>
                  <a:pt x="2942" y="143"/>
                  <a:pt x="2946" y="156"/>
                  <a:pt x="2948" y="169"/>
                </a:cubicBezTo>
                <a:cubicBezTo>
                  <a:pt x="2951" y="183"/>
                  <a:pt x="2952" y="197"/>
                  <a:pt x="2952" y="210"/>
                </a:cubicBezTo>
                <a:lnTo>
                  <a:pt x="2952" y="739"/>
                </a:lnTo>
                <a:cubicBezTo>
                  <a:pt x="2952" y="752"/>
                  <a:pt x="2951" y="766"/>
                  <a:pt x="2948" y="780"/>
                </a:cubicBezTo>
                <a:cubicBezTo>
                  <a:pt x="2946" y="793"/>
                  <a:pt x="2942" y="806"/>
                  <a:pt x="2936" y="819"/>
                </a:cubicBezTo>
                <a:cubicBezTo>
                  <a:pt x="2931" y="832"/>
                  <a:pt x="2924" y="844"/>
                  <a:pt x="2917" y="856"/>
                </a:cubicBezTo>
                <a:cubicBezTo>
                  <a:pt x="2909" y="867"/>
                  <a:pt x="2900" y="878"/>
                  <a:pt x="2891" y="888"/>
                </a:cubicBezTo>
                <a:cubicBezTo>
                  <a:pt x="2881" y="897"/>
                  <a:pt x="2870" y="906"/>
                  <a:pt x="2859" y="914"/>
                </a:cubicBezTo>
                <a:cubicBezTo>
                  <a:pt x="2847" y="921"/>
                  <a:pt x="2835" y="928"/>
                  <a:pt x="2822" y="933"/>
                </a:cubicBezTo>
                <a:cubicBezTo>
                  <a:pt x="2809" y="939"/>
                  <a:pt x="2796" y="943"/>
                  <a:pt x="2783" y="945"/>
                </a:cubicBezTo>
                <a:cubicBezTo>
                  <a:pt x="2769" y="948"/>
                  <a:pt x="2755" y="949"/>
                  <a:pt x="2741" y="949"/>
                </a:cubicBezTo>
                <a:lnTo>
                  <a:pt x="211" y="949"/>
                </a:lnTo>
                <a:cubicBezTo>
                  <a:pt x="197" y="949"/>
                  <a:pt x="183" y="948"/>
                  <a:pt x="170" y="945"/>
                </a:cubicBezTo>
                <a:cubicBezTo>
                  <a:pt x="156" y="943"/>
                  <a:pt x="143" y="939"/>
                  <a:pt x="130" y="933"/>
                </a:cubicBezTo>
                <a:cubicBezTo>
                  <a:pt x="117" y="928"/>
                  <a:pt x="105" y="921"/>
                  <a:pt x="94" y="914"/>
                </a:cubicBezTo>
                <a:cubicBezTo>
                  <a:pt x="82" y="906"/>
                  <a:pt x="72" y="897"/>
                  <a:pt x="62" y="888"/>
                </a:cubicBezTo>
                <a:cubicBezTo>
                  <a:pt x="52" y="878"/>
                  <a:pt x="43" y="867"/>
                  <a:pt x="36" y="856"/>
                </a:cubicBezTo>
                <a:cubicBezTo>
                  <a:pt x="28" y="844"/>
                  <a:pt x="21" y="832"/>
                  <a:pt x="16" y="819"/>
                </a:cubicBezTo>
                <a:cubicBezTo>
                  <a:pt x="11" y="806"/>
                  <a:pt x="7" y="793"/>
                  <a:pt x="4" y="780"/>
                </a:cubicBezTo>
                <a:cubicBezTo>
                  <a:pt x="1" y="766"/>
                  <a:pt x="0" y="752"/>
                  <a:pt x="0" y="739"/>
                </a:cubicBezTo>
                <a:lnTo>
                  <a:pt x="0" y="210"/>
                </a:lnTo>
                <a:cubicBezTo>
                  <a:pt x="0" y="197"/>
                  <a:pt x="1" y="183"/>
                  <a:pt x="4" y="169"/>
                </a:cubicBezTo>
                <a:cubicBezTo>
                  <a:pt x="7" y="156"/>
                  <a:pt x="11" y="143"/>
                  <a:pt x="16" y="130"/>
                </a:cubicBezTo>
                <a:cubicBezTo>
                  <a:pt x="21" y="117"/>
                  <a:pt x="28" y="105"/>
                  <a:pt x="36" y="93"/>
                </a:cubicBezTo>
                <a:cubicBezTo>
                  <a:pt x="43" y="82"/>
                  <a:pt x="52" y="71"/>
                  <a:pt x="62" y="61"/>
                </a:cubicBezTo>
                <a:cubicBezTo>
                  <a:pt x="72" y="52"/>
                  <a:pt x="82" y="43"/>
                  <a:pt x="94" y="35"/>
                </a:cubicBezTo>
                <a:cubicBezTo>
                  <a:pt x="105" y="28"/>
                  <a:pt x="117" y="21"/>
                  <a:pt x="130" y="16"/>
                </a:cubicBezTo>
                <a:cubicBezTo>
                  <a:pt x="143" y="10"/>
                  <a:pt x="156" y="6"/>
                  <a:pt x="170" y="4"/>
                </a:cubicBezTo>
                <a:cubicBezTo>
                  <a:pt x="183" y="1"/>
                  <a:pt x="197" y="0"/>
                  <a:pt x="21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4981320" y="2443680"/>
            <a:ext cx="1062720" cy="341640"/>
          </a:xfrm>
          <a:custGeom>
            <a:avLst/>
            <a:gdLst/>
            <a:ahLst/>
            <a:rect l="0" t="0" r="r" b="b"/>
            <a:pathLst>
              <a:path w="2952" h="949">
                <a:moveTo>
                  <a:pt x="211" y="0"/>
                </a:moveTo>
                <a:lnTo>
                  <a:pt x="2741" y="0"/>
                </a:lnTo>
                <a:cubicBezTo>
                  <a:pt x="2755" y="0"/>
                  <a:pt x="2769" y="1"/>
                  <a:pt x="2783" y="4"/>
                </a:cubicBezTo>
                <a:cubicBezTo>
                  <a:pt x="2796" y="6"/>
                  <a:pt x="2809" y="10"/>
                  <a:pt x="2822" y="16"/>
                </a:cubicBezTo>
                <a:cubicBezTo>
                  <a:pt x="2835" y="21"/>
                  <a:pt x="2847" y="28"/>
                  <a:pt x="2859" y="35"/>
                </a:cubicBezTo>
                <a:cubicBezTo>
                  <a:pt x="2870" y="43"/>
                  <a:pt x="2881" y="52"/>
                  <a:pt x="2891" y="61"/>
                </a:cubicBezTo>
                <a:cubicBezTo>
                  <a:pt x="2900" y="71"/>
                  <a:pt x="2909" y="82"/>
                  <a:pt x="2917" y="93"/>
                </a:cubicBezTo>
                <a:cubicBezTo>
                  <a:pt x="2924" y="105"/>
                  <a:pt x="2931" y="117"/>
                  <a:pt x="2936" y="130"/>
                </a:cubicBezTo>
                <a:cubicBezTo>
                  <a:pt x="2942" y="143"/>
                  <a:pt x="2946" y="156"/>
                  <a:pt x="2948" y="169"/>
                </a:cubicBezTo>
                <a:cubicBezTo>
                  <a:pt x="2951" y="183"/>
                  <a:pt x="2952" y="197"/>
                  <a:pt x="2952" y="210"/>
                </a:cubicBezTo>
                <a:lnTo>
                  <a:pt x="2952" y="739"/>
                </a:lnTo>
                <a:cubicBezTo>
                  <a:pt x="2952" y="752"/>
                  <a:pt x="2951" y="766"/>
                  <a:pt x="2948" y="780"/>
                </a:cubicBezTo>
                <a:cubicBezTo>
                  <a:pt x="2946" y="793"/>
                  <a:pt x="2942" y="806"/>
                  <a:pt x="2936" y="819"/>
                </a:cubicBezTo>
                <a:cubicBezTo>
                  <a:pt x="2931" y="832"/>
                  <a:pt x="2924" y="844"/>
                  <a:pt x="2917" y="856"/>
                </a:cubicBezTo>
                <a:cubicBezTo>
                  <a:pt x="2909" y="867"/>
                  <a:pt x="2900" y="878"/>
                  <a:pt x="2891" y="888"/>
                </a:cubicBezTo>
                <a:cubicBezTo>
                  <a:pt x="2881" y="897"/>
                  <a:pt x="2870" y="906"/>
                  <a:pt x="2859" y="914"/>
                </a:cubicBezTo>
                <a:cubicBezTo>
                  <a:pt x="2847" y="921"/>
                  <a:pt x="2835" y="928"/>
                  <a:pt x="2822" y="933"/>
                </a:cubicBezTo>
                <a:cubicBezTo>
                  <a:pt x="2809" y="939"/>
                  <a:pt x="2796" y="943"/>
                  <a:pt x="2783" y="945"/>
                </a:cubicBezTo>
                <a:cubicBezTo>
                  <a:pt x="2769" y="948"/>
                  <a:pt x="2755" y="949"/>
                  <a:pt x="2741" y="949"/>
                </a:cubicBezTo>
                <a:lnTo>
                  <a:pt x="211" y="949"/>
                </a:lnTo>
                <a:cubicBezTo>
                  <a:pt x="197" y="949"/>
                  <a:pt x="183" y="948"/>
                  <a:pt x="170" y="945"/>
                </a:cubicBezTo>
                <a:cubicBezTo>
                  <a:pt x="156" y="943"/>
                  <a:pt x="143" y="939"/>
                  <a:pt x="130" y="933"/>
                </a:cubicBezTo>
                <a:cubicBezTo>
                  <a:pt x="117" y="928"/>
                  <a:pt x="105" y="921"/>
                  <a:pt x="94" y="914"/>
                </a:cubicBezTo>
                <a:cubicBezTo>
                  <a:pt x="82" y="906"/>
                  <a:pt x="72" y="897"/>
                  <a:pt x="62" y="888"/>
                </a:cubicBezTo>
                <a:cubicBezTo>
                  <a:pt x="52" y="878"/>
                  <a:pt x="43" y="867"/>
                  <a:pt x="36" y="856"/>
                </a:cubicBezTo>
                <a:cubicBezTo>
                  <a:pt x="28" y="844"/>
                  <a:pt x="21" y="832"/>
                  <a:pt x="16" y="819"/>
                </a:cubicBezTo>
                <a:cubicBezTo>
                  <a:pt x="11" y="806"/>
                  <a:pt x="7" y="793"/>
                  <a:pt x="4" y="780"/>
                </a:cubicBezTo>
                <a:cubicBezTo>
                  <a:pt x="1" y="766"/>
                  <a:pt x="0" y="752"/>
                  <a:pt x="0" y="739"/>
                </a:cubicBezTo>
                <a:lnTo>
                  <a:pt x="0" y="210"/>
                </a:lnTo>
                <a:cubicBezTo>
                  <a:pt x="0" y="197"/>
                  <a:pt x="1" y="183"/>
                  <a:pt x="4" y="169"/>
                </a:cubicBezTo>
                <a:cubicBezTo>
                  <a:pt x="7" y="156"/>
                  <a:pt x="11" y="143"/>
                  <a:pt x="16" y="130"/>
                </a:cubicBezTo>
                <a:cubicBezTo>
                  <a:pt x="21" y="117"/>
                  <a:pt x="28" y="105"/>
                  <a:pt x="36" y="93"/>
                </a:cubicBezTo>
                <a:cubicBezTo>
                  <a:pt x="43" y="82"/>
                  <a:pt x="52" y="71"/>
                  <a:pt x="62" y="61"/>
                </a:cubicBezTo>
                <a:cubicBezTo>
                  <a:pt x="72" y="52"/>
                  <a:pt x="82" y="43"/>
                  <a:pt x="94" y="35"/>
                </a:cubicBezTo>
                <a:cubicBezTo>
                  <a:pt x="105" y="28"/>
                  <a:pt x="117" y="21"/>
                  <a:pt x="130" y="16"/>
                </a:cubicBezTo>
                <a:cubicBezTo>
                  <a:pt x="143" y="10"/>
                  <a:pt x="156" y="6"/>
                  <a:pt x="170" y="4"/>
                </a:cubicBezTo>
                <a:cubicBezTo>
                  <a:pt x="183" y="1"/>
                  <a:pt x="197" y="0"/>
                  <a:pt x="211" y="0"/>
                </a:cubicBezTo>
                <a:close/>
              </a:path>
            </a:pathLst>
          </a:custGeom>
          <a:noFill/>
          <a:ln w="18720">
            <a:solidFill>
              <a:srgbClr val="e9a27f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7849800" y="1596960"/>
            <a:ext cx="621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b1b2f"/>
                </a:solidFill>
                <a:latin typeface="Arial"/>
                <a:ea typeface="Arial"/>
              </a:rPr>
              <a:t>Speciﬁcatie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7599600" y="2443680"/>
            <a:ext cx="1062720" cy="341640"/>
          </a:xfrm>
          <a:custGeom>
            <a:avLst/>
            <a:gdLst/>
            <a:ahLst/>
            <a:rect l="0" t="0" r="r" b="b"/>
            <a:pathLst>
              <a:path w="2952" h="949">
                <a:moveTo>
                  <a:pt x="211" y="0"/>
                </a:moveTo>
                <a:lnTo>
                  <a:pt x="2741" y="0"/>
                </a:lnTo>
                <a:cubicBezTo>
                  <a:pt x="2755" y="0"/>
                  <a:pt x="2769" y="1"/>
                  <a:pt x="2782" y="4"/>
                </a:cubicBezTo>
                <a:cubicBezTo>
                  <a:pt x="2796" y="6"/>
                  <a:pt x="2809" y="10"/>
                  <a:pt x="2822" y="16"/>
                </a:cubicBezTo>
                <a:cubicBezTo>
                  <a:pt x="2835" y="21"/>
                  <a:pt x="2847" y="28"/>
                  <a:pt x="2858" y="35"/>
                </a:cubicBezTo>
                <a:cubicBezTo>
                  <a:pt x="2870" y="43"/>
                  <a:pt x="2881" y="52"/>
                  <a:pt x="2890" y="61"/>
                </a:cubicBezTo>
                <a:cubicBezTo>
                  <a:pt x="2900" y="71"/>
                  <a:pt x="2909" y="82"/>
                  <a:pt x="2917" y="93"/>
                </a:cubicBezTo>
                <a:cubicBezTo>
                  <a:pt x="2924" y="105"/>
                  <a:pt x="2931" y="117"/>
                  <a:pt x="2936" y="130"/>
                </a:cubicBezTo>
                <a:cubicBezTo>
                  <a:pt x="2941" y="143"/>
                  <a:pt x="2945" y="156"/>
                  <a:pt x="2948" y="169"/>
                </a:cubicBezTo>
                <a:cubicBezTo>
                  <a:pt x="2951" y="183"/>
                  <a:pt x="2952" y="197"/>
                  <a:pt x="2952" y="210"/>
                </a:cubicBezTo>
                <a:lnTo>
                  <a:pt x="2952" y="739"/>
                </a:lnTo>
                <a:cubicBezTo>
                  <a:pt x="2952" y="752"/>
                  <a:pt x="2951" y="766"/>
                  <a:pt x="2948" y="780"/>
                </a:cubicBezTo>
                <a:cubicBezTo>
                  <a:pt x="2945" y="793"/>
                  <a:pt x="2941" y="806"/>
                  <a:pt x="2936" y="819"/>
                </a:cubicBezTo>
                <a:cubicBezTo>
                  <a:pt x="2931" y="832"/>
                  <a:pt x="2924" y="844"/>
                  <a:pt x="2917" y="856"/>
                </a:cubicBezTo>
                <a:cubicBezTo>
                  <a:pt x="2909" y="867"/>
                  <a:pt x="2900" y="878"/>
                  <a:pt x="2890" y="888"/>
                </a:cubicBezTo>
                <a:cubicBezTo>
                  <a:pt x="2881" y="897"/>
                  <a:pt x="2870" y="906"/>
                  <a:pt x="2858" y="914"/>
                </a:cubicBezTo>
                <a:cubicBezTo>
                  <a:pt x="2847" y="921"/>
                  <a:pt x="2835" y="928"/>
                  <a:pt x="2822" y="933"/>
                </a:cubicBezTo>
                <a:cubicBezTo>
                  <a:pt x="2809" y="939"/>
                  <a:pt x="2796" y="943"/>
                  <a:pt x="2782" y="945"/>
                </a:cubicBezTo>
                <a:cubicBezTo>
                  <a:pt x="2769" y="948"/>
                  <a:pt x="2755" y="949"/>
                  <a:pt x="2741" y="949"/>
                </a:cubicBezTo>
                <a:lnTo>
                  <a:pt x="211" y="949"/>
                </a:lnTo>
                <a:cubicBezTo>
                  <a:pt x="197" y="949"/>
                  <a:pt x="183" y="948"/>
                  <a:pt x="169" y="945"/>
                </a:cubicBezTo>
                <a:cubicBezTo>
                  <a:pt x="156" y="943"/>
                  <a:pt x="143" y="939"/>
                  <a:pt x="130" y="933"/>
                </a:cubicBezTo>
                <a:cubicBezTo>
                  <a:pt x="117" y="928"/>
                  <a:pt x="105" y="921"/>
                  <a:pt x="93" y="914"/>
                </a:cubicBezTo>
                <a:cubicBezTo>
                  <a:pt x="82" y="906"/>
                  <a:pt x="71" y="897"/>
                  <a:pt x="62" y="888"/>
                </a:cubicBezTo>
                <a:cubicBezTo>
                  <a:pt x="52" y="878"/>
                  <a:pt x="43" y="867"/>
                  <a:pt x="35" y="856"/>
                </a:cubicBezTo>
                <a:cubicBezTo>
                  <a:pt x="28" y="844"/>
                  <a:pt x="21" y="832"/>
                  <a:pt x="16" y="819"/>
                </a:cubicBezTo>
                <a:cubicBezTo>
                  <a:pt x="11" y="806"/>
                  <a:pt x="7" y="793"/>
                  <a:pt x="4" y="780"/>
                </a:cubicBezTo>
                <a:cubicBezTo>
                  <a:pt x="1" y="766"/>
                  <a:pt x="0" y="752"/>
                  <a:pt x="0" y="739"/>
                </a:cubicBezTo>
                <a:lnTo>
                  <a:pt x="0" y="210"/>
                </a:lnTo>
                <a:cubicBezTo>
                  <a:pt x="0" y="197"/>
                  <a:pt x="1" y="183"/>
                  <a:pt x="4" y="169"/>
                </a:cubicBezTo>
                <a:cubicBezTo>
                  <a:pt x="7" y="156"/>
                  <a:pt x="11" y="143"/>
                  <a:pt x="16" y="130"/>
                </a:cubicBezTo>
                <a:cubicBezTo>
                  <a:pt x="21" y="117"/>
                  <a:pt x="28" y="105"/>
                  <a:pt x="35" y="93"/>
                </a:cubicBezTo>
                <a:cubicBezTo>
                  <a:pt x="43" y="82"/>
                  <a:pt x="52" y="71"/>
                  <a:pt x="62" y="61"/>
                </a:cubicBezTo>
                <a:cubicBezTo>
                  <a:pt x="71" y="52"/>
                  <a:pt x="82" y="43"/>
                  <a:pt x="93" y="35"/>
                </a:cubicBezTo>
                <a:cubicBezTo>
                  <a:pt x="105" y="28"/>
                  <a:pt x="117" y="21"/>
                  <a:pt x="130" y="16"/>
                </a:cubicBezTo>
                <a:cubicBezTo>
                  <a:pt x="143" y="10"/>
                  <a:pt x="156" y="6"/>
                  <a:pt x="169" y="4"/>
                </a:cubicBezTo>
                <a:cubicBezTo>
                  <a:pt x="183" y="1"/>
                  <a:pt x="197" y="0"/>
                  <a:pt x="21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7599600" y="2443680"/>
            <a:ext cx="1062720" cy="341640"/>
          </a:xfrm>
          <a:custGeom>
            <a:avLst/>
            <a:gdLst/>
            <a:ahLst/>
            <a:rect l="0" t="0" r="r" b="b"/>
            <a:pathLst>
              <a:path w="2952" h="949">
                <a:moveTo>
                  <a:pt x="211" y="0"/>
                </a:moveTo>
                <a:lnTo>
                  <a:pt x="2741" y="0"/>
                </a:lnTo>
                <a:cubicBezTo>
                  <a:pt x="2755" y="0"/>
                  <a:pt x="2769" y="1"/>
                  <a:pt x="2782" y="4"/>
                </a:cubicBezTo>
                <a:cubicBezTo>
                  <a:pt x="2796" y="6"/>
                  <a:pt x="2809" y="10"/>
                  <a:pt x="2822" y="16"/>
                </a:cubicBezTo>
                <a:cubicBezTo>
                  <a:pt x="2835" y="21"/>
                  <a:pt x="2847" y="28"/>
                  <a:pt x="2858" y="35"/>
                </a:cubicBezTo>
                <a:cubicBezTo>
                  <a:pt x="2870" y="43"/>
                  <a:pt x="2881" y="52"/>
                  <a:pt x="2890" y="61"/>
                </a:cubicBezTo>
                <a:cubicBezTo>
                  <a:pt x="2900" y="71"/>
                  <a:pt x="2909" y="82"/>
                  <a:pt x="2917" y="93"/>
                </a:cubicBezTo>
                <a:cubicBezTo>
                  <a:pt x="2924" y="105"/>
                  <a:pt x="2931" y="117"/>
                  <a:pt x="2936" y="130"/>
                </a:cubicBezTo>
                <a:cubicBezTo>
                  <a:pt x="2941" y="143"/>
                  <a:pt x="2945" y="156"/>
                  <a:pt x="2948" y="169"/>
                </a:cubicBezTo>
                <a:cubicBezTo>
                  <a:pt x="2951" y="183"/>
                  <a:pt x="2952" y="197"/>
                  <a:pt x="2952" y="210"/>
                </a:cubicBezTo>
                <a:lnTo>
                  <a:pt x="2952" y="739"/>
                </a:lnTo>
                <a:cubicBezTo>
                  <a:pt x="2952" y="752"/>
                  <a:pt x="2951" y="766"/>
                  <a:pt x="2948" y="780"/>
                </a:cubicBezTo>
                <a:cubicBezTo>
                  <a:pt x="2945" y="793"/>
                  <a:pt x="2941" y="806"/>
                  <a:pt x="2936" y="819"/>
                </a:cubicBezTo>
                <a:cubicBezTo>
                  <a:pt x="2931" y="832"/>
                  <a:pt x="2924" y="844"/>
                  <a:pt x="2917" y="856"/>
                </a:cubicBezTo>
                <a:cubicBezTo>
                  <a:pt x="2909" y="867"/>
                  <a:pt x="2900" y="878"/>
                  <a:pt x="2890" y="888"/>
                </a:cubicBezTo>
                <a:cubicBezTo>
                  <a:pt x="2881" y="897"/>
                  <a:pt x="2870" y="906"/>
                  <a:pt x="2858" y="914"/>
                </a:cubicBezTo>
                <a:cubicBezTo>
                  <a:pt x="2847" y="921"/>
                  <a:pt x="2835" y="928"/>
                  <a:pt x="2822" y="933"/>
                </a:cubicBezTo>
                <a:cubicBezTo>
                  <a:pt x="2809" y="939"/>
                  <a:pt x="2796" y="943"/>
                  <a:pt x="2782" y="945"/>
                </a:cubicBezTo>
                <a:cubicBezTo>
                  <a:pt x="2769" y="948"/>
                  <a:pt x="2755" y="949"/>
                  <a:pt x="2741" y="949"/>
                </a:cubicBezTo>
                <a:lnTo>
                  <a:pt x="211" y="949"/>
                </a:lnTo>
                <a:cubicBezTo>
                  <a:pt x="197" y="949"/>
                  <a:pt x="183" y="948"/>
                  <a:pt x="169" y="945"/>
                </a:cubicBezTo>
                <a:cubicBezTo>
                  <a:pt x="156" y="943"/>
                  <a:pt x="143" y="939"/>
                  <a:pt x="130" y="933"/>
                </a:cubicBezTo>
                <a:cubicBezTo>
                  <a:pt x="117" y="928"/>
                  <a:pt x="105" y="921"/>
                  <a:pt x="93" y="914"/>
                </a:cubicBezTo>
                <a:cubicBezTo>
                  <a:pt x="82" y="906"/>
                  <a:pt x="71" y="897"/>
                  <a:pt x="62" y="888"/>
                </a:cubicBezTo>
                <a:cubicBezTo>
                  <a:pt x="52" y="878"/>
                  <a:pt x="43" y="867"/>
                  <a:pt x="35" y="856"/>
                </a:cubicBezTo>
                <a:cubicBezTo>
                  <a:pt x="28" y="844"/>
                  <a:pt x="21" y="832"/>
                  <a:pt x="16" y="819"/>
                </a:cubicBezTo>
                <a:cubicBezTo>
                  <a:pt x="11" y="806"/>
                  <a:pt x="7" y="793"/>
                  <a:pt x="4" y="780"/>
                </a:cubicBezTo>
                <a:cubicBezTo>
                  <a:pt x="1" y="766"/>
                  <a:pt x="0" y="752"/>
                  <a:pt x="0" y="739"/>
                </a:cubicBezTo>
                <a:lnTo>
                  <a:pt x="0" y="210"/>
                </a:lnTo>
                <a:cubicBezTo>
                  <a:pt x="0" y="197"/>
                  <a:pt x="1" y="183"/>
                  <a:pt x="4" y="169"/>
                </a:cubicBezTo>
                <a:cubicBezTo>
                  <a:pt x="7" y="156"/>
                  <a:pt x="11" y="143"/>
                  <a:pt x="16" y="130"/>
                </a:cubicBezTo>
                <a:cubicBezTo>
                  <a:pt x="21" y="117"/>
                  <a:pt x="28" y="105"/>
                  <a:pt x="35" y="93"/>
                </a:cubicBezTo>
                <a:cubicBezTo>
                  <a:pt x="43" y="82"/>
                  <a:pt x="52" y="71"/>
                  <a:pt x="62" y="61"/>
                </a:cubicBezTo>
                <a:cubicBezTo>
                  <a:pt x="71" y="52"/>
                  <a:pt x="82" y="43"/>
                  <a:pt x="93" y="35"/>
                </a:cubicBezTo>
                <a:cubicBezTo>
                  <a:pt x="105" y="28"/>
                  <a:pt x="117" y="21"/>
                  <a:pt x="130" y="16"/>
                </a:cubicBezTo>
                <a:cubicBezTo>
                  <a:pt x="143" y="10"/>
                  <a:pt x="156" y="6"/>
                  <a:pt x="169" y="4"/>
                </a:cubicBezTo>
                <a:cubicBezTo>
                  <a:pt x="183" y="1"/>
                  <a:pt x="197" y="0"/>
                  <a:pt x="211" y="0"/>
                </a:cubicBezTo>
                <a:close/>
              </a:path>
            </a:pathLst>
          </a:custGeom>
          <a:noFill/>
          <a:ln w="18720">
            <a:solidFill>
              <a:srgbClr val="e9a27f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5131440" y="2564640"/>
            <a:ext cx="9136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b1b2f"/>
                </a:solidFill>
                <a:latin typeface="Arial"/>
                <a:ea typeface="Arial"/>
              </a:rPr>
              <a:t>Toets en examen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6043680" y="1703520"/>
            <a:ext cx="209160" cy="285120"/>
          </a:xfrm>
          <a:prstGeom prst="line">
            <a:avLst/>
          </a:prstGeom>
          <a:ln w="151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7560" rIns="7560" tIns="7560" bIns="7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 flipH="1">
            <a:off x="7390800" y="1703520"/>
            <a:ext cx="209160" cy="285120"/>
          </a:xfrm>
          <a:prstGeom prst="line">
            <a:avLst/>
          </a:prstGeom>
          <a:ln w="151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7560" rIns="7560" tIns="7560" bIns="7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 flipV="1">
            <a:off x="6043680" y="2272680"/>
            <a:ext cx="209160" cy="285120"/>
          </a:xfrm>
          <a:prstGeom prst="line">
            <a:avLst/>
          </a:prstGeom>
          <a:ln w="151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7560" rIns="7560" tIns="7560" bIns="7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 flipH="1" flipV="1">
            <a:off x="7390800" y="2272680"/>
            <a:ext cx="209160" cy="285120"/>
          </a:xfrm>
          <a:prstGeom prst="line">
            <a:avLst/>
          </a:prstGeom>
          <a:ln w="151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7560" rIns="7560" tIns="7560" bIns="7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7702200" y="2564640"/>
            <a:ext cx="10126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b1b2f"/>
                </a:solidFill>
                <a:latin typeface="Arial"/>
                <a:ea typeface="Arial"/>
              </a:rPr>
              <a:t>Resultaatstructuur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4920480" y="2910240"/>
            <a:ext cx="39463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De leeruitkomst is de sleutel: het dossier wordt erin vertaald,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4920480" y="3100680"/>
            <a:ext cx="41184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speciﬁcaties, toetsen en de resultaatstructuur verwijzen ernaar.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456840" y="4400280"/>
            <a:ext cx="8420760" cy="572040"/>
          </a:xfrm>
          <a:custGeom>
            <a:avLst/>
            <a:gdLst/>
            <a:ahLst/>
            <a:rect l="0" t="0" r="r" b="b"/>
            <a:pathLst>
              <a:path w="23391" h="1589">
                <a:moveTo>
                  <a:pt x="0" y="0"/>
                </a:moveTo>
                <a:lnTo>
                  <a:pt x="23391" y="0"/>
                </a:lnTo>
                <a:lnTo>
                  <a:pt x="23391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456840" y="440028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456840" y="496224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8867520" y="440028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106"/>
                </a:moveTo>
                <a:lnTo>
                  <a:pt x="0" y="1589"/>
                </a:lnTo>
                <a:lnTo>
                  <a:pt x="28" y="158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456840" y="440028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0"/>
                </a:moveTo>
                <a:lnTo>
                  <a:pt x="0" y="1589"/>
                </a:lnTo>
                <a:lnTo>
                  <a:pt x="28" y="158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4920480" y="3291120"/>
            <a:ext cx="42757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De instelling vult haar in vanuit haar eigen onderwijskundig kader.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619200" y="4523760"/>
            <a:ext cx="9410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De vraag aan de tafel: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maken andere ontwikkelingen binnen LZD dezelfde keuzes? Dan weten wij dat liever nu dan bij de oplevering van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619200" y="4714200"/>
            <a:ext cx="634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keten.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9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97" name=""/>
          <p:cNvSpPr/>
          <p:nvPr/>
        </p:nvSpPr>
        <p:spPr>
          <a:xfrm>
            <a:off x="456840" y="1266480"/>
            <a:ext cx="2029320" cy="315000"/>
          </a:xfrm>
          <a:custGeom>
            <a:avLst/>
            <a:gdLst/>
            <a:ahLst/>
            <a:rect l="0" t="0" r="r" b="b"/>
            <a:pathLst>
              <a:path w="5637" h="875">
                <a:moveTo>
                  <a:pt x="0" y="0"/>
                </a:moveTo>
                <a:lnTo>
                  <a:pt x="5637" y="0"/>
                </a:lnTo>
                <a:lnTo>
                  <a:pt x="5637" y="875"/>
                </a:lnTo>
                <a:lnTo>
                  <a:pt x="0" y="87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485800" y="1266480"/>
            <a:ext cx="2895840" cy="315000"/>
          </a:xfrm>
          <a:custGeom>
            <a:avLst/>
            <a:gdLst/>
            <a:ahLst/>
            <a:rect l="0" t="0" r="r" b="b"/>
            <a:pathLst>
              <a:path w="8044" h="875">
                <a:moveTo>
                  <a:pt x="0" y="0"/>
                </a:moveTo>
                <a:lnTo>
                  <a:pt x="8044" y="0"/>
                </a:lnTo>
                <a:lnTo>
                  <a:pt x="8044" y="875"/>
                </a:lnTo>
                <a:lnTo>
                  <a:pt x="0" y="87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456840" y="1571400"/>
            <a:ext cx="2029320" cy="19440"/>
          </a:xfrm>
          <a:custGeom>
            <a:avLst/>
            <a:gdLst/>
            <a:ahLst/>
            <a:rect l="0" t="0" r="r" b="b"/>
            <a:pathLst>
              <a:path w="5637" h="54">
                <a:moveTo>
                  <a:pt x="0" y="0"/>
                </a:moveTo>
                <a:lnTo>
                  <a:pt x="5637" y="0"/>
                </a:lnTo>
                <a:lnTo>
                  <a:pt x="563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2485800" y="1571400"/>
            <a:ext cx="2895840" cy="19440"/>
          </a:xfrm>
          <a:custGeom>
            <a:avLst/>
            <a:gdLst/>
            <a:ahLst/>
            <a:rect l="0" t="0" r="r" b="b"/>
            <a:pathLst>
              <a:path w="8044" h="54">
                <a:moveTo>
                  <a:pt x="0" y="0"/>
                </a:moveTo>
                <a:lnTo>
                  <a:pt x="8044" y="0"/>
                </a:lnTo>
                <a:lnTo>
                  <a:pt x="804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456840" y="1923840"/>
            <a:ext cx="2029320" cy="10080"/>
          </a:xfrm>
          <a:custGeom>
            <a:avLst/>
            <a:gdLst/>
            <a:ahLst/>
            <a:rect l="0" t="0" r="r" b="b"/>
            <a:pathLst>
              <a:path w="5637" h="28">
                <a:moveTo>
                  <a:pt x="0" y="0"/>
                </a:moveTo>
                <a:lnTo>
                  <a:pt x="5637" y="0"/>
                </a:lnTo>
                <a:lnTo>
                  <a:pt x="56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485800" y="1923840"/>
            <a:ext cx="2895840" cy="10080"/>
          </a:xfrm>
          <a:custGeom>
            <a:avLst/>
            <a:gdLst/>
            <a:ahLst/>
            <a:rect l="0" t="0" r="r" b="b"/>
            <a:pathLst>
              <a:path w="8044" h="28">
                <a:moveTo>
                  <a:pt x="0" y="0"/>
                </a:moveTo>
                <a:lnTo>
                  <a:pt x="8044" y="0"/>
                </a:lnTo>
                <a:lnTo>
                  <a:pt x="80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456840" y="2466720"/>
            <a:ext cx="2029320" cy="10080"/>
          </a:xfrm>
          <a:custGeom>
            <a:avLst/>
            <a:gdLst/>
            <a:ahLst/>
            <a:rect l="0" t="0" r="r" b="b"/>
            <a:pathLst>
              <a:path w="5637" h="28">
                <a:moveTo>
                  <a:pt x="0" y="0"/>
                </a:moveTo>
                <a:lnTo>
                  <a:pt x="5637" y="0"/>
                </a:lnTo>
                <a:lnTo>
                  <a:pt x="56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485800" y="2466720"/>
            <a:ext cx="2895840" cy="10080"/>
          </a:xfrm>
          <a:custGeom>
            <a:avLst/>
            <a:gdLst/>
            <a:ahLst/>
            <a:rect l="0" t="0" r="r" b="b"/>
            <a:pathLst>
              <a:path w="8044" h="28">
                <a:moveTo>
                  <a:pt x="0" y="0"/>
                </a:moveTo>
                <a:lnTo>
                  <a:pt x="8044" y="0"/>
                </a:lnTo>
                <a:lnTo>
                  <a:pt x="80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456840" y="2809800"/>
            <a:ext cx="2029320" cy="9720"/>
          </a:xfrm>
          <a:custGeom>
            <a:avLst/>
            <a:gdLst/>
            <a:ahLst/>
            <a:rect l="0" t="0" r="r" b="b"/>
            <a:pathLst>
              <a:path w="5637" h="27">
                <a:moveTo>
                  <a:pt x="0" y="0"/>
                </a:moveTo>
                <a:lnTo>
                  <a:pt x="5637" y="0"/>
                </a:lnTo>
                <a:lnTo>
                  <a:pt x="56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2485800" y="2809800"/>
            <a:ext cx="2895840" cy="9720"/>
          </a:xfrm>
          <a:custGeom>
            <a:avLst/>
            <a:gdLst/>
            <a:ahLst/>
            <a:rect l="0" t="0" r="r" b="b"/>
            <a:pathLst>
              <a:path w="8044" h="27">
                <a:moveTo>
                  <a:pt x="0" y="0"/>
                </a:moveTo>
                <a:lnTo>
                  <a:pt x="8044" y="0"/>
                </a:lnTo>
                <a:lnTo>
                  <a:pt x="80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56840" y="3152520"/>
            <a:ext cx="2029320" cy="10080"/>
          </a:xfrm>
          <a:custGeom>
            <a:avLst/>
            <a:gdLst/>
            <a:ahLst/>
            <a:rect l="0" t="0" r="r" b="b"/>
            <a:pathLst>
              <a:path w="5637" h="28">
                <a:moveTo>
                  <a:pt x="0" y="0"/>
                </a:moveTo>
                <a:lnTo>
                  <a:pt x="5637" y="0"/>
                </a:lnTo>
                <a:lnTo>
                  <a:pt x="56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2485800" y="3152520"/>
            <a:ext cx="2895840" cy="10080"/>
          </a:xfrm>
          <a:custGeom>
            <a:avLst/>
            <a:gdLst/>
            <a:ahLst/>
            <a:rect l="0" t="0" r="r" b="b"/>
            <a:pathLst>
              <a:path w="8044" h="28">
                <a:moveTo>
                  <a:pt x="0" y="0"/>
                </a:moveTo>
                <a:lnTo>
                  <a:pt x="8044" y="0"/>
                </a:lnTo>
                <a:lnTo>
                  <a:pt x="80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456840" y="3695400"/>
            <a:ext cx="2029320" cy="10080"/>
          </a:xfrm>
          <a:custGeom>
            <a:avLst/>
            <a:gdLst/>
            <a:ahLst/>
            <a:rect l="0" t="0" r="r" b="b"/>
            <a:pathLst>
              <a:path w="5637" h="28">
                <a:moveTo>
                  <a:pt x="0" y="0"/>
                </a:moveTo>
                <a:lnTo>
                  <a:pt x="5637" y="0"/>
                </a:lnTo>
                <a:lnTo>
                  <a:pt x="56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2485800" y="3695400"/>
            <a:ext cx="2895840" cy="10080"/>
          </a:xfrm>
          <a:custGeom>
            <a:avLst/>
            <a:gdLst/>
            <a:ahLst/>
            <a:rect l="0" t="0" r="r" b="b"/>
            <a:pathLst>
              <a:path w="8044" h="28">
                <a:moveTo>
                  <a:pt x="0" y="0"/>
                </a:moveTo>
                <a:lnTo>
                  <a:pt x="8044" y="0"/>
                </a:lnTo>
                <a:lnTo>
                  <a:pt x="80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456840" y="4028760"/>
            <a:ext cx="2029320" cy="10080"/>
          </a:xfrm>
          <a:custGeom>
            <a:avLst/>
            <a:gdLst/>
            <a:ahLst/>
            <a:rect l="0" t="0" r="r" b="b"/>
            <a:pathLst>
              <a:path w="5637" h="28">
                <a:moveTo>
                  <a:pt x="0" y="0"/>
                </a:moveTo>
                <a:lnTo>
                  <a:pt x="5637" y="0"/>
                </a:lnTo>
                <a:lnTo>
                  <a:pt x="56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2485800" y="4028760"/>
            <a:ext cx="2895840" cy="10080"/>
          </a:xfrm>
          <a:custGeom>
            <a:avLst/>
            <a:gdLst/>
            <a:ahLst/>
            <a:rect l="0" t="0" r="r" b="b"/>
            <a:pathLst>
              <a:path w="8044" h="28">
                <a:moveTo>
                  <a:pt x="0" y="0"/>
                </a:moveTo>
                <a:lnTo>
                  <a:pt x="8044" y="0"/>
                </a:lnTo>
                <a:lnTo>
                  <a:pt x="80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456840" y="4571640"/>
            <a:ext cx="2029320" cy="10080"/>
          </a:xfrm>
          <a:custGeom>
            <a:avLst/>
            <a:gdLst/>
            <a:ahLst/>
            <a:rect l="0" t="0" r="r" b="b"/>
            <a:pathLst>
              <a:path w="5637" h="28">
                <a:moveTo>
                  <a:pt x="0" y="0"/>
                </a:moveTo>
                <a:lnTo>
                  <a:pt x="5637" y="0"/>
                </a:lnTo>
                <a:lnTo>
                  <a:pt x="56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2485800" y="4571640"/>
            <a:ext cx="2895840" cy="10080"/>
          </a:xfrm>
          <a:custGeom>
            <a:avLst/>
            <a:gdLst/>
            <a:ahLst/>
            <a:rect l="0" t="0" r="r" b="b"/>
            <a:pathLst>
              <a:path w="8044" h="28">
                <a:moveTo>
                  <a:pt x="0" y="0"/>
                </a:moveTo>
                <a:lnTo>
                  <a:pt x="8044" y="0"/>
                </a:lnTo>
                <a:lnTo>
                  <a:pt x="80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439920" y="672480"/>
            <a:ext cx="10197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Informatiemodel: zeven begrippen delen de keten in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563760" y="1355400"/>
            <a:ext cx="455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BEGRIP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2588040" y="1355400"/>
            <a:ext cx="1639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BEANTWOORDT DE VRAAG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563760" y="1688040"/>
            <a:ext cx="1459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Kwaliﬁcatiekader mbo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2588040" y="1688040"/>
            <a:ext cx="1538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Wat is normatief geldig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563760" y="2031120"/>
            <a:ext cx="1518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Onderwijskundig kader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563760" y="2230920"/>
            <a:ext cx="599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instelling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2588040" y="2031120"/>
            <a:ext cx="2666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Wat moet de student kennen en kunnen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563760" y="2574000"/>
            <a:ext cx="1399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2588040" y="2574000"/>
            <a:ext cx="1672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Wat wordt georganiseerd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563760" y="2907360"/>
            <a:ext cx="1148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Onderwijsaanbod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2588040" y="2907360"/>
            <a:ext cx="2666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Wanneer, met hoeveel plekken, met wie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563760" y="3250080"/>
            <a:ext cx="1392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Onderwijsverbintenis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2588040" y="3250080"/>
            <a:ext cx="2641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Welke relatie heeft een student met dat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2588040" y="3459600"/>
            <a:ext cx="494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aanbod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563760" y="3793320"/>
            <a:ext cx="1242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Onderwijsresultaat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2588040" y="3793320"/>
            <a:ext cx="11559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Wat is er behaald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563760" y="4136040"/>
            <a:ext cx="1229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Resultaatstructuur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2588040" y="4136040"/>
            <a:ext cx="2695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Hoe telt dat op tot een uitspraak over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5591160" y="1266480"/>
            <a:ext cx="3286440" cy="876960"/>
          </a:xfrm>
          <a:custGeom>
            <a:avLst/>
            <a:gdLst/>
            <a:ahLst/>
            <a:rect l="0" t="0" r="r" b="b"/>
            <a:pathLst>
              <a:path w="9129" h="2436">
                <a:moveTo>
                  <a:pt x="0" y="0"/>
                </a:moveTo>
                <a:lnTo>
                  <a:pt x="9129" y="0"/>
                </a:lnTo>
                <a:lnTo>
                  <a:pt x="9129" y="2436"/>
                </a:lnTo>
                <a:lnTo>
                  <a:pt x="0" y="24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5591160" y="1266480"/>
            <a:ext cx="3286440" cy="38520"/>
          </a:xfrm>
          <a:custGeom>
            <a:avLst/>
            <a:gdLst/>
            <a:ahLst/>
            <a:rect l="0" t="0" r="r" b="b"/>
            <a:pathLst>
              <a:path w="9129" h="107">
                <a:moveTo>
                  <a:pt x="0" y="0"/>
                </a:moveTo>
                <a:lnTo>
                  <a:pt x="9129" y="0"/>
                </a:lnTo>
                <a:lnTo>
                  <a:pt x="91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5591160" y="2133360"/>
            <a:ext cx="3286440" cy="10080"/>
          </a:xfrm>
          <a:custGeom>
            <a:avLst/>
            <a:gdLst/>
            <a:ahLst/>
            <a:rect l="0" t="0" r="r" b="b"/>
            <a:pathLst>
              <a:path w="9129" h="28">
                <a:moveTo>
                  <a:pt x="0" y="0"/>
                </a:moveTo>
                <a:lnTo>
                  <a:pt x="9129" y="0"/>
                </a:lnTo>
                <a:lnTo>
                  <a:pt x="91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8867520" y="1266480"/>
            <a:ext cx="10080" cy="876960"/>
          </a:xfrm>
          <a:custGeom>
            <a:avLst/>
            <a:gdLst/>
            <a:ahLst/>
            <a:rect l="0" t="0" r="r" b="b"/>
            <a:pathLst>
              <a:path w="28" h="2436">
                <a:moveTo>
                  <a:pt x="0" y="106"/>
                </a:moveTo>
                <a:lnTo>
                  <a:pt x="0" y="2436"/>
                </a:lnTo>
                <a:lnTo>
                  <a:pt x="28" y="243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5591160" y="1266480"/>
            <a:ext cx="9720" cy="876960"/>
          </a:xfrm>
          <a:custGeom>
            <a:avLst/>
            <a:gdLst/>
            <a:ahLst/>
            <a:rect l="0" t="0" r="r" b="b"/>
            <a:pathLst>
              <a:path w="27" h="2436">
                <a:moveTo>
                  <a:pt x="0" y="0"/>
                </a:moveTo>
                <a:lnTo>
                  <a:pt x="0" y="2436"/>
                </a:lnTo>
                <a:lnTo>
                  <a:pt x="27" y="243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5788080" y="1422360"/>
            <a:ext cx="148680" cy="193320"/>
          </a:xfrm>
          <a:custGeom>
            <a:avLst/>
            <a:gdLst/>
            <a:ahLst/>
            <a:rect l="0" t="0" r="r" b="b"/>
            <a:pathLst>
              <a:path w="413" h="537">
                <a:moveTo>
                  <a:pt x="372" y="0"/>
                </a:moveTo>
                <a:lnTo>
                  <a:pt x="41" y="0"/>
                </a:lnTo>
                <a:cubicBezTo>
                  <a:pt x="35" y="0"/>
                  <a:pt x="30" y="1"/>
                  <a:pt x="25" y="3"/>
                </a:cubicBezTo>
                <a:cubicBezTo>
                  <a:pt x="20" y="5"/>
                  <a:pt x="16" y="8"/>
                  <a:pt x="12" y="12"/>
                </a:cubicBezTo>
                <a:cubicBezTo>
                  <a:pt x="8" y="16"/>
                  <a:pt x="5" y="20"/>
                  <a:pt x="3" y="25"/>
                </a:cubicBezTo>
                <a:cubicBezTo>
                  <a:pt x="1" y="30"/>
                  <a:pt x="0" y="36"/>
                  <a:pt x="0" y="41"/>
                </a:cubicBezTo>
                <a:lnTo>
                  <a:pt x="0" y="496"/>
                </a:lnTo>
                <a:cubicBezTo>
                  <a:pt x="0" y="501"/>
                  <a:pt x="1" y="507"/>
                  <a:pt x="3" y="512"/>
                </a:cubicBezTo>
                <a:cubicBezTo>
                  <a:pt x="5" y="517"/>
                  <a:pt x="8" y="521"/>
                  <a:pt x="12" y="525"/>
                </a:cubicBezTo>
                <a:cubicBezTo>
                  <a:pt x="16" y="529"/>
                  <a:pt x="20" y="532"/>
                  <a:pt x="25" y="534"/>
                </a:cubicBezTo>
                <a:cubicBezTo>
                  <a:pt x="30" y="536"/>
                  <a:pt x="35" y="537"/>
                  <a:pt x="41" y="537"/>
                </a:cubicBezTo>
                <a:lnTo>
                  <a:pt x="372" y="537"/>
                </a:lnTo>
                <a:cubicBezTo>
                  <a:pt x="378" y="537"/>
                  <a:pt x="383" y="536"/>
                  <a:pt x="388" y="534"/>
                </a:cubicBezTo>
                <a:cubicBezTo>
                  <a:pt x="393" y="532"/>
                  <a:pt x="397" y="529"/>
                  <a:pt x="401" y="525"/>
                </a:cubicBezTo>
                <a:cubicBezTo>
                  <a:pt x="405" y="521"/>
                  <a:pt x="408" y="517"/>
                  <a:pt x="410" y="512"/>
                </a:cubicBezTo>
                <a:cubicBezTo>
                  <a:pt x="412" y="507"/>
                  <a:pt x="413" y="501"/>
                  <a:pt x="413" y="496"/>
                </a:cubicBezTo>
                <a:lnTo>
                  <a:pt x="413" y="41"/>
                </a:lnTo>
                <a:cubicBezTo>
                  <a:pt x="413" y="36"/>
                  <a:pt x="412" y="30"/>
                  <a:pt x="410" y="25"/>
                </a:cubicBezTo>
                <a:cubicBezTo>
                  <a:pt x="408" y="20"/>
                  <a:pt x="405" y="16"/>
                  <a:pt x="401" y="12"/>
                </a:cubicBezTo>
                <a:cubicBezTo>
                  <a:pt x="397" y="8"/>
                  <a:pt x="393" y="5"/>
                  <a:pt x="388" y="3"/>
                </a:cubicBezTo>
                <a:cubicBezTo>
                  <a:pt x="383" y="1"/>
                  <a:pt x="378" y="0"/>
                  <a:pt x="372" y="0"/>
                </a:cubicBezTo>
                <a:moveTo>
                  <a:pt x="372" y="41"/>
                </a:moveTo>
                <a:lnTo>
                  <a:pt x="372" y="166"/>
                </a:lnTo>
                <a:lnTo>
                  <a:pt x="41" y="166"/>
                </a:lnTo>
                <a:lnTo>
                  <a:pt x="41" y="41"/>
                </a:lnTo>
                <a:lnTo>
                  <a:pt x="372" y="41"/>
                </a:lnTo>
                <a:moveTo>
                  <a:pt x="41" y="331"/>
                </a:moveTo>
                <a:lnTo>
                  <a:pt x="41" y="207"/>
                </a:lnTo>
                <a:lnTo>
                  <a:pt x="372" y="207"/>
                </a:lnTo>
                <a:lnTo>
                  <a:pt x="372" y="331"/>
                </a:lnTo>
                <a:lnTo>
                  <a:pt x="41" y="331"/>
                </a:lnTo>
                <a:moveTo>
                  <a:pt x="41" y="496"/>
                </a:moveTo>
                <a:lnTo>
                  <a:pt x="41" y="372"/>
                </a:lnTo>
                <a:lnTo>
                  <a:pt x="372" y="372"/>
                </a:lnTo>
                <a:lnTo>
                  <a:pt x="372" y="496"/>
                </a:lnTo>
                <a:lnTo>
                  <a:pt x="41" y="496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5817600" y="1451880"/>
            <a:ext cx="15120" cy="15480"/>
          </a:xfrm>
          <a:custGeom>
            <a:avLst/>
            <a:gdLst/>
            <a:ahLst/>
            <a:rect l="0" t="0" r="r" b="b"/>
            <a:pathLst>
              <a:path w="42" h="43">
                <a:moveTo>
                  <a:pt x="42" y="22"/>
                </a:moveTo>
                <a:cubicBezTo>
                  <a:pt x="42" y="28"/>
                  <a:pt x="40" y="32"/>
                  <a:pt x="36" y="37"/>
                </a:cubicBezTo>
                <a:cubicBezTo>
                  <a:pt x="32" y="41"/>
                  <a:pt x="28" y="43"/>
                  <a:pt x="22" y="43"/>
                </a:cubicBezTo>
                <a:cubicBezTo>
                  <a:pt x="16" y="43"/>
                  <a:pt x="10" y="41"/>
                  <a:pt x="6" y="37"/>
                </a:cubicBezTo>
                <a:cubicBezTo>
                  <a:pt x="2" y="32"/>
                  <a:pt x="0" y="28"/>
                  <a:pt x="0" y="22"/>
                </a:cubicBezTo>
                <a:cubicBezTo>
                  <a:pt x="0" y="16"/>
                  <a:pt x="2" y="11"/>
                  <a:pt x="6" y="7"/>
                </a:cubicBezTo>
                <a:cubicBezTo>
                  <a:pt x="10" y="2"/>
                  <a:pt x="16" y="0"/>
                  <a:pt x="22" y="0"/>
                </a:cubicBezTo>
                <a:cubicBezTo>
                  <a:pt x="28" y="0"/>
                  <a:pt x="32" y="2"/>
                  <a:pt x="36" y="7"/>
                </a:cubicBezTo>
                <a:cubicBezTo>
                  <a:pt x="40" y="11"/>
                  <a:pt x="42" y="16"/>
                  <a:pt x="42" y="2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5817600" y="1511280"/>
            <a:ext cx="15120" cy="15480"/>
          </a:xfrm>
          <a:custGeom>
            <a:avLst/>
            <a:gdLst/>
            <a:ahLst/>
            <a:rect l="0" t="0" r="r" b="b"/>
            <a:pathLst>
              <a:path w="42" h="43">
                <a:moveTo>
                  <a:pt x="42" y="22"/>
                </a:moveTo>
                <a:cubicBezTo>
                  <a:pt x="42" y="28"/>
                  <a:pt x="40" y="33"/>
                  <a:pt x="36" y="37"/>
                </a:cubicBezTo>
                <a:cubicBezTo>
                  <a:pt x="32" y="41"/>
                  <a:pt x="28" y="43"/>
                  <a:pt x="22" y="43"/>
                </a:cubicBezTo>
                <a:cubicBezTo>
                  <a:pt x="16" y="43"/>
                  <a:pt x="10" y="41"/>
                  <a:pt x="6" y="37"/>
                </a:cubicBezTo>
                <a:cubicBezTo>
                  <a:pt x="2" y="33"/>
                  <a:pt x="0" y="28"/>
                  <a:pt x="0" y="22"/>
                </a:cubicBezTo>
                <a:cubicBezTo>
                  <a:pt x="0" y="16"/>
                  <a:pt x="2" y="11"/>
                  <a:pt x="6" y="7"/>
                </a:cubicBezTo>
                <a:cubicBezTo>
                  <a:pt x="10" y="2"/>
                  <a:pt x="16" y="0"/>
                  <a:pt x="22" y="0"/>
                </a:cubicBezTo>
                <a:cubicBezTo>
                  <a:pt x="28" y="0"/>
                  <a:pt x="32" y="2"/>
                  <a:pt x="36" y="7"/>
                </a:cubicBezTo>
                <a:cubicBezTo>
                  <a:pt x="40" y="11"/>
                  <a:pt x="42" y="16"/>
                  <a:pt x="42" y="2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5817600" y="1570680"/>
            <a:ext cx="15120" cy="15480"/>
          </a:xfrm>
          <a:custGeom>
            <a:avLst/>
            <a:gdLst/>
            <a:ahLst/>
            <a:rect l="0" t="0" r="r" b="b"/>
            <a:pathLst>
              <a:path w="42" h="43">
                <a:moveTo>
                  <a:pt x="42" y="22"/>
                </a:moveTo>
                <a:cubicBezTo>
                  <a:pt x="42" y="28"/>
                  <a:pt x="40" y="33"/>
                  <a:pt x="36" y="37"/>
                </a:cubicBezTo>
                <a:cubicBezTo>
                  <a:pt x="32" y="41"/>
                  <a:pt x="28" y="43"/>
                  <a:pt x="22" y="43"/>
                </a:cubicBezTo>
                <a:cubicBezTo>
                  <a:pt x="16" y="43"/>
                  <a:pt x="10" y="41"/>
                  <a:pt x="6" y="37"/>
                </a:cubicBezTo>
                <a:cubicBezTo>
                  <a:pt x="2" y="33"/>
                  <a:pt x="0" y="28"/>
                  <a:pt x="0" y="22"/>
                </a:cubicBezTo>
                <a:cubicBezTo>
                  <a:pt x="0" y="16"/>
                  <a:pt x="2" y="11"/>
                  <a:pt x="6" y="7"/>
                </a:cubicBezTo>
                <a:cubicBezTo>
                  <a:pt x="10" y="2"/>
                  <a:pt x="16" y="0"/>
                  <a:pt x="22" y="0"/>
                </a:cubicBezTo>
                <a:cubicBezTo>
                  <a:pt x="28" y="0"/>
                  <a:pt x="32" y="2"/>
                  <a:pt x="36" y="7"/>
                </a:cubicBezTo>
                <a:cubicBezTo>
                  <a:pt x="40" y="11"/>
                  <a:pt x="42" y="16"/>
                  <a:pt x="42" y="2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2588040" y="4336200"/>
            <a:ext cx="74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kwaliﬁcatie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5978880" y="1478160"/>
            <a:ext cx="2618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Conceptueel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(MIM 1 en 2): begrippen,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5740920" y="1668960"/>
            <a:ext cx="3219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objecttypen en relaties. De plaat op de volgende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5591160" y="2266920"/>
            <a:ext cx="3286440" cy="676440"/>
          </a:xfrm>
          <a:custGeom>
            <a:avLst/>
            <a:gdLst/>
            <a:ahLst/>
            <a:rect l="0" t="0" r="r" b="b"/>
            <a:pathLst>
              <a:path w="9129" h="1879">
                <a:moveTo>
                  <a:pt x="0" y="0"/>
                </a:moveTo>
                <a:lnTo>
                  <a:pt x="9129" y="0"/>
                </a:lnTo>
                <a:lnTo>
                  <a:pt x="9129" y="1879"/>
                </a:lnTo>
                <a:lnTo>
                  <a:pt x="0" y="187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5591160" y="2266920"/>
            <a:ext cx="3286440" cy="38160"/>
          </a:xfrm>
          <a:custGeom>
            <a:avLst/>
            <a:gdLst/>
            <a:ahLst/>
            <a:rect l="0" t="0" r="r" b="b"/>
            <a:pathLst>
              <a:path w="9129" h="106">
                <a:moveTo>
                  <a:pt x="0" y="0"/>
                </a:moveTo>
                <a:lnTo>
                  <a:pt x="9129" y="0"/>
                </a:lnTo>
                <a:lnTo>
                  <a:pt x="9129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5591160" y="2933640"/>
            <a:ext cx="3286440" cy="9720"/>
          </a:xfrm>
          <a:custGeom>
            <a:avLst/>
            <a:gdLst/>
            <a:ahLst/>
            <a:rect l="0" t="0" r="r" b="b"/>
            <a:pathLst>
              <a:path w="9129" h="27">
                <a:moveTo>
                  <a:pt x="0" y="0"/>
                </a:moveTo>
                <a:lnTo>
                  <a:pt x="9129" y="0"/>
                </a:lnTo>
                <a:lnTo>
                  <a:pt x="91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8867520" y="2266920"/>
            <a:ext cx="10080" cy="676440"/>
          </a:xfrm>
          <a:custGeom>
            <a:avLst/>
            <a:gdLst/>
            <a:ahLst/>
            <a:rect l="0" t="0" r="r" b="b"/>
            <a:pathLst>
              <a:path w="28" h="1879">
                <a:moveTo>
                  <a:pt x="0" y="105"/>
                </a:moveTo>
                <a:lnTo>
                  <a:pt x="0" y="1879"/>
                </a:lnTo>
                <a:lnTo>
                  <a:pt x="28" y="1879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5591160" y="2266920"/>
            <a:ext cx="9720" cy="676440"/>
          </a:xfrm>
          <a:custGeom>
            <a:avLst/>
            <a:gdLst/>
            <a:ahLst/>
            <a:rect l="0" t="0" r="r" b="b"/>
            <a:pathLst>
              <a:path w="27" h="1879">
                <a:moveTo>
                  <a:pt x="0" y="0"/>
                </a:moveTo>
                <a:lnTo>
                  <a:pt x="0" y="1879"/>
                </a:lnTo>
                <a:lnTo>
                  <a:pt x="27" y="1879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5772960" y="2420280"/>
            <a:ext cx="178920" cy="178560"/>
          </a:xfrm>
          <a:custGeom>
            <a:avLst/>
            <a:gdLst/>
            <a:ahLst/>
            <a:rect l="0" t="0" r="r" b="b"/>
            <a:pathLst>
              <a:path w="497" h="496">
                <a:moveTo>
                  <a:pt x="154" y="467"/>
                </a:moveTo>
                <a:lnTo>
                  <a:pt x="80" y="392"/>
                </a:lnTo>
                <a:lnTo>
                  <a:pt x="497" y="392"/>
                </a:lnTo>
                <a:lnTo>
                  <a:pt x="497" y="351"/>
                </a:lnTo>
                <a:lnTo>
                  <a:pt x="80" y="351"/>
                </a:lnTo>
                <a:lnTo>
                  <a:pt x="154" y="277"/>
                </a:lnTo>
                <a:lnTo>
                  <a:pt x="125" y="248"/>
                </a:lnTo>
                <a:lnTo>
                  <a:pt x="0" y="371"/>
                </a:lnTo>
                <a:lnTo>
                  <a:pt x="125" y="496"/>
                </a:lnTo>
                <a:lnTo>
                  <a:pt x="154" y="467"/>
                </a:lnTo>
                <a:moveTo>
                  <a:pt x="497" y="124"/>
                </a:moveTo>
                <a:lnTo>
                  <a:pt x="373" y="0"/>
                </a:lnTo>
                <a:lnTo>
                  <a:pt x="344" y="29"/>
                </a:lnTo>
                <a:lnTo>
                  <a:pt x="418" y="103"/>
                </a:lnTo>
                <a:lnTo>
                  <a:pt x="0" y="103"/>
                </a:lnTo>
                <a:lnTo>
                  <a:pt x="0" y="144"/>
                </a:lnTo>
                <a:lnTo>
                  <a:pt x="418" y="144"/>
                </a:lnTo>
                <a:lnTo>
                  <a:pt x="344" y="219"/>
                </a:lnTo>
                <a:lnTo>
                  <a:pt x="373" y="248"/>
                </a:lnTo>
                <a:lnTo>
                  <a:pt x="497" y="124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5740920" y="1869120"/>
            <a:ext cx="1854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slide; op de sessie live erbij.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5978880" y="2468880"/>
            <a:ext cx="3071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Gemapt op OEAPI v6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daar is de aansluiting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5591160" y="3066840"/>
            <a:ext cx="3286440" cy="1076760"/>
          </a:xfrm>
          <a:custGeom>
            <a:avLst/>
            <a:gdLst/>
            <a:ahLst/>
            <a:rect l="0" t="0" r="r" b="b"/>
            <a:pathLst>
              <a:path w="9129" h="2991">
                <a:moveTo>
                  <a:pt x="0" y="0"/>
                </a:moveTo>
                <a:lnTo>
                  <a:pt x="9129" y="0"/>
                </a:lnTo>
                <a:lnTo>
                  <a:pt x="9129" y="2991"/>
                </a:lnTo>
                <a:lnTo>
                  <a:pt x="0" y="29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5591160" y="3066840"/>
            <a:ext cx="3286440" cy="38520"/>
          </a:xfrm>
          <a:custGeom>
            <a:avLst/>
            <a:gdLst/>
            <a:ahLst/>
            <a:rect l="0" t="0" r="r" b="b"/>
            <a:pathLst>
              <a:path w="9129" h="107">
                <a:moveTo>
                  <a:pt x="0" y="0"/>
                </a:moveTo>
                <a:lnTo>
                  <a:pt x="9129" y="0"/>
                </a:lnTo>
                <a:lnTo>
                  <a:pt x="91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5591160" y="4133520"/>
            <a:ext cx="3286440" cy="10080"/>
          </a:xfrm>
          <a:custGeom>
            <a:avLst/>
            <a:gdLst/>
            <a:ahLst/>
            <a:rect l="0" t="0" r="r" b="b"/>
            <a:pathLst>
              <a:path w="9129" h="28">
                <a:moveTo>
                  <a:pt x="0" y="0"/>
                </a:moveTo>
                <a:lnTo>
                  <a:pt x="9129" y="0"/>
                </a:lnTo>
                <a:lnTo>
                  <a:pt x="91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8867520" y="3066840"/>
            <a:ext cx="10080" cy="1076760"/>
          </a:xfrm>
          <a:custGeom>
            <a:avLst/>
            <a:gdLst/>
            <a:ahLst/>
            <a:rect l="0" t="0" r="r" b="b"/>
            <a:pathLst>
              <a:path w="28" h="2991">
                <a:moveTo>
                  <a:pt x="0" y="106"/>
                </a:moveTo>
                <a:lnTo>
                  <a:pt x="0" y="2991"/>
                </a:lnTo>
                <a:lnTo>
                  <a:pt x="28" y="299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5591160" y="3066840"/>
            <a:ext cx="9720" cy="1076760"/>
          </a:xfrm>
          <a:custGeom>
            <a:avLst/>
            <a:gdLst/>
            <a:ahLst/>
            <a:rect l="0" t="0" r="r" b="b"/>
            <a:pathLst>
              <a:path w="27" h="2991">
                <a:moveTo>
                  <a:pt x="0" y="0"/>
                </a:moveTo>
                <a:lnTo>
                  <a:pt x="0" y="2991"/>
                </a:lnTo>
                <a:lnTo>
                  <a:pt x="27" y="299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5772960" y="3215160"/>
            <a:ext cx="178920" cy="208080"/>
          </a:xfrm>
          <a:custGeom>
            <a:avLst/>
            <a:gdLst/>
            <a:ahLst/>
            <a:rect l="0" t="0" r="r" b="b"/>
            <a:pathLst>
              <a:path w="497" h="578">
                <a:moveTo>
                  <a:pt x="455" y="0"/>
                </a:moveTo>
                <a:lnTo>
                  <a:pt x="84" y="0"/>
                </a:lnTo>
                <a:cubicBezTo>
                  <a:pt x="78" y="0"/>
                  <a:pt x="73" y="1"/>
                  <a:pt x="68" y="3"/>
                </a:cubicBezTo>
                <a:cubicBezTo>
                  <a:pt x="63" y="5"/>
                  <a:pt x="59" y="8"/>
                  <a:pt x="55" y="12"/>
                </a:cubicBezTo>
                <a:cubicBezTo>
                  <a:pt x="50" y="17"/>
                  <a:pt x="47" y="21"/>
                  <a:pt x="45" y="26"/>
                </a:cubicBezTo>
                <a:cubicBezTo>
                  <a:pt x="43" y="31"/>
                  <a:pt x="42" y="37"/>
                  <a:pt x="42" y="42"/>
                </a:cubicBezTo>
                <a:lnTo>
                  <a:pt x="42" y="125"/>
                </a:lnTo>
                <a:lnTo>
                  <a:pt x="0" y="125"/>
                </a:lnTo>
                <a:lnTo>
                  <a:pt x="0" y="166"/>
                </a:lnTo>
                <a:lnTo>
                  <a:pt x="42" y="166"/>
                </a:lnTo>
                <a:lnTo>
                  <a:pt x="42" y="269"/>
                </a:lnTo>
                <a:lnTo>
                  <a:pt x="0" y="269"/>
                </a:lnTo>
                <a:lnTo>
                  <a:pt x="0" y="310"/>
                </a:lnTo>
                <a:lnTo>
                  <a:pt x="42" y="310"/>
                </a:lnTo>
                <a:lnTo>
                  <a:pt x="42" y="413"/>
                </a:lnTo>
                <a:lnTo>
                  <a:pt x="0" y="413"/>
                </a:lnTo>
                <a:lnTo>
                  <a:pt x="0" y="455"/>
                </a:lnTo>
                <a:lnTo>
                  <a:pt x="42" y="455"/>
                </a:lnTo>
                <a:lnTo>
                  <a:pt x="42" y="537"/>
                </a:lnTo>
                <a:cubicBezTo>
                  <a:pt x="42" y="543"/>
                  <a:pt x="43" y="548"/>
                  <a:pt x="45" y="553"/>
                </a:cubicBezTo>
                <a:cubicBezTo>
                  <a:pt x="47" y="558"/>
                  <a:pt x="50" y="562"/>
                  <a:pt x="55" y="566"/>
                </a:cubicBezTo>
                <a:cubicBezTo>
                  <a:pt x="59" y="570"/>
                  <a:pt x="63" y="573"/>
                  <a:pt x="68" y="575"/>
                </a:cubicBezTo>
                <a:cubicBezTo>
                  <a:pt x="73" y="577"/>
                  <a:pt x="78" y="578"/>
                  <a:pt x="84" y="578"/>
                </a:cubicBezTo>
                <a:lnTo>
                  <a:pt x="455" y="578"/>
                </a:lnTo>
                <a:cubicBezTo>
                  <a:pt x="461" y="578"/>
                  <a:pt x="466" y="577"/>
                  <a:pt x="471" y="575"/>
                </a:cubicBezTo>
                <a:cubicBezTo>
                  <a:pt x="476" y="573"/>
                  <a:pt x="481" y="570"/>
                  <a:pt x="484" y="566"/>
                </a:cubicBezTo>
                <a:cubicBezTo>
                  <a:pt x="488" y="562"/>
                  <a:pt x="491" y="558"/>
                  <a:pt x="493" y="553"/>
                </a:cubicBezTo>
                <a:cubicBezTo>
                  <a:pt x="496" y="548"/>
                  <a:pt x="497" y="543"/>
                  <a:pt x="497" y="537"/>
                </a:cubicBezTo>
                <a:lnTo>
                  <a:pt x="497" y="42"/>
                </a:lnTo>
                <a:cubicBezTo>
                  <a:pt x="497" y="37"/>
                  <a:pt x="496" y="31"/>
                  <a:pt x="493" y="26"/>
                </a:cubicBezTo>
                <a:cubicBezTo>
                  <a:pt x="491" y="21"/>
                  <a:pt x="488" y="17"/>
                  <a:pt x="484" y="12"/>
                </a:cubicBezTo>
                <a:cubicBezTo>
                  <a:pt x="481" y="8"/>
                  <a:pt x="476" y="5"/>
                  <a:pt x="471" y="3"/>
                </a:cubicBezTo>
                <a:cubicBezTo>
                  <a:pt x="466" y="1"/>
                  <a:pt x="461" y="0"/>
                  <a:pt x="455" y="0"/>
                </a:cubicBezTo>
                <a:moveTo>
                  <a:pt x="455" y="537"/>
                </a:moveTo>
                <a:lnTo>
                  <a:pt x="84" y="537"/>
                </a:lnTo>
                <a:lnTo>
                  <a:pt x="84" y="455"/>
                </a:lnTo>
                <a:lnTo>
                  <a:pt x="125" y="455"/>
                </a:lnTo>
                <a:lnTo>
                  <a:pt x="125" y="413"/>
                </a:lnTo>
                <a:lnTo>
                  <a:pt x="84" y="413"/>
                </a:lnTo>
                <a:lnTo>
                  <a:pt x="84" y="310"/>
                </a:lnTo>
                <a:lnTo>
                  <a:pt x="125" y="310"/>
                </a:lnTo>
                <a:lnTo>
                  <a:pt x="125" y="269"/>
                </a:lnTo>
                <a:lnTo>
                  <a:pt x="84" y="269"/>
                </a:lnTo>
                <a:lnTo>
                  <a:pt x="84" y="166"/>
                </a:lnTo>
                <a:lnTo>
                  <a:pt x="125" y="166"/>
                </a:lnTo>
                <a:lnTo>
                  <a:pt x="125" y="125"/>
                </a:lnTo>
                <a:lnTo>
                  <a:pt x="84" y="125"/>
                </a:lnTo>
                <a:lnTo>
                  <a:pt x="84" y="42"/>
                </a:lnTo>
                <a:lnTo>
                  <a:pt x="455" y="42"/>
                </a:lnTo>
                <a:lnTo>
                  <a:pt x="455" y="537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5847480" y="3259800"/>
            <a:ext cx="59760" cy="119160"/>
          </a:xfrm>
          <a:custGeom>
            <a:avLst/>
            <a:gdLst/>
            <a:ahLst/>
            <a:rect l="0" t="0" r="r" b="b"/>
            <a:pathLst>
              <a:path w="166" h="331">
                <a:moveTo>
                  <a:pt x="0" y="0"/>
                </a:moveTo>
                <a:lnTo>
                  <a:pt x="166" y="0"/>
                </a:lnTo>
                <a:lnTo>
                  <a:pt x="166" y="42"/>
                </a:lnTo>
                <a:lnTo>
                  <a:pt x="0" y="42"/>
                </a:lnTo>
                <a:lnTo>
                  <a:pt x="0" y="0"/>
                </a:lnTo>
                <a:moveTo>
                  <a:pt x="0" y="145"/>
                </a:moveTo>
                <a:lnTo>
                  <a:pt x="166" y="145"/>
                </a:lnTo>
                <a:lnTo>
                  <a:pt x="166" y="186"/>
                </a:lnTo>
                <a:lnTo>
                  <a:pt x="0" y="186"/>
                </a:lnTo>
                <a:lnTo>
                  <a:pt x="0" y="145"/>
                </a:lnTo>
                <a:moveTo>
                  <a:pt x="0" y="289"/>
                </a:moveTo>
                <a:lnTo>
                  <a:pt x="166" y="289"/>
                </a:lnTo>
                <a:lnTo>
                  <a:pt x="166" y="331"/>
                </a:lnTo>
                <a:lnTo>
                  <a:pt x="0" y="331"/>
                </a:lnTo>
                <a:lnTo>
                  <a:pt x="0" y="28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5740920" y="2669040"/>
            <a:ext cx="3112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met de landelijke standaard redelijk te pakken.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5978880" y="3278520"/>
            <a:ext cx="3034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Onderwijs Catalogus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hetzelfde functionele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5740920" y="3469320"/>
            <a:ext cx="2987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gebied als eduXchange en het ontsluiten van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5740920" y="3669480"/>
            <a:ext cx="3210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aanbod; dezelfde deﬁnities en gegevenssets zijn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5740920" y="3859920"/>
            <a:ext cx="569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inzet.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74" name="" descr=""/>
          <p:cNvPicPr/>
          <p:nvPr/>
        </p:nvPicPr>
        <p:blipFill>
          <a:blip r:embed="rId1"/>
          <a:stretch/>
        </p:blipFill>
        <p:spPr>
          <a:xfrm>
            <a:off x="1571760" y="237960"/>
            <a:ext cx="6190920" cy="4609800"/>
          </a:xfrm>
          <a:prstGeom prst="rect">
            <a:avLst/>
          </a:prstGeom>
          <a:ln w="0">
            <a:noFill/>
          </a:ln>
        </p:spPr>
      </p:pic>
      <p:sp>
        <p:nvSpPr>
          <p:cNvPr id="4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447840" y="4916160"/>
            <a:ext cx="9469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v0.1: zeven kolommen, een per begrippenfamilie, met de objecttypen en hun relaties. Concept, ter review bij de kerngroep techniek.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84" name=""/>
          <p:cNvSpPr txBox="1"/>
          <p:nvPr/>
        </p:nvSpPr>
        <p:spPr>
          <a:xfrm>
            <a:off x="439920" y="253440"/>
            <a:ext cx="8949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wij elkaar raken: aanmelden, intekenen,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439920" y="634320"/>
            <a:ext cx="2117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inschrijven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1800000" y="1228680"/>
            <a:ext cx="2048400" cy="181080"/>
          </a:xfrm>
          <a:custGeom>
            <a:avLst/>
            <a:gdLst/>
            <a:ahLst/>
            <a:rect l="0" t="0" r="r" b="b"/>
            <a:pathLst>
              <a:path w="5690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5584" y="0"/>
                </a:lnTo>
                <a:cubicBezTo>
                  <a:pt x="5598" y="0"/>
                  <a:pt x="5611" y="2"/>
                  <a:pt x="5624" y="8"/>
                </a:cubicBezTo>
                <a:cubicBezTo>
                  <a:pt x="5637" y="13"/>
                  <a:pt x="5649" y="21"/>
                  <a:pt x="5659" y="31"/>
                </a:cubicBezTo>
                <a:cubicBezTo>
                  <a:pt x="5669" y="41"/>
                  <a:pt x="5676" y="52"/>
                  <a:pt x="5682" y="65"/>
                </a:cubicBezTo>
                <a:cubicBezTo>
                  <a:pt x="5687" y="78"/>
                  <a:pt x="5690" y="91"/>
                  <a:pt x="5690" y="105"/>
                </a:cubicBezTo>
                <a:lnTo>
                  <a:pt x="5690" y="397"/>
                </a:lnTo>
                <a:cubicBezTo>
                  <a:pt x="5690" y="412"/>
                  <a:pt x="5687" y="425"/>
                  <a:pt x="5682" y="438"/>
                </a:cubicBezTo>
                <a:cubicBezTo>
                  <a:pt x="5676" y="451"/>
                  <a:pt x="5669" y="462"/>
                  <a:pt x="5659" y="472"/>
                </a:cubicBezTo>
                <a:cubicBezTo>
                  <a:pt x="5649" y="482"/>
                  <a:pt x="5637" y="490"/>
                  <a:pt x="5624" y="495"/>
                </a:cubicBezTo>
                <a:cubicBezTo>
                  <a:pt x="5611" y="501"/>
                  <a:pt x="5598" y="503"/>
                  <a:pt x="5584" y="503"/>
                </a:cubicBezTo>
                <a:lnTo>
                  <a:pt x="106" y="503"/>
                </a:lnTo>
                <a:cubicBezTo>
                  <a:pt x="92" y="503"/>
                  <a:pt x="78" y="501"/>
                  <a:pt x="65" y="495"/>
                </a:cubicBezTo>
                <a:cubicBezTo>
                  <a:pt x="52" y="490"/>
                  <a:pt x="41" y="482"/>
                  <a:pt x="31" y="472"/>
                </a:cubicBezTo>
                <a:cubicBezTo>
                  <a:pt x="21" y="462"/>
                  <a:pt x="14" y="451"/>
                  <a:pt x="8" y="438"/>
                </a:cubicBezTo>
                <a:cubicBezTo>
                  <a:pt x="3" y="425"/>
                  <a:pt x="0" y="412"/>
                  <a:pt x="0" y="397"/>
                </a:cubicBez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457200" y="1225440"/>
            <a:ext cx="1476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OKx onderscheidt de 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1857240" y="1238040"/>
            <a:ext cx="1942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7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Intekening op specificatie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4105080" y="1228680"/>
            <a:ext cx="857520" cy="181080"/>
          </a:xfrm>
          <a:custGeom>
            <a:avLst/>
            <a:gdLst/>
            <a:ahLst/>
            <a:rect l="0" t="0" r="r" b="b"/>
            <a:pathLst>
              <a:path w="2382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2276" y="0"/>
                </a:lnTo>
                <a:cubicBezTo>
                  <a:pt x="2290" y="0"/>
                  <a:pt x="2304" y="2"/>
                  <a:pt x="2317" y="8"/>
                </a:cubicBezTo>
                <a:cubicBezTo>
                  <a:pt x="2330" y="13"/>
                  <a:pt x="2341" y="21"/>
                  <a:pt x="2351" y="31"/>
                </a:cubicBezTo>
                <a:cubicBezTo>
                  <a:pt x="2361" y="41"/>
                  <a:pt x="2369" y="52"/>
                  <a:pt x="2374" y="65"/>
                </a:cubicBezTo>
                <a:cubicBezTo>
                  <a:pt x="2380" y="78"/>
                  <a:pt x="2382" y="91"/>
                  <a:pt x="2382" y="105"/>
                </a:cubicBezTo>
                <a:lnTo>
                  <a:pt x="2382" y="397"/>
                </a:lnTo>
                <a:cubicBezTo>
                  <a:pt x="2382" y="412"/>
                  <a:pt x="2380" y="425"/>
                  <a:pt x="2374" y="438"/>
                </a:cubicBezTo>
                <a:cubicBezTo>
                  <a:pt x="2369" y="451"/>
                  <a:pt x="2361" y="462"/>
                  <a:pt x="2351" y="472"/>
                </a:cubicBezTo>
                <a:cubicBezTo>
                  <a:pt x="2341" y="482"/>
                  <a:pt x="2330" y="490"/>
                  <a:pt x="2317" y="495"/>
                </a:cubicBezTo>
                <a:cubicBezTo>
                  <a:pt x="2304" y="501"/>
                  <a:pt x="2290" y="503"/>
                  <a:pt x="2276" y="503"/>
                </a:cubicBezTo>
                <a:lnTo>
                  <a:pt x="106" y="503"/>
                </a:lnTo>
                <a:cubicBezTo>
                  <a:pt x="92" y="503"/>
                  <a:pt x="78" y="501"/>
                  <a:pt x="65" y="495"/>
                </a:cubicBezTo>
                <a:cubicBezTo>
                  <a:pt x="52" y="490"/>
                  <a:pt x="41" y="482"/>
                  <a:pt x="31" y="472"/>
                </a:cubicBezTo>
                <a:cubicBezTo>
                  <a:pt x="21" y="462"/>
                  <a:pt x="13" y="451"/>
                  <a:pt x="8" y="438"/>
                </a:cubicBezTo>
                <a:cubicBezTo>
                  <a:pt x="3" y="425"/>
                  <a:pt x="0" y="412"/>
                  <a:pt x="0" y="397"/>
                </a:cubicBez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3845880" y="1225440"/>
            <a:ext cx="303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, de 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4160160" y="1238040"/>
            <a:ext cx="74736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7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Aanmelding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5362560" y="1228680"/>
            <a:ext cx="1000440" cy="181080"/>
          </a:xfrm>
          <a:custGeom>
            <a:avLst/>
            <a:gdLst/>
            <a:ahLst/>
            <a:rect l="0" t="0" r="r" b="b"/>
            <a:pathLst>
              <a:path w="2779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2673" y="0"/>
                </a:lnTo>
                <a:cubicBezTo>
                  <a:pt x="2687" y="0"/>
                  <a:pt x="2700" y="2"/>
                  <a:pt x="2713" y="8"/>
                </a:cubicBezTo>
                <a:cubicBezTo>
                  <a:pt x="2726" y="13"/>
                  <a:pt x="2738" y="21"/>
                  <a:pt x="2748" y="31"/>
                </a:cubicBezTo>
                <a:cubicBezTo>
                  <a:pt x="2758" y="41"/>
                  <a:pt x="2765" y="52"/>
                  <a:pt x="2771" y="65"/>
                </a:cubicBezTo>
                <a:cubicBezTo>
                  <a:pt x="2776" y="78"/>
                  <a:pt x="2779" y="91"/>
                  <a:pt x="2779" y="105"/>
                </a:cubicBezTo>
                <a:lnTo>
                  <a:pt x="2779" y="397"/>
                </a:lnTo>
                <a:cubicBezTo>
                  <a:pt x="2779" y="412"/>
                  <a:pt x="2776" y="425"/>
                  <a:pt x="2771" y="438"/>
                </a:cubicBezTo>
                <a:cubicBezTo>
                  <a:pt x="2765" y="451"/>
                  <a:pt x="2758" y="462"/>
                  <a:pt x="2748" y="472"/>
                </a:cubicBezTo>
                <a:cubicBezTo>
                  <a:pt x="2738" y="482"/>
                  <a:pt x="2726" y="490"/>
                  <a:pt x="2713" y="495"/>
                </a:cubicBezTo>
                <a:cubicBezTo>
                  <a:pt x="2700" y="501"/>
                  <a:pt x="2687" y="503"/>
                  <a:pt x="2673" y="503"/>
                </a:cubicBezTo>
                <a:lnTo>
                  <a:pt x="105" y="503"/>
                </a:lnTo>
                <a:cubicBezTo>
                  <a:pt x="91" y="503"/>
                  <a:pt x="78" y="501"/>
                  <a:pt x="65" y="495"/>
                </a:cubicBezTo>
                <a:cubicBezTo>
                  <a:pt x="52" y="490"/>
                  <a:pt x="40" y="482"/>
                  <a:pt x="31" y="472"/>
                </a:cubicBezTo>
                <a:cubicBezTo>
                  <a:pt x="21" y="462"/>
                  <a:pt x="13" y="451"/>
                  <a:pt x="8" y="438"/>
                </a:cubicBezTo>
                <a:cubicBezTo>
                  <a:pt x="2" y="425"/>
                  <a:pt x="0" y="412"/>
                  <a:pt x="0" y="397"/>
                </a:cubicBez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4960440" y="1225440"/>
            <a:ext cx="474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 de 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5417640" y="1238040"/>
            <a:ext cx="89676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7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Inschrijving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6366240" y="1225440"/>
            <a:ext cx="240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, en laat aanbod rijpen in fasen. AII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546840" y="2152080"/>
            <a:ext cx="1702080" cy="699120"/>
          </a:xfrm>
          <a:custGeom>
            <a:avLst/>
            <a:gdLst/>
            <a:ahLst/>
            <a:rect l="0" t="0" r="r" b="b"/>
            <a:pathLst>
              <a:path w="4728" h="1942">
                <a:moveTo>
                  <a:pt x="199" y="0"/>
                </a:moveTo>
                <a:lnTo>
                  <a:pt x="4529" y="0"/>
                </a:lnTo>
                <a:cubicBezTo>
                  <a:pt x="4542" y="0"/>
                  <a:pt x="4555" y="2"/>
                  <a:pt x="4568" y="4"/>
                </a:cubicBezTo>
                <a:cubicBezTo>
                  <a:pt x="4581" y="7"/>
                  <a:pt x="4593" y="11"/>
                  <a:pt x="4605" y="16"/>
                </a:cubicBezTo>
                <a:cubicBezTo>
                  <a:pt x="4617" y="21"/>
                  <a:pt x="4629" y="27"/>
                  <a:pt x="4640" y="34"/>
                </a:cubicBezTo>
                <a:cubicBezTo>
                  <a:pt x="4651" y="41"/>
                  <a:pt x="4661" y="49"/>
                  <a:pt x="4670" y="59"/>
                </a:cubicBezTo>
                <a:cubicBezTo>
                  <a:pt x="4679" y="68"/>
                  <a:pt x="4687" y="78"/>
                  <a:pt x="4695" y="89"/>
                </a:cubicBezTo>
                <a:cubicBezTo>
                  <a:pt x="4702" y="100"/>
                  <a:pt x="4708" y="111"/>
                  <a:pt x="4713" y="123"/>
                </a:cubicBezTo>
                <a:cubicBezTo>
                  <a:pt x="4718" y="135"/>
                  <a:pt x="4722" y="148"/>
                  <a:pt x="4724" y="161"/>
                </a:cubicBezTo>
                <a:cubicBezTo>
                  <a:pt x="4727" y="173"/>
                  <a:pt x="4728" y="186"/>
                  <a:pt x="4728" y="199"/>
                </a:cubicBezTo>
                <a:lnTo>
                  <a:pt x="4728" y="1743"/>
                </a:lnTo>
                <a:cubicBezTo>
                  <a:pt x="4728" y="1756"/>
                  <a:pt x="4727" y="1769"/>
                  <a:pt x="4724" y="1782"/>
                </a:cubicBezTo>
                <a:cubicBezTo>
                  <a:pt x="4722" y="1795"/>
                  <a:pt x="4718" y="1807"/>
                  <a:pt x="4713" y="1819"/>
                </a:cubicBezTo>
                <a:cubicBezTo>
                  <a:pt x="4708" y="1831"/>
                  <a:pt x="4702" y="1843"/>
                  <a:pt x="4695" y="1854"/>
                </a:cubicBezTo>
                <a:cubicBezTo>
                  <a:pt x="4687" y="1864"/>
                  <a:pt x="4679" y="1875"/>
                  <a:pt x="4670" y="1884"/>
                </a:cubicBezTo>
                <a:cubicBezTo>
                  <a:pt x="4661" y="1893"/>
                  <a:pt x="4651" y="1901"/>
                  <a:pt x="4640" y="1909"/>
                </a:cubicBezTo>
                <a:cubicBezTo>
                  <a:pt x="4629" y="1916"/>
                  <a:pt x="4617" y="1922"/>
                  <a:pt x="4605" y="1927"/>
                </a:cubicBezTo>
                <a:cubicBezTo>
                  <a:pt x="4593" y="1932"/>
                  <a:pt x="4581" y="1936"/>
                  <a:pt x="4568" y="1938"/>
                </a:cubicBezTo>
                <a:cubicBezTo>
                  <a:pt x="4555" y="1941"/>
                  <a:pt x="4542" y="1942"/>
                  <a:pt x="4529" y="1942"/>
                </a:cubicBezTo>
                <a:lnTo>
                  <a:pt x="199" y="1942"/>
                </a:lnTo>
                <a:cubicBezTo>
                  <a:pt x="186" y="1942"/>
                  <a:pt x="173" y="1941"/>
                  <a:pt x="160" y="1938"/>
                </a:cubicBezTo>
                <a:cubicBezTo>
                  <a:pt x="147" y="1936"/>
                  <a:pt x="135" y="1932"/>
                  <a:pt x="123" y="1927"/>
                </a:cubicBezTo>
                <a:cubicBezTo>
                  <a:pt x="111" y="1922"/>
                  <a:pt x="99" y="1916"/>
                  <a:pt x="88" y="1909"/>
                </a:cubicBezTo>
                <a:cubicBezTo>
                  <a:pt x="78" y="1901"/>
                  <a:pt x="67" y="1893"/>
                  <a:pt x="58" y="1884"/>
                </a:cubicBezTo>
                <a:cubicBezTo>
                  <a:pt x="49" y="1875"/>
                  <a:pt x="41" y="1864"/>
                  <a:pt x="33" y="1854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4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4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546840" y="2152080"/>
            <a:ext cx="1702080" cy="699120"/>
          </a:xfrm>
          <a:custGeom>
            <a:avLst/>
            <a:gdLst/>
            <a:ahLst/>
            <a:rect l="0" t="0" r="r" b="b"/>
            <a:pathLst>
              <a:path w="4728" h="1942">
                <a:moveTo>
                  <a:pt x="199" y="0"/>
                </a:moveTo>
                <a:lnTo>
                  <a:pt x="4529" y="0"/>
                </a:lnTo>
                <a:cubicBezTo>
                  <a:pt x="4542" y="0"/>
                  <a:pt x="4555" y="2"/>
                  <a:pt x="4568" y="4"/>
                </a:cubicBezTo>
                <a:cubicBezTo>
                  <a:pt x="4581" y="7"/>
                  <a:pt x="4593" y="11"/>
                  <a:pt x="4605" y="16"/>
                </a:cubicBezTo>
                <a:cubicBezTo>
                  <a:pt x="4617" y="21"/>
                  <a:pt x="4629" y="27"/>
                  <a:pt x="4640" y="34"/>
                </a:cubicBezTo>
                <a:cubicBezTo>
                  <a:pt x="4651" y="41"/>
                  <a:pt x="4661" y="49"/>
                  <a:pt x="4670" y="59"/>
                </a:cubicBezTo>
                <a:cubicBezTo>
                  <a:pt x="4679" y="68"/>
                  <a:pt x="4687" y="78"/>
                  <a:pt x="4695" y="89"/>
                </a:cubicBezTo>
                <a:cubicBezTo>
                  <a:pt x="4702" y="100"/>
                  <a:pt x="4708" y="111"/>
                  <a:pt x="4713" y="123"/>
                </a:cubicBezTo>
                <a:cubicBezTo>
                  <a:pt x="4718" y="135"/>
                  <a:pt x="4722" y="148"/>
                  <a:pt x="4724" y="161"/>
                </a:cubicBezTo>
                <a:cubicBezTo>
                  <a:pt x="4727" y="173"/>
                  <a:pt x="4728" y="186"/>
                  <a:pt x="4728" y="199"/>
                </a:cubicBezTo>
                <a:lnTo>
                  <a:pt x="4728" y="1743"/>
                </a:lnTo>
                <a:cubicBezTo>
                  <a:pt x="4728" y="1756"/>
                  <a:pt x="4727" y="1769"/>
                  <a:pt x="4724" y="1782"/>
                </a:cubicBezTo>
                <a:cubicBezTo>
                  <a:pt x="4722" y="1795"/>
                  <a:pt x="4718" y="1807"/>
                  <a:pt x="4713" y="1819"/>
                </a:cubicBezTo>
                <a:cubicBezTo>
                  <a:pt x="4708" y="1831"/>
                  <a:pt x="4702" y="1843"/>
                  <a:pt x="4695" y="1854"/>
                </a:cubicBezTo>
                <a:cubicBezTo>
                  <a:pt x="4687" y="1864"/>
                  <a:pt x="4679" y="1875"/>
                  <a:pt x="4670" y="1884"/>
                </a:cubicBezTo>
                <a:cubicBezTo>
                  <a:pt x="4661" y="1893"/>
                  <a:pt x="4651" y="1901"/>
                  <a:pt x="4640" y="1909"/>
                </a:cubicBezTo>
                <a:cubicBezTo>
                  <a:pt x="4629" y="1916"/>
                  <a:pt x="4617" y="1922"/>
                  <a:pt x="4605" y="1927"/>
                </a:cubicBezTo>
                <a:cubicBezTo>
                  <a:pt x="4593" y="1932"/>
                  <a:pt x="4581" y="1936"/>
                  <a:pt x="4568" y="1938"/>
                </a:cubicBezTo>
                <a:cubicBezTo>
                  <a:pt x="4555" y="1941"/>
                  <a:pt x="4542" y="1942"/>
                  <a:pt x="4529" y="1942"/>
                </a:cubicBezTo>
                <a:lnTo>
                  <a:pt x="199" y="1942"/>
                </a:lnTo>
                <a:cubicBezTo>
                  <a:pt x="186" y="1942"/>
                  <a:pt x="173" y="1941"/>
                  <a:pt x="160" y="1938"/>
                </a:cubicBezTo>
                <a:cubicBezTo>
                  <a:pt x="147" y="1936"/>
                  <a:pt x="135" y="1932"/>
                  <a:pt x="123" y="1927"/>
                </a:cubicBezTo>
                <a:cubicBezTo>
                  <a:pt x="111" y="1922"/>
                  <a:pt x="99" y="1916"/>
                  <a:pt x="88" y="1909"/>
                </a:cubicBezTo>
                <a:cubicBezTo>
                  <a:pt x="78" y="1901"/>
                  <a:pt x="67" y="1893"/>
                  <a:pt x="58" y="1884"/>
                </a:cubicBezTo>
                <a:cubicBezTo>
                  <a:pt x="49" y="1875"/>
                  <a:pt x="41" y="1864"/>
                  <a:pt x="33" y="1854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4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4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close/>
              </a:path>
            </a:pathLst>
          </a:custGeom>
          <a:noFill/>
          <a:ln w="17640">
            <a:solidFill>
              <a:srgbClr val="7a97f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457200" y="1444320"/>
            <a:ext cx="6589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hanteert de volgorde aanmelden, intekenen, inschrijven. Wat verstaan wij elk onder intekenen?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1031040" y="2251080"/>
            <a:ext cx="822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Speciﬁcatie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1107360" y="2455200"/>
            <a:ext cx="62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het ontwerp,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1045440" y="2589480"/>
            <a:ext cx="801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los van wanneer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2607120" y="2080440"/>
            <a:ext cx="6090480" cy="0"/>
          </a:xfrm>
          <a:prstGeom prst="line">
            <a:avLst/>
          </a:prstGeom>
          <a:ln w="8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2607120" y="2152080"/>
            <a:ext cx="1881000" cy="699120"/>
          </a:xfrm>
          <a:custGeom>
            <a:avLst/>
            <a:gdLst/>
            <a:ahLst/>
            <a:rect l="0" t="0" r="r" b="b"/>
            <a:pathLst>
              <a:path w="5225" h="1942">
                <a:moveTo>
                  <a:pt x="199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1" y="11"/>
                  <a:pt x="5103" y="16"/>
                </a:cubicBezTo>
                <a:cubicBezTo>
                  <a:pt x="5115" y="21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199" y="100"/>
                  <a:pt x="5205" y="111"/>
                  <a:pt x="5210" y="123"/>
                </a:cubicBezTo>
                <a:cubicBezTo>
                  <a:pt x="5215" y="135"/>
                  <a:pt x="5219" y="148"/>
                  <a:pt x="5222" y="161"/>
                </a:cubicBezTo>
                <a:cubicBezTo>
                  <a:pt x="5224" y="173"/>
                  <a:pt x="5225" y="186"/>
                  <a:pt x="5225" y="199"/>
                </a:cubicBezTo>
                <a:lnTo>
                  <a:pt x="5225" y="1743"/>
                </a:lnTo>
                <a:cubicBezTo>
                  <a:pt x="5225" y="1756"/>
                  <a:pt x="5224" y="1769"/>
                  <a:pt x="5222" y="1782"/>
                </a:cubicBezTo>
                <a:cubicBezTo>
                  <a:pt x="5219" y="1795"/>
                  <a:pt x="5215" y="1807"/>
                  <a:pt x="5210" y="1819"/>
                </a:cubicBezTo>
                <a:cubicBezTo>
                  <a:pt x="5205" y="1831"/>
                  <a:pt x="5199" y="1843"/>
                  <a:pt x="5192" y="1854"/>
                </a:cubicBezTo>
                <a:cubicBezTo>
                  <a:pt x="5185" y="1864"/>
                  <a:pt x="5176" y="1875"/>
                  <a:pt x="5167" y="1884"/>
                </a:cubicBezTo>
                <a:cubicBezTo>
                  <a:pt x="5158" y="1893"/>
                  <a:pt x="5148" y="1901"/>
                  <a:pt x="5137" y="1909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1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199" y="1942"/>
                </a:lnTo>
                <a:cubicBezTo>
                  <a:pt x="185" y="1942"/>
                  <a:pt x="173" y="1941"/>
                  <a:pt x="160" y="1938"/>
                </a:cubicBezTo>
                <a:cubicBezTo>
                  <a:pt x="147" y="1936"/>
                  <a:pt x="134" y="1932"/>
                  <a:pt x="122" y="1927"/>
                </a:cubicBezTo>
                <a:cubicBezTo>
                  <a:pt x="110" y="1922"/>
                  <a:pt x="99" y="1916"/>
                  <a:pt x="88" y="1909"/>
                </a:cubicBezTo>
                <a:cubicBezTo>
                  <a:pt x="77" y="1901"/>
                  <a:pt x="67" y="1893"/>
                  <a:pt x="58" y="1884"/>
                </a:cubicBezTo>
                <a:cubicBezTo>
                  <a:pt x="49" y="1875"/>
                  <a:pt x="40" y="1864"/>
                  <a:pt x="33" y="1854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3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3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60" y="4"/>
                </a:cubicBezTo>
                <a:cubicBezTo>
                  <a:pt x="173" y="2"/>
                  <a:pt x="185" y="0"/>
                  <a:pt x="199" y="0"/>
                </a:cubicBezTo>
                <a:close/>
              </a:path>
            </a:pathLst>
          </a:custGeom>
          <a:solidFill>
            <a:srgbClr val="e6f7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2607120" y="2152080"/>
            <a:ext cx="1881000" cy="699120"/>
          </a:xfrm>
          <a:custGeom>
            <a:avLst/>
            <a:gdLst/>
            <a:ahLst/>
            <a:rect l="0" t="0" r="r" b="b"/>
            <a:pathLst>
              <a:path w="5225" h="1942">
                <a:moveTo>
                  <a:pt x="199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1" y="11"/>
                  <a:pt x="5103" y="16"/>
                </a:cubicBezTo>
                <a:cubicBezTo>
                  <a:pt x="5115" y="21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199" y="100"/>
                  <a:pt x="5205" y="111"/>
                  <a:pt x="5210" y="123"/>
                </a:cubicBezTo>
                <a:cubicBezTo>
                  <a:pt x="5215" y="135"/>
                  <a:pt x="5219" y="148"/>
                  <a:pt x="5222" y="161"/>
                </a:cubicBezTo>
                <a:cubicBezTo>
                  <a:pt x="5224" y="173"/>
                  <a:pt x="5225" y="186"/>
                  <a:pt x="5225" y="199"/>
                </a:cubicBezTo>
                <a:lnTo>
                  <a:pt x="5225" y="1743"/>
                </a:lnTo>
                <a:cubicBezTo>
                  <a:pt x="5225" y="1756"/>
                  <a:pt x="5224" y="1769"/>
                  <a:pt x="5222" y="1782"/>
                </a:cubicBezTo>
                <a:cubicBezTo>
                  <a:pt x="5219" y="1795"/>
                  <a:pt x="5215" y="1807"/>
                  <a:pt x="5210" y="1819"/>
                </a:cubicBezTo>
                <a:cubicBezTo>
                  <a:pt x="5205" y="1831"/>
                  <a:pt x="5199" y="1843"/>
                  <a:pt x="5192" y="1854"/>
                </a:cubicBezTo>
                <a:cubicBezTo>
                  <a:pt x="5185" y="1864"/>
                  <a:pt x="5176" y="1875"/>
                  <a:pt x="5167" y="1884"/>
                </a:cubicBezTo>
                <a:cubicBezTo>
                  <a:pt x="5158" y="1893"/>
                  <a:pt x="5148" y="1901"/>
                  <a:pt x="5137" y="1909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1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199" y="1942"/>
                </a:lnTo>
                <a:cubicBezTo>
                  <a:pt x="185" y="1942"/>
                  <a:pt x="173" y="1941"/>
                  <a:pt x="160" y="1938"/>
                </a:cubicBezTo>
                <a:cubicBezTo>
                  <a:pt x="147" y="1936"/>
                  <a:pt x="134" y="1932"/>
                  <a:pt x="122" y="1927"/>
                </a:cubicBezTo>
                <a:cubicBezTo>
                  <a:pt x="110" y="1922"/>
                  <a:pt x="99" y="1916"/>
                  <a:pt x="88" y="1909"/>
                </a:cubicBezTo>
                <a:cubicBezTo>
                  <a:pt x="77" y="1901"/>
                  <a:pt x="67" y="1893"/>
                  <a:pt x="58" y="1884"/>
                </a:cubicBezTo>
                <a:cubicBezTo>
                  <a:pt x="49" y="1875"/>
                  <a:pt x="40" y="1864"/>
                  <a:pt x="33" y="1854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3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3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60" y="4"/>
                </a:cubicBezTo>
                <a:cubicBezTo>
                  <a:pt x="173" y="2"/>
                  <a:pt x="185" y="0"/>
                  <a:pt x="199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4641840" y="1935360"/>
            <a:ext cx="2053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6b7280"/>
                </a:solidFill>
                <a:latin typeface="Arial"/>
                <a:ea typeface="Arial"/>
              </a:rPr>
              <a:t>ON DER W IJS AAN BOD,  S TEEDS  R IJPER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3304800" y="2251080"/>
            <a:ext cx="556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Intentie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047400" y="2455200"/>
            <a:ext cx="1151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we gaan dit aanbieden;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4711680" y="215208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0" y="11"/>
                  <a:pt x="5103" y="16"/>
                </a:cubicBezTo>
                <a:cubicBezTo>
                  <a:pt x="5115" y="21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1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2" y="1854"/>
                </a:cubicBezTo>
                <a:cubicBezTo>
                  <a:pt x="5185" y="1864"/>
                  <a:pt x="5176" y="1875"/>
                  <a:pt x="5167" y="1884"/>
                </a:cubicBezTo>
                <a:cubicBezTo>
                  <a:pt x="5158" y="1893"/>
                  <a:pt x="5148" y="1901"/>
                  <a:pt x="5137" y="1909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0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200" y="1942"/>
                </a:lnTo>
                <a:cubicBezTo>
                  <a:pt x="186" y="1942"/>
                  <a:pt x="174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9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5"/>
                  <a:pt x="41" y="1864"/>
                  <a:pt x="34" y="1854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1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1"/>
                  <a:pt x="123" y="16"/>
                </a:cubicBezTo>
                <a:cubicBezTo>
                  <a:pt x="135" y="11"/>
                  <a:pt x="148" y="7"/>
                  <a:pt x="161" y="4"/>
                </a:cubicBezTo>
                <a:cubicBezTo>
                  <a:pt x="174" y="2"/>
                  <a:pt x="186" y="0"/>
                  <a:pt x="200" y="0"/>
                </a:cubicBezTo>
                <a:close/>
              </a:path>
            </a:pathLst>
          </a:custGeom>
          <a:solidFill>
            <a:srgbClr val="b3e8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4711680" y="215208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0" y="11"/>
                  <a:pt x="5103" y="16"/>
                </a:cubicBezTo>
                <a:cubicBezTo>
                  <a:pt x="5115" y="21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1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2" y="1854"/>
                </a:cubicBezTo>
                <a:cubicBezTo>
                  <a:pt x="5185" y="1864"/>
                  <a:pt x="5176" y="1875"/>
                  <a:pt x="5167" y="1884"/>
                </a:cubicBezTo>
                <a:cubicBezTo>
                  <a:pt x="5158" y="1893"/>
                  <a:pt x="5148" y="1901"/>
                  <a:pt x="5137" y="1909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0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200" y="1942"/>
                </a:lnTo>
                <a:cubicBezTo>
                  <a:pt x="186" y="1942"/>
                  <a:pt x="174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9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5"/>
                  <a:pt x="41" y="1864"/>
                  <a:pt x="34" y="1854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1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1"/>
                  <a:pt x="123" y="16"/>
                </a:cubicBezTo>
                <a:cubicBezTo>
                  <a:pt x="135" y="11"/>
                  <a:pt x="148" y="7"/>
                  <a:pt x="161" y="4"/>
                </a:cubicBezTo>
                <a:cubicBezTo>
                  <a:pt x="174" y="2"/>
                  <a:pt x="186" y="0"/>
                  <a:pt x="200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2909520" y="2589480"/>
            <a:ext cx="1469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gaat door bij voldoende vraag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5090400" y="2251080"/>
            <a:ext cx="1337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Grofmazig gepland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5085720" y="2455200"/>
            <a:ext cx="12564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periode en start, gebouw,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6816600" y="215208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7" y="0"/>
                </a:lnTo>
                <a:cubicBezTo>
                  <a:pt x="5040" y="0"/>
                  <a:pt x="5053" y="2"/>
                  <a:pt x="5066" y="4"/>
                </a:cubicBezTo>
                <a:cubicBezTo>
                  <a:pt x="5079" y="7"/>
                  <a:pt x="5091" y="11"/>
                  <a:pt x="5104" y="16"/>
                </a:cubicBezTo>
                <a:cubicBezTo>
                  <a:pt x="5116" y="21"/>
                  <a:pt x="5127" y="27"/>
                  <a:pt x="5138" y="34"/>
                </a:cubicBezTo>
                <a:cubicBezTo>
                  <a:pt x="5149" y="41"/>
                  <a:pt x="5159" y="49"/>
                  <a:pt x="5168" y="59"/>
                </a:cubicBezTo>
                <a:cubicBezTo>
                  <a:pt x="5177" y="68"/>
                  <a:pt x="5186" y="78"/>
                  <a:pt x="5193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1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3" y="1854"/>
                </a:cubicBezTo>
                <a:cubicBezTo>
                  <a:pt x="5186" y="1864"/>
                  <a:pt x="5177" y="1875"/>
                  <a:pt x="5168" y="1884"/>
                </a:cubicBezTo>
                <a:cubicBezTo>
                  <a:pt x="5159" y="1893"/>
                  <a:pt x="5149" y="1901"/>
                  <a:pt x="5138" y="1909"/>
                </a:cubicBezTo>
                <a:cubicBezTo>
                  <a:pt x="5127" y="1916"/>
                  <a:pt x="5116" y="1922"/>
                  <a:pt x="5104" y="1927"/>
                </a:cubicBezTo>
                <a:cubicBezTo>
                  <a:pt x="5091" y="1932"/>
                  <a:pt x="5079" y="1936"/>
                  <a:pt x="5066" y="1938"/>
                </a:cubicBezTo>
                <a:cubicBezTo>
                  <a:pt x="5053" y="1941"/>
                  <a:pt x="5040" y="1942"/>
                  <a:pt x="5027" y="1942"/>
                </a:cubicBezTo>
                <a:lnTo>
                  <a:pt x="200" y="1942"/>
                </a:lnTo>
                <a:cubicBezTo>
                  <a:pt x="186" y="1942"/>
                  <a:pt x="173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9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5"/>
                  <a:pt x="41" y="1864"/>
                  <a:pt x="34" y="1854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1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1"/>
                  <a:pt x="123" y="16"/>
                </a:cubicBezTo>
                <a:cubicBezTo>
                  <a:pt x="135" y="11"/>
                  <a:pt x="148" y="7"/>
                  <a:pt x="161" y="4"/>
                </a:cubicBezTo>
                <a:cubicBezTo>
                  <a:pt x="173" y="2"/>
                  <a:pt x="186" y="0"/>
                  <a:pt x="200" y="0"/>
                </a:cubicBezTo>
                <a:close/>
              </a:path>
            </a:pathLst>
          </a:custGeom>
          <a:solidFill>
            <a:srgbClr val="00af81"/>
          </a:solidFill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5119200" y="2589480"/>
            <a:ext cx="1183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misschien al een docent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7409520" y="2251080"/>
            <a:ext cx="79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Geroosterd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7242840" y="2455200"/>
            <a:ext cx="1178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0fff8"/>
                </a:solidFill>
                <a:latin typeface="Arial"/>
                <a:ea typeface="Arial"/>
              </a:rPr>
              <a:t>dag, tijd, lokaal, docent,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266560" y="250164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2571120" y="245664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5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4505760" y="250164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4810320" y="245664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5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6610680" y="250164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6915240" y="245664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5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546840" y="3012120"/>
            <a:ext cx="1702080" cy="233280"/>
          </a:xfrm>
          <a:custGeom>
            <a:avLst/>
            <a:gdLst/>
            <a:ahLst/>
            <a:rect l="0" t="0" r="r" b="b"/>
            <a:pathLst>
              <a:path w="4728" h="648">
                <a:moveTo>
                  <a:pt x="323" y="0"/>
                </a:moveTo>
                <a:lnTo>
                  <a:pt x="4405" y="0"/>
                </a:lnTo>
                <a:cubicBezTo>
                  <a:pt x="4426" y="0"/>
                  <a:pt x="4447" y="2"/>
                  <a:pt x="4468" y="6"/>
                </a:cubicBezTo>
                <a:cubicBezTo>
                  <a:pt x="4489" y="10"/>
                  <a:pt x="4509" y="16"/>
                  <a:pt x="4529" y="25"/>
                </a:cubicBezTo>
                <a:cubicBezTo>
                  <a:pt x="4548" y="33"/>
                  <a:pt x="4567" y="43"/>
                  <a:pt x="4585" y="54"/>
                </a:cubicBezTo>
                <a:cubicBezTo>
                  <a:pt x="4602" y="66"/>
                  <a:pt x="4619" y="80"/>
                  <a:pt x="4634" y="95"/>
                </a:cubicBezTo>
                <a:cubicBezTo>
                  <a:pt x="4649" y="110"/>
                  <a:pt x="4662" y="126"/>
                  <a:pt x="4674" y="144"/>
                </a:cubicBezTo>
                <a:cubicBezTo>
                  <a:pt x="4686" y="161"/>
                  <a:pt x="4696" y="180"/>
                  <a:pt x="4704" y="200"/>
                </a:cubicBezTo>
                <a:cubicBezTo>
                  <a:pt x="4712" y="219"/>
                  <a:pt x="4718" y="239"/>
                  <a:pt x="4722" y="260"/>
                </a:cubicBezTo>
                <a:cubicBezTo>
                  <a:pt x="4726" y="281"/>
                  <a:pt x="4728" y="302"/>
                  <a:pt x="4728" y="323"/>
                </a:cubicBezTo>
                <a:cubicBezTo>
                  <a:pt x="4728" y="345"/>
                  <a:pt x="4726" y="367"/>
                  <a:pt x="4722" y="387"/>
                </a:cubicBezTo>
                <a:cubicBezTo>
                  <a:pt x="4718" y="408"/>
                  <a:pt x="4712" y="429"/>
                  <a:pt x="4704" y="448"/>
                </a:cubicBezTo>
                <a:cubicBezTo>
                  <a:pt x="4696" y="468"/>
                  <a:pt x="4686" y="486"/>
                  <a:pt x="4674" y="504"/>
                </a:cubicBezTo>
                <a:cubicBezTo>
                  <a:pt x="4662" y="522"/>
                  <a:pt x="4649" y="538"/>
                  <a:pt x="4634" y="553"/>
                </a:cubicBezTo>
                <a:cubicBezTo>
                  <a:pt x="4619" y="568"/>
                  <a:pt x="4602" y="582"/>
                  <a:pt x="4585" y="593"/>
                </a:cubicBezTo>
                <a:cubicBezTo>
                  <a:pt x="4567" y="605"/>
                  <a:pt x="4548" y="615"/>
                  <a:pt x="4529" y="623"/>
                </a:cubicBezTo>
                <a:cubicBezTo>
                  <a:pt x="4509" y="631"/>
                  <a:pt x="4489" y="637"/>
                  <a:pt x="4468" y="642"/>
                </a:cubicBezTo>
                <a:cubicBezTo>
                  <a:pt x="4447" y="646"/>
                  <a:pt x="4426" y="648"/>
                  <a:pt x="4405" y="648"/>
                </a:cubicBezTo>
                <a:lnTo>
                  <a:pt x="323" y="648"/>
                </a:lnTo>
                <a:cubicBezTo>
                  <a:pt x="302" y="648"/>
                  <a:pt x="281" y="646"/>
                  <a:pt x="260" y="642"/>
                </a:cubicBezTo>
                <a:cubicBezTo>
                  <a:pt x="239" y="637"/>
                  <a:pt x="219" y="631"/>
                  <a:pt x="200" y="623"/>
                </a:cubicBezTo>
                <a:cubicBezTo>
                  <a:pt x="180" y="615"/>
                  <a:pt x="161" y="605"/>
                  <a:pt x="144" y="593"/>
                </a:cubicBezTo>
                <a:cubicBezTo>
                  <a:pt x="126" y="582"/>
                  <a:pt x="110" y="568"/>
                  <a:pt x="95" y="553"/>
                </a:cubicBezTo>
                <a:cubicBezTo>
                  <a:pt x="80" y="538"/>
                  <a:pt x="66" y="522"/>
                  <a:pt x="54" y="504"/>
                </a:cubicBezTo>
                <a:cubicBezTo>
                  <a:pt x="43" y="486"/>
                  <a:pt x="33" y="468"/>
                  <a:pt x="25" y="448"/>
                </a:cubicBezTo>
                <a:cubicBezTo>
                  <a:pt x="16" y="429"/>
                  <a:pt x="10" y="408"/>
                  <a:pt x="6" y="387"/>
                </a:cubicBezTo>
                <a:cubicBezTo>
                  <a:pt x="2" y="367"/>
                  <a:pt x="0" y="345"/>
                  <a:pt x="0" y="323"/>
                </a:cubicBezTo>
                <a:cubicBezTo>
                  <a:pt x="0" y="302"/>
                  <a:pt x="2" y="281"/>
                  <a:pt x="6" y="260"/>
                </a:cubicBezTo>
                <a:cubicBezTo>
                  <a:pt x="10" y="239"/>
                  <a:pt x="16" y="219"/>
                  <a:pt x="25" y="200"/>
                </a:cubicBezTo>
                <a:cubicBezTo>
                  <a:pt x="33" y="180"/>
                  <a:pt x="43" y="161"/>
                  <a:pt x="54" y="144"/>
                </a:cubicBezTo>
                <a:cubicBezTo>
                  <a:pt x="66" y="126"/>
                  <a:pt x="80" y="110"/>
                  <a:pt x="95" y="95"/>
                </a:cubicBezTo>
                <a:cubicBezTo>
                  <a:pt x="110" y="80"/>
                  <a:pt x="126" y="66"/>
                  <a:pt x="144" y="54"/>
                </a:cubicBezTo>
                <a:cubicBezTo>
                  <a:pt x="161" y="43"/>
                  <a:pt x="180" y="33"/>
                  <a:pt x="200" y="25"/>
                </a:cubicBezTo>
                <a:cubicBezTo>
                  <a:pt x="219" y="16"/>
                  <a:pt x="239" y="10"/>
                  <a:pt x="260" y="6"/>
                </a:cubicBezTo>
                <a:cubicBezTo>
                  <a:pt x="281" y="2"/>
                  <a:pt x="302" y="0"/>
                  <a:pt x="323" y="0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7624080" y="2589480"/>
            <a:ext cx="284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0fff8"/>
                </a:solidFill>
                <a:latin typeface="Arial"/>
                <a:ea typeface="Arial"/>
              </a:rPr>
              <a:t>groep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2607120" y="3388320"/>
            <a:ext cx="6090840" cy="233280"/>
          </a:xfrm>
          <a:custGeom>
            <a:avLst/>
            <a:gdLst/>
            <a:ahLst/>
            <a:rect l="0" t="0" r="r" b="b"/>
            <a:pathLst>
              <a:path w="16919" h="648">
                <a:moveTo>
                  <a:pt x="323" y="0"/>
                </a:moveTo>
                <a:lnTo>
                  <a:pt x="16596" y="0"/>
                </a:lnTo>
                <a:cubicBezTo>
                  <a:pt x="16617" y="0"/>
                  <a:pt x="16638" y="2"/>
                  <a:pt x="16659" y="6"/>
                </a:cubicBezTo>
                <a:cubicBezTo>
                  <a:pt x="16680" y="10"/>
                  <a:pt x="16700" y="16"/>
                  <a:pt x="16720" y="25"/>
                </a:cubicBezTo>
                <a:cubicBezTo>
                  <a:pt x="16739" y="33"/>
                  <a:pt x="16758" y="43"/>
                  <a:pt x="16776" y="54"/>
                </a:cubicBezTo>
                <a:cubicBezTo>
                  <a:pt x="16793" y="66"/>
                  <a:pt x="16810" y="80"/>
                  <a:pt x="16825" y="95"/>
                </a:cubicBezTo>
                <a:cubicBezTo>
                  <a:pt x="16840" y="110"/>
                  <a:pt x="16853" y="126"/>
                  <a:pt x="16865" y="144"/>
                </a:cubicBezTo>
                <a:cubicBezTo>
                  <a:pt x="16877" y="161"/>
                  <a:pt x="16887" y="180"/>
                  <a:pt x="16895" y="200"/>
                </a:cubicBezTo>
                <a:cubicBezTo>
                  <a:pt x="16903" y="219"/>
                  <a:pt x="16909" y="239"/>
                  <a:pt x="16913" y="260"/>
                </a:cubicBezTo>
                <a:cubicBezTo>
                  <a:pt x="16917" y="281"/>
                  <a:pt x="16919" y="302"/>
                  <a:pt x="16919" y="323"/>
                </a:cubicBezTo>
                <a:cubicBezTo>
                  <a:pt x="16919" y="345"/>
                  <a:pt x="16917" y="366"/>
                  <a:pt x="16913" y="386"/>
                </a:cubicBezTo>
                <a:cubicBezTo>
                  <a:pt x="16909" y="407"/>
                  <a:pt x="16903" y="428"/>
                  <a:pt x="16895" y="447"/>
                </a:cubicBezTo>
                <a:cubicBezTo>
                  <a:pt x="16887" y="467"/>
                  <a:pt x="16877" y="485"/>
                  <a:pt x="16865" y="503"/>
                </a:cubicBezTo>
                <a:cubicBezTo>
                  <a:pt x="16853" y="521"/>
                  <a:pt x="16840" y="537"/>
                  <a:pt x="16825" y="552"/>
                </a:cubicBezTo>
                <a:cubicBezTo>
                  <a:pt x="16810" y="567"/>
                  <a:pt x="16793" y="580"/>
                  <a:pt x="16776" y="592"/>
                </a:cubicBezTo>
                <a:cubicBezTo>
                  <a:pt x="16758" y="605"/>
                  <a:pt x="16739" y="615"/>
                  <a:pt x="16720" y="623"/>
                </a:cubicBezTo>
                <a:cubicBezTo>
                  <a:pt x="16700" y="631"/>
                  <a:pt x="16680" y="637"/>
                  <a:pt x="16659" y="642"/>
                </a:cubicBezTo>
                <a:cubicBezTo>
                  <a:pt x="16638" y="646"/>
                  <a:pt x="16617" y="648"/>
                  <a:pt x="16596" y="648"/>
                </a:cubicBezTo>
                <a:lnTo>
                  <a:pt x="323" y="648"/>
                </a:lnTo>
                <a:cubicBezTo>
                  <a:pt x="302" y="648"/>
                  <a:pt x="281" y="646"/>
                  <a:pt x="260" y="642"/>
                </a:cubicBezTo>
                <a:cubicBezTo>
                  <a:pt x="239" y="637"/>
                  <a:pt x="219" y="631"/>
                  <a:pt x="199" y="623"/>
                </a:cubicBezTo>
                <a:cubicBezTo>
                  <a:pt x="180" y="615"/>
                  <a:pt x="161" y="605"/>
                  <a:pt x="143" y="592"/>
                </a:cubicBezTo>
                <a:cubicBezTo>
                  <a:pt x="126" y="580"/>
                  <a:pt x="109" y="567"/>
                  <a:pt x="94" y="552"/>
                </a:cubicBezTo>
                <a:cubicBezTo>
                  <a:pt x="79" y="537"/>
                  <a:pt x="66" y="521"/>
                  <a:pt x="54" y="503"/>
                </a:cubicBezTo>
                <a:cubicBezTo>
                  <a:pt x="42" y="485"/>
                  <a:pt x="32" y="467"/>
                  <a:pt x="24" y="447"/>
                </a:cubicBezTo>
                <a:cubicBezTo>
                  <a:pt x="16" y="428"/>
                  <a:pt x="10" y="407"/>
                  <a:pt x="6" y="386"/>
                </a:cubicBezTo>
                <a:cubicBezTo>
                  <a:pt x="2" y="366"/>
                  <a:pt x="0" y="345"/>
                  <a:pt x="0" y="323"/>
                </a:cubicBezTo>
                <a:cubicBezTo>
                  <a:pt x="0" y="302"/>
                  <a:pt x="2" y="281"/>
                  <a:pt x="6" y="260"/>
                </a:cubicBezTo>
                <a:cubicBezTo>
                  <a:pt x="10" y="239"/>
                  <a:pt x="16" y="219"/>
                  <a:pt x="24" y="200"/>
                </a:cubicBezTo>
                <a:cubicBezTo>
                  <a:pt x="32" y="180"/>
                  <a:pt x="42" y="161"/>
                  <a:pt x="54" y="144"/>
                </a:cubicBezTo>
                <a:cubicBezTo>
                  <a:pt x="66" y="126"/>
                  <a:pt x="79" y="110"/>
                  <a:pt x="94" y="95"/>
                </a:cubicBezTo>
                <a:cubicBezTo>
                  <a:pt x="109" y="80"/>
                  <a:pt x="126" y="66"/>
                  <a:pt x="143" y="54"/>
                </a:cubicBezTo>
                <a:cubicBezTo>
                  <a:pt x="161" y="43"/>
                  <a:pt x="180" y="33"/>
                  <a:pt x="199" y="25"/>
                </a:cubicBezTo>
                <a:cubicBezTo>
                  <a:pt x="219" y="16"/>
                  <a:pt x="239" y="10"/>
                  <a:pt x="260" y="6"/>
                </a:cubicBezTo>
                <a:cubicBezTo>
                  <a:pt x="281" y="2"/>
                  <a:pt x="302" y="0"/>
                  <a:pt x="323" y="0"/>
                </a:cubicBezTo>
                <a:close/>
              </a:path>
            </a:pathLst>
          </a:custGeom>
          <a:solidFill>
            <a:srgbClr val="3db8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672480" y="3064680"/>
            <a:ext cx="1735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intekenen: op de speciﬁcatie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6816600" y="3764520"/>
            <a:ext cx="1881360" cy="233280"/>
          </a:xfrm>
          <a:custGeom>
            <a:avLst/>
            <a:gdLst/>
            <a:ahLst/>
            <a:rect l="0" t="0" r="r" b="b"/>
            <a:pathLst>
              <a:path w="5226" h="648">
                <a:moveTo>
                  <a:pt x="324" y="0"/>
                </a:moveTo>
                <a:lnTo>
                  <a:pt x="4903" y="0"/>
                </a:lnTo>
                <a:cubicBezTo>
                  <a:pt x="4924" y="0"/>
                  <a:pt x="4945" y="2"/>
                  <a:pt x="4966" y="6"/>
                </a:cubicBezTo>
                <a:cubicBezTo>
                  <a:pt x="4987" y="10"/>
                  <a:pt x="5007" y="16"/>
                  <a:pt x="5027" y="25"/>
                </a:cubicBezTo>
                <a:cubicBezTo>
                  <a:pt x="5046" y="33"/>
                  <a:pt x="5065" y="43"/>
                  <a:pt x="5083" y="54"/>
                </a:cubicBezTo>
                <a:cubicBezTo>
                  <a:pt x="5100" y="66"/>
                  <a:pt x="5117" y="80"/>
                  <a:pt x="5132" y="95"/>
                </a:cubicBezTo>
                <a:cubicBezTo>
                  <a:pt x="5147" y="110"/>
                  <a:pt x="5160" y="126"/>
                  <a:pt x="5172" y="144"/>
                </a:cubicBezTo>
                <a:cubicBezTo>
                  <a:pt x="5184" y="161"/>
                  <a:pt x="5194" y="180"/>
                  <a:pt x="5202" y="200"/>
                </a:cubicBezTo>
                <a:cubicBezTo>
                  <a:pt x="5210" y="220"/>
                  <a:pt x="5216" y="240"/>
                  <a:pt x="5220" y="261"/>
                </a:cubicBezTo>
                <a:cubicBezTo>
                  <a:pt x="5224" y="282"/>
                  <a:pt x="5226" y="303"/>
                  <a:pt x="5226" y="324"/>
                </a:cubicBezTo>
                <a:cubicBezTo>
                  <a:pt x="5226" y="346"/>
                  <a:pt x="5224" y="367"/>
                  <a:pt x="5220" y="387"/>
                </a:cubicBezTo>
                <a:cubicBezTo>
                  <a:pt x="5216" y="408"/>
                  <a:pt x="5210" y="429"/>
                  <a:pt x="5202" y="448"/>
                </a:cubicBezTo>
                <a:cubicBezTo>
                  <a:pt x="5194" y="468"/>
                  <a:pt x="5184" y="486"/>
                  <a:pt x="5172" y="504"/>
                </a:cubicBezTo>
                <a:cubicBezTo>
                  <a:pt x="5160" y="522"/>
                  <a:pt x="5147" y="538"/>
                  <a:pt x="5132" y="553"/>
                </a:cubicBezTo>
                <a:cubicBezTo>
                  <a:pt x="5117" y="568"/>
                  <a:pt x="5100" y="581"/>
                  <a:pt x="5083" y="593"/>
                </a:cubicBezTo>
                <a:cubicBezTo>
                  <a:pt x="5065" y="605"/>
                  <a:pt x="5046" y="615"/>
                  <a:pt x="5027" y="623"/>
                </a:cubicBezTo>
                <a:cubicBezTo>
                  <a:pt x="5007" y="631"/>
                  <a:pt x="4987" y="637"/>
                  <a:pt x="4966" y="642"/>
                </a:cubicBezTo>
                <a:cubicBezTo>
                  <a:pt x="4945" y="646"/>
                  <a:pt x="4924" y="648"/>
                  <a:pt x="4903" y="648"/>
                </a:cubicBezTo>
                <a:lnTo>
                  <a:pt x="324" y="648"/>
                </a:lnTo>
                <a:cubicBezTo>
                  <a:pt x="303" y="648"/>
                  <a:pt x="282" y="646"/>
                  <a:pt x="261" y="642"/>
                </a:cubicBezTo>
                <a:cubicBezTo>
                  <a:pt x="240" y="637"/>
                  <a:pt x="220" y="631"/>
                  <a:pt x="200" y="623"/>
                </a:cubicBezTo>
                <a:cubicBezTo>
                  <a:pt x="181" y="615"/>
                  <a:pt x="162" y="605"/>
                  <a:pt x="144" y="593"/>
                </a:cubicBezTo>
                <a:cubicBezTo>
                  <a:pt x="127" y="581"/>
                  <a:pt x="110" y="568"/>
                  <a:pt x="95" y="553"/>
                </a:cubicBezTo>
                <a:cubicBezTo>
                  <a:pt x="80" y="538"/>
                  <a:pt x="67" y="522"/>
                  <a:pt x="55" y="504"/>
                </a:cubicBezTo>
                <a:cubicBezTo>
                  <a:pt x="43" y="486"/>
                  <a:pt x="33" y="468"/>
                  <a:pt x="25" y="448"/>
                </a:cubicBezTo>
                <a:cubicBezTo>
                  <a:pt x="17" y="429"/>
                  <a:pt x="11" y="408"/>
                  <a:pt x="7" y="387"/>
                </a:cubicBezTo>
                <a:cubicBezTo>
                  <a:pt x="3" y="367"/>
                  <a:pt x="0" y="346"/>
                  <a:pt x="0" y="324"/>
                </a:cubicBezTo>
                <a:cubicBezTo>
                  <a:pt x="0" y="303"/>
                  <a:pt x="3" y="282"/>
                  <a:pt x="7" y="261"/>
                </a:cubicBezTo>
                <a:cubicBezTo>
                  <a:pt x="11" y="240"/>
                  <a:pt x="17" y="220"/>
                  <a:pt x="25" y="200"/>
                </a:cubicBezTo>
                <a:cubicBezTo>
                  <a:pt x="33" y="180"/>
                  <a:pt x="43" y="161"/>
                  <a:pt x="55" y="144"/>
                </a:cubicBezTo>
                <a:cubicBezTo>
                  <a:pt x="67" y="126"/>
                  <a:pt x="80" y="110"/>
                  <a:pt x="95" y="95"/>
                </a:cubicBezTo>
                <a:cubicBezTo>
                  <a:pt x="110" y="80"/>
                  <a:pt x="127" y="66"/>
                  <a:pt x="144" y="54"/>
                </a:cubicBezTo>
                <a:cubicBezTo>
                  <a:pt x="162" y="43"/>
                  <a:pt x="181" y="33"/>
                  <a:pt x="200" y="25"/>
                </a:cubicBezTo>
                <a:cubicBezTo>
                  <a:pt x="220" y="16"/>
                  <a:pt x="240" y="10"/>
                  <a:pt x="261" y="6"/>
                </a:cubicBezTo>
                <a:cubicBezTo>
                  <a:pt x="282" y="2"/>
                  <a:pt x="303" y="0"/>
                  <a:pt x="324" y="0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2732400" y="3440880"/>
            <a:ext cx="289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aanmelden: op aanbod, in elke fase van rijpheid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8456040" y="3782520"/>
            <a:ext cx="197280" cy="197280"/>
          </a:xfrm>
          <a:custGeom>
            <a:avLst/>
            <a:gdLst/>
            <a:ahLst/>
            <a:rect l="0" t="0" r="r" b="b"/>
            <a:pathLst>
              <a:path w="548" h="548">
                <a:moveTo>
                  <a:pt x="548" y="274"/>
                </a:moveTo>
                <a:cubicBezTo>
                  <a:pt x="548" y="292"/>
                  <a:pt x="546" y="310"/>
                  <a:pt x="543" y="328"/>
                </a:cubicBezTo>
                <a:cubicBezTo>
                  <a:pt x="539" y="345"/>
                  <a:pt x="534" y="362"/>
                  <a:pt x="527" y="379"/>
                </a:cubicBezTo>
                <a:cubicBezTo>
                  <a:pt x="520" y="396"/>
                  <a:pt x="512" y="411"/>
                  <a:pt x="502" y="426"/>
                </a:cubicBezTo>
                <a:cubicBezTo>
                  <a:pt x="492" y="441"/>
                  <a:pt x="481" y="455"/>
                  <a:pt x="468" y="468"/>
                </a:cubicBezTo>
                <a:cubicBezTo>
                  <a:pt x="455" y="481"/>
                  <a:pt x="441" y="492"/>
                  <a:pt x="426" y="502"/>
                </a:cubicBezTo>
                <a:cubicBezTo>
                  <a:pt x="411" y="512"/>
                  <a:pt x="396" y="520"/>
                  <a:pt x="379" y="527"/>
                </a:cubicBezTo>
                <a:cubicBezTo>
                  <a:pt x="362" y="534"/>
                  <a:pt x="345" y="539"/>
                  <a:pt x="328" y="543"/>
                </a:cubicBezTo>
                <a:cubicBezTo>
                  <a:pt x="310" y="546"/>
                  <a:pt x="291" y="548"/>
                  <a:pt x="273" y="548"/>
                </a:cubicBezTo>
                <a:cubicBezTo>
                  <a:pt x="255" y="548"/>
                  <a:pt x="238" y="546"/>
                  <a:pt x="220" y="543"/>
                </a:cubicBezTo>
                <a:cubicBezTo>
                  <a:pt x="202" y="539"/>
                  <a:pt x="185" y="534"/>
                  <a:pt x="169" y="527"/>
                </a:cubicBezTo>
                <a:cubicBezTo>
                  <a:pt x="152" y="520"/>
                  <a:pt x="136" y="512"/>
                  <a:pt x="121" y="502"/>
                </a:cubicBezTo>
                <a:cubicBezTo>
                  <a:pt x="106" y="492"/>
                  <a:pt x="93" y="481"/>
                  <a:pt x="80" y="468"/>
                </a:cubicBezTo>
                <a:cubicBezTo>
                  <a:pt x="67" y="455"/>
                  <a:pt x="56" y="441"/>
                  <a:pt x="46" y="426"/>
                </a:cubicBezTo>
                <a:cubicBezTo>
                  <a:pt x="36" y="411"/>
                  <a:pt x="27" y="396"/>
                  <a:pt x="20" y="379"/>
                </a:cubicBezTo>
                <a:cubicBezTo>
                  <a:pt x="14" y="362"/>
                  <a:pt x="8" y="345"/>
                  <a:pt x="5" y="328"/>
                </a:cubicBezTo>
                <a:cubicBezTo>
                  <a:pt x="1" y="310"/>
                  <a:pt x="0" y="292"/>
                  <a:pt x="0" y="274"/>
                </a:cubicBezTo>
                <a:cubicBezTo>
                  <a:pt x="0" y="256"/>
                  <a:pt x="1" y="239"/>
                  <a:pt x="5" y="221"/>
                </a:cubicBezTo>
                <a:cubicBezTo>
                  <a:pt x="8" y="203"/>
                  <a:pt x="14" y="186"/>
                  <a:pt x="20" y="170"/>
                </a:cubicBezTo>
                <a:cubicBezTo>
                  <a:pt x="27" y="152"/>
                  <a:pt x="36" y="136"/>
                  <a:pt x="46" y="121"/>
                </a:cubicBezTo>
                <a:cubicBezTo>
                  <a:pt x="56" y="106"/>
                  <a:pt x="67" y="93"/>
                  <a:pt x="80" y="80"/>
                </a:cubicBezTo>
                <a:cubicBezTo>
                  <a:pt x="93" y="67"/>
                  <a:pt x="106" y="56"/>
                  <a:pt x="121" y="46"/>
                </a:cubicBezTo>
                <a:cubicBezTo>
                  <a:pt x="136" y="36"/>
                  <a:pt x="152" y="27"/>
                  <a:pt x="169" y="20"/>
                </a:cubicBezTo>
                <a:cubicBezTo>
                  <a:pt x="185" y="14"/>
                  <a:pt x="202" y="8"/>
                  <a:pt x="220" y="5"/>
                </a:cubicBezTo>
                <a:cubicBezTo>
                  <a:pt x="238" y="1"/>
                  <a:pt x="255" y="0"/>
                  <a:pt x="273" y="0"/>
                </a:cubicBezTo>
                <a:cubicBezTo>
                  <a:pt x="291" y="0"/>
                  <a:pt x="310" y="1"/>
                  <a:pt x="328" y="5"/>
                </a:cubicBezTo>
                <a:cubicBezTo>
                  <a:pt x="345" y="8"/>
                  <a:pt x="362" y="14"/>
                  <a:pt x="379" y="20"/>
                </a:cubicBezTo>
                <a:cubicBezTo>
                  <a:pt x="396" y="27"/>
                  <a:pt x="411" y="36"/>
                  <a:pt x="426" y="46"/>
                </a:cubicBezTo>
                <a:cubicBezTo>
                  <a:pt x="441" y="56"/>
                  <a:pt x="455" y="67"/>
                  <a:pt x="468" y="80"/>
                </a:cubicBezTo>
                <a:cubicBezTo>
                  <a:pt x="481" y="93"/>
                  <a:pt x="492" y="106"/>
                  <a:pt x="502" y="121"/>
                </a:cubicBezTo>
                <a:cubicBezTo>
                  <a:pt x="512" y="136"/>
                  <a:pt x="520" y="152"/>
                  <a:pt x="527" y="170"/>
                </a:cubicBezTo>
                <a:cubicBezTo>
                  <a:pt x="534" y="186"/>
                  <a:pt x="539" y="203"/>
                  <a:pt x="543" y="221"/>
                </a:cubicBezTo>
                <a:cubicBezTo>
                  <a:pt x="546" y="239"/>
                  <a:pt x="548" y="256"/>
                  <a:pt x="548" y="27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6942240" y="3817080"/>
            <a:ext cx="1588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inschrijven: op geroosterd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2248560" y="3128400"/>
            <a:ext cx="340920" cy="376560"/>
          </a:xfrm>
          <a:custGeom>
            <a:avLst/>
            <a:gdLst/>
            <a:ahLst/>
            <a:rect l="0" t="0" r="r" b="b"/>
            <a:pathLst>
              <a:path fill="none" w="947" h="1046">
                <a:moveTo>
                  <a:pt x="0" y="0"/>
                </a:moveTo>
                <a:cubicBezTo>
                  <a:pt x="622" y="0"/>
                  <a:pt x="622" y="1046"/>
                  <a:pt x="947" y="1046"/>
                </a:cubicBezTo>
              </a:path>
            </a:pathLst>
          </a:custGeom>
          <a:ln w="17640">
            <a:solidFill>
              <a:srgbClr val="6b728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2571120" y="3459960"/>
            <a:ext cx="72000" cy="90000"/>
          </a:xfrm>
          <a:custGeom>
            <a:avLst/>
            <a:gdLst/>
            <a:ahLst/>
            <a:rect l="0" t="0" r="r" b="b"/>
            <a:pathLst>
              <a:path w="200" h="250">
                <a:moveTo>
                  <a:pt x="0" y="0"/>
                </a:moveTo>
                <a:lnTo>
                  <a:pt x="200" y="124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8521200" y="3801240"/>
            <a:ext cx="133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60" spc="-1" strike="noStrike">
                <a:solidFill>
                  <a:srgbClr val="e9a27f"/>
                </a:solidFill>
                <a:latin typeface="Arial"/>
                <a:ea typeface="Arial"/>
              </a:rPr>
              <a:t>?</a:t>
            </a:r>
            <a:endParaRPr b="0" lang="en-US" sz="10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7757280" y="3621240"/>
            <a:ext cx="0" cy="12528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7712640" y="3728520"/>
            <a:ext cx="89640" cy="54360"/>
          </a:xfrm>
          <a:custGeom>
            <a:avLst/>
            <a:gdLst/>
            <a:ahLst/>
            <a:rect l="0" t="0" r="r" b="b"/>
            <a:pathLst>
              <a:path w="249" h="151">
                <a:moveTo>
                  <a:pt x="0" y="0"/>
                </a:moveTo>
                <a:lnTo>
                  <a:pt x="125" y="151"/>
                </a:lnTo>
                <a:lnTo>
                  <a:pt x="249" y="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456840" y="4352760"/>
            <a:ext cx="8420760" cy="648000"/>
          </a:xfrm>
          <a:custGeom>
            <a:avLst/>
            <a:gdLst/>
            <a:ahLst/>
            <a:rect l="0" t="0" r="r" b="b"/>
            <a:pathLst>
              <a:path w="23391" h="1800">
                <a:moveTo>
                  <a:pt x="0" y="0"/>
                </a:moveTo>
                <a:lnTo>
                  <a:pt x="23391" y="0"/>
                </a:lnTo>
                <a:lnTo>
                  <a:pt x="23391" y="1800"/>
                </a:lnTo>
                <a:lnTo>
                  <a:pt x="0" y="1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456840" y="43527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456840" y="49910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8867520" y="4352760"/>
            <a:ext cx="10080" cy="648000"/>
          </a:xfrm>
          <a:custGeom>
            <a:avLst/>
            <a:gdLst/>
            <a:ahLst/>
            <a:rect l="0" t="0" r="r" b="b"/>
            <a:pathLst>
              <a:path w="28" h="1800">
                <a:moveTo>
                  <a:pt x="0" y="106"/>
                </a:moveTo>
                <a:lnTo>
                  <a:pt x="0" y="1800"/>
                </a:lnTo>
                <a:lnTo>
                  <a:pt x="28" y="180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456840" y="4352760"/>
            <a:ext cx="10080" cy="648000"/>
          </a:xfrm>
          <a:custGeom>
            <a:avLst/>
            <a:gdLst/>
            <a:ahLst/>
            <a:rect l="0" t="0" r="r" b="b"/>
            <a:pathLst>
              <a:path w="28" h="1800">
                <a:moveTo>
                  <a:pt x="0" y="0"/>
                </a:moveTo>
                <a:lnTo>
                  <a:pt x="0" y="1800"/>
                </a:lnTo>
                <a:lnTo>
                  <a:pt x="28" y="180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2212560" y="3260520"/>
            <a:ext cx="520560" cy="1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6b7280"/>
                </a:solidFill>
                <a:latin typeface="Arial"/>
                <a:ea typeface="Arial"/>
              </a:rPr>
              <a:t>bevestiging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619200" y="4498920"/>
            <a:ext cx="9029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Vraag aan AII: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intekenen op een speciﬁcatie (er is nog geen aanbod) is wat koploperscholen ons vragen; bij leveranciers is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619200" y="4708440"/>
            <a:ext cx="4514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nieuw. Zien wij hetzelfde, of noemen wij twee dingen hetzelfde?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2" name=""/>
          <p:cNvSpPr/>
          <p:nvPr/>
        </p:nvSpPr>
        <p:spPr>
          <a:xfrm>
            <a:off x="456840" y="1104840"/>
            <a:ext cx="3572280" cy="2876760"/>
          </a:xfrm>
          <a:custGeom>
            <a:avLst/>
            <a:gdLst/>
            <a:ahLst/>
            <a:rect l="0" t="0" r="r" b="b"/>
            <a:pathLst>
              <a:path w="9923" h="7991">
                <a:moveTo>
                  <a:pt x="0" y="0"/>
                </a:moveTo>
                <a:lnTo>
                  <a:pt x="9923" y="0"/>
                </a:lnTo>
                <a:lnTo>
                  <a:pt x="9923" y="7991"/>
                </a:lnTo>
                <a:lnTo>
                  <a:pt x="0" y="79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456840" y="1104840"/>
            <a:ext cx="3572280" cy="38160"/>
          </a:xfrm>
          <a:custGeom>
            <a:avLst/>
            <a:gdLst/>
            <a:ahLst/>
            <a:rect l="0" t="0" r="r" b="b"/>
            <a:pathLst>
              <a:path w="9923" h="106">
                <a:moveTo>
                  <a:pt x="0" y="0"/>
                </a:moveTo>
                <a:lnTo>
                  <a:pt x="9923" y="0"/>
                </a:lnTo>
                <a:lnTo>
                  <a:pt x="9923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456840" y="3971880"/>
            <a:ext cx="3572280" cy="9720"/>
          </a:xfrm>
          <a:custGeom>
            <a:avLst/>
            <a:gdLst/>
            <a:ahLst/>
            <a:rect l="0" t="0" r="r" b="b"/>
            <a:pathLst>
              <a:path w="9923" h="27">
                <a:moveTo>
                  <a:pt x="0" y="0"/>
                </a:moveTo>
                <a:lnTo>
                  <a:pt x="9923" y="0"/>
                </a:lnTo>
                <a:lnTo>
                  <a:pt x="99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4019400" y="1104840"/>
            <a:ext cx="9720" cy="2876760"/>
          </a:xfrm>
          <a:custGeom>
            <a:avLst/>
            <a:gdLst/>
            <a:ahLst/>
            <a:rect l="0" t="0" r="r" b="b"/>
            <a:pathLst>
              <a:path w="27" h="7991">
                <a:moveTo>
                  <a:pt x="0" y="105"/>
                </a:moveTo>
                <a:lnTo>
                  <a:pt x="0" y="7991"/>
                </a:lnTo>
                <a:lnTo>
                  <a:pt x="27" y="7991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456840" y="1104840"/>
            <a:ext cx="10080" cy="2876760"/>
          </a:xfrm>
          <a:custGeom>
            <a:avLst/>
            <a:gdLst/>
            <a:ahLst/>
            <a:rect l="0" t="0" r="r" b="b"/>
            <a:pathLst>
              <a:path w="28" h="7991">
                <a:moveTo>
                  <a:pt x="0" y="0"/>
                </a:moveTo>
                <a:lnTo>
                  <a:pt x="0" y="7991"/>
                </a:lnTo>
                <a:lnTo>
                  <a:pt x="28" y="7991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439920" y="500760"/>
            <a:ext cx="9999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Op de hoogte blijven, en de afspraken van vandaag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635040" y="1549440"/>
            <a:ext cx="224640" cy="218880"/>
          </a:xfrm>
          <a:custGeom>
            <a:avLst/>
            <a:gdLst/>
            <a:ahLst/>
            <a:rect l="0" t="0" r="r" b="b"/>
            <a:pathLst>
              <a:path w="624" h="608">
                <a:moveTo>
                  <a:pt x="311" y="0"/>
                </a:moveTo>
                <a:cubicBezTo>
                  <a:pt x="293" y="0"/>
                  <a:pt x="274" y="1"/>
                  <a:pt x="256" y="5"/>
                </a:cubicBezTo>
                <a:cubicBezTo>
                  <a:pt x="238" y="8"/>
                  <a:pt x="221" y="13"/>
                  <a:pt x="203" y="19"/>
                </a:cubicBezTo>
                <a:cubicBezTo>
                  <a:pt x="186" y="25"/>
                  <a:pt x="170" y="33"/>
                  <a:pt x="154" y="42"/>
                </a:cubicBezTo>
                <a:cubicBezTo>
                  <a:pt x="138" y="51"/>
                  <a:pt x="123" y="62"/>
                  <a:pt x="109" y="74"/>
                </a:cubicBezTo>
                <a:cubicBezTo>
                  <a:pt x="95" y="86"/>
                  <a:pt x="83" y="99"/>
                  <a:pt x="71" y="113"/>
                </a:cubicBezTo>
                <a:cubicBezTo>
                  <a:pt x="59" y="127"/>
                  <a:pt x="49" y="142"/>
                  <a:pt x="40" y="158"/>
                </a:cubicBezTo>
                <a:cubicBezTo>
                  <a:pt x="31" y="174"/>
                  <a:pt x="23" y="191"/>
                  <a:pt x="17" y="208"/>
                </a:cubicBezTo>
                <a:cubicBezTo>
                  <a:pt x="11" y="225"/>
                  <a:pt x="7" y="244"/>
                  <a:pt x="4" y="262"/>
                </a:cubicBezTo>
                <a:cubicBezTo>
                  <a:pt x="1" y="280"/>
                  <a:pt x="0" y="298"/>
                  <a:pt x="0" y="317"/>
                </a:cubicBezTo>
                <a:cubicBezTo>
                  <a:pt x="0" y="335"/>
                  <a:pt x="2" y="353"/>
                  <a:pt x="5" y="371"/>
                </a:cubicBezTo>
                <a:cubicBezTo>
                  <a:pt x="9" y="389"/>
                  <a:pt x="14" y="407"/>
                  <a:pt x="21" y="424"/>
                </a:cubicBezTo>
                <a:cubicBezTo>
                  <a:pt x="27" y="441"/>
                  <a:pt x="35" y="457"/>
                  <a:pt x="45" y="473"/>
                </a:cubicBezTo>
                <a:cubicBezTo>
                  <a:pt x="54" y="488"/>
                  <a:pt x="65" y="503"/>
                  <a:pt x="77" y="517"/>
                </a:cubicBezTo>
                <a:cubicBezTo>
                  <a:pt x="89" y="531"/>
                  <a:pt x="102" y="543"/>
                  <a:pt x="117" y="555"/>
                </a:cubicBezTo>
                <a:cubicBezTo>
                  <a:pt x="131" y="566"/>
                  <a:pt x="146" y="576"/>
                  <a:pt x="162" y="585"/>
                </a:cubicBezTo>
                <a:cubicBezTo>
                  <a:pt x="178" y="594"/>
                  <a:pt x="195" y="601"/>
                  <a:pt x="212" y="607"/>
                </a:cubicBezTo>
                <a:cubicBezTo>
                  <a:pt x="228" y="610"/>
                  <a:pt x="235" y="600"/>
                  <a:pt x="235" y="592"/>
                </a:cubicBezTo>
                <a:lnTo>
                  <a:pt x="235" y="539"/>
                </a:lnTo>
                <a:cubicBezTo>
                  <a:pt x="148" y="558"/>
                  <a:pt x="130" y="497"/>
                  <a:pt x="130" y="497"/>
                </a:cubicBezTo>
                <a:cubicBezTo>
                  <a:pt x="124" y="478"/>
                  <a:pt x="112" y="462"/>
                  <a:pt x="94" y="452"/>
                </a:cubicBezTo>
                <a:cubicBezTo>
                  <a:pt x="66" y="433"/>
                  <a:pt x="96" y="433"/>
                  <a:pt x="96" y="433"/>
                </a:cubicBezTo>
                <a:cubicBezTo>
                  <a:pt x="117" y="436"/>
                  <a:pt x="133" y="447"/>
                  <a:pt x="144" y="465"/>
                </a:cubicBezTo>
                <a:cubicBezTo>
                  <a:pt x="148" y="473"/>
                  <a:pt x="154" y="479"/>
                  <a:pt x="161" y="485"/>
                </a:cubicBezTo>
                <a:cubicBezTo>
                  <a:pt x="168" y="490"/>
                  <a:pt x="175" y="494"/>
                  <a:pt x="184" y="497"/>
                </a:cubicBezTo>
                <a:cubicBezTo>
                  <a:pt x="192" y="499"/>
                  <a:pt x="201" y="500"/>
                  <a:pt x="210" y="499"/>
                </a:cubicBezTo>
                <a:cubicBezTo>
                  <a:pt x="218" y="498"/>
                  <a:pt x="227" y="495"/>
                  <a:pt x="234" y="491"/>
                </a:cubicBezTo>
                <a:cubicBezTo>
                  <a:pt x="236" y="475"/>
                  <a:pt x="242" y="461"/>
                  <a:pt x="254" y="449"/>
                </a:cubicBezTo>
                <a:cubicBezTo>
                  <a:pt x="185" y="441"/>
                  <a:pt x="112" y="415"/>
                  <a:pt x="112" y="296"/>
                </a:cubicBezTo>
                <a:cubicBezTo>
                  <a:pt x="112" y="263"/>
                  <a:pt x="123" y="235"/>
                  <a:pt x="144" y="211"/>
                </a:cubicBezTo>
                <a:cubicBezTo>
                  <a:pt x="135" y="183"/>
                  <a:pt x="136" y="156"/>
                  <a:pt x="148" y="129"/>
                </a:cubicBezTo>
                <a:cubicBezTo>
                  <a:pt x="148" y="129"/>
                  <a:pt x="174" y="120"/>
                  <a:pt x="233" y="161"/>
                </a:cubicBezTo>
                <a:cubicBezTo>
                  <a:pt x="285" y="146"/>
                  <a:pt x="337" y="146"/>
                  <a:pt x="389" y="161"/>
                </a:cubicBezTo>
                <a:cubicBezTo>
                  <a:pt x="449" y="120"/>
                  <a:pt x="475" y="129"/>
                  <a:pt x="475" y="129"/>
                </a:cubicBezTo>
                <a:cubicBezTo>
                  <a:pt x="487" y="156"/>
                  <a:pt x="488" y="183"/>
                  <a:pt x="478" y="211"/>
                </a:cubicBezTo>
                <a:cubicBezTo>
                  <a:pt x="500" y="235"/>
                  <a:pt x="511" y="263"/>
                  <a:pt x="510" y="296"/>
                </a:cubicBezTo>
                <a:cubicBezTo>
                  <a:pt x="510" y="415"/>
                  <a:pt x="437" y="441"/>
                  <a:pt x="367" y="449"/>
                </a:cubicBezTo>
                <a:cubicBezTo>
                  <a:pt x="383" y="465"/>
                  <a:pt x="390" y="484"/>
                  <a:pt x="388" y="507"/>
                </a:cubicBezTo>
                <a:lnTo>
                  <a:pt x="388" y="592"/>
                </a:lnTo>
                <a:cubicBezTo>
                  <a:pt x="388" y="602"/>
                  <a:pt x="394" y="610"/>
                  <a:pt x="410" y="607"/>
                </a:cubicBezTo>
                <a:cubicBezTo>
                  <a:pt x="429" y="601"/>
                  <a:pt x="446" y="594"/>
                  <a:pt x="462" y="585"/>
                </a:cubicBezTo>
                <a:cubicBezTo>
                  <a:pt x="478" y="576"/>
                  <a:pt x="493" y="566"/>
                  <a:pt x="507" y="555"/>
                </a:cubicBezTo>
                <a:cubicBezTo>
                  <a:pt x="522" y="543"/>
                  <a:pt x="535" y="531"/>
                  <a:pt x="547" y="517"/>
                </a:cubicBezTo>
                <a:cubicBezTo>
                  <a:pt x="559" y="503"/>
                  <a:pt x="570" y="488"/>
                  <a:pt x="579" y="473"/>
                </a:cubicBezTo>
                <a:cubicBezTo>
                  <a:pt x="589" y="457"/>
                  <a:pt x="597" y="440"/>
                  <a:pt x="603" y="423"/>
                </a:cubicBezTo>
                <a:cubicBezTo>
                  <a:pt x="610" y="406"/>
                  <a:pt x="615" y="389"/>
                  <a:pt x="618" y="371"/>
                </a:cubicBezTo>
                <a:cubicBezTo>
                  <a:pt x="622" y="353"/>
                  <a:pt x="624" y="334"/>
                  <a:pt x="624" y="316"/>
                </a:cubicBezTo>
                <a:cubicBezTo>
                  <a:pt x="624" y="298"/>
                  <a:pt x="623" y="280"/>
                  <a:pt x="620" y="261"/>
                </a:cubicBezTo>
                <a:cubicBezTo>
                  <a:pt x="617" y="243"/>
                  <a:pt x="612" y="225"/>
                  <a:pt x="606" y="207"/>
                </a:cubicBezTo>
                <a:cubicBezTo>
                  <a:pt x="600" y="190"/>
                  <a:pt x="593" y="173"/>
                  <a:pt x="584" y="157"/>
                </a:cubicBezTo>
                <a:cubicBezTo>
                  <a:pt x="574" y="141"/>
                  <a:pt x="564" y="126"/>
                  <a:pt x="552" y="112"/>
                </a:cubicBezTo>
                <a:cubicBezTo>
                  <a:pt x="541" y="98"/>
                  <a:pt x="528" y="85"/>
                  <a:pt x="514" y="73"/>
                </a:cubicBezTo>
                <a:cubicBezTo>
                  <a:pt x="500" y="61"/>
                  <a:pt x="485" y="51"/>
                  <a:pt x="469" y="42"/>
                </a:cubicBezTo>
                <a:cubicBezTo>
                  <a:pt x="453" y="33"/>
                  <a:pt x="437" y="25"/>
                  <a:pt x="419" y="19"/>
                </a:cubicBezTo>
                <a:cubicBezTo>
                  <a:pt x="401" y="12"/>
                  <a:pt x="384" y="8"/>
                  <a:pt x="365" y="4"/>
                </a:cubicBezTo>
                <a:cubicBezTo>
                  <a:pt x="347" y="1"/>
                  <a:pt x="329" y="0"/>
                  <a:pt x="311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619200" y="1269000"/>
            <a:ext cx="1338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Wat OKx aanbiedt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966600" y="1554840"/>
            <a:ext cx="2932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Alles openbaar en herleidbaar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in GitHub: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966600" y="1754640"/>
            <a:ext cx="2778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begrippen, informatiemodel, speciﬁcaties,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966600" y="1945440"/>
            <a:ext cx="607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besluiten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966600" y="2156760"/>
            <a:ext cx="29358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github.com/Npuls-OKx/Public · github.com/Npuls-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714960" y="2672280"/>
            <a:ext cx="64440" cy="112320"/>
          </a:xfrm>
          <a:custGeom>
            <a:avLst/>
            <a:gdLst/>
            <a:ahLst/>
            <a:rect l="0" t="0" r="r" b="b"/>
            <a:pathLst>
              <a:path w="179" h="312">
                <a:moveTo>
                  <a:pt x="134" y="0"/>
                </a:moveTo>
                <a:lnTo>
                  <a:pt x="134" y="133"/>
                </a:lnTo>
                <a:lnTo>
                  <a:pt x="44" y="133"/>
                </a:lnTo>
                <a:lnTo>
                  <a:pt x="44" y="0"/>
                </a:lnTo>
                <a:lnTo>
                  <a:pt x="0" y="0"/>
                </a:lnTo>
                <a:lnTo>
                  <a:pt x="0" y="312"/>
                </a:lnTo>
                <a:lnTo>
                  <a:pt x="44" y="312"/>
                </a:lnTo>
                <a:lnTo>
                  <a:pt x="44" y="177"/>
                </a:lnTo>
                <a:lnTo>
                  <a:pt x="134" y="177"/>
                </a:lnTo>
                <a:lnTo>
                  <a:pt x="134" y="312"/>
                </a:lnTo>
                <a:lnTo>
                  <a:pt x="179" y="312"/>
                </a:lnTo>
                <a:lnTo>
                  <a:pt x="179" y="0"/>
                </a:lnTo>
                <a:lnTo>
                  <a:pt x="13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635040" y="2616120"/>
            <a:ext cx="224280" cy="224280"/>
          </a:xfrm>
          <a:custGeom>
            <a:avLst/>
            <a:gdLst/>
            <a:ahLst/>
            <a:rect l="0" t="0" r="r" b="b"/>
            <a:pathLst>
              <a:path w="623" h="623">
                <a:moveTo>
                  <a:pt x="311" y="623"/>
                </a:moveTo>
                <a:cubicBezTo>
                  <a:pt x="290" y="623"/>
                  <a:pt x="270" y="621"/>
                  <a:pt x="250" y="617"/>
                </a:cubicBezTo>
                <a:cubicBezTo>
                  <a:pt x="230" y="613"/>
                  <a:pt x="211" y="607"/>
                  <a:pt x="192" y="600"/>
                </a:cubicBezTo>
                <a:cubicBezTo>
                  <a:pt x="173" y="592"/>
                  <a:pt x="155" y="582"/>
                  <a:pt x="138" y="571"/>
                </a:cubicBezTo>
                <a:cubicBezTo>
                  <a:pt x="121" y="559"/>
                  <a:pt x="105" y="547"/>
                  <a:pt x="91" y="532"/>
                </a:cubicBezTo>
                <a:cubicBezTo>
                  <a:pt x="76" y="518"/>
                  <a:pt x="64" y="501"/>
                  <a:pt x="52" y="484"/>
                </a:cubicBezTo>
                <a:cubicBezTo>
                  <a:pt x="41" y="467"/>
                  <a:pt x="31" y="449"/>
                  <a:pt x="23" y="430"/>
                </a:cubicBezTo>
                <a:cubicBezTo>
                  <a:pt x="16" y="411"/>
                  <a:pt x="10" y="392"/>
                  <a:pt x="6" y="372"/>
                </a:cubicBezTo>
                <a:cubicBezTo>
                  <a:pt x="2" y="352"/>
                  <a:pt x="0" y="332"/>
                  <a:pt x="0" y="311"/>
                </a:cubicBezTo>
                <a:cubicBezTo>
                  <a:pt x="0" y="291"/>
                  <a:pt x="2" y="271"/>
                  <a:pt x="6" y="250"/>
                </a:cubicBezTo>
                <a:cubicBezTo>
                  <a:pt x="10" y="230"/>
                  <a:pt x="16" y="211"/>
                  <a:pt x="23" y="192"/>
                </a:cubicBezTo>
                <a:cubicBezTo>
                  <a:pt x="31" y="173"/>
                  <a:pt x="41" y="155"/>
                  <a:pt x="52" y="138"/>
                </a:cubicBezTo>
                <a:cubicBezTo>
                  <a:pt x="64" y="121"/>
                  <a:pt x="76" y="106"/>
                  <a:pt x="91" y="91"/>
                </a:cubicBezTo>
                <a:cubicBezTo>
                  <a:pt x="105" y="77"/>
                  <a:pt x="121" y="64"/>
                  <a:pt x="138" y="52"/>
                </a:cubicBezTo>
                <a:cubicBezTo>
                  <a:pt x="155" y="41"/>
                  <a:pt x="173" y="32"/>
                  <a:pt x="192" y="24"/>
                </a:cubicBezTo>
                <a:cubicBezTo>
                  <a:pt x="211" y="16"/>
                  <a:pt x="230" y="10"/>
                  <a:pt x="250" y="6"/>
                </a:cubicBezTo>
                <a:cubicBezTo>
                  <a:pt x="270" y="2"/>
                  <a:pt x="290" y="0"/>
                  <a:pt x="311" y="0"/>
                </a:cubicBezTo>
                <a:cubicBezTo>
                  <a:pt x="331" y="0"/>
                  <a:pt x="351" y="2"/>
                  <a:pt x="372" y="6"/>
                </a:cubicBezTo>
                <a:cubicBezTo>
                  <a:pt x="392" y="10"/>
                  <a:pt x="411" y="16"/>
                  <a:pt x="431" y="24"/>
                </a:cubicBezTo>
                <a:cubicBezTo>
                  <a:pt x="450" y="32"/>
                  <a:pt x="468" y="41"/>
                  <a:pt x="485" y="52"/>
                </a:cubicBezTo>
                <a:cubicBezTo>
                  <a:pt x="502" y="64"/>
                  <a:pt x="517" y="77"/>
                  <a:pt x="532" y="91"/>
                </a:cubicBezTo>
                <a:cubicBezTo>
                  <a:pt x="546" y="106"/>
                  <a:pt x="559" y="121"/>
                  <a:pt x="570" y="138"/>
                </a:cubicBezTo>
                <a:cubicBezTo>
                  <a:pt x="582" y="155"/>
                  <a:pt x="591" y="173"/>
                  <a:pt x="599" y="192"/>
                </a:cubicBezTo>
                <a:cubicBezTo>
                  <a:pt x="607" y="211"/>
                  <a:pt x="613" y="230"/>
                  <a:pt x="617" y="250"/>
                </a:cubicBezTo>
                <a:cubicBezTo>
                  <a:pt x="621" y="271"/>
                  <a:pt x="623" y="291"/>
                  <a:pt x="623" y="311"/>
                </a:cubicBezTo>
                <a:cubicBezTo>
                  <a:pt x="623" y="332"/>
                  <a:pt x="621" y="352"/>
                  <a:pt x="617" y="372"/>
                </a:cubicBezTo>
                <a:cubicBezTo>
                  <a:pt x="613" y="392"/>
                  <a:pt x="607" y="411"/>
                  <a:pt x="599" y="430"/>
                </a:cubicBezTo>
                <a:cubicBezTo>
                  <a:pt x="591" y="449"/>
                  <a:pt x="582" y="467"/>
                  <a:pt x="570" y="484"/>
                </a:cubicBezTo>
                <a:cubicBezTo>
                  <a:pt x="559" y="501"/>
                  <a:pt x="546" y="518"/>
                  <a:pt x="532" y="532"/>
                </a:cubicBezTo>
                <a:cubicBezTo>
                  <a:pt x="517" y="546"/>
                  <a:pt x="502" y="559"/>
                  <a:pt x="485" y="571"/>
                </a:cubicBezTo>
                <a:cubicBezTo>
                  <a:pt x="468" y="582"/>
                  <a:pt x="450" y="592"/>
                  <a:pt x="431" y="599"/>
                </a:cubicBezTo>
                <a:cubicBezTo>
                  <a:pt x="411" y="607"/>
                  <a:pt x="392" y="613"/>
                  <a:pt x="371" y="617"/>
                </a:cubicBezTo>
                <a:cubicBezTo>
                  <a:pt x="351" y="621"/>
                  <a:pt x="331" y="623"/>
                  <a:pt x="311" y="623"/>
                </a:cubicBezTo>
                <a:moveTo>
                  <a:pt x="311" y="45"/>
                </a:moveTo>
                <a:cubicBezTo>
                  <a:pt x="293" y="45"/>
                  <a:pt x="276" y="46"/>
                  <a:pt x="259" y="50"/>
                </a:cubicBezTo>
                <a:cubicBezTo>
                  <a:pt x="242" y="53"/>
                  <a:pt x="225" y="58"/>
                  <a:pt x="209" y="65"/>
                </a:cubicBezTo>
                <a:cubicBezTo>
                  <a:pt x="193" y="72"/>
                  <a:pt x="177" y="80"/>
                  <a:pt x="163" y="89"/>
                </a:cubicBezTo>
                <a:cubicBezTo>
                  <a:pt x="148" y="99"/>
                  <a:pt x="135" y="110"/>
                  <a:pt x="122" y="123"/>
                </a:cubicBezTo>
                <a:cubicBezTo>
                  <a:pt x="110" y="135"/>
                  <a:pt x="99" y="148"/>
                  <a:pt x="89" y="163"/>
                </a:cubicBezTo>
                <a:cubicBezTo>
                  <a:pt x="79" y="178"/>
                  <a:pt x="71" y="193"/>
                  <a:pt x="64" y="209"/>
                </a:cubicBezTo>
                <a:cubicBezTo>
                  <a:pt x="58" y="225"/>
                  <a:pt x="53" y="242"/>
                  <a:pt x="49" y="259"/>
                </a:cubicBezTo>
                <a:cubicBezTo>
                  <a:pt x="46" y="276"/>
                  <a:pt x="44" y="294"/>
                  <a:pt x="44" y="311"/>
                </a:cubicBezTo>
                <a:cubicBezTo>
                  <a:pt x="44" y="329"/>
                  <a:pt x="46" y="346"/>
                  <a:pt x="49" y="363"/>
                </a:cubicBezTo>
                <a:cubicBezTo>
                  <a:pt x="53" y="380"/>
                  <a:pt x="58" y="397"/>
                  <a:pt x="64" y="413"/>
                </a:cubicBezTo>
                <a:cubicBezTo>
                  <a:pt x="71" y="429"/>
                  <a:pt x="79" y="445"/>
                  <a:pt x="89" y="459"/>
                </a:cubicBezTo>
                <a:cubicBezTo>
                  <a:pt x="99" y="474"/>
                  <a:pt x="110" y="487"/>
                  <a:pt x="122" y="500"/>
                </a:cubicBezTo>
                <a:cubicBezTo>
                  <a:pt x="135" y="513"/>
                  <a:pt x="148" y="524"/>
                  <a:pt x="163" y="534"/>
                </a:cubicBezTo>
                <a:cubicBezTo>
                  <a:pt x="177" y="544"/>
                  <a:pt x="193" y="552"/>
                  <a:pt x="209" y="559"/>
                </a:cubicBezTo>
                <a:cubicBezTo>
                  <a:pt x="225" y="565"/>
                  <a:pt x="242" y="570"/>
                  <a:pt x="259" y="574"/>
                </a:cubicBezTo>
                <a:cubicBezTo>
                  <a:pt x="276" y="577"/>
                  <a:pt x="293" y="579"/>
                  <a:pt x="311" y="579"/>
                </a:cubicBezTo>
                <a:cubicBezTo>
                  <a:pt x="328" y="579"/>
                  <a:pt x="346" y="577"/>
                  <a:pt x="363" y="574"/>
                </a:cubicBezTo>
                <a:cubicBezTo>
                  <a:pt x="380" y="570"/>
                  <a:pt x="397" y="565"/>
                  <a:pt x="414" y="559"/>
                </a:cubicBezTo>
                <a:cubicBezTo>
                  <a:pt x="430" y="552"/>
                  <a:pt x="445" y="544"/>
                  <a:pt x="460" y="534"/>
                </a:cubicBezTo>
                <a:cubicBezTo>
                  <a:pt x="475" y="524"/>
                  <a:pt x="488" y="513"/>
                  <a:pt x="500" y="500"/>
                </a:cubicBezTo>
                <a:cubicBezTo>
                  <a:pt x="513" y="487"/>
                  <a:pt x="524" y="474"/>
                  <a:pt x="534" y="459"/>
                </a:cubicBezTo>
                <a:cubicBezTo>
                  <a:pt x="543" y="445"/>
                  <a:pt x="551" y="429"/>
                  <a:pt x="558" y="413"/>
                </a:cubicBezTo>
                <a:cubicBezTo>
                  <a:pt x="565" y="397"/>
                  <a:pt x="570" y="380"/>
                  <a:pt x="573" y="363"/>
                </a:cubicBezTo>
                <a:cubicBezTo>
                  <a:pt x="577" y="346"/>
                  <a:pt x="578" y="329"/>
                  <a:pt x="578" y="311"/>
                </a:cubicBezTo>
                <a:cubicBezTo>
                  <a:pt x="578" y="294"/>
                  <a:pt x="577" y="276"/>
                  <a:pt x="573" y="259"/>
                </a:cubicBezTo>
                <a:cubicBezTo>
                  <a:pt x="570" y="242"/>
                  <a:pt x="565" y="225"/>
                  <a:pt x="558" y="209"/>
                </a:cubicBezTo>
                <a:cubicBezTo>
                  <a:pt x="551" y="193"/>
                  <a:pt x="543" y="178"/>
                  <a:pt x="533" y="163"/>
                </a:cubicBezTo>
                <a:cubicBezTo>
                  <a:pt x="524" y="149"/>
                  <a:pt x="513" y="135"/>
                  <a:pt x="500" y="123"/>
                </a:cubicBezTo>
                <a:cubicBezTo>
                  <a:pt x="488" y="110"/>
                  <a:pt x="474" y="99"/>
                  <a:pt x="460" y="90"/>
                </a:cubicBezTo>
                <a:cubicBezTo>
                  <a:pt x="445" y="80"/>
                  <a:pt x="430" y="72"/>
                  <a:pt x="414" y="65"/>
                </a:cubicBezTo>
                <a:cubicBezTo>
                  <a:pt x="397" y="58"/>
                  <a:pt x="380" y="53"/>
                  <a:pt x="363" y="50"/>
                </a:cubicBezTo>
                <a:cubicBezTo>
                  <a:pt x="346" y="46"/>
                  <a:pt x="328" y="45"/>
                  <a:pt x="311" y="45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966600" y="2356560"/>
            <a:ext cx="590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OKx/meta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966600" y="2621520"/>
            <a:ext cx="2998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Een makkelijk navigeerbare opzet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van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966600" y="2821680"/>
            <a:ext cx="3182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kennisbasis, zodat elk gremium dezelfde inhoud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635040" y="3308400"/>
            <a:ext cx="224280" cy="208440"/>
          </a:xfrm>
          <a:custGeom>
            <a:avLst/>
            <a:gdLst/>
            <a:ahLst/>
            <a:rect l="0" t="0" r="r" b="b"/>
            <a:pathLst>
              <a:path w="623" h="579">
                <a:moveTo>
                  <a:pt x="349" y="579"/>
                </a:moveTo>
                <a:lnTo>
                  <a:pt x="311" y="557"/>
                </a:lnTo>
                <a:lnTo>
                  <a:pt x="400" y="401"/>
                </a:lnTo>
                <a:lnTo>
                  <a:pt x="534" y="401"/>
                </a:lnTo>
                <a:cubicBezTo>
                  <a:pt x="540" y="401"/>
                  <a:pt x="546" y="400"/>
                  <a:pt x="551" y="398"/>
                </a:cubicBezTo>
                <a:cubicBezTo>
                  <a:pt x="556" y="395"/>
                  <a:pt x="561" y="392"/>
                  <a:pt x="565" y="388"/>
                </a:cubicBezTo>
                <a:cubicBezTo>
                  <a:pt x="570" y="384"/>
                  <a:pt x="573" y="379"/>
                  <a:pt x="575" y="374"/>
                </a:cubicBezTo>
                <a:cubicBezTo>
                  <a:pt x="577" y="368"/>
                  <a:pt x="578" y="362"/>
                  <a:pt x="578" y="357"/>
                </a:cubicBezTo>
                <a:lnTo>
                  <a:pt x="578" y="89"/>
                </a:lnTo>
                <a:cubicBezTo>
                  <a:pt x="578" y="83"/>
                  <a:pt x="577" y="77"/>
                  <a:pt x="575" y="72"/>
                </a:cubicBezTo>
                <a:cubicBezTo>
                  <a:pt x="573" y="66"/>
                  <a:pt x="570" y="62"/>
                  <a:pt x="565" y="58"/>
                </a:cubicBezTo>
                <a:cubicBezTo>
                  <a:pt x="561" y="53"/>
                  <a:pt x="556" y="50"/>
                  <a:pt x="551" y="48"/>
                </a:cubicBezTo>
                <a:cubicBezTo>
                  <a:pt x="546" y="46"/>
                  <a:pt x="540" y="44"/>
                  <a:pt x="534" y="44"/>
                </a:cubicBezTo>
                <a:lnTo>
                  <a:pt x="89" y="44"/>
                </a:lnTo>
                <a:cubicBezTo>
                  <a:pt x="83" y="44"/>
                  <a:pt x="77" y="46"/>
                  <a:pt x="72" y="48"/>
                </a:cubicBezTo>
                <a:cubicBezTo>
                  <a:pt x="66" y="50"/>
                  <a:pt x="61" y="53"/>
                  <a:pt x="57" y="58"/>
                </a:cubicBezTo>
                <a:cubicBezTo>
                  <a:pt x="53" y="62"/>
                  <a:pt x="50" y="66"/>
                  <a:pt x="48" y="72"/>
                </a:cubicBezTo>
                <a:cubicBezTo>
                  <a:pt x="45" y="77"/>
                  <a:pt x="44" y="83"/>
                  <a:pt x="44" y="89"/>
                </a:cubicBezTo>
                <a:lnTo>
                  <a:pt x="44" y="357"/>
                </a:lnTo>
                <a:cubicBezTo>
                  <a:pt x="44" y="362"/>
                  <a:pt x="45" y="368"/>
                  <a:pt x="48" y="374"/>
                </a:cubicBezTo>
                <a:cubicBezTo>
                  <a:pt x="50" y="379"/>
                  <a:pt x="53" y="384"/>
                  <a:pt x="57" y="388"/>
                </a:cubicBezTo>
                <a:cubicBezTo>
                  <a:pt x="61" y="392"/>
                  <a:pt x="66" y="395"/>
                  <a:pt x="72" y="398"/>
                </a:cubicBezTo>
                <a:cubicBezTo>
                  <a:pt x="77" y="400"/>
                  <a:pt x="83" y="401"/>
                  <a:pt x="89" y="401"/>
                </a:cubicBezTo>
                <a:lnTo>
                  <a:pt x="289" y="401"/>
                </a:lnTo>
                <a:lnTo>
                  <a:pt x="289" y="445"/>
                </a:lnTo>
                <a:lnTo>
                  <a:pt x="89" y="445"/>
                </a:lnTo>
                <a:cubicBezTo>
                  <a:pt x="77" y="445"/>
                  <a:pt x="65" y="443"/>
                  <a:pt x="55" y="439"/>
                </a:cubicBezTo>
                <a:cubicBezTo>
                  <a:pt x="44" y="434"/>
                  <a:pt x="34" y="428"/>
                  <a:pt x="26" y="419"/>
                </a:cubicBezTo>
                <a:cubicBezTo>
                  <a:pt x="17" y="411"/>
                  <a:pt x="11" y="401"/>
                  <a:pt x="6" y="391"/>
                </a:cubicBezTo>
                <a:cubicBezTo>
                  <a:pt x="2" y="380"/>
                  <a:pt x="0" y="368"/>
                  <a:pt x="0" y="357"/>
                </a:cubicBezTo>
                <a:lnTo>
                  <a:pt x="0" y="89"/>
                </a:lnTo>
                <a:cubicBezTo>
                  <a:pt x="0" y="77"/>
                  <a:pt x="2" y="66"/>
                  <a:pt x="6" y="55"/>
                </a:cubicBezTo>
                <a:cubicBezTo>
                  <a:pt x="11" y="44"/>
                  <a:pt x="17" y="34"/>
                  <a:pt x="26" y="26"/>
                </a:cubicBezTo>
                <a:cubicBezTo>
                  <a:pt x="34" y="18"/>
                  <a:pt x="44" y="11"/>
                  <a:pt x="55" y="7"/>
                </a:cubicBezTo>
                <a:cubicBezTo>
                  <a:pt x="65" y="2"/>
                  <a:pt x="77" y="0"/>
                  <a:pt x="89" y="0"/>
                </a:cubicBezTo>
                <a:lnTo>
                  <a:pt x="534" y="0"/>
                </a:lnTo>
                <a:cubicBezTo>
                  <a:pt x="546" y="0"/>
                  <a:pt x="557" y="2"/>
                  <a:pt x="568" y="7"/>
                </a:cubicBezTo>
                <a:cubicBezTo>
                  <a:pt x="579" y="11"/>
                  <a:pt x="589" y="18"/>
                  <a:pt x="597" y="26"/>
                </a:cubicBezTo>
                <a:cubicBezTo>
                  <a:pt x="605" y="34"/>
                  <a:pt x="612" y="44"/>
                  <a:pt x="616" y="55"/>
                </a:cubicBezTo>
                <a:cubicBezTo>
                  <a:pt x="621" y="66"/>
                  <a:pt x="623" y="77"/>
                  <a:pt x="623" y="89"/>
                </a:cubicBezTo>
                <a:lnTo>
                  <a:pt x="623" y="357"/>
                </a:lnTo>
                <a:cubicBezTo>
                  <a:pt x="623" y="368"/>
                  <a:pt x="621" y="380"/>
                  <a:pt x="616" y="391"/>
                </a:cubicBezTo>
                <a:cubicBezTo>
                  <a:pt x="612" y="401"/>
                  <a:pt x="605" y="411"/>
                  <a:pt x="597" y="419"/>
                </a:cubicBezTo>
                <a:cubicBezTo>
                  <a:pt x="589" y="428"/>
                  <a:pt x="579" y="434"/>
                  <a:pt x="568" y="439"/>
                </a:cubicBezTo>
                <a:cubicBezTo>
                  <a:pt x="557" y="443"/>
                  <a:pt x="546" y="445"/>
                  <a:pt x="534" y="445"/>
                </a:cubicBezTo>
                <a:lnTo>
                  <a:pt x="426" y="445"/>
                </a:lnTo>
                <a:lnTo>
                  <a:pt x="349" y="579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682920" y="3356280"/>
            <a:ext cx="128520" cy="64440"/>
          </a:xfrm>
          <a:custGeom>
            <a:avLst/>
            <a:gdLst/>
            <a:ahLst/>
            <a:rect l="0" t="0" r="r" b="b"/>
            <a:pathLst>
              <a:path w="357" h="179">
                <a:moveTo>
                  <a:pt x="0" y="0"/>
                </a:moveTo>
                <a:lnTo>
                  <a:pt x="357" y="0"/>
                </a:lnTo>
                <a:lnTo>
                  <a:pt x="357" y="45"/>
                </a:lnTo>
                <a:lnTo>
                  <a:pt x="0" y="45"/>
                </a:lnTo>
                <a:lnTo>
                  <a:pt x="0" y="0"/>
                </a:lnTo>
                <a:moveTo>
                  <a:pt x="0" y="134"/>
                </a:moveTo>
                <a:lnTo>
                  <a:pt x="223" y="134"/>
                </a:lnTo>
                <a:lnTo>
                  <a:pt x="223" y="179"/>
                </a:lnTo>
                <a:lnTo>
                  <a:pt x="0" y="179"/>
                </a:lnTo>
                <a:lnTo>
                  <a:pt x="0" y="13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966600" y="3012120"/>
            <a:ext cx="334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vindt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966600" y="3297960"/>
            <a:ext cx="2408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Een gemeenschappelijke taal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966600" y="3488400"/>
            <a:ext cx="3001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begrippenlijst en het informatiemodel om het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4228920" y="1104840"/>
            <a:ext cx="4648680" cy="2781360"/>
          </a:xfrm>
          <a:custGeom>
            <a:avLst/>
            <a:gdLst/>
            <a:ahLst/>
            <a:rect l="0" t="0" r="r" b="b"/>
            <a:pathLst>
              <a:path w="12913" h="7726">
                <a:moveTo>
                  <a:pt x="0" y="0"/>
                </a:moveTo>
                <a:lnTo>
                  <a:pt x="12913" y="0"/>
                </a:lnTo>
                <a:lnTo>
                  <a:pt x="12913" y="7726"/>
                </a:lnTo>
                <a:lnTo>
                  <a:pt x="0" y="77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4228920" y="1104840"/>
            <a:ext cx="4648680" cy="38160"/>
          </a:xfrm>
          <a:custGeom>
            <a:avLst/>
            <a:gdLst/>
            <a:ahLst/>
            <a:rect l="0" t="0" r="r" b="b"/>
            <a:pathLst>
              <a:path w="12913" h="106">
                <a:moveTo>
                  <a:pt x="0" y="0"/>
                </a:moveTo>
                <a:lnTo>
                  <a:pt x="12913" y="0"/>
                </a:lnTo>
                <a:lnTo>
                  <a:pt x="12913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4228920" y="3876480"/>
            <a:ext cx="4648680" cy="9720"/>
          </a:xfrm>
          <a:custGeom>
            <a:avLst/>
            <a:gdLst/>
            <a:ahLst/>
            <a:rect l="0" t="0" r="r" b="b"/>
            <a:pathLst>
              <a:path w="12913" h="27">
                <a:moveTo>
                  <a:pt x="0" y="0"/>
                </a:moveTo>
                <a:lnTo>
                  <a:pt x="12913" y="0"/>
                </a:lnTo>
                <a:lnTo>
                  <a:pt x="129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8867520" y="1104840"/>
            <a:ext cx="10080" cy="2781360"/>
          </a:xfrm>
          <a:custGeom>
            <a:avLst/>
            <a:gdLst/>
            <a:ahLst/>
            <a:rect l="0" t="0" r="r" b="b"/>
            <a:pathLst>
              <a:path w="28" h="7726">
                <a:moveTo>
                  <a:pt x="0" y="105"/>
                </a:moveTo>
                <a:lnTo>
                  <a:pt x="0" y="7726"/>
                </a:lnTo>
                <a:lnTo>
                  <a:pt x="28" y="7726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4228920" y="1104840"/>
            <a:ext cx="9720" cy="2781360"/>
          </a:xfrm>
          <a:custGeom>
            <a:avLst/>
            <a:gdLst/>
            <a:ahLst/>
            <a:rect l="0" t="0" r="r" b="b"/>
            <a:pathLst>
              <a:path w="27" h="7726">
                <a:moveTo>
                  <a:pt x="0" y="0"/>
                </a:moveTo>
                <a:lnTo>
                  <a:pt x="0" y="7726"/>
                </a:lnTo>
                <a:lnTo>
                  <a:pt x="27" y="7726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966600" y="3688200"/>
            <a:ext cx="1888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eigen model naast te leggen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4405680" y="1624320"/>
            <a:ext cx="223200" cy="208440"/>
          </a:xfrm>
          <a:custGeom>
            <a:avLst/>
            <a:gdLst/>
            <a:ahLst/>
            <a:rect l="0" t="0" r="r" b="b"/>
            <a:pathLst>
              <a:path w="620" h="579">
                <a:moveTo>
                  <a:pt x="620" y="248"/>
                </a:moveTo>
                <a:lnTo>
                  <a:pt x="537" y="248"/>
                </a:lnTo>
                <a:lnTo>
                  <a:pt x="537" y="165"/>
                </a:lnTo>
                <a:lnTo>
                  <a:pt x="496" y="165"/>
                </a:lnTo>
                <a:lnTo>
                  <a:pt x="496" y="248"/>
                </a:lnTo>
                <a:lnTo>
                  <a:pt x="413" y="248"/>
                </a:lnTo>
                <a:lnTo>
                  <a:pt x="413" y="289"/>
                </a:lnTo>
                <a:lnTo>
                  <a:pt x="496" y="289"/>
                </a:lnTo>
                <a:lnTo>
                  <a:pt x="496" y="372"/>
                </a:lnTo>
                <a:lnTo>
                  <a:pt x="537" y="372"/>
                </a:lnTo>
                <a:lnTo>
                  <a:pt x="537" y="289"/>
                </a:lnTo>
                <a:lnTo>
                  <a:pt x="620" y="289"/>
                </a:lnTo>
                <a:lnTo>
                  <a:pt x="620" y="248"/>
                </a:lnTo>
                <a:moveTo>
                  <a:pt x="206" y="41"/>
                </a:moveTo>
                <a:cubicBezTo>
                  <a:pt x="220" y="41"/>
                  <a:pt x="233" y="44"/>
                  <a:pt x="246" y="49"/>
                </a:cubicBezTo>
                <a:cubicBezTo>
                  <a:pt x="258" y="55"/>
                  <a:pt x="270" y="62"/>
                  <a:pt x="279" y="72"/>
                </a:cubicBezTo>
                <a:cubicBezTo>
                  <a:pt x="289" y="81"/>
                  <a:pt x="296" y="93"/>
                  <a:pt x="302" y="105"/>
                </a:cubicBezTo>
                <a:cubicBezTo>
                  <a:pt x="307" y="118"/>
                  <a:pt x="310" y="131"/>
                  <a:pt x="310" y="145"/>
                </a:cubicBezTo>
                <a:cubicBezTo>
                  <a:pt x="310" y="158"/>
                  <a:pt x="307" y="171"/>
                  <a:pt x="302" y="184"/>
                </a:cubicBezTo>
                <a:cubicBezTo>
                  <a:pt x="296" y="197"/>
                  <a:pt x="289" y="208"/>
                  <a:pt x="279" y="218"/>
                </a:cubicBezTo>
                <a:cubicBezTo>
                  <a:pt x="270" y="227"/>
                  <a:pt x="258" y="235"/>
                  <a:pt x="246" y="240"/>
                </a:cubicBezTo>
                <a:cubicBezTo>
                  <a:pt x="233" y="245"/>
                  <a:pt x="220" y="248"/>
                  <a:pt x="206" y="248"/>
                </a:cubicBezTo>
                <a:cubicBezTo>
                  <a:pt x="193" y="248"/>
                  <a:pt x="180" y="245"/>
                  <a:pt x="167" y="240"/>
                </a:cubicBezTo>
                <a:cubicBezTo>
                  <a:pt x="154" y="235"/>
                  <a:pt x="143" y="227"/>
                  <a:pt x="133" y="218"/>
                </a:cubicBezTo>
                <a:cubicBezTo>
                  <a:pt x="124" y="208"/>
                  <a:pt x="116" y="197"/>
                  <a:pt x="111" y="184"/>
                </a:cubicBezTo>
                <a:cubicBezTo>
                  <a:pt x="106" y="171"/>
                  <a:pt x="103" y="158"/>
                  <a:pt x="103" y="145"/>
                </a:cubicBezTo>
                <a:cubicBezTo>
                  <a:pt x="103" y="131"/>
                  <a:pt x="106" y="118"/>
                  <a:pt x="111" y="105"/>
                </a:cubicBezTo>
                <a:cubicBezTo>
                  <a:pt x="116" y="93"/>
                  <a:pt x="124" y="81"/>
                  <a:pt x="133" y="72"/>
                </a:cubicBezTo>
                <a:cubicBezTo>
                  <a:pt x="143" y="62"/>
                  <a:pt x="154" y="55"/>
                  <a:pt x="167" y="49"/>
                </a:cubicBezTo>
                <a:cubicBezTo>
                  <a:pt x="180" y="44"/>
                  <a:pt x="193" y="41"/>
                  <a:pt x="206" y="41"/>
                </a:cubicBezTo>
                <a:moveTo>
                  <a:pt x="206" y="0"/>
                </a:moveTo>
                <a:cubicBezTo>
                  <a:pt x="197" y="0"/>
                  <a:pt x="187" y="1"/>
                  <a:pt x="178" y="3"/>
                </a:cubicBezTo>
                <a:cubicBezTo>
                  <a:pt x="169" y="5"/>
                  <a:pt x="160" y="8"/>
                  <a:pt x="151" y="11"/>
                </a:cubicBezTo>
                <a:cubicBezTo>
                  <a:pt x="142" y="15"/>
                  <a:pt x="134" y="19"/>
                  <a:pt x="126" y="25"/>
                </a:cubicBezTo>
                <a:cubicBezTo>
                  <a:pt x="118" y="30"/>
                  <a:pt x="111" y="36"/>
                  <a:pt x="104" y="43"/>
                </a:cubicBezTo>
                <a:cubicBezTo>
                  <a:pt x="98" y="49"/>
                  <a:pt x="92" y="57"/>
                  <a:pt x="86" y="64"/>
                </a:cubicBezTo>
                <a:cubicBezTo>
                  <a:pt x="81" y="72"/>
                  <a:pt x="77" y="81"/>
                  <a:pt x="73" y="89"/>
                </a:cubicBezTo>
                <a:cubicBezTo>
                  <a:pt x="69" y="98"/>
                  <a:pt x="67" y="107"/>
                  <a:pt x="65" y="116"/>
                </a:cubicBezTo>
                <a:cubicBezTo>
                  <a:pt x="63" y="126"/>
                  <a:pt x="62" y="135"/>
                  <a:pt x="62" y="145"/>
                </a:cubicBezTo>
                <a:cubicBezTo>
                  <a:pt x="62" y="154"/>
                  <a:pt x="63" y="164"/>
                  <a:pt x="65" y="173"/>
                </a:cubicBezTo>
                <a:cubicBezTo>
                  <a:pt x="67" y="182"/>
                  <a:pt x="69" y="191"/>
                  <a:pt x="73" y="200"/>
                </a:cubicBezTo>
                <a:cubicBezTo>
                  <a:pt x="77" y="209"/>
                  <a:pt x="81" y="217"/>
                  <a:pt x="86" y="225"/>
                </a:cubicBezTo>
                <a:cubicBezTo>
                  <a:pt x="92" y="233"/>
                  <a:pt x="98" y="240"/>
                  <a:pt x="104" y="247"/>
                </a:cubicBezTo>
                <a:cubicBezTo>
                  <a:pt x="111" y="253"/>
                  <a:pt x="118" y="259"/>
                  <a:pt x="126" y="265"/>
                </a:cubicBezTo>
                <a:cubicBezTo>
                  <a:pt x="134" y="270"/>
                  <a:pt x="142" y="274"/>
                  <a:pt x="151" y="278"/>
                </a:cubicBezTo>
                <a:cubicBezTo>
                  <a:pt x="160" y="282"/>
                  <a:pt x="169" y="284"/>
                  <a:pt x="178" y="286"/>
                </a:cubicBezTo>
                <a:cubicBezTo>
                  <a:pt x="187" y="288"/>
                  <a:pt x="197" y="289"/>
                  <a:pt x="206" y="289"/>
                </a:cubicBezTo>
                <a:cubicBezTo>
                  <a:pt x="216" y="289"/>
                  <a:pt x="225" y="288"/>
                  <a:pt x="235" y="286"/>
                </a:cubicBezTo>
                <a:cubicBezTo>
                  <a:pt x="244" y="284"/>
                  <a:pt x="253" y="282"/>
                  <a:pt x="262" y="278"/>
                </a:cubicBezTo>
                <a:cubicBezTo>
                  <a:pt x="270" y="274"/>
                  <a:pt x="279" y="270"/>
                  <a:pt x="287" y="265"/>
                </a:cubicBezTo>
                <a:cubicBezTo>
                  <a:pt x="294" y="259"/>
                  <a:pt x="302" y="253"/>
                  <a:pt x="308" y="247"/>
                </a:cubicBezTo>
                <a:cubicBezTo>
                  <a:pt x="315" y="240"/>
                  <a:pt x="321" y="233"/>
                  <a:pt x="326" y="225"/>
                </a:cubicBezTo>
                <a:cubicBezTo>
                  <a:pt x="332" y="217"/>
                  <a:pt x="336" y="209"/>
                  <a:pt x="340" y="200"/>
                </a:cubicBezTo>
                <a:cubicBezTo>
                  <a:pt x="343" y="191"/>
                  <a:pt x="346" y="182"/>
                  <a:pt x="348" y="173"/>
                </a:cubicBezTo>
                <a:cubicBezTo>
                  <a:pt x="350" y="164"/>
                  <a:pt x="351" y="154"/>
                  <a:pt x="351" y="145"/>
                </a:cubicBezTo>
                <a:cubicBezTo>
                  <a:pt x="351" y="135"/>
                  <a:pt x="350" y="126"/>
                  <a:pt x="348" y="116"/>
                </a:cubicBezTo>
                <a:cubicBezTo>
                  <a:pt x="346" y="107"/>
                  <a:pt x="343" y="98"/>
                  <a:pt x="340" y="89"/>
                </a:cubicBezTo>
                <a:cubicBezTo>
                  <a:pt x="336" y="81"/>
                  <a:pt x="332" y="72"/>
                  <a:pt x="326" y="64"/>
                </a:cubicBezTo>
                <a:cubicBezTo>
                  <a:pt x="321" y="57"/>
                  <a:pt x="315" y="49"/>
                  <a:pt x="308" y="43"/>
                </a:cubicBezTo>
                <a:cubicBezTo>
                  <a:pt x="302" y="36"/>
                  <a:pt x="294" y="30"/>
                  <a:pt x="287" y="25"/>
                </a:cubicBezTo>
                <a:cubicBezTo>
                  <a:pt x="279" y="19"/>
                  <a:pt x="270" y="15"/>
                  <a:pt x="262" y="11"/>
                </a:cubicBezTo>
                <a:cubicBezTo>
                  <a:pt x="253" y="8"/>
                  <a:pt x="244" y="5"/>
                  <a:pt x="235" y="3"/>
                </a:cubicBezTo>
                <a:cubicBezTo>
                  <a:pt x="225" y="1"/>
                  <a:pt x="216" y="0"/>
                  <a:pt x="206" y="0"/>
                </a:cubicBezTo>
                <a:moveTo>
                  <a:pt x="413" y="579"/>
                </a:moveTo>
                <a:lnTo>
                  <a:pt x="371" y="579"/>
                </a:lnTo>
                <a:lnTo>
                  <a:pt x="371" y="476"/>
                </a:lnTo>
                <a:cubicBezTo>
                  <a:pt x="371" y="462"/>
                  <a:pt x="369" y="449"/>
                  <a:pt x="364" y="436"/>
                </a:cubicBezTo>
                <a:cubicBezTo>
                  <a:pt x="358" y="424"/>
                  <a:pt x="351" y="412"/>
                  <a:pt x="341" y="403"/>
                </a:cubicBezTo>
                <a:cubicBezTo>
                  <a:pt x="332" y="392"/>
                  <a:pt x="320" y="385"/>
                  <a:pt x="308" y="379"/>
                </a:cubicBezTo>
                <a:cubicBezTo>
                  <a:pt x="295" y="374"/>
                  <a:pt x="282" y="372"/>
                  <a:pt x="268" y="372"/>
                </a:cubicBezTo>
                <a:lnTo>
                  <a:pt x="144" y="372"/>
                </a:lnTo>
                <a:cubicBezTo>
                  <a:pt x="131" y="372"/>
                  <a:pt x="118" y="374"/>
                  <a:pt x="105" y="379"/>
                </a:cubicBezTo>
                <a:cubicBezTo>
                  <a:pt x="92" y="385"/>
                  <a:pt x="81" y="392"/>
                  <a:pt x="72" y="403"/>
                </a:cubicBezTo>
                <a:cubicBezTo>
                  <a:pt x="62" y="412"/>
                  <a:pt x="54" y="424"/>
                  <a:pt x="49" y="436"/>
                </a:cubicBezTo>
                <a:cubicBezTo>
                  <a:pt x="44" y="449"/>
                  <a:pt x="41" y="462"/>
                  <a:pt x="41" y="476"/>
                </a:cubicBezTo>
                <a:lnTo>
                  <a:pt x="41" y="579"/>
                </a:lnTo>
                <a:lnTo>
                  <a:pt x="0" y="579"/>
                </a:lnTo>
                <a:lnTo>
                  <a:pt x="0" y="476"/>
                </a:lnTo>
                <a:cubicBezTo>
                  <a:pt x="0" y="466"/>
                  <a:pt x="1" y="457"/>
                  <a:pt x="3" y="448"/>
                </a:cubicBezTo>
                <a:cubicBezTo>
                  <a:pt x="5" y="438"/>
                  <a:pt x="7" y="429"/>
                  <a:pt x="11" y="420"/>
                </a:cubicBezTo>
                <a:cubicBezTo>
                  <a:pt x="15" y="412"/>
                  <a:pt x="19" y="403"/>
                  <a:pt x="24" y="396"/>
                </a:cubicBezTo>
                <a:cubicBezTo>
                  <a:pt x="30" y="387"/>
                  <a:pt x="36" y="379"/>
                  <a:pt x="42" y="373"/>
                </a:cubicBezTo>
                <a:cubicBezTo>
                  <a:pt x="49" y="366"/>
                  <a:pt x="56" y="360"/>
                  <a:pt x="64" y="355"/>
                </a:cubicBezTo>
                <a:cubicBezTo>
                  <a:pt x="72" y="349"/>
                  <a:pt x="80" y="345"/>
                  <a:pt x="89" y="341"/>
                </a:cubicBezTo>
                <a:cubicBezTo>
                  <a:pt x="98" y="338"/>
                  <a:pt x="107" y="335"/>
                  <a:pt x="116" y="333"/>
                </a:cubicBezTo>
                <a:cubicBezTo>
                  <a:pt x="126" y="331"/>
                  <a:pt x="135" y="330"/>
                  <a:pt x="144" y="330"/>
                </a:cubicBezTo>
                <a:lnTo>
                  <a:pt x="268" y="330"/>
                </a:lnTo>
                <a:cubicBezTo>
                  <a:pt x="278" y="330"/>
                  <a:pt x="287" y="331"/>
                  <a:pt x="296" y="333"/>
                </a:cubicBezTo>
                <a:cubicBezTo>
                  <a:pt x="306" y="335"/>
                  <a:pt x="315" y="338"/>
                  <a:pt x="324" y="341"/>
                </a:cubicBezTo>
                <a:cubicBezTo>
                  <a:pt x="332" y="345"/>
                  <a:pt x="341" y="349"/>
                  <a:pt x="349" y="355"/>
                </a:cubicBezTo>
                <a:cubicBezTo>
                  <a:pt x="356" y="360"/>
                  <a:pt x="364" y="366"/>
                  <a:pt x="370" y="373"/>
                </a:cubicBezTo>
                <a:cubicBezTo>
                  <a:pt x="377" y="379"/>
                  <a:pt x="383" y="387"/>
                  <a:pt x="388" y="396"/>
                </a:cubicBezTo>
                <a:cubicBezTo>
                  <a:pt x="394" y="403"/>
                  <a:pt x="398" y="412"/>
                  <a:pt x="402" y="420"/>
                </a:cubicBezTo>
                <a:cubicBezTo>
                  <a:pt x="405" y="429"/>
                  <a:pt x="408" y="438"/>
                  <a:pt x="410" y="448"/>
                </a:cubicBezTo>
                <a:cubicBezTo>
                  <a:pt x="412" y="457"/>
                  <a:pt x="413" y="466"/>
                  <a:pt x="413" y="476"/>
                </a:cubicBezTo>
                <a:lnTo>
                  <a:pt x="413" y="579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4392000" y="1269000"/>
            <a:ext cx="1672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Voorstel voor vandaag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4721040" y="1554840"/>
            <a:ext cx="4461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AII spoor 3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werksessie over aanmelden, intekenen, inschrijven 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4420440" y="2091240"/>
            <a:ext cx="178560" cy="208080"/>
          </a:xfrm>
          <a:custGeom>
            <a:avLst/>
            <a:gdLst/>
            <a:ahLst/>
            <a:rect l="0" t="0" r="r" b="b"/>
            <a:pathLst>
              <a:path w="496" h="578">
                <a:moveTo>
                  <a:pt x="455" y="0"/>
                </a:moveTo>
                <a:lnTo>
                  <a:pt x="83" y="0"/>
                </a:lnTo>
                <a:cubicBezTo>
                  <a:pt x="77" y="0"/>
                  <a:pt x="72" y="1"/>
                  <a:pt x="67" y="3"/>
                </a:cubicBezTo>
                <a:cubicBezTo>
                  <a:pt x="62" y="5"/>
                  <a:pt x="58" y="8"/>
                  <a:pt x="54" y="12"/>
                </a:cubicBezTo>
                <a:cubicBezTo>
                  <a:pt x="50" y="16"/>
                  <a:pt x="47" y="20"/>
                  <a:pt x="45" y="25"/>
                </a:cubicBezTo>
                <a:cubicBezTo>
                  <a:pt x="43" y="30"/>
                  <a:pt x="42" y="35"/>
                  <a:pt x="42" y="41"/>
                </a:cubicBezTo>
                <a:lnTo>
                  <a:pt x="42" y="123"/>
                </a:lnTo>
                <a:lnTo>
                  <a:pt x="0" y="123"/>
                </a:lnTo>
                <a:lnTo>
                  <a:pt x="0" y="165"/>
                </a:lnTo>
                <a:lnTo>
                  <a:pt x="42" y="165"/>
                </a:lnTo>
                <a:lnTo>
                  <a:pt x="42" y="269"/>
                </a:lnTo>
                <a:lnTo>
                  <a:pt x="0" y="269"/>
                </a:lnTo>
                <a:lnTo>
                  <a:pt x="0" y="310"/>
                </a:lnTo>
                <a:lnTo>
                  <a:pt x="42" y="310"/>
                </a:lnTo>
                <a:lnTo>
                  <a:pt x="42" y="413"/>
                </a:lnTo>
                <a:lnTo>
                  <a:pt x="0" y="413"/>
                </a:lnTo>
                <a:lnTo>
                  <a:pt x="0" y="455"/>
                </a:lnTo>
                <a:lnTo>
                  <a:pt x="42" y="455"/>
                </a:lnTo>
                <a:lnTo>
                  <a:pt x="42" y="537"/>
                </a:lnTo>
                <a:cubicBezTo>
                  <a:pt x="42" y="543"/>
                  <a:pt x="43" y="548"/>
                  <a:pt x="45" y="553"/>
                </a:cubicBezTo>
                <a:cubicBezTo>
                  <a:pt x="47" y="558"/>
                  <a:pt x="50" y="562"/>
                  <a:pt x="54" y="566"/>
                </a:cubicBezTo>
                <a:cubicBezTo>
                  <a:pt x="58" y="570"/>
                  <a:pt x="62" y="573"/>
                  <a:pt x="67" y="575"/>
                </a:cubicBezTo>
                <a:cubicBezTo>
                  <a:pt x="72" y="577"/>
                  <a:pt x="77" y="578"/>
                  <a:pt x="83" y="578"/>
                </a:cubicBezTo>
                <a:lnTo>
                  <a:pt x="455" y="578"/>
                </a:lnTo>
                <a:cubicBezTo>
                  <a:pt x="461" y="578"/>
                  <a:pt x="466" y="577"/>
                  <a:pt x="471" y="575"/>
                </a:cubicBezTo>
                <a:cubicBezTo>
                  <a:pt x="476" y="573"/>
                  <a:pt x="481" y="570"/>
                  <a:pt x="484" y="566"/>
                </a:cubicBezTo>
                <a:cubicBezTo>
                  <a:pt x="488" y="562"/>
                  <a:pt x="491" y="558"/>
                  <a:pt x="493" y="553"/>
                </a:cubicBezTo>
                <a:cubicBezTo>
                  <a:pt x="495" y="548"/>
                  <a:pt x="496" y="543"/>
                  <a:pt x="496" y="537"/>
                </a:cubicBezTo>
                <a:lnTo>
                  <a:pt x="496" y="41"/>
                </a:lnTo>
                <a:cubicBezTo>
                  <a:pt x="496" y="35"/>
                  <a:pt x="495" y="30"/>
                  <a:pt x="493" y="25"/>
                </a:cubicBezTo>
                <a:cubicBezTo>
                  <a:pt x="491" y="20"/>
                  <a:pt x="488" y="16"/>
                  <a:pt x="484" y="12"/>
                </a:cubicBezTo>
                <a:cubicBezTo>
                  <a:pt x="481" y="8"/>
                  <a:pt x="476" y="5"/>
                  <a:pt x="471" y="3"/>
                </a:cubicBezTo>
                <a:cubicBezTo>
                  <a:pt x="466" y="1"/>
                  <a:pt x="461" y="0"/>
                  <a:pt x="455" y="0"/>
                </a:cubicBezTo>
                <a:moveTo>
                  <a:pt x="455" y="537"/>
                </a:moveTo>
                <a:lnTo>
                  <a:pt x="83" y="537"/>
                </a:lnTo>
                <a:lnTo>
                  <a:pt x="83" y="455"/>
                </a:lnTo>
                <a:lnTo>
                  <a:pt x="124" y="455"/>
                </a:lnTo>
                <a:lnTo>
                  <a:pt x="124" y="413"/>
                </a:lnTo>
                <a:lnTo>
                  <a:pt x="83" y="413"/>
                </a:lnTo>
                <a:lnTo>
                  <a:pt x="83" y="310"/>
                </a:lnTo>
                <a:lnTo>
                  <a:pt x="124" y="310"/>
                </a:lnTo>
                <a:lnTo>
                  <a:pt x="124" y="269"/>
                </a:lnTo>
                <a:lnTo>
                  <a:pt x="83" y="269"/>
                </a:lnTo>
                <a:lnTo>
                  <a:pt x="83" y="165"/>
                </a:lnTo>
                <a:lnTo>
                  <a:pt x="124" y="165"/>
                </a:lnTo>
                <a:lnTo>
                  <a:pt x="124" y="123"/>
                </a:lnTo>
                <a:lnTo>
                  <a:pt x="83" y="123"/>
                </a:lnTo>
                <a:lnTo>
                  <a:pt x="83" y="41"/>
                </a:lnTo>
                <a:lnTo>
                  <a:pt x="455" y="41"/>
                </a:lnTo>
                <a:lnTo>
                  <a:pt x="455" y="537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4494960" y="2135520"/>
            <a:ext cx="59760" cy="119520"/>
          </a:xfrm>
          <a:custGeom>
            <a:avLst/>
            <a:gdLst/>
            <a:ahLst/>
            <a:rect l="0" t="0" r="r" b="b"/>
            <a:pathLst>
              <a:path w="166" h="332">
                <a:moveTo>
                  <a:pt x="0" y="0"/>
                </a:moveTo>
                <a:lnTo>
                  <a:pt x="166" y="0"/>
                </a:lnTo>
                <a:lnTo>
                  <a:pt x="166" y="42"/>
                </a:lnTo>
                <a:lnTo>
                  <a:pt x="0" y="42"/>
                </a:lnTo>
                <a:lnTo>
                  <a:pt x="0" y="0"/>
                </a:lnTo>
                <a:moveTo>
                  <a:pt x="0" y="145"/>
                </a:moveTo>
                <a:lnTo>
                  <a:pt x="166" y="145"/>
                </a:lnTo>
                <a:lnTo>
                  <a:pt x="166" y="187"/>
                </a:lnTo>
                <a:lnTo>
                  <a:pt x="0" y="187"/>
                </a:lnTo>
                <a:lnTo>
                  <a:pt x="0" y="145"/>
                </a:lnTo>
                <a:moveTo>
                  <a:pt x="0" y="290"/>
                </a:moveTo>
                <a:lnTo>
                  <a:pt x="166" y="290"/>
                </a:lnTo>
                <a:lnTo>
                  <a:pt x="166" y="332"/>
                </a:lnTo>
                <a:lnTo>
                  <a:pt x="0" y="332"/>
                </a:lnTo>
                <a:lnTo>
                  <a:pt x="0" y="29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4721040" y="1754640"/>
            <a:ext cx="17352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het ontsluiten van aanbod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4721040" y="2021400"/>
            <a:ext cx="4261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Onderwijs Catalogus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gedeelde begrippen en informatiemodel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4546800" y="2615040"/>
            <a:ext cx="45000" cy="22680"/>
          </a:xfrm>
          <a:custGeom>
            <a:avLst/>
            <a:gdLst/>
            <a:ahLst/>
            <a:rect l="0" t="0" r="r" b="b"/>
            <a:pathLst>
              <a:path w="125" h="63">
                <a:moveTo>
                  <a:pt x="21" y="0"/>
                </a:moveTo>
                <a:lnTo>
                  <a:pt x="104" y="0"/>
                </a:lnTo>
                <a:cubicBezTo>
                  <a:pt x="110" y="0"/>
                  <a:pt x="115" y="2"/>
                  <a:pt x="119" y="6"/>
                </a:cubicBezTo>
                <a:cubicBezTo>
                  <a:pt x="123" y="10"/>
                  <a:pt x="125" y="15"/>
                  <a:pt x="125" y="21"/>
                </a:cubicBezTo>
                <a:lnTo>
                  <a:pt x="125" y="63"/>
                </a:lnTo>
                <a:lnTo>
                  <a:pt x="0" y="63"/>
                </a:ln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1" y="0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4554360" y="2577960"/>
            <a:ext cx="29880" cy="30240"/>
          </a:xfrm>
          <a:custGeom>
            <a:avLst/>
            <a:gdLst/>
            <a:ahLst/>
            <a:rect l="0" t="0" r="r" b="b"/>
            <a:pathLst>
              <a:path w="83" h="84">
                <a:moveTo>
                  <a:pt x="83" y="42"/>
                </a:moveTo>
                <a:cubicBezTo>
                  <a:pt x="83" y="48"/>
                  <a:pt x="82" y="53"/>
                  <a:pt x="80" y="58"/>
                </a:cubicBezTo>
                <a:cubicBezTo>
                  <a:pt x="78" y="63"/>
                  <a:pt x="75" y="68"/>
                  <a:pt x="71" y="72"/>
                </a:cubicBezTo>
                <a:cubicBezTo>
                  <a:pt x="67" y="76"/>
                  <a:pt x="63" y="78"/>
                  <a:pt x="58" y="81"/>
                </a:cubicBezTo>
                <a:cubicBezTo>
                  <a:pt x="53" y="83"/>
                  <a:pt x="47" y="84"/>
                  <a:pt x="42" y="84"/>
                </a:cubicBezTo>
                <a:cubicBezTo>
                  <a:pt x="36" y="84"/>
                  <a:pt x="31" y="83"/>
                  <a:pt x="26" y="81"/>
                </a:cubicBezTo>
                <a:cubicBezTo>
                  <a:pt x="21" y="78"/>
                  <a:pt x="16" y="76"/>
                  <a:pt x="12" y="72"/>
                </a:cubicBezTo>
                <a:cubicBezTo>
                  <a:pt x="8" y="68"/>
                  <a:pt x="5" y="63"/>
                  <a:pt x="3" y="58"/>
                </a:cubicBezTo>
                <a:cubicBezTo>
                  <a:pt x="1" y="53"/>
                  <a:pt x="0" y="48"/>
                  <a:pt x="0" y="42"/>
                </a:cubicBezTo>
                <a:cubicBezTo>
                  <a:pt x="0" y="37"/>
                  <a:pt x="1" y="32"/>
                  <a:pt x="3" y="27"/>
                </a:cubicBezTo>
                <a:cubicBezTo>
                  <a:pt x="5" y="22"/>
                  <a:pt x="8" y="17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7"/>
                  <a:pt x="78" y="22"/>
                  <a:pt x="80" y="27"/>
                </a:cubicBezTo>
                <a:cubicBezTo>
                  <a:pt x="82" y="32"/>
                  <a:pt x="83" y="37"/>
                  <a:pt x="83" y="42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398120" y="2548440"/>
            <a:ext cx="230760" cy="208080"/>
          </a:xfrm>
          <a:custGeom>
            <a:avLst/>
            <a:gdLst/>
            <a:ahLst/>
            <a:rect l="0" t="0" r="r" b="b"/>
            <a:pathLst>
              <a:path w="641" h="578">
                <a:moveTo>
                  <a:pt x="600" y="331"/>
                </a:moveTo>
                <a:lnTo>
                  <a:pt x="352" y="331"/>
                </a:lnTo>
                <a:cubicBezTo>
                  <a:pt x="347" y="331"/>
                  <a:pt x="341" y="330"/>
                  <a:pt x="336" y="328"/>
                </a:cubicBezTo>
                <a:cubicBezTo>
                  <a:pt x="331" y="326"/>
                  <a:pt x="327" y="323"/>
                  <a:pt x="323" y="319"/>
                </a:cubicBezTo>
                <a:cubicBezTo>
                  <a:pt x="319" y="315"/>
                  <a:pt x="316" y="310"/>
                  <a:pt x="314" y="305"/>
                </a:cubicBezTo>
                <a:cubicBezTo>
                  <a:pt x="312" y="300"/>
                  <a:pt x="311" y="295"/>
                  <a:pt x="311" y="290"/>
                </a:cubicBezTo>
                <a:lnTo>
                  <a:pt x="311" y="41"/>
                </a:lnTo>
                <a:cubicBezTo>
                  <a:pt x="311" y="35"/>
                  <a:pt x="312" y="30"/>
                  <a:pt x="314" y="25"/>
                </a:cubicBezTo>
                <a:cubicBezTo>
                  <a:pt x="316" y="20"/>
                  <a:pt x="319" y="16"/>
                  <a:pt x="323" y="12"/>
                </a:cubicBezTo>
                <a:cubicBezTo>
                  <a:pt x="327" y="8"/>
                  <a:pt x="331" y="5"/>
                  <a:pt x="336" y="3"/>
                </a:cubicBezTo>
                <a:cubicBezTo>
                  <a:pt x="341" y="1"/>
                  <a:pt x="347" y="0"/>
                  <a:pt x="352" y="0"/>
                </a:cubicBezTo>
                <a:lnTo>
                  <a:pt x="600" y="0"/>
                </a:lnTo>
                <a:cubicBezTo>
                  <a:pt x="605" y="0"/>
                  <a:pt x="610" y="1"/>
                  <a:pt x="616" y="3"/>
                </a:cubicBezTo>
                <a:cubicBezTo>
                  <a:pt x="621" y="5"/>
                  <a:pt x="625" y="8"/>
                  <a:pt x="629" y="12"/>
                </a:cubicBezTo>
                <a:cubicBezTo>
                  <a:pt x="633" y="16"/>
                  <a:pt x="636" y="20"/>
                  <a:pt x="638" y="25"/>
                </a:cubicBezTo>
                <a:cubicBezTo>
                  <a:pt x="640" y="30"/>
                  <a:pt x="641" y="35"/>
                  <a:pt x="641" y="41"/>
                </a:cubicBezTo>
                <a:lnTo>
                  <a:pt x="641" y="290"/>
                </a:lnTo>
                <a:cubicBezTo>
                  <a:pt x="641" y="295"/>
                  <a:pt x="640" y="300"/>
                  <a:pt x="638" y="305"/>
                </a:cubicBezTo>
                <a:cubicBezTo>
                  <a:pt x="636" y="310"/>
                  <a:pt x="633" y="315"/>
                  <a:pt x="629" y="319"/>
                </a:cubicBezTo>
                <a:cubicBezTo>
                  <a:pt x="625" y="323"/>
                  <a:pt x="621" y="326"/>
                  <a:pt x="616" y="328"/>
                </a:cubicBezTo>
                <a:cubicBezTo>
                  <a:pt x="610" y="330"/>
                  <a:pt x="605" y="331"/>
                  <a:pt x="600" y="331"/>
                </a:cubicBezTo>
                <a:moveTo>
                  <a:pt x="352" y="41"/>
                </a:moveTo>
                <a:lnTo>
                  <a:pt x="352" y="290"/>
                </a:lnTo>
                <a:lnTo>
                  <a:pt x="600" y="290"/>
                </a:lnTo>
                <a:lnTo>
                  <a:pt x="600" y="41"/>
                </a:lnTo>
                <a:lnTo>
                  <a:pt x="352" y="41"/>
                </a:lnTo>
                <a:moveTo>
                  <a:pt x="290" y="578"/>
                </a:moveTo>
                <a:lnTo>
                  <a:pt x="249" y="578"/>
                </a:lnTo>
                <a:lnTo>
                  <a:pt x="249" y="496"/>
                </a:lnTo>
                <a:cubicBezTo>
                  <a:pt x="249" y="488"/>
                  <a:pt x="248" y="480"/>
                  <a:pt x="245" y="472"/>
                </a:cubicBezTo>
                <a:cubicBezTo>
                  <a:pt x="241" y="464"/>
                  <a:pt x="236" y="458"/>
                  <a:pt x="230" y="452"/>
                </a:cubicBezTo>
                <a:cubicBezTo>
                  <a:pt x="224" y="446"/>
                  <a:pt x="218" y="441"/>
                  <a:pt x="210" y="438"/>
                </a:cubicBezTo>
                <a:cubicBezTo>
                  <a:pt x="202" y="435"/>
                  <a:pt x="194" y="434"/>
                  <a:pt x="186" y="434"/>
                </a:cubicBezTo>
                <a:lnTo>
                  <a:pt x="104" y="434"/>
                </a:lnTo>
                <a:cubicBezTo>
                  <a:pt x="95" y="434"/>
                  <a:pt x="87" y="435"/>
                  <a:pt x="80" y="438"/>
                </a:cubicBezTo>
                <a:cubicBezTo>
                  <a:pt x="72" y="441"/>
                  <a:pt x="65" y="446"/>
                  <a:pt x="59" y="452"/>
                </a:cubicBezTo>
                <a:cubicBezTo>
                  <a:pt x="54" y="458"/>
                  <a:pt x="49" y="464"/>
                  <a:pt x="46" y="472"/>
                </a:cubicBezTo>
                <a:cubicBezTo>
                  <a:pt x="43" y="480"/>
                  <a:pt x="42" y="488"/>
                  <a:pt x="42" y="496"/>
                </a:cubicBezTo>
                <a:lnTo>
                  <a:pt x="42" y="578"/>
                </a:lnTo>
                <a:lnTo>
                  <a:pt x="0" y="578"/>
                </a:lnTo>
                <a:lnTo>
                  <a:pt x="0" y="496"/>
                </a:lnTo>
                <a:cubicBezTo>
                  <a:pt x="0" y="482"/>
                  <a:pt x="3" y="469"/>
                  <a:pt x="8" y="456"/>
                </a:cubicBezTo>
                <a:cubicBezTo>
                  <a:pt x="13" y="443"/>
                  <a:pt x="21" y="432"/>
                  <a:pt x="30" y="423"/>
                </a:cubicBezTo>
                <a:cubicBezTo>
                  <a:pt x="40" y="413"/>
                  <a:pt x="51" y="405"/>
                  <a:pt x="64" y="400"/>
                </a:cubicBezTo>
                <a:cubicBezTo>
                  <a:pt x="77" y="395"/>
                  <a:pt x="90" y="393"/>
                  <a:pt x="104" y="393"/>
                </a:cubicBezTo>
                <a:lnTo>
                  <a:pt x="186" y="393"/>
                </a:lnTo>
                <a:cubicBezTo>
                  <a:pt x="200" y="393"/>
                  <a:pt x="213" y="395"/>
                  <a:pt x="226" y="400"/>
                </a:cubicBezTo>
                <a:cubicBezTo>
                  <a:pt x="238" y="405"/>
                  <a:pt x="251" y="413"/>
                  <a:pt x="260" y="423"/>
                </a:cubicBezTo>
                <a:cubicBezTo>
                  <a:pt x="270" y="432"/>
                  <a:pt x="278" y="443"/>
                  <a:pt x="283" y="456"/>
                </a:cubicBezTo>
                <a:cubicBezTo>
                  <a:pt x="288" y="469"/>
                  <a:pt x="290" y="482"/>
                  <a:pt x="290" y="496"/>
                </a:cubicBezTo>
                <a:lnTo>
                  <a:pt x="290" y="578"/>
                </a:lnTo>
                <a:moveTo>
                  <a:pt x="145" y="186"/>
                </a:moveTo>
                <a:cubicBezTo>
                  <a:pt x="153" y="186"/>
                  <a:pt x="161" y="188"/>
                  <a:pt x="169" y="191"/>
                </a:cubicBezTo>
                <a:cubicBezTo>
                  <a:pt x="176" y="194"/>
                  <a:pt x="183" y="199"/>
                  <a:pt x="189" y="204"/>
                </a:cubicBezTo>
                <a:cubicBezTo>
                  <a:pt x="194" y="210"/>
                  <a:pt x="199" y="217"/>
                  <a:pt x="202" y="225"/>
                </a:cubicBezTo>
                <a:cubicBezTo>
                  <a:pt x="205" y="232"/>
                  <a:pt x="207" y="240"/>
                  <a:pt x="207" y="248"/>
                </a:cubicBezTo>
                <a:cubicBezTo>
                  <a:pt x="207" y="256"/>
                  <a:pt x="205" y="264"/>
                  <a:pt x="202" y="272"/>
                </a:cubicBezTo>
                <a:cubicBezTo>
                  <a:pt x="199" y="280"/>
                  <a:pt x="194" y="286"/>
                  <a:pt x="189" y="292"/>
                </a:cubicBezTo>
                <a:cubicBezTo>
                  <a:pt x="183" y="298"/>
                  <a:pt x="176" y="302"/>
                  <a:pt x="169" y="305"/>
                </a:cubicBezTo>
                <a:cubicBezTo>
                  <a:pt x="161" y="309"/>
                  <a:pt x="153" y="310"/>
                  <a:pt x="145" y="310"/>
                </a:cubicBezTo>
                <a:cubicBezTo>
                  <a:pt x="137" y="310"/>
                  <a:pt x="129" y="309"/>
                  <a:pt x="121" y="305"/>
                </a:cubicBezTo>
                <a:cubicBezTo>
                  <a:pt x="114" y="302"/>
                  <a:pt x="107" y="298"/>
                  <a:pt x="101" y="292"/>
                </a:cubicBezTo>
                <a:cubicBezTo>
                  <a:pt x="95" y="286"/>
                  <a:pt x="91" y="280"/>
                  <a:pt x="88" y="272"/>
                </a:cubicBezTo>
                <a:cubicBezTo>
                  <a:pt x="85" y="264"/>
                  <a:pt x="83" y="256"/>
                  <a:pt x="83" y="248"/>
                </a:cubicBezTo>
                <a:cubicBezTo>
                  <a:pt x="83" y="240"/>
                  <a:pt x="85" y="232"/>
                  <a:pt x="88" y="225"/>
                </a:cubicBezTo>
                <a:cubicBezTo>
                  <a:pt x="91" y="217"/>
                  <a:pt x="95" y="210"/>
                  <a:pt x="101" y="204"/>
                </a:cubicBezTo>
                <a:cubicBezTo>
                  <a:pt x="107" y="199"/>
                  <a:pt x="114" y="194"/>
                  <a:pt x="121" y="191"/>
                </a:cubicBezTo>
                <a:cubicBezTo>
                  <a:pt x="129" y="188"/>
                  <a:pt x="137" y="186"/>
                  <a:pt x="145" y="186"/>
                </a:cubicBezTo>
                <a:moveTo>
                  <a:pt x="145" y="145"/>
                </a:moveTo>
                <a:cubicBezTo>
                  <a:pt x="131" y="145"/>
                  <a:pt x="118" y="148"/>
                  <a:pt x="105" y="153"/>
                </a:cubicBezTo>
                <a:cubicBezTo>
                  <a:pt x="93" y="158"/>
                  <a:pt x="82" y="166"/>
                  <a:pt x="72" y="175"/>
                </a:cubicBezTo>
                <a:cubicBezTo>
                  <a:pt x="62" y="185"/>
                  <a:pt x="55" y="196"/>
                  <a:pt x="50" y="209"/>
                </a:cubicBezTo>
                <a:cubicBezTo>
                  <a:pt x="44" y="221"/>
                  <a:pt x="42" y="235"/>
                  <a:pt x="42" y="248"/>
                </a:cubicBezTo>
                <a:cubicBezTo>
                  <a:pt x="42" y="262"/>
                  <a:pt x="44" y="275"/>
                  <a:pt x="50" y="288"/>
                </a:cubicBezTo>
                <a:cubicBezTo>
                  <a:pt x="55" y="300"/>
                  <a:pt x="62" y="312"/>
                  <a:pt x="72" y="321"/>
                </a:cubicBezTo>
                <a:cubicBezTo>
                  <a:pt x="82" y="331"/>
                  <a:pt x="93" y="338"/>
                  <a:pt x="105" y="344"/>
                </a:cubicBezTo>
                <a:cubicBezTo>
                  <a:pt x="118" y="349"/>
                  <a:pt x="131" y="351"/>
                  <a:pt x="145" y="351"/>
                </a:cubicBezTo>
                <a:cubicBezTo>
                  <a:pt x="159" y="351"/>
                  <a:pt x="172" y="349"/>
                  <a:pt x="184" y="344"/>
                </a:cubicBezTo>
                <a:cubicBezTo>
                  <a:pt x="197" y="338"/>
                  <a:pt x="208" y="331"/>
                  <a:pt x="218" y="321"/>
                </a:cubicBezTo>
                <a:cubicBezTo>
                  <a:pt x="227" y="312"/>
                  <a:pt x="235" y="300"/>
                  <a:pt x="240" y="288"/>
                </a:cubicBezTo>
                <a:cubicBezTo>
                  <a:pt x="246" y="275"/>
                  <a:pt x="249" y="262"/>
                  <a:pt x="249" y="248"/>
                </a:cubicBezTo>
                <a:cubicBezTo>
                  <a:pt x="249" y="235"/>
                  <a:pt x="246" y="221"/>
                  <a:pt x="240" y="209"/>
                </a:cubicBezTo>
                <a:cubicBezTo>
                  <a:pt x="235" y="196"/>
                  <a:pt x="227" y="185"/>
                  <a:pt x="218" y="175"/>
                </a:cubicBezTo>
                <a:cubicBezTo>
                  <a:pt x="208" y="166"/>
                  <a:pt x="197" y="158"/>
                  <a:pt x="184" y="153"/>
                </a:cubicBezTo>
                <a:cubicBezTo>
                  <a:pt x="172" y="148"/>
                  <a:pt x="159" y="145"/>
                  <a:pt x="145" y="145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4721040" y="2211840"/>
            <a:ext cx="1125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met eduXchange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4721040" y="2478600"/>
            <a:ext cx="4471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EduID en identity provisioning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wie is leidend voor de student in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4410720" y="3020040"/>
            <a:ext cx="198360" cy="198360"/>
          </a:xfrm>
          <a:custGeom>
            <a:avLst/>
            <a:gdLst/>
            <a:ahLst/>
            <a:rect l="0" t="0" r="r" b="b"/>
            <a:pathLst>
              <a:path w="551" h="551">
                <a:moveTo>
                  <a:pt x="551" y="441"/>
                </a:moveTo>
                <a:lnTo>
                  <a:pt x="551" y="551"/>
                </a:lnTo>
                <a:lnTo>
                  <a:pt x="441" y="551"/>
                </a:lnTo>
                <a:lnTo>
                  <a:pt x="441" y="469"/>
                </a:lnTo>
                <a:lnTo>
                  <a:pt x="358" y="469"/>
                </a:lnTo>
                <a:lnTo>
                  <a:pt x="358" y="386"/>
                </a:lnTo>
                <a:lnTo>
                  <a:pt x="276" y="386"/>
                </a:lnTo>
                <a:lnTo>
                  <a:pt x="214" y="324"/>
                </a:lnTo>
                <a:cubicBezTo>
                  <a:pt x="199" y="329"/>
                  <a:pt x="183" y="331"/>
                  <a:pt x="166" y="331"/>
                </a:cubicBezTo>
                <a:cubicBezTo>
                  <a:pt x="155" y="331"/>
                  <a:pt x="144" y="330"/>
                  <a:pt x="134" y="328"/>
                </a:cubicBezTo>
                <a:cubicBezTo>
                  <a:pt x="122" y="326"/>
                  <a:pt x="112" y="323"/>
                  <a:pt x="102" y="318"/>
                </a:cubicBezTo>
                <a:cubicBezTo>
                  <a:pt x="92" y="314"/>
                  <a:pt x="82" y="309"/>
                  <a:pt x="73" y="303"/>
                </a:cubicBezTo>
                <a:cubicBezTo>
                  <a:pt x="64" y="297"/>
                  <a:pt x="56" y="290"/>
                  <a:pt x="48" y="283"/>
                </a:cubicBezTo>
                <a:cubicBezTo>
                  <a:pt x="40" y="275"/>
                  <a:pt x="34" y="267"/>
                  <a:pt x="28" y="258"/>
                </a:cubicBezTo>
                <a:cubicBezTo>
                  <a:pt x="22" y="249"/>
                  <a:pt x="17" y="239"/>
                  <a:pt x="12" y="229"/>
                </a:cubicBezTo>
                <a:cubicBezTo>
                  <a:pt x="8" y="219"/>
                  <a:pt x="5" y="209"/>
                  <a:pt x="3" y="198"/>
                </a:cubicBezTo>
                <a:cubicBezTo>
                  <a:pt x="1" y="188"/>
                  <a:pt x="0" y="177"/>
                  <a:pt x="0" y="166"/>
                </a:cubicBezTo>
                <a:cubicBezTo>
                  <a:pt x="0" y="155"/>
                  <a:pt x="1" y="144"/>
                  <a:pt x="3" y="133"/>
                </a:cubicBezTo>
                <a:cubicBezTo>
                  <a:pt x="5" y="122"/>
                  <a:pt x="8" y="112"/>
                  <a:pt x="12" y="102"/>
                </a:cubicBezTo>
                <a:cubicBezTo>
                  <a:pt x="17" y="92"/>
                  <a:pt x="22" y="82"/>
                  <a:pt x="28" y="73"/>
                </a:cubicBezTo>
                <a:cubicBezTo>
                  <a:pt x="34" y="64"/>
                  <a:pt x="40" y="56"/>
                  <a:pt x="48" y="48"/>
                </a:cubicBezTo>
                <a:cubicBezTo>
                  <a:pt x="56" y="41"/>
                  <a:pt x="64" y="34"/>
                  <a:pt x="73" y="28"/>
                </a:cubicBezTo>
                <a:cubicBezTo>
                  <a:pt x="82" y="22"/>
                  <a:pt x="92" y="17"/>
                  <a:pt x="102" y="12"/>
                </a:cubicBezTo>
                <a:cubicBezTo>
                  <a:pt x="112" y="8"/>
                  <a:pt x="122" y="5"/>
                  <a:pt x="134" y="3"/>
                </a:cubicBezTo>
                <a:cubicBezTo>
                  <a:pt x="144" y="1"/>
                  <a:pt x="155" y="0"/>
                  <a:pt x="166" y="0"/>
                </a:cubicBezTo>
                <a:cubicBezTo>
                  <a:pt x="177" y="0"/>
                  <a:pt x="187" y="1"/>
                  <a:pt x="198" y="3"/>
                </a:cubicBezTo>
                <a:cubicBezTo>
                  <a:pt x="209" y="5"/>
                  <a:pt x="219" y="8"/>
                  <a:pt x="229" y="12"/>
                </a:cubicBezTo>
                <a:cubicBezTo>
                  <a:pt x="239" y="17"/>
                  <a:pt x="249" y="22"/>
                  <a:pt x="258" y="28"/>
                </a:cubicBezTo>
                <a:cubicBezTo>
                  <a:pt x="267" y="34"/>
                  <a:pt x="275" y="41"/>
                  <a:pt x="283" y="48"/>
                </a:cubicBezTo>
                <a:cubicBezTo>
                  <a:pt x="290" y="56"/>
                  <a:pt x="297" y="64"/>
                  <a:pt x="303" y="73"/>
                </a:cubicBezTo>
                <a:cubicBezTo>
                  <a:pt x="309" y="82"/>
                  <a:pt x="314" y="92"/>
                  <a:pt x="318" y="102"/>
                </a:cubicBezTo>
                <a:cubicBezTo>
                  <a:pt x="323" y="112"/>
                  <a:pt x="326" y="122"/>
                  <a:pt x="328" y="133"/>
                </a:cubicBezTo>
                <a:cubicBezTo>
                  <a:pt x="330" y="144"/>
                  <a:pt x="331" y="155"/>
                  <a:pt x="331" y="166"/>
                </a:cubicBezTo>
                <a:cubicBezTo>
                  <a:pt x="331" y="183"/>
                  <a:pt x="328" y="199"/>
                  <a:pt x="324" y="214"/>
                </a:cubicBezTo>
                <a:lnTo>
                  <a:pt x="551" y="441"/>
                </a:lnTo>
                <a:moveTo>
                  <a:pt x="138" y="82"/>
                </a:moveTo>
                <a:cubicBezTo>
                  <a:pt x="131" y="82"/>
                  <a:pt x="124" y="84"/>
                  <a:pt x="116" y="87"/>
                </a:cubicBezTo>
                <a:cubicBezTo>
                  <a:pt x="110" y="89"/>
                  <a:pt x="104" y="93"/>
                  <a:pt x="98" y="99"/>
                </a:cubicBezTo>
                <a:cubicBezTo>
                  <a:pt x="93" y="104"/>
                  <a:pt x="89" y="110"/>
                  <a:pt x="87" y="116"/>
                </a:cubicBezTo>
                <a:cubicBezTo>
                  <a:pt x="84" y="123"/>
                  <a:pt x="82" y="130"/>
                  <a:pt x="82" y="138"/>
                </a:cubicBezTo>
                <a:cubicBezTo>
                  <a:pt x="82" y="146"/>
                  <a:pt x="84" y="153"/>
                  <a:pt x="87" y="159"/>
                </a:cubicBezTo>
                <a:cubicBezTo>
                  <a:pt x="89" y="166"/>
                  <a:pt x="93" y="172"/>
                  <a:pt x="98" y="177"/>
                </a:cubicBezTo>
                <a:cubicBezTo>
                  <a:pt x="104" y="183"/>
                  <a:pt x="110" y="186"/>
                  <a:pt x="116" y="189"/>
                </a:cubicBezTo>
                <a:cubicBezTo>
                  <a:pt x="124" y="192"/>
                  <a:pt x="131" y="193"/>
                  <a:pt x="138" y="193"/>
                </a:cubicBezTo>
                <a:cubicBezTo>
                  <a:pt x="146" y="193"/>
                  <a:pt x="153" y="192"/>
                  <a:pt x="159" y="189"/>
                </a:cubicBezTo>
                <a:cubicBezTo>
                  <a:pt x="166" y="186"/>
                  <a:pt x="172" y="183"/>
                  <a:pt x="177" y="177"/>
                </a:cubicBezTo>
                <a:cubicBezTo>
                  <a:pt x="182" y="172"/>
                  <a:pt x="186" y="166"/>
                  <a:pt x="189" y="159"/>
                </a:cubicBezTo>
                <a:cubicBezTo>
                  <a:pt x="192" y="153"/>
                  <a:pt x="193" y="146"/>
                  <a:pt x="193" y="138"/>
                </a:cubicBezTo>
                <a:cubicBezTo>
                  <a:pt x="193" y="130"/>
                  <a:pt x="192" y="123"/>
                  <a:pt x="189" y="116"/>
                </a:cubicBezTo>
                <a:cubicBezTo>
                  <a:pt x="186" y="110"/>
                  <a:pt x="182" y="104"/>
                  <a:pt x="177" y="99"/>
                </a:cubicBezTo>
                <a:cubicBezTo>
                  <a:pt x="172" y="93"/>
                  <a:pt x="166" y="89"/>
                  <a:pt x="159" y="87"/>
                </a:cubicBezTo>
                <a:cubicBezTo>
                  <a:pt x="153" y="84"/>
                  <a:pt x="146" y="82"/>
                  <a:pt x="138" y="82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4721040" y="2678760"/>
            <a:ext cx="5799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keten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721040" y="2935800"/>
            <a:ext cx="4417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Leeruitkomsten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met de LUK-werkgroep de sleutel over de pijlers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4405680" y="3472200"/>
            <a:ext cx="208440" cy="223200"/>
          </a:xfrm>
          <a:custGeom>
            <a:avLst/>
            <a:gdLst/>
            <a:ahLst/>
            <a:rect l="0" t="0" r="r" b="b"/>
            <a:pathLst>
              <a:path w="579" h="620">
                <a:moveTo>
                  <a:pt x="569" y="418"/>
                </a:moveTo>
                <a:lnTo>
                  <a:pt x="526" y="341"/>
                </a:lnTo>
                <a:lnTo>
                  <a:pt x="490" y="361"/>
                </a:lnTo>
                <a:lnTo>
                  <a:pt x="533" y="438"/>
                </a:lnTo>
                <a:cubicBezTo>
                  <a:pt x="540" y="451"/>
                  <a:pt x="540" y="464"/>
                  <a:pt x="532" y="476"/>
                </a:cubicBezTo>
                <a:cubicBezTo>
                  <a:pt x="525" y="488"/>
                  <a:pt x="513" y="495"/>
                  <a:pt x="499" y="495"/>
                </a:cubicBezTo>
                <a:lnTo>
                  <a:pt x="348" y="495"/>
                </a:lnTo>
                <a:lnTo>
                  <a:pt x="402" y="442"/>
                </a:lnTo>
                <a:lnTo>
                  <a:pt x="372" y="413"/>
                </a:lnTo>
                <a:lnTo>
                  <a:pt x="269" y="516"/>
                </a:lnTo>
                <a:lnTo>
                  <a:pt x="372" y="620"/>
                </a:lnTo>
                <a:lnTo>
                  <a:pt x="402" y="591"/>
                </a:lnTo>
                <a:lnTo>
                  <a:pt x="348" y="537"/>
                </a:lnTo>
                <a:lnTo>
                  <a:pt x="499" y="537"/>
                </a:lnTo>
                <a:cubicBezTo>
                  <a:pt x="513" y="537"/>
                  <a:pt x="526" y="533"/>
                  <a:pt x="539" y="526"/>
                </a:cubicBezTo>
                <a:cubicBezTo>
                  <a:pt x="551" y="519"/>
                  <a:pt x="560" y="509"/>
                  <a:pt x="568" y="497"/>
                </a:cubicBezTo>
                <a:cubicBezTo>
                  <a:pt x="575" y="485"/>
                  <a:pt x="579" y="472"/>
                  <a:pt x="579" y="458"/>
                </a:cubicBezTo>
                <a:cubicBezTo>
                  <a:pt x="579" y="444"/>
                  <a:pt x="576" y="430"/>
                  <a:pt x="569" y="418"/>
                </a:cubicBezTo>
                <a:moveTo>
                  <a:pt x="80" y="495"/>
                </a:moveTo>
                <a:cubicBezTo>
                  <a:pt x="65" y="495"/>
                  <a:pt x="54" y="489"/>
                  <a:pt x="47" y="476"/>
                </a:cubicBezTo>
                <a:cubicBezTo>
                  <a:pt x="39" y="464"/>
                  <a:pt x="39" y="451"/>
                  <a:pt x="46" y="438"/>
                </a:cubicBezTo>
                <a:lnTo>
                  <a:pt x="131" y="285"/>
                </a:lnTo>
                <a:lnTo>
                  <a:pt x="153" y="358"/>
                </a:lnTo>
                <a:lnTo>
                  <a:pt x="193" y="346"/>
                </a:lnTo>
                <a:lnTo>
                  <a:pt x="151" y="206"/>
                </a:lnTo>
                <a:lnTo>
                  <a:pt x="11" y="248"/>
                </a:lnTo>
                <a:lnTo>
                  <a:pt x="23" y="287"/>
                </a:lnTo>
                <a:lnTo>
                  <a:pt x="95" y="266"/>
                </a:lnTo>
                <a:lnTo>
                  <a:pt x="10" y="418"/>
                </a:lnTo>
                <a:cubicBezTo>
                  <a:pt x="3" y="430"/>
                  <a:pt x="0" y="444"/>
                  <a:pt x="0" y="458"/>
                </a:cubicBezTo>
                <a:cubicBezTo>
                  <a:pt x="0" y="472"/>
                  <a:pt x="4" y="485"/>
                  <a:pt x="11" y="497"/>
                </a:cubicBezTo>
                <a:cubicBezTo>
                  <a:pt x="18" y="509"/>
                  <a:pt x="28" y="519"/>
                  <a:pt x="40" y="526"/>
                </a:cubicBezTo>
                <a:cubicBezTo>
                  <a:pt x="53" y="533"/>
                  <a:pt x="66" y="537"/>
                  <a:pt x="80" y="537"/>
                </a:cubicBezTo>
                <a:lnTo>
                  <a:pt x="207" y="537"/>
                </a:lnTo>
                <a:lnTo>
                  <a:pt x="207" y="495"/>
                </a:lnTo>
                <a:lnTo>
                  <a:pt x="80" y="495"/>
                </a:lnTo>
                <a:moveTo>
                  <a:pt x="486" y="158"/>
                </a:moveTo>
                <a:lnTo>
                  <a:pt x="464" y="231"/>
                </a:lnTo>
                <a:lnTo>
                  <a:pt x="359" y="41"/>
                </a:lnTo>
                <a:cubicBezTo>
                  <a:pt x="345" y="15"/>
                  <a:pt x="319" y="0"/>
                  <a:pt x="290" y="0"/>
                </a:cubicBezTo>
                <a:cubicBezTo>
                  <a:pt x="261" y="0"/>
                  <a:pt x="235" y="15"/>
                  <a:pt x="221" y="41"/>
                </a:cubicBezTo>
                <a:lnTo>
                  <a:pt x="156" y="155"/>
                </a:lnTo>
                <a:lnTo>
                  <a:pt x="193" y="175"/>
                </a:lnTo>
                <a:lnTo>
                  <a:pt x="257" y="61"/>
                </a:lnTo>
                <a:cubicBezTo>
                  <a:pt x="264" y="49"/>
                  <a:pt x="276" y="41"/>
                  <a:pt x="290" y="41"/>
                </a:cubicBezTo>
                <a:cubicBezTo>
                  <a:pt x="304" y="41"/>
                  <a:pt x="316" y="49"/>
                  <a:pt x="323" y="61"/>
                </a:cubicBezTo>
                <a:lnTo>
                  <a:pt x="428" y="250"/>
                </a:lnTo>
                <a:lnTo>
                  <a:pt x="356" y="229"/>
                </a:lnTo>
                <a:lnTo>
                  <a:pt x="344" y="268"/>
                </a:lnTo>
                <a:lnTo>
                  <a:pt x="484" y="310"/>
                </a:lnTo>
                <a:lnTo>
                  <a:pt x="526" y="170"/>
                </a:lnTo>
                <a:lnTo>
                  <a:pt x="486" y="158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4721040" y="3135960"/>
            <a:ext cx="1089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heen vaststellen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4721040" y="3402720"/>
            <a:ext cx="4598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Npuls-programmabrede aanpak van de afstemming gevraagd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,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456840" y="4086000"/>
            <a:ext cx="8420760" cy="667080"/>
          </a:xfrm>
          <a:custGeom>
            <a:avLst/>
            <a:gdLst/>
            <a:ahLst/>
            <a:rect l="0" t="0" r="r" b="b"/>
            <a:pathLst>
              <a:path w="23391" h="1853">
                <a:moveTo>
                  <a:pt x="0" y="0"/>
                </a:moveTo>
                <a:lnTo>
                  <a:pt x="23391" y="0"/>
                </a:lnTo>
                <a:lnTo>
                  <a:pt x="23391" y="1853"/>
                </a:lnTo>
                <a:lnTo>
                  <a:pt x="0" y="18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456840" y="40860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456840" y="47433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8867520" y="4086000"/>
            <a:ext cx="10080" cy="667080"/>
          </a:xfrm>
          <a:custGeom>
            <a:avLst/>
            <a:gdLst/>
            <a:ahLst/>
            <a:rect l="0" t="0" r="r" b="b"/>
            <a:pathLst>
              <a:path w="28" h="1853">
                <a:moveTo>
                  <a:pt x="0" y="106"/>
                </a:moveTo>
                <a:lnTo>
                  <a:pt x="0" y="1853"/>
                </a:lnTo>
                <a:lnTo>
                  <a:pt x="28" y="185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456840" y="4086000"/>
            <a:ext cx="10080" cy="667080"/>
          </a:xfrm>
          <a:custGeom>
            <a:avLst/>
            <a:gdLst/>
            <a:ahLst/>
            <a:rect l="0" t="0" r="r" b="b"/>
            <a:pathLst>
              <a:path w="28" h="1853">
                <a:moveTo>
                  <a:pt x="0" y="0"/>
                </a:moveTo>
                <a:lnTo>
                  <a:pt x="0" y="1853"/>
                </a:lnTo>
                <a:lnTo>
                  <a:pt x="28" y="185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632520" y="4216680"/>
            <a:ext cx="192600" cy="199080"/>
          </a:xfrm>
          <a:custGeom>
            <a:avLst/>
            <a:gdLst/>
            <a:ahLst/>
            <a:rect l="0" t="0" r="r" b="b"/>
            <a:pathLst>
              <a:path w="535" h="553">
                <a:moveTo>
                  <a:pt x="116" y="152"/>
                </a:moveTo>
                <a:cubicBezTo>
                  <a:pt x="105" y="152"/>
                  <a:pt x="95" y="151"/>
                  <a:pt x="85" y="147"/>
                </a:cubicBezTo>
                <a:cubicBezTo>
                  <a:pt x="76" y="143"/>
                  <a:pt x="68" y="137"/>
                  <a:pt x="61" y="130"/>
                </a:cubicBezTo>
                <a:cubicBezTo>
                  <a:pt x="54" y="123"/>
                  <a:pt x="48" y="115"/>
                  <a:pt x="44" y="105"/>
                </a:cubicBezTo>
                <a:cubicBezTo>
                  <a:pt x="40" y="96"/>
                  <a:pt x="38" y="86"/>
                  <a:pt x="38" y="76"/>
                </a:cubicBezTo>
                <a:cubicBezTo>
                  <a:pt x="38" y="66"/>
                  <a:pt x="40" y="56"/>
                  <a:pt x="44" y="47"/>
                </a:cubicBezTo>
                <a:cubicBezTo>
                  <a:pt x="48" y="38"/>
                  <a:pt x="54" y="30"/>
                  <a:pt x="61" y="22"/>
                </a:cubicBezTo>
                <a:cubicBezTo>
                  <a:pt x="68" y="15"/>
                  <a:pt x="76" y="10"/>
                  <a:pt x="85" y="6"/>
                </a:cubicBezTo>
                <a:cubicBezTo>
                  <a:pt x="95" y="2"/>
                  <a:pt x="105" y="0"/>
                  <a:pt x="116" y="0"/>
                </a:cubicBezTo>
                <a:cubicBezTo>
                  <a:pt x="126" y="0"/>
                  <a:pt x="135" y="2"/>
                  <a:pt x="145" y="6"/>
                </a:cubicBezTo>
                <a:cubicBezTo>
                  <a:pt x="154" y="10"/>
                  <a:pt x="162" y="15"/>
                  <a:pt x="169" y="22"/>
                </a:cubicBezTo>
                <a:cubicBezTo>
                  <a:pt x="177" y="30"/>
                  <a:pt x="182" y="38"/>
                  <a:pt x="186" y="47"/>
                </a:cubicBezTo>
                <a:cubicBezTo>
                  <a:pt x="190" y="56"/>
                  <a:pt x="192" y="66"/>
                  <a:pt x="192" y="76"/>
                </a:cubicBezTo>
                <a:cubicBezTo>
                  <a:pt x="192" y="86"/>
                  <a:pt x="190" y="96"/>
                  <a:pt x="186" y="105"/>
                </a:cubicBezTo>
                <a:cubicBezTo>
                  <a:pt x="182" y="115"/>
                  <a:pt x="177" y="123"/>
                  <a:pt x="169" y="130"/>
                </a:cubicBezTo>
                <a:cubicBezTo>
                  <a:pt x="162" y="137"/>
                  <a:pt x="154" y="143"/>
                  <a:pt x="145" y="147"/>
                </a:cubicBezTo>
                <a:cubicBezTo>
                  <a:pt x="135" y="151"/>
                  <a:pt x="126" y="152"/>
                  <a:pt x="116" y="152"/>
                </a:cubicBezTo>
                <a:moveTo>
                  <a:pt x="116" y="38"/>
                </a:moveTo>
                <a:cubicBezTo>
                  <a:pt x="111" y="38"/>
                  <a:pt x="105" y="39"/>
                  <a:pt x="100" y="41"/>
                </a:cubicBezTo>
                <a:cubicBezTo>
                  <a:pt x="95" y="43"/>
                  <a:pt x="91" y="46"/>
                  <a:pt x="88" y="49"/>
                </a:cubicBezTo>
                <a:cubicBezTo>
                  <a:pt x="84" y="53"/>
                  <a:pt x="81" y="57"/>
                  <a:pt x="79" y="62"/>
                </a:cubicBezTo>
                <a:cubicBezTo>
                  <a:pt x="78" y="66"/>
                  <a:pt x="77" y="71"/>
                  <a:pt x="77" y="76"/>
                </a:cubicBezTo>
                <a:cubicBezTo>
                  <a:pt x="77" y="81"/>
                  <a:pt x="78" y="86"/>
                  <a:pt x="79" y="91"/>
                </a:cubicBezTo>
                <a:cubicBezTo>
                  <a:pt x="81" y="96"/>
                  <a:pt x="84" y="100"/>
                  <a:pt x="88" y="103"/>
                </a:cubicBezTo>
                <a:cubicBezTo>
                  <a:pt x="91" y="107"/>
                  <a:pt x="95" y="110"/>
                  <a:pt x="100" y="111"/>
                </a:cubicBezTo>
                <a:cubicBezTo>
                  <a:pt x="105" y="113"/>
                  <a:pt x="111" y="114"/>
                  <a:pt x="116" y="114"/>
                </a:cubicBezTo>
                <a:cubicBezTo>
                  <a:pt x="121" y="114"/>
                  <a:pt x="126" y="113"/>
                  <a:pt x="130" y="111"/>
                </a:cubicBezTo>
                <a:cubicBezTo>
                  <a:pt x="135" y="110"/>
                  <a:pt x="139" y="107"/>
                  <a:pt x="143" y="103"/>
                </a:cubicBezTo>
                <a:cubicBezTo>
                  <a:pt x="146" y="100"/>
                  <a:pt x="149" y="96"/>
                  <a:pt x="151" y="91"/>
                </a:cubicBezTo>
                <a:cubicBezTo>
                  <a:pt x="153" y="86"/>
                  <a:pt x="154" y="81"/>
                  <a:pt x="154" y="76"/>
                </a:cubicBezTo>
                <a:cubicBezTo>
                  <a:pt x="154" y="71"/>
                  <a:pt x="153" y="66"/>
                  <a:pt x="151" y="62"/>
                </a:cubicBezTo>
                <a:cubicBezTo>
                  <a:pt x="149" y="57"/>
                  <a:pt x="146" y="53"/>
                  <a:pt x="143" y="49"/>
                </a:cubicBezTo>
                <a:cubicBezTo>
                  <a:pt x="139" y="46"/>
                  <a:pt x="135" y="43"/>
                  <a:pt x="130" y="41"/>
                </a:cubicBezTo>
                <a:cubicBezTo>
                  <a:pt x="126" y="39"/>
                  <a:pt x="121" y="38"/>
                  <a:pt x="116" y="38"/>
                </a:cubicBezTo>
                <a:moveTo>
                  <a:pt x="420" y="152"/>
                </a:moveTo>
                <a:cubicBezTo>
                  <a:pt x="410" y="152"/>
                  <a:pt x="401" y="151"/>
                  <a:pt x="391" y="147"/>
                </a:cubicBezTo>
                <a:cubicBezTo>
                  <a:pt x="382" y="143"/>
                  <a:pt x="374" y="137"/>
                  <a:pt x="366" y="130"/>
                </a:cubicBezTo>
                <a:cubicBezTo>
                  <a:pt x="359" y="123"/>
                  <a:pt x="354" y="115"/>
                  <a:pt x="350" y="105"/>
                </a:cubicBezTo>
                <a:cubicBezTo>
                  <a:pt x="346" y="96"/>
                  <a:pt x="344" y="86"/>
                  <a:pt x="344" y="76"/>
                </a:cubicBezTo>
                <a:cubicBezTo>
                  <a:pt x="344" y="66"/>
                  <a:pt x="346" y="56"/>
                  <a:pt x="350" y="47"/>
                </a:cubicBezTo>
                <a:cubicBezTo>
                  <a:pt x="354" y="38"/>
                  <a:pt x="359" y="30"/>
                  <a:pt x="366" y="22"/>
                </a:cubicBezTo>
                <a:cubicBezTo>
                  <a:pt x="374" y="15"/>
                  <a:pt x="382" y="10"/>
                  <a:pt x="391" y="6"/>
                </a:cubicBezTo>
                <a:cubicBezTo>
                  <a:pt x="401" y="2"/>
                  <a:pt x="410" y="0"/>
                  <a:pt x="420" y="0"/>
                </a:cubicBezTo>
                <a:cubicBezTo>
                  <a:pt x="430" y="0"/>
                  <a:pt x="440" y="2"/>
                  <a:pt x="449" y="6"/>
                </a:cubicBezTo>
                <a:cubicBezTo>
                  <a:pt x="459" y="10"/>
                  <a:pt x="467" y="15"/>
                  <a:pt x="474" y="22"/>
                </a:cubicBezTo>
                <a:cubicBezTo>
                  <a:pt x="481" y="30"/>
                  <a:pt x="487" y="38"/>
                  <a:pt x="491" y="47"/>
                </a:cubicBezTo>
                <a:cubicBezTo>
                  <a:pt x="495" y="56"/>
                  <a:pt x="496" y="66"/>
                  <a:pt x="496" y="76"/>
                </a:cubicBezTo>
                <a:cubicBezTo>
                  <a:pt x="496" y="86"/>
                  <a:pt x="495" y="96"/>
                  <a:pt x="491" y="105"/>
                </a:cubicBezTo>
                <a:cubicBezTo>
                  <a:pt x="487" y="115"/>
                  <a:pt x="481" y="123"/>
                  <a:pt x="474" y="130"/>
                </a:cubicBezTo>
                <a:cubicBezTo>
                  <a:pt x="467" y="137"/>
                  <a:pt x="459" y="143"/>
                  <a:pt x="449" y="147"/>
                </a:cubicBezTo>
                <a:cubicBezTo>
                  <a:pt x="440" y="151"/>
                  <a:pt x="430" y="152"/>
                  <a:pt x="420" y="152"/>
                </a:cubicBezTo>
                <a:moveTo>
                  <a:pt x="420" y="38"/>
                </a:moveTo>
                <a:cubicBezTo>
                  <a:pt x="415" y="38"/>
                  <a:pt x="410" y="39"/>
                  <a:pt x="406" y="41"/>
                </a:cubicBezTo>
                <a:cubicBezTo>
                  <a:pt x="401" y="43"/>
                  <a:pt x="397" y="46"/>
                  <a:pt x="393" y="49"/>
                </a:cubicBezTo>
                <a:cubicBezTo>
                  <a:pt x="390" y="53"/>
                  <a:pt x="387" y="57"/>
                  <a:pt x="385" y="62"/>
                </a:cubicBezTo>
                <a:cubicBezTo>
                  <a:pt x="383" y="66"/>
                  <a:pt x="382" y="71"/>
                  <a:pt x="382" y="76"/>
                </a:cubicBezTo>
                <a:cubicBezTo>
                  <a:pt x="382" y="81"/>
                  <a:pt x="383" y="86"/>
                  <a:pt x="385" y="91"/>
                </a:cubicBezTo>
                <a:cubicBezTo>
                  <a:pt x="387" y="96"/>
                  <a:pt x="390" y="100"/>
                  <a:pt x="393" y="103"/>
                </a:cubicBezTo>
                <a:cubicBezTo>
                  <a:pt x="397" y="107"/>
                  <a:pt x="401" y="110"/>
                  <a:pt x="406" y="111"/>
                </a:cubicBezTo>
                <a:cubicBezTo>
                  <a:pt x="410" y="113"/>
                  <a:pt x="415" y="114"/>
                  <a:pt x="420" y="114"/>
                </a:cubicBezTo>
                <a:cubicBezTo>
                  <a:pt x="425" y="114"/>
                  <a:pt x="430" y="113"/>
                  <a:pt x="435" y="111"/>
                </a:cubicBezTo>
                <a:cubicBezTo>
                  <a:pt x="440" y="110"/>
                  <a:pt x="444" y="107"/>
                  <a:pt x="447" y="103"/>
                </a:cubicBezTo>
                <a:cubicBezTo>
                  <a:pt x="451" y="100"/>
                  <a:pt x="454" y="96"/>
                  <a:pt x="456" y="91"/>
                </a:cubicBezTo>
                <a:cubicBezTo>
                  <a:pt x="457" y="86"/>
                  <a:pt x="458" y="81"/>
                  <a:pt x="458" y="76"/>
                </a:cubicBezTo>
                <a:cubicBezTo>
                  <a:pt x="458" y="71"/>
                  <a:pt x="457" y="66"/>
                  <a:pt x="456" y="62"/>
                </a:cubicBezTo>
                <a:cubicBezTo>
                  <a:pt x="454" y="57"/>
                  <a:pt x="451" y="53"/>
                  <a:pt x="447" y="49"/>
                </a:cubicBezTo>
                <a:cubicBezTo>
                  <a:pt x="444" y="46"/>
                  <a:pt x="440" y="43"/>
                  <a:pt x="435" y="41"/>
                </a:cubicBezTo>
                <a:cubicBezTo>
                  <a:pt x="430" y="39"/>
                  <a:pt x="425" y="38"/>
                  <a:pt x="420" y="38"/>
                </a:cubicBezTo>
                <a:moveTo>
                  <a:pt x="458" y="553"/>
                </a:moveTo>
                <a:lnTo>
                  <a:pt x="382" y="553"/>
                </a:lnTo>
                <a:cubicBezTo>
                  <a:pt x="377" y="553"/>
                  <a:pt x="372" y="552"/>
                  <a:pt x="368" y="550"/>
                </a:cubicBezTo>
                <a:cubicBezTo>
                  <a:pt x="363" y="549"/>
                  <a:pt x="359" y="546"/>
                  <a:pt x="355" y="542"/>
                </a:cubicBezTo>
                <a:cubicBezTo>
                  <a:pt x="352" y="539"/>
                  <a:pt x="349" y="535"/>
                  <a:pt x="347" y="530"/>
                </a:cubicBezTo>
                <a:cubicBezTo>
                  <a:pt x="345" y="525"/>
                  <a:pt x="344" y="520"/>
                  <a:pt x="344" y="515"/>
                </a:cubicBezTo>
                <a:lnTo>
                  <a:pt x="344" y="382"/>
                </a:lnTo>
                <a:lnTo>
                  <a:pt x="382" y="382"/>
                </a:lnTo>
                <a:lnTo>
                  <a:pt x="382" y="515"/>
                </a:lnTo>
                <a:lnTo>
                  <a:pt x="458" y="515"/>
                </a:lnTo>
                <a:lnTo>
                  <a:pt x="458" y="344"/>
                </a:lnTo>
                <a:lnTo>
                  <a:pt x="496" y="344"/>
                </a:lnTo>
                <a:lnTo>
                  <a:pt x="496" y="230"/>
                </a:lnTo>
                <a:cubicBezTo>
                  <a:pt x="496" y="224"/>
                  <a:pt x="495" y="220"/>
                  <a:pt x="491" y="216"/>
                </a:cubicBezTo>
                <a:cubicBezTo>
                  <a:pt x="487" y="212"/>
                  <a:pt x="483" y="211"/>
                  <a:pt x="477" y="211"/>
                </a:cubicBezTo>
                <a:lnTo>
                  <a:pt x="355" y="211"/>
                </a:lnTo>
                <a:lnTo>
                  <a:pt x="268" y="363"/>
                </a:lnTo>
                <a:lnTo>
                  <a:pt x="181" y="211"/>
                </a:lnTo>
                <a:lnTo>
                  <a:pt x="58" y="211"/>
                </a:lnTo>
                <a:cubicBezTo>
                  <a:pt x="52" y="211"/>
                  <a:pt x="48" y="212"/>
                  <a:pt x="44" y="216"/>
                </a:cubicBezTo>
                <a:cubicBezTo>
                  <a:pt x="40" y="220"/>
                  <a:pt x="38" y="224"/>
                  <a:pt x="38" y="230"/>
                </a:cubicBezTo>
                <a:lnTo>
                  <a:pt x="38" y="344"/>
                </a:lnTo>
                <a:lnTo>
                  <a:pt x="77" y="344"/>
                </a:lnTo>
                <a:lnTo>
                  <a:pt x="77" y="515"/>
                </a:lnTo>
                <a:lnTo>
                  <a:pt x="154" y="515"/>
                </a:lnTo>
                <a:lnTo>
                  <a:pt x="154" y="382"/>
                </a:lnTo>
                <a:lnTo>
                  <a:pt x="192" y="382"/>
                </a:lnTo>
                <a:lnTo>
                  <a:pt x="192" y="515"/>
                </a:lnTo>
                <a:cubicBezTo>
                  <a:pt x="192" y="520"/>
                  <a:pt x="191" y="525"/>
                  <a:pt x="189" y="530"/>
                </a:cubicBezTo>
                <a:cubicBezTo>
                  <a:pt x="187" y="535"/>
                  <a:pt x="184" y="539"/>
                  <a:pt x="181" y="542"/>
                </a:cubicBezTo>
                <a:cubicBezTo>
                  <a:pt x="177" y="546"/>
                  <a:pt x="173" y="549"/>
                  <a:pt x="168" y="550"/>
                </a:cubicBezTo>
                <a:cubicBezTo>
                  <a:pt x="164" y="552"/>
                  <a:pt x="159" y="553"/>
                  <a:pt x="154" y="553"/>
                </a:cubicBezTo>
                <a:lnTo>
                  <a:pt x="77" y="553"/>
                </a:lnTo>
                <a:cubicBezTo>
                  <a:pt x="71" y="553"/>
                  <a:pt x="67" y="552"/>
                  <a:pt x="62" y="550"/>
                </a:cubicBezTo>
                <a:cubicBezTo>
                  <a:pt x="57" y="549"/>
                  <a:pt x="53" y="546"/>
                  <a:pt x="50" y="542"/>
                </a:cubicBezTo>
                <a:cubicBezTo>
                  <a:pt x="46" y="539"/>
                  <a:pt x="43" y="535"/>
                  <a:pt x="41" y="530"/>
                </a:cubicBezTo>
                <a:cubicBezTo>
                  <a:pt x="39" y="525"/>
                  <a:pt x="38" y="520"/>
                  <a:pt x="38" y="515"/>
                </a:cubicBezTo>
                <a:lnTo>
                  <a:pt x="38" y="382"/>
                </a:lnTo>
                <a:cubicBezTo>
                  <a:pt x="33" y="382"/>
                  <a:pt x="29" y="381"/>
                  <a:pt x="24" y="379"/>
                </a:cubicBezTo>
                <a:cubicBezTo>
                  <a:pt x="19" y="377"/>
                  <a:pt x="15" y="374"/>
                  <a:pt x="12" y="371"/>
                </a:cubicBezTo>
                <a:cubicBezTo>
                  <a:pt x="8" y="367"/>
                  <a:pt x="5" y="363"/>
                  <a:pt x="3" y="358"/>
                </a:cubicBezTo>
                <a:cubicBezTo>
                  <a:pt x="1" y="354"/>
                  <a:pt x="0" y="349"/>
                  <a:pt x="0" y="344"/>
                </a:cubicBezTo>
                <a:lnTo>
                  <a:pt x="0" y="230"/>
                </a:lnTo>
                <a:cubicBezTo>
                  <a:pt x="0" y="222"/>
                  <a:pt x="2" y="215"/>
                  <a:pt x="5" y="208"/>
                </a:cubicBezTo>
                <a:cubicBezTo>
                  <a:pt x="8" y="201"/>
                  <a:pt x="12" y="195"/>
                  <a:pt x="17" y="189"/>
                </a:cubicBezTo>
                <a:cubicBezTo>
                  <a:pt x="22" y="184"/>
                  <a:pt x="29" y="180"/>
                  <a:pt x="36" y="177"/>
                </a:cubicBezTo>
                <a:cubicBezTo>
                  <a:pt x="43" y="174"/>
                  <a:pt x="50" y="173"/>
                  <a:pt x="58" y="173"/>
                </a:cubicBezTo>
                <a:lnTo>
                  <a:pt x="203" y="173"/>
                </a:lnTo>
                <a:lnTo>
                  <a:pt x="268" y="287"/>
                </a:lnTo>
                <a:lnTo>
                  <a:pt x="333" y="173"/>
                </a:lnTo>
                <a:lnTo>
                  <a:pt x="477" y="173"/>
                </a:lnTo>
                <a:cubicBezTo>
                  <a:pt x="485" y="173"/>
                  <a:pt x="492" y="174"/>
                  <a:pt x="499" y="177"/>
                </a:cubicBezTo>
                <a:cubicBezTo>
                  <a:pt x="506" y="180"/>
                  <a:pt x="512" y="184"/>
                  <a:pt x="518" y="189"/>
                </a:cubicBezTo>
                <a:cubicBezTo>
                  <a:pt x="523" y="195"/>
                  <a:pt x="527" y="201"/>
                  <a:pt x="530" y="208"/>
                </a:cubicBezTo>
                <a:cubicBezTo>
                  <a:pt x="533" y="215"/>
                  <a:pt x="535" y="222"/>
                  <a:pt x="535" y="230"/>
                </a:cubicBezTo>
                <a:lnTo>
                  <a:pt x="535" y="344"/>
                </a:lnTo>
                <a:cubicBezTo>
                  <a:pt x="535" y="349"/>
                  <a:pt x="534" y="354"/>
                  <a:pt x="532" y="358"/>
                </a:cubicBezTo>
                <a:cubicBezTo>
                  <a:pt x="530" y="363"/>
                  <a:pt x="527" y="367"/>
                  <a:pt x="523" y="371"/>
                </a:cubicBezTo>
                <a:cubicBezTo>
                  <a:pt x="520" y="374"/>
                  <a:pt x="516" y="377"/>
                  <a:pt x="511" y="379"/>
                </a:cubicBezTo>
                <a:cubicBezTo>
                  <a:pt x="506" y="381"/>
                  <a:pt x="502" y="382"/>
                  <a:pt x="496" y="382"/>
                </a:cubicBezTo>
                <a:lnTo>
                  <a:pt x="496" y="515"/>
                </a:lnTo>
                <a:cubicBezTo>
                  <a:pt x="496" y="520"/>
                  <a:pt x="496" y="525"/>
                  <a:pt x="494" y="530"/>
                </a:cubicBezTo>
                <a:cubicBezTo>
                  <a:pt x="492" y="535"/>
                  <a:pt x="489" y="539"/>
                  <a:pt x="485" y="542"/>
                </a:cubicBezTo>
                <a:cubicBezTo>
                  <a:pt x="482" y="546"/>
                  <a:pt x="478" y="549"/>
                  <a:pt x="473" y="550"/>
                </a:cubicBezTo>
                <a:cubicBezTo>
                  <a:pt x="468" y="552"/>
                  <a:pt x="463" y="553"/>
                  <a:pt x="458" y="553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4721040" y="3602520"/>
            <a:ext cx="890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OKx aan tafel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838440" y="4271760"/>
            <a:ext cx="8965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Een ecosysteembenadering over de pijlers heen.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eduXchange, EduID en OKx trekken elk aan dezelfde scholen; afstemming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619200" y="4473360"/>
            <a:ext cx="7405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op inhoud en op de capaciteit die wij van scholen vragen voorkomt dat oplossingen elkaar in de weg zitten.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pic>
        <p:nvPicPr>
          <p:cNvPr id="615" name="" descr=""/>
          <p:cNvPicPr/>
          <p:nvPr/>
        </p:nvPicPr>
        <p:blipFill>
          <a:blip r:embed="rId2"/>
          <a:stretch/>
        </p:blipFill>
        <p:spPr>
          <a:xfrm>
            <a:off x="1009800" y="1676520"/>
            <a:ext cx="2285640" cy="2285640"/>
          </a:xfrm>
          <a:prstGeom prst="rect">
            <a:avLst/>
          </a:prstGeom>
          <a:ln w="0">
            <a:noFill/>
          </a:ln>
        </p:spPr>
      </p:pic>
      <p:sp>
        <p:nvSpPr>
          <p:cNvPr id="616" name=""/>
          <p:cNvSpPr txBox="1"/>
          <p:nvPr/>
        </p:nvSpPr>
        <p:spPr>
          <a:xfrm>
            <a:off x="439920" y="986760"/>
            <a:ext cx="7972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Alles staat open: de kennisbasis van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4143240" y="1771560"/>
            <a:ext cx="4734360" cy="724320"/>
          </a:xfrm>
          <a:custGeom>
            <a:avLst/>
            <a:gdLst/>
            <a:ahLst/>
            <a:rect l="0" t="0" r="r" b="b"/>
            <a:pathLst>
              <a:path w="13151" h="2012">
                <a:moveTo>
                  <a:pt x="0" y="0"/>
                </a:moveTo>
                <a:lnTo>
                  <a:pt x="13151" y="0"/>
                </a:lnTo>
                <a:lnTo>
                  <a:pt x="13151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4143240" y="1771560"/>
            <a:ext cx="4734360" cy="38520"/>
          </a:xfrm>
          <a:custGeom>
            <a:avLst/>
            <a:gdLst/>
            <a:ahLst/>
            <a:rect l="0" t="0" r="r" b="b"/>
            <a:pathLst>
              <a:path w="13151" h="107">
                <a:moveTo>
                  <a:pt x="0" y="0"/>
                </a:moveTo>
                <a:lnTo>
                  <a:pt x="13151" y="0"/>
                </a:lnTo>
                <a:lnTo>
                  <a:pt x="1315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4143240" y="2485800"/>
            <a:ext cx="4734360" cy="10080"/>
          </a:xfrm>
          <a:custGeom>
            <a:avLst/>
            <a:gdLst/>
            <a:ahLst/>
            <a:rect l="0" t="0" r="r" b="b"/>
            <a:pathLst>
              <a:path w="13151" h="28">
                <a:moveTo>
                  <a:pt x="0" y="0"/>
                </a:moveTo>
                <a:lnTo>
                  <a:pt x="13151" y="0"/>
                </a:lnTo>
                <a:lnTo>
                  <a:pt x="1315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8867520" y="1771560"/>
            <a:ext cx="10080" cy="724320"/>
          </a:xfrm>
          <a:custGeom>
            <a:avLst/>
            <a:gdLst/>
            <a:ahLst/>
            <a:rect l="0" t="0" r="r" b="b"/>
            <a:pathLst>
              <a:path w="28" h="2012">
                <a:moveTo>
                  <a:pt x="0" y="107"/>
                </a:moveTo>
                <a:lnTo>
                  <a:pt x="0" y="2012"/>
                </a:lnTo>
                <a:lnTo>
                  <a:pt x="28" y="2012"/>
                </a:lnTo>
                <a:lnTo>
                  <a:pt x="28" y="0"/>
                </a:lnTo>
                <a:lnTo>
                  <a:pt x="0" y="107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4143240" y="1771560"/>
            <a:ext cx="9720" cy="724320"/>
          </a:xfrm>
          <a:custGeom>
            <a:avLst/>
            <a:gdLst/>
            <a:ahLst/>
            <a:rect l="0" t="0" r="r" b="b"/>
            <a:pathLst>
              <a:path w="27" h="2012">
                <a:moveTo>
                  <a:pt x="0" y="0"/>
                </a:moveTo>
                <a:lnTo>
                  <a:pt x="0" y="2012"/>
                </a:lnTo>
                <a:lnTo>
                  <a:pt x="27" y="2012"/>
                </a:lnTo>
                <a:lnTo>
                  <a:pt x="27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4349520" y="1978920"/>
            <a:ext cx="149040" cy="89640"/>
          </a:xfrm>
          <a:custGeom>
            <a:avLst/>
            <a:gdLst/>
            <a:ahLst/>
            <a:rect l="0" t="0" r="r" b="b"/>
            <a:pathLst>
              <a:path w="414" h="249">
                <a:moveTo>
                  <a:pt x="270" y="0"/>
                </a:moveTo>
                <a:lnTo>
                  <a:pt x="414" y="0"/>
                </a:lnTo>
                <a:lnTo>
                  <a:pt x="414" y="42"/>
                </a:lnTo>
                <a:lnTo>
                  <a:pt x="270" y="42"/>
                </a:lnTo>
                <a:lnTo>
                  <a:pt x="270" y="0"/>
                </a:lnTo>
                <a:moveTo>
                  <a:pt x="270" y="105"/>
                </a:moveTo>
                <a:lnTo>
                  <a:pt x="414" y="105"/>
                </a:lnTo>
                <a:lnTo>
                  <a:pt x="414" y="146"/>
                </a:lnTo>
                <a:lnTo>
                  <a:pt x="270" y="146"/>
                </a:lnTo>
                <a:lnTo>
                  <a:pt x="270" y="105"/>
                </a:lnTo>
                <a:moveTo>
                  <a:pt x="270" y="208"/>
                </a:moveTo>
                <a:lnTo>
                  <a:pt x="414" y="208"/>
                </a:lnTo>
                <a:lnTo>
                  <a:pt x="414" y="249"/>
                </a:lnTo>
                <a:lnTo>
                  <a:pt x="270" y="249"/>
                </a:lnTo>
                <a:lnTo>
                  <a:pt x="270" y="208"/>
                </a:lnTo>
                <a:moveTo>
                  <a:pt x="0" y="0"/>
                </a:moveTo>
                <a:lnTo>
                  <a:pt x="146" y="0"/>
                </a:lnTo>
                <a:lnTo>
                  <a:pt x="146" y="42"/>
                </a:lnTo>
                <a:lnTo>
                  <a:pt x="0" y="42"/>
                </a:lnTo>
                <a:lnTo>
                  <a:pt x="0" y="0"/>
                </a:lnTo>
                <a:moveTo>
                  <a:pt x="0" y="105"/>
                </a:moveTo>
                <a:lnTo>
                  <a:pt x="146" y="105"/>
                </a:lnTo>
                <a:lnTo>
                  <a:pt x="146" y="146"/>
                </a:lnTo>
                <a:lnTo>
                  <a:pt x="0" y="146"/>
                </a:lnTo>
                <a:lnTo>
                  <a:pt x="0" y="105"/>
                </a:lnTo>
                <a:moveTo>
                  <a:pt x="0" y="208"/>
                </a:moveTo>
                <a:lnTo>
                  <a:pt x="146" y="208"/>
                </a:lnTo>
                <a:lnTo>
                  <a:pt x="146" y="249"/>
                </a:lnTo>
                <a:lnTo>
                  <a:pt x="0" y="249"/>
                </a:lnTo>
                <a:lnTo>
                  <a:pt x="0" y="20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4320000" y="1941840"/>
            <a:ext cx="208440" cy="163800"/>
          </a:xfrm>
          <a:custGeom>
            <a:avLst/>
            <a:gdLst/>
            <a:ahLst/>
            <a:rect l="0" t="0" r="r" b="b"/>
            <a:pathLst>
              <a:path w="579" h="455">
                <a:moveTo>
                  <a:pt x="537" y="0"/>
                </a:moveTo>
                <a:lnTo>
                  <a:pt x="41" y="0"/>
                </a:lnTo>
                <a:cubicBezTo>
                  <a:pt x="36" y="0"/>
                  <a:pt x="30" y="1"/>
                  <a:pt x="25" y="3"/>
                </a:cubicBezTo>
                <a:cubicBezTo>
                  <a:pt x="20" y="6"/>
                  <a:pt x="16" y="9"/>
                  <a:pt x="12" y="12"/>
                </a:cubicBezTo>
                <a:cubicBezTo>
                  <a:pt x="8" y="16"/>
                  <a:pt x="5" y="21"/>
                  <a:pt x="3" y="26"/>
                </a:cubicBezTo>
                <a:cubicBezTo>
                  <a:pt x="1" y="31"/>
                  <a:pt x="0" y="36"/>
                  <a:pt x="0" y="42"/>
                </a:cubicBezTo>
                <a:lnTo>
                  <a:pt x="0" y="414"/>
                </a:lnTo>
                <a:cubicBezTo>
                  <a:pt x="0" y="419"/>
                  <a:pt x="1" y="425"/>
                  <a:pt x="3" y="430"/>
                </a:cubicBezTo>
                <a:cubicBezTo>
                  <a:pt x="5" y="435"/>
                  <a:pt x="8" y="439"/>
                  <a:pt x="12" y="443"/>
                </a:cubicBezTo>
                <a:cubicBezTo>
                  <a:pt x="16" y="447"/>
                  <a:pt x="20" y="450"/>
                  <a:pt x="25" y="452"/>
                </a:cubicBezTo>
                <a:cubicBezTo>
                  <a:pt x="30" y="454"/>
                  <a:pt x="36" y="455"/>
                  <a:pt x="41" y="455"/>
                </a:cubicBezTo>
                <a:lnTo>
                  <a:pt x="537" y="455"/>
                </a:lnTo>
                <a:cubicBezTo>
                  <a:pt x="543" y="455"/>
                  <a:pt x="548" y="454"/>
                  <a:pt x="553" y="452"/>
                </a:cubicBezTo>
                <a:cubicBezTo>
                  <a:pt x="558" y="450"/>
                  <a:pt x="563" y="447"/>
                  <a:pt x="567" y="443"/>
                </a:cubicBezTo>
                <a:cubicBezTo>
                  <a:pt x="570" y="439"/>
                  <a:pt x="573" y="435"/>
                  <a:pt x="575" y="430"/>
                </a:cubicBezTo>
                <a:cubicBezTo>
                  <a:pt x="578" y="425"/>
                  <a:pt x="579" y="419"/>
                  <a:pt x="579" y="414"/>
                </a:cubicBezTo>
                <a:lnTo>
                  <a:pt x="579" y="42"/>
                </a:lnTo>
                <a:cubicBezTo>
                  <a:pt x="579" y="36"/>
                  <a:pt x="578" y="31"/>
                  <a:pt x="575" y="26"/>
                </a:cubicBezTo>
                <a:cubicBezTo>
                  <a:pt x="573" y="21"/>
                  <a:pt x="570" y="16"/>
                  <a:pt x="567" y="12"/>
                </a:cubicBezTo>
                <a:cubicBezTo>
                  <a:pt x="563" y="9"/>
                  <a:pt x="558" y="6"/>
                  <a:pt x="553" y="3"/>
                </a:cubicBezTo>
                <a:cubicBezTo>
                  <a:pt x="548" y="1"/>
                  <a:pt x="543" y="0"/>
                  <a:pt x="537" y="0"/>
                </a:cubicBezTo>
                <a:moveTo>
                  <a:pt x="41" y="42"/>
                </a:moveTo>
                <a:lnTo>
                  <a:pt x="268" y="42"/>
                </a:lnTo>
                <a:lnTo>
                  <a:pt x="268" y="414"/>
                </a:lnTo>
                <a:lnTo>
                  <a:pt x="41" y="414"/>
                </a:lnTo>
                <a:lnTo>
                  <a:pt x="41" y="42"/>
                </a:lnTo>
                <a:moveTo>
                  <a:pt x="309" y="414"/>
                </a:moveTo>
                <a:lnTo>
                  <a:pt x="309" y="42"/>
                </a:lnTo>
                <a:lnTo>
                  <a:pt x="537" y="42"/>
                </a:lnTo>
                <a:lnTo>
                  <a:pt x="537" y="414"/>
                </a:lnTo>
                <a:lnTo>
                  <a:pt x="309" y="41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1095480" y="4066200"/>
            <a:ext cx="2385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github.com/Npuls-OKx/Public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542840" y="1970280"/>
            <a:ext cx="47145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Referentiemateriaal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leerroutes en kaderscenario's, principes,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4143240" y="2609640"/>
            <a:ext cx="4734360" cy="724320"/>
          </a:xfrm>
          <a:custGeom>
            <a:avLst/>
            <a:gdLst/>
            <a:ahLst/>
            <a:rect l="0" t="0" r="r" b="b"/>
            <a:pathLst>
              <a:path w="13151" h="2012">
                <a:moveTo>
                  <a:pt x="0" y="0"/>
                </a:moveTo>
                <a:lnTo>
                  <a:pt x="13151" y="0"/>
                </a:lnTo>
                <a:lnTo>
                  <a:pt x="13151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4143240" y="2609640"/>
            <a:ext cx="4734360" cy="38520"/>
          </a:xfrm>
          <a:custGeom>
            <a:avLst/>
            <a:gdLst/>
            <a:ahLst/>
            <a:rect l="0" t="0" r="r" b="b"/>
            <a:pathLst>
              <a:path w="13151" h="107">
                <a:moveTo>
                  <a:pt x="0" y="0"/>
                </a:moveTo>
                <a:lnTo>
                  <a:pt x="13151" y="0"/>
                </a:lnTo>
                <a:lnTo>
                  <a:pt x="1315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4143240" y="3323880"/>
            <a:ext cx="4734360" cy="10080"/>
          </a:xfrm>
          <a:custGeom>
            <a:avLst/>
            <a:gdLst/>
            <a:ahLst/>
            <a:rect l="0" t="0" r="r" b="b"/>
            <a:pathLst>
              <a:path w="13151" h="28">
                <a:moveTo>
                  <a:pt x="0" y="0"/>
                </a:moveTo>
                <a:lnTo>
                  <a:pt x="13151" y="0"/>
                </a:lnTo>
                <a:lnTo>
                  <a:pt x="1315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8867520" y="2609640"/>
            <a:ext cx="10080" cy="724320"/>
          </a:xfrm>
          <a:custGeom>
            <a:avLst/>
            <a:gdLst/>
            <a:ahLst/>
            <a:rect l="0" t="0" r="r" b="b"/>
            <a:pathLst>
              <a:path w="28" h="2012">
                <a:moveTo>
                  <a:pt x="0" y="106"/>
                </a:moveTo>
                <a:lnTo>
                  <a:pt x="0" y="2012"/>
                </a:lnTo>
                <a:lnTo>
                  <a:pt x="28" y="201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4143240" y="2609640"/>
            <a:ext cx="9720" cy="724320"/>
          </a:xfrm>
          <a:custGeom>
            <a:avLst/>
            <a:gdLst/>
            <a:ahLst/>
            <a:rect l="0" t="0" r="r" b="b"/>
            <a:pathLst>
              <a:path w="27" h="2012">
                <a:moveTo>
                  <a:pt x="0" y="0"/>
                </a:moveTo>
                <a:lnTo>
                  <a:pt x="0" y="2012"/>
                </a:lnTo>
                <a:lnTo>
                  <a:pt x="27" y="2012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4349520" y="2757960"/>
            <a:ext cx="149040" cy="208080"/>
          </a:xfrm>
          <a:custGeom>
            <a:avLst/>
            <a:gdLst/>
            <a:ahLst/>
            <a:rect l="0" t="0" r="r" b="b"/>
            <a:pathLst>
              <a:path w="414" h="578">
                <a:moveTo>
                  <a:pt x="408" y="151"/>
                </a:moveTo>
                <a:lnTo>
                  <a:pt x="263" y="6"/>
                </a:lnTo>
                <a:cubicBezTo>
                  <a:pt x="259" y="2"/>
                  <a:pt x="255" y="0"/>
                  <a:pt x="249" y="0"/>
                </a:cubicBezTo>
                <a:lnTo>
                  <a:pt x="42" y="0"/>
                </a:lnTo>
                <a:cubicBezTo>
                  <a:pt x="19" y="0"/>
                  <a:pt x="0" y="18"/>
                  <a:pt x="0" y="41"/>
                </a:cubicBezTo>
                <a:lnTo>
                  <a:pt x="0" y="537"/>
                </a:lnTo>
                <a:cubicBezTo>
                  <a:pt x="0" y="560"/>
                  <a:pt x="19" y="578"/>
                  <a:pt x="42" y="578"/>
                </a:cubicBezTo>
                <a:lnTo>
                  <a:pt x="373" y="578"/>
                </a:lnTo>
                <a:cubicBezTo>
                  <a:pt x="396" y="578"/>
                  <a:pt x="414" y="560"/>
                  <a:pt x="414" y="537"/>
                </a:cubicBezTo>
                <a:lnTo>
                  <a:pt x="414" y="166"/>
                </a:lnTo>
                <a:cubicBezTo>
                  <a:pt x="414" y="160"/>
                  <a:pt x="412" y="156"/>
                  <a:pt x="408" y="151"/>
                </a:cubicBezTo>
                <a:moveTo>
                  <a:pt x="249" y="49"/>
                </a:moveTo>
                <a:lnTo>
                  <a:pt x="365" y="166"/>
                </a:lnTo>
                <a:lnTo>
                  <a:pt x="249" y="166"/>
                </a:lnTo>
                <a:lnTo>
                  <a:pt x="249" y="49"/>
                </a:lnTo>
                <a:moveTo>
                  <a:pt x="373" y="537"/>
                </a:moveTo>
                <a:lnTo>
                  <a:pt x="42" y="537"/>
                </a:lnTo>
                <a:lnTo>
                  <a:pt x="42" y="41"/>
                </a:lnTo>
                <a:lnTo>
                  <a:pt x="208" y="41"/>
                </a:lnTo>
                <a:lnTo>
                  <a:pt x="208" y="166"/>
                </a:lnTo>
                <a:cubicBezTo>
                  <a:pt x="208" y="189"/>
                  <a:pt x="226" y="207"/>
                  <a:pt x="249" y="207"/>
                </a:cubicBezTo>
                <a:lnTo>
                  <a:pt x="373" y="207"/>
                </a:lnTo>
                <a:lnTo>
                  <a:pt x="373" y="537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4379400" y="2862000"/>
            <a:ext cx="89640" cy="59760"/>
          </a:xfrm>
          <a:custGeom>
            <a:avLst/>
            <a:gdLst/>
            <a:ahLst/>
            <a:rect l="0" t="0" r="r" b="b"/>
            <a:pathLst>
              <a:path w="249" h="166">
                <a:moveTo>
                  <a:pt x="0" y="124"/>
                </a:moveTo>
                <a:lnTo>
                  <a:pt x="249" y="124"/>
                </a:lnTo>
                <a:lnTo>
                  <a:pt x="249" y="166"/>
                </a:lnTo>
                <a:lnTo>
                  <a:pt x="0" y="166"/>
                </a:lnTo>
                <a:lnTo>
                  <a:pt x="0" y="124"/>
                </a:lnTo>
                <a:moveTo>
                  <a:pt x="0" y="0"/>
                </a:moveTo>
                <a:lnTo>
                  <a:pt x="249" y="0"/>
                </a:lnTo>
                <a:lnTo>
                  <a:pt x="249" y="41"/>
                </a:lnTo>
                <a:lnTo>
                  <a:pt x="0" y="41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4305240" y="2189880"/>
            <a:ext cx="40896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begrippenlijst, requirementsboom, architectuurbesluiten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4542840" y="2808360"/>
            <a:ext cx="4428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Koppelvlakspeciﬁcaties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koppelingen, interactiepatronen,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4143240" y="3447720"/>
            <a:ext cx="4734360" cy="724320"/>
          </a:xfrm>
          <a:custGeom>
            <a:avLst/>
            <a:gdLst/>
            <a:ahLst/>
            <a:rect l="0" t="0" r="r" b="b"/>
            <a:pathLst>
              <a:path w="13151" h="2012">
                <a:moveTo>
                  <a:pt x="0" y="0"/>
                </a:moveTo>
                <a:lnTo>
                  <a:pt x="13151" y="0"/>
                </a:lnTo>
                <a:lnTo>
                  <a:pt x="13151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4143240" y="3447720"/>
            <a:ext cx="4734360" cy="38520"/>
          </a:xfrm>
          <a:custGeom>
            <a:avLst/>
            <a:gdLst/>
            <a:ahLst/>
            <a:rect l="0" t="0" r="r" b="b"/>
            <a:pathLst>
              <a:path w="13151" h="107">
                <a:moveTo>
                  <a:pt x="0" y="0"/>
                </a:moveTo>
                <a:lnTo>
                  <a:pt x="13151" y="0"/>
                </a:lnTo>
                <a:lnTo>
                  <a:pt x="1315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4143240" y="4162320"/>
            <a:ext cx="4734360" cy="9720"/>
          </a:xfrm>
          <a:custGeom>
            <a:avLst/>
            <a:gdLst/>
            <a:ahLst/>
            <a:rect l="0" t="0" r="r" b="b"/>
            <a:pathLst>
              <a:path w="13151" h="27">
                <a:moveTo>
                  <a:pt x="0" y="0"/>
                </a:moveTo>
                <a:lnTo>
                  <a:pt x="13151" y="0"/>
                </a:lnTo>
                <a:lnTo>
                  <a:pt x="1315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8867520" y="3447720"/>
            <a:ext cx="10080" cy="724320"/>
          </a:xfrm>
          <a:custGeom>
            <a:avLst/>
            <a:gdLst/>
            <a:ahLst/>
            <a:rect l="0" t="0" r="r" b="b"/>
            <a:pathLst>
              <a:path w="28" h="2012">
                <a:moveTo>
                  <a:pt x="0" y="106"/>
                </a:moveTo>
                <a:lnTo>
                  <a:pt x="0" y="2012"/>
                </a:lnTo>
                <a:lnTo>
                  <a:pt x="28" y="201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4143240" y="3447720"/>
            <a:ext cx="9720" cy="724320"/>
          </a:xfrm>
          <a:custGeom>
            <a:avLst/>
            <a:gdLst/>
            <a:ahLst/>
            <a:rect l="0" t="0" r="r" b="b"/>
            <a:pathLst>
              <a:path w="27" h="2012">
                <a:moveTo>
                  <a:pt x="0" y="0"/>
                </a:moveTo>
                <a:lnTo>
                  <a:pt x="0" y="2012"/>
                </a:lnTo>
                <a:lnTo>
                  <a:pt x="27" y="2012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4349520" y="3603600"/>
            <a:ext cx="149040" cy="193320"/>
          </a:xfrm>
          <a:custGeom>
            <a:avLst/>
            <a:gdLst/>
            <a:ahLst/>
            <a:rect l="0" t="0" r="r" b="b"/>
            <a:pathLst>
              <a:path w="414" h="537">
                <a:moveTo>
                  <a:pt x="373" y="0"/>
                </a:moveTo>
                <a:lnTo>
                  <a:pt x="42" y="0"/>
                </a:lnTo>
                <a:cubicBezTo>
                  <a:pt x="36" y="0"/>
                  <a:pt x="31" y="1"/>
                  <a:pt x="26" y="3"/>
                </a:cubicBezTo>
                <a:cubicBezTo>
                  <a:pt x="21" y="5"/>
                  <a:pt x="16" y="8"/>
                  <a:pt x="13" y="12"/>
                </a:cubicBezTo>
                <a:cubicBezTo>
                  <a:pt x="9" y="16"/>
                  <a:pt x="6" y="20"/>
                  <a:pt x="4" y="25"/>
                </a:cubicBezTo>
                <a:cubicBezTo>
                  <a:pt x="2" y="30"/>
                  <a:pt x="0" y="36"/>
                  <a:pt x="0" y="41"/>
                </a:cubicBezTo>
                <a:lnTo>
                  <a:pt x="0" y="496"/>
                </a:lnTo>
                <a:cubicBezTo>
                  <a:pt x="0" y="501"/>
                  <a:pt x="2" y="507"/>
                  <a:pt x="4" y="512"/>
                </a:cubicBezTo>
                <a:cubicBezTo>
                  <a:pt x="6" y="517"/>
                  <a:pt x="9" y="521"/>
                  <a:pt x="13" y="525"/>
                </a:cubicBezTo>
                <a:cubicBezTo>
                  <a:pt x="16" y="529"/>
                  <a:pt x="21" y="532"/>
                  <a:pt x="26" y="534"/>
                </a:cubicBezTo>
                <a:cubicBezTo>
                  <a:pt x="31" y="536"/>
                  <a:pt x="36" y="537"/>
                  <a:pt x="42" y="537"/>
                </a:cubicBezTo>
                <a:lnTo>
                  <a:pt x="373" y="537"/>
                </a:lnTo>
                <a:cubicBezTo>
                  <a:pt x="378" y="537"/>
                  <a:pt x="384" y="536"/>
                  <a:pt x="389" y="534"/>
                </a:cubicBezTo>
                <a:cubicBezTo>
                  <a:pt x="394" y="532"/>
                  <a:pt x="398" y="529"/>
                  <a:pt x="402" y="525"/>
                </a:cubicBezTo>
                <a:cubicBezTo>
                  <a:pt x="406" y="521"/>
                  <a:pt x="409" y="517"/>
                  <a:pt x="411" y="512"/>
                </a:cubicBezTo>
                <a:cubicBezTo>
                  <a:pt x="413" y="507"/>
                  <a:pt x="414" y="501"/>
                  <a:pt x="414" y="496"/>
                </a:cubicBezTo>
                <a:lnTo>
                  <a:pt x="414" y="41"/>
                </a:lnTo>
                <a:cubicBezTo>
                  <a:pt x="414" y="36"/>
                  <a:pt x="413" y="30"/>
                  <a:pt x="411" y="25"/>
                </a:cubicBezTo>
                <a:cubicBezTo>
                  <a:pt x="409" y="20"/>
                  <a:pt x="406" y="16"/>
                  <a:pt x="402" y="12"/>
                </a:cubicBezTo>
                <a:cubicBezTo>
                  <a:pt x="398" y="8"/>
                  <a:pt x="394" y="5"/>
                  <a:pt x="389" y="3"/>
                </a:cubicBezTo>
                <a:cubicBezTo>
                  <a:pt x="384" y="1"/>
                  <a:pt x="378" y="0"/>
                  <a:pt x="373" y="0"/>
                </a:cubicBezTo>
                <a:moveTo>
                  <a:pt x="373" y="41"/>
                </a:moveTo>
                <a:lnTo>
                  <a:pt x="373" y="165"/>
                </a:lnTo>
                <a:lnTo>
                  <a:pt x="42" y="165"/>
                </a:lnTo>
                <a:lnTo>
                  <a:pt x="42" y="41"/>
                </a:lnTo>
                <a:lnTo>
                  <a:pt x="373" y="41"/>
                </a:lnTo>
                <a:moveTo>
                  <a:pt x="42" y="330"/>
                </a:moveTo>
                <a:lnTo>
                  <a:pt x="42" y="206"/>
                </a:lnTo>
                <a:lnTo>
                  <a:pt x="373" y="206"/>
                </a:lnTo>
                <a:lnTo>
                  <a:pt x="373" y="330"/>
                </a:lnTo>
                <a:lnTo>
                  <a:pt x="42" y="330"/>
                </a:lnTo>
                <a:moveTo>
                  <a:pt x="42" y="496"/>
                </a:moveTo>
                <a:lnTo>
                  <a:pt x="42" y="371"/>
                </a:lnTo>
                <a:lnTo>
                  <a:pt x="373" y="371"/>
                </a:lnTo>
                <a:lnTo>
                  <a:pt x="373" y="496"/>
                </a:lnTo>
                <a:lnTo>
                  <a:pt x="42" y="49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4379400" y="3633120"/>
            <a:ext cx="15120" cy="15480"/>
          </a:xfrm>
          <a:custGeom>
            <a:avLst/>
            <a:gdLst/>
            <a:ahLst/>
            <a:rect l="0" t="0" r="r" b="b"/>
            <a:pathLst>
              <a:path w="42" h="43">
                <a:moveTo>
                  <a:pt x="42" y="22"/>
                </a:moveTo>
                <a:cubicBezTo>
                  <a:pt x="42" y="28"/>
                  <a:pt x="40" y="32"/>
                  <a:pt x="36" y="36"/>
                </a:cubicBezTo>
                <a:cubicBezTo>
                  <a:pt x="31" y="41"/>
                  <a:pt x="26" y="43"/>
                  <a:pt x="21" y="43"/>
                </a:cubicBezTo>
                <a:cubicBezTo>
                  <a:pt x="15" y="43"/>
                  <a:pt x="10" y="41"/>
                  <a:pt x="6" y="36"/>
                </a:cubicBezTo>
                <a:cubicBezTo>
                  <a:pt x="2" y="32"/>
                  <a:pt x="0" y="28"/>
                  <a:pt x="0" y="22"/>
                </a:cubicBezTo>
                <a:cubicBezTo>
                  <a:pt x="0" y="16"/>
                  <a:pt x="2" y="10"/>
                  <a:pt x="6" y="6"/>
                </a:cubicBezTo>
                <a:cubicBezTo>
                  <a:pt x="10" y="2"/>
                  <a:pt x="15" y="0"/>
                  <a:pt x="21" y="0"/>
                </a:cubicBezTo>
                <a:cubicBezTo>
                  <a:pt x="26" y="0"/>
                  <a:pt x="31" y="2"/>
                  <a:pt x="36" y="6"/>
                </a:cubicBezTo>
                <a:cubicBezTo>
                  <a:pt x="40" y="10"/>
                  <a:pt x="42" y="16"/>
                  <a:pt x="42" y="2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4379400" y="3692520"/>
            <a:ext cx="15120" cy="15480"/>
          </a:xfrm>
          <a:custGeom>
            <a:avLst/>
            <a:gdLst/>
            <a:ahLst/>
            <a:rect l="0" t="0" r="r" b="b"/>
            <a:pathLst>
              <a:path w="42" h="43">
                <a:moveTo>
                  <a:pt x="42" y="22"/>
                </a:moveTo>
                <a:cubicBezTo>
                  <a:pt x="42" y="28"/>
                  <a:pt x="40" y="33"/>
                  <a:pt x="36" y="37"/>
                </a:cubicBezTo>
                <a:cubicBezTo>
                  <a:pt x="31" y="41"/>
                  <a:pt x="26" y="43"/>
                  <a:pt x="21" y="43"/>
                </a:cubicBezTo>
                <a:cubicBezTo>
                  <a:pt x="15" y="43"/>
                  <a:pt x="10" y="41"/>
                  <a:pt x="6" y="37"/>
                </a:cubicBezTo>
                <a:cubicBezTo>
                  <a:pt x="2" y="33"/>
                  <a:pt x="0" y="28"/>
                  <a:pt x="0" y="22"/>
                </a:cubicBezTo>
                <a:cubicBezTo>
                  <a:pt x="0" y="16"/>
                  <a:pt x="2" y="10"/>
                  <a:pt x="6" y="6"/>
                </a:cubicBezTo>
                <a:cubicBezTo>
                  <a:pt x="10" y="2"/>
                  <a:pt x="15" y="0"/>
                  <a:pt x="21" y="0"/>
                </a:cubicBezTo>
                <a:cubicBezTo>
                  <a:pt x="26" y="0"/>
                  <a:pt x="31" y="2"/>
                  <a:pt x="36" y="6"/>
                </a:cubicBezTo>
                <a:cubicBezTo>
                  <a:pt x="40" y="10"/>
                  <a:pt x="42" y="16"/>
                  <a:pt x="42" y="2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4379400" y="3751920"/>
            <a:ext cx="15120" cy="15480"/>
          </a:xfrm>
          <a:custGeom>
            <a:avLst/>
            <a:gdLst/>
            <a:ahLst/>
            <a:rect l="0" t="0" r="r" b="b"/>
            <a:pathLst>
              <a:path w="42" h="43">
                <a:moveTo>
                  <a:pt x="42" y="22"/>
                </a:moveTo>
                <a:cubicBezTo>
                  <a:pt x="42" y="28"/>
                  <a:pt x="40" y="33"/>
                  <a:pt x="36" y="37"/>
                </a:cubicBezTo>
                <a:cubicBezTo>
                  <a:pt x="31" y="41"/>
                  <a:pt x="26" y="43"/>
                  <a:pt x="21" y="43"/>
                </a:cubicBezTo>
                <a:cubicBezTo>
                  <a:pt x="15" y="43"/>
                  <a:pt x="10" y="41"/>
                  <a:pt x="6" y="37"/>
                </a:cubicBezTo>
                <a:cubicBezTo>
                  <a:pt x="2" y="33"/>
                  <a:pt x="0" y="28"/>
                  <a:pt x="0" y="22"/>
                </a:cubicBezTo>
                <a:cubicBezTo>
                  <a:pt x="0" y="16"/>
                  <a:pt x="2" y="10"/>
                  <a:pt x="6" y="6"/>
                </a:cubicBezTo>
                <a:cubicBezTo>
                  <a:pt x="10" y="2"/>
                  <a:pt x="15" y="0"/>
                  <a:pt x="21" y="0"/>
                </a:cubicBezTo>
                <a:cubicBezTo>
                  <a:pt x="26" y="0"/>
                  <a:pt x="31" y="2"/>
                  <a:pt x="36" y="6"/>
                </a:cubicBezTo>
                <a:cubicBezTo>
                  <a:pt x="40" y="10"/>
                  <a:pt x="42" y="16"/>
                  <a:pt x="42" y="2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4305240" y="3027960"/>
            <a:ext cx="3111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datamodelschema's, met versie en release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4542840" y="3646800"/>
            <a:ext cx="4754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Informatiemodel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de begrippenfamilies en de plaat, gemapt op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4305240" y="3875760"/>
            <a:ext cx="435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OEAPI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