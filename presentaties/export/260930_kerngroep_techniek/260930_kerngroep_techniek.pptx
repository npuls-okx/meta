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51.xml" ContentType="application/vnd.openxmlformats-officedocument.presentationml.slide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51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33.xml.rels" ContentType="application/vnd.openxmlformats-package.relationships+xml"/>
  <Override PartName="/ppt/slides/_rels/slide48.xml.rels" ContentType="application/vnd.openxmlformats-package.relationships+xml"/>
  <Override PartName="/ppt/slides/_rels/slide40.xml.rels" ContentType="application/vnd.openxmlformats-package.relationships+xml"/>
  <Override PartName="/ppt/slides/_rels/slide5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39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46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43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slide30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 txBox="1"/>
          <p:nvPr/>
        </p:nvSpPr>
        <p:spPr>
          <a:xfrm>
            <a:off x="7791480" y="216324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1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05440" y="2403720"/>
            <a:ext cx="3423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Stand van zaken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371920" y="2916000"/>
            <a:ext cx="3792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Niek · afspraken, voortgang en wat er blijft liggen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0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0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2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8" name=""/>
          <p:cNvSpPr/>
          <p:nvPr/>
        </p:nvSpPr>
        <p:spPr>
          <a:xfrm flipV="1">
            <a:off x="10494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17880" y="310320"/>
            <a:ext cx="5828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scenario’s naar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 flipV="1">
            <a:off x="18802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973440" y="3613680"/>
            <a:ext cx="174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Aug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 flipV="1">
            <a:off x="26758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79964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Sep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 flipV="1">
            <a:off x="35071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59992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Oct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 flipV="1">
            <a:off x="43027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426480" y="3613680"/>
            <a:ext cx="171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Nov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 flipV="1">
            <a:off x="51339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226760" y="3613680"/>
            <a:ext cx="172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Dec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 flipV="1">
            <a:off x="59562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5062680" y="3613680"/>
            <a:ext cx="137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Jan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 flipV="1">
            <a:off x="67075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5879880" y="3613680"/>
            <a:ext cx="162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Feb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 flipV="1">
            <a:off x="75297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3156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Mar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 flipV="1">
            <a:off x="83343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745848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Apr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33360" y="16534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33360" y="186552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333360" y="228996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333360" y="207756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33360" y="292644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33360" y="250200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33360" y="313848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3360" y="271440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333360" y="33508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dd784b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noFill/>
          <a:ln w="14040">
            <a:solidFill>
              <a:srgbClr val="3d68ec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8248680" y="3613680"/>
            <a:ext cx="183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May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544400" y="1700280"/>
            <a:ext cx="901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Speciﬁcatie v0.0.1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375640" y="1912320"/>
            <a:ext cx="105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Informatiemodel v0.1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2267280" y="2336760"/>
            <a:ext cx="854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OC-P&amp;R afronden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693880" y="2124720"/>
            <a:ext cx="122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Voorbeelduitwerking LR1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3814560" y="297324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269600" y="254880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5495760" y="318564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949800" y="276120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7658640" y="3397680"/>
            <a:ext cx="11163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374151"/>
                </a:solidFill>
                <a:latin typeface="Arial"/>
                <a:ea typeface="Arial"/>
              </a:rPr>
              <a:t>Alle lagen beschreven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21920" y="1937160"/>
            <a:ext cx="3574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Gereed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21920" y="2361600"/>
            <a:ext cx="275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Loopt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421920" y="2679840"/>
            <a:ext cx="485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Een spoor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333360" y="4457520"/>
            <a:ext cx="8668080" cy="486000"/>
          </a:xfrm>
          <a:custGeom>
            <a:avLst/>
            <a:gdLst/>
            <a:ahLst/>
            <a:rect l="0" t="0" r="r" b="b"/>
            <a:pathLst>
              <a:path w="24078" h="1350">
                <a:moveTo>
                  <a:pt x="0" y="0"/>
                </a:moveTo>
                <a:lnTo>
                  <a:pt x="24078" y="0"/>
                </a:lnTo>
                <a:lnTo>
                  <a:pt x="2407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333360" y="4457520"/>
            <a:ext cx="8668080" cy="38520"/>
          </a:xfrm>
          <a:custGeom>
            <a:avLst/>
            <a:gdLst/>
            <a:ahLst/>
            <a:rect l="0" t="0" r="r" b="b"/>
            <a:pathLst>
              <a:path w="24078" h="107">
                <a:moveTo>
                  <a:pt x="0" y="0"/>
                </a:moveTo>
                <a:lnTo>
                  <a:pt x="24078" y="0"/>
                </a:lnTo>
                <a:lnTo>
                  <a:pt x="2407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333360" y="4933800"/>
            <a:ext cx="8668080" cy="9720"/>
          </a:xfrm>
          <a:custGeom>
            <a:avLst/>
            <a:gdLst/>
            <a:ahLst/>
            <a:rect l="0" t="0" r="r" b="b"/>
            <a:pathLst>
              <a:path w="24078" h="27">
                <a:moveTo>
                  <a:pt x="0" y="0"/>
                </a:moveTo>
                <a:lnTo>
                  <a:pt x="24078" y="0"/>
                </a:lnTo>
                <a:lnTo>
                  <a:pt x="240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991360" y="4457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33360" y="4457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536040" y="4604760"/>
            <a:ext cx="137520" cy="192240"/>
          </a:xfrm>
          <a:custGeom>
            <a:avLst/>
            <a:gdLst/>
            <a:ahLst/>
            <a:rect l="0" t="0" r="r" b="b"/>
            <a:pathLst>
              <a:path w="382" h="534">
                <a:moveTo>
                  <a:pt x="95" y="419"/>
                </a:moveTo>
                <a:lnTo>
                  <a:pt x="286" y="419"/>
                </a:lnTo>
                <a:lnTo>
                  <a:pt x="286" y="458"/>
                </a:lnTo>
                <a:lnTo>
                  <a:pt x="95" y="458"/>
                </a:lnTo>
                <a:lnTo>
                  <a:pt x="95" y="419"/>
                </a:lnTo>
                <a:moveTo>
                  <a:pt x="133" y="496"/>
                </a:moveTo>
                <a:lnTo>
                  <a:pt x="248" y="496"/>
                </a:lnTo>
                <a:lnTo>
                  <a:pt x="248" y="534"/>
                </a:lnTo>
                <a:lnTo>
                  <a:pt x="133" y="534"/>
                </a:lnTo>
                <a:lnTo>
                  <a:pt x="133" y="496"/>
                </a:lnTo>
                <a:moveTo>
                  <a:pt x="190" y="0"/>
                </a:moveTo>
                <a:cubicBezTo>
                  <a:pt x="178" y="0"/>
                  <a:pt x="165" y="1"/>
                  <a:pt x="153" y="3"/>
                </a:cubicBezTo>
                <a:cubicBezTo>
                  <a:pt x="141" y="6"/>
                  <a:pt x="129" y="9"/>
                  <a:pt x="117" y="14"/>
                </a:cubicBezTo>
                <a:cubicBezTo>
                  <a:pt x="106" y="19"/>
                  <a:pt x="95" y="25"/>
                  <a:pt x="84" y="32"/>
                </a:cubicBezTo>
                <a:cubicBezTo>
                  <a:pt x="74" y="39"/>
                  <a:pt x="64" y="46"/>
                  <a:pt x="55" y="55"/>
                </a:cubicBezTo>
                <a:cubicBezTo>
                  <a:pt x="47" y="64"/>
                  <a:pt x="39" y="74"/>
                  <a:pt x="32" y="84"/>
                </a:cubicBezTo>
                <a:cubicBezTo>
                  <a:pt x="25" y="95"/>
                  <a:pt x="19" y="106"/>
                  <a:pt x="14" y="117"/>
                </a:cubicBezTo>
                <a:cubicBezTo>
                  <a:pt x="9" y="129"/>
                  <a:pt x="6" y="141"/>
                  <a:pt x="3" y="153"/>
                </a:cubicBezTo>
                <a:cubicBezTo>
                  <a:pt x="1" y="165"/>
                  <a:pt x="0" y="177"/>
                  <a:pt x="0" y="190"/>
                </a:cubicBezTo>
                <a:cubicBezTo>
                  <a:pt x="-2" y="218"/>
                  <a:pt x="3" y="245"/>
                  <a:pt x="15" y="271"/>
                </a:cubicBezTo>
                <a:cubicBezTo>
                  <a:pt x="27" y="297"/>
                  <a:pt x="43" y="319"/>
                  <a:pt x="65" y="336"/>
                </a:cubicBezTo>
                <a:cubicBezTo>
                  <a:pt x="85" y="354"/>
                  <a:pt x="95" y="364"/>
                  <a:pt x="95" y="381"/>
                </a:cubicBezTo>
                <a:lnTo>
                  <a:pt x="133" y="381"/>
                </a:lnTo>
                <a:cubicBezTo>
                  <a:pt x="133" y="346"/>
                  <a:pt x="112" y="327"/>
                  <a:pt x="91" y="308"/>
                </a:cubicBezTo>
                <a:cubicBezTo>
                  <a:pt x="73" y="294"/>
                  <a:pt x="59" y="277"/>
                  <a:pt x="50" y="255"/>
                </a:cubicBezTo>
                <a:cubicBezTo>
                  <a:pt x="40" y="234"/>
                  <a:pt x="36" y="213"/>
                  <a:pt x="38" y="190"/>
                </a:cubicBezTo>
                <a:cubicBezTo>
                  <a:pt x="38" y="180"/>
                  <a:pt x="39" y="170"/>
                  <a:pt x="41" y="160"/>
                </a:cubicBezTo>
                <a:cubicBezTo>
                  <a:pt x="43" y="150"/>
                  <a:pt x="45" y="141"/>
                  <a:pt x="49" y="132"/>
                </a:cubicBezTo>
                <a:cubicBezTo>
                  <a:pt x="53" y="122"/>
                  <a:pt x="58" y="114"/>
                  <a:pt x="63" y="105"/>
                </a:cubicBezTo>
                <a:cubicBezTo>
                  <a:pt x="69" y="97"/>
                  <a:pt x="75" y="89"/>
                  <a:pt x="82" y="82"/>
                </a:cubicBezTo>
                <a:cubicBezTo>
                  <a:pt x="89" y="75"/>
                  <a:pt x="97" y="69"/>
                  <a:pt x="105" y="63"/>
                </a:cubicBezTo>
                <a:cubicBezTo>
                  <a:pt x="114" y="58"/>
                  <a:pt x="122" y="53"/>
                  <a:pt x="132" y="49"/>
                </a:cubicBezTo>
                <a:cubicBezTo>
                  <a:pt x="141" y="45"/>
                  <a:pt x="150" y="42"/>
                  <a:pt x="160" y="41"/>
                </a:cubicBezTo>
                <a:cubicBezTo>
                  <a:pt x="170" y="39"/>
                  <a:pt x="180" y="38"/>
                  <a:pt x="190" y="38"/>
                </a:cubicBezTo>
                <a:cubicBezTo>
                  <a:pt x="200" y="38"/>
                  <a:pt x="210" y="39"/>
                  <a:pt x="220" y="41"/>
                </a:cubicBezTo>
                <a:cubicBezTo>
                  <a:pt x="231" y="42"/>
                  <a:pt x="240" y="45"/>
                  <a:pt x="249" y="49"/>
                </a:cubicBezTo>
                <a:cubicBezTo>
                  <a:pt x="259" y="53"/>
                  <a:pt x="267" y="58"/>
                  <a:pt x="276" y="63"/>
                </a:cubicBezTo>
                <a:cubicBezTo>
                  <a:pt x="284" y="69"/>
                  <a:pt x="292" y="75"/>
                  <a:pt x="299" y="82"/>
                </a:cubicBezTo>
                <a:cubicBezTo>
                  <a:pt x="306" y="89"/>
                  <a:pt x="312" y="97"/>
                  <a:pt x="318" y="105"/>
                </a:cubicBezTo>
                <a:cubicBezTo>
                  <a:pt x="323" y="114"/>
                  <a:pt x="328" y="122"/>
                  <a:pt x="332" y="132"/>
                </a:cubicBezTo>
                <a:cubicBezTo>
                  <a:pt x="336" y="141"/>
                  <a:pt x="338" y="150"/>
                  <a:pt x="340" y="160"/>
                </a:cubicBezTo>
                <a:cubicBezTo>
                  <a:pt x="342" y="170"/>
                  <a:pt x="343" y="180"/>
                  <a:pt x="343" y="190"/>
                </a:cubicBezTo>
                <a:cubicBezTo>
                  <a:pt x="345" y="213"/>
                  <a:pt x="341" y="234"/>
                  <a:pt x="331" y="255"/>
                </a:cubicBezTo>
                <a:cubicBezTo>
                  <a:pt x="322" y="277"/>
                  <a:pt x="308" y="294"/>
                  <a:pt x="290" y="308"/>
                </a:cubicBezTo>
                <a:cubicBezTo>
                  <a:pt x="269" y="327"/>
                  <a:pt x="248" y="346"/>
                  <a:pt x="248" y="381"/>
                </a:cubicBezTo>
                <a:lnTo>
                  <a:pt x="286" y="381"/>
                </a:lnTo>
                <a:cubicBezTo>
                  <a:pt x="286" y="364"/>
                  <a:pt x="296" y="354"/>
                  <a:pt x="316" y="336"/>
                </a:cubicBezTo>
                <a:cubicBezTo>
                  <a:pt x="338" y="318"/>
                  <a:pt x="354" y="297"/>
                  <a:pt x="366" y="271"/>
                </a:cubicBezTo>
                <a:cubicBezTo>
                  <a:pt x="378" y="245"/>
                  <a:pt x="383" y="218"/>
                  <a:pt x="381" y="190"/>
                </a:cubicBezTo>
                <a:cubicBezTo>
                  <a:pt x="381" y="177"/>
                  <a:pt x="380" y="165"/>
                  <a:pt x="378" y="153"/>
                </a:cubicBezTo>
                <a:cubicBezTo>
                  <a:pt x="375" y="141"/>
                  <a:pt x="372" y="129"/>
                  <a:pt x="367" y="117"/>
                </a:cubicBezTo>
                <a:cubicBezTo>
                  <a:pt x="362" y="106"/>
                  <a:pt x="356" y="95"/>
                  <a:pt x="349" y="84"/>
                </a:cubicBezTo>
                <a:cubicBezTo>
                  <a:pt x="342" y="74"/>
                  <a:pt x="335" y="64"/>
                  <a:pt x="326" y="55"/>
                </a:cubicBezTo>
                <a:cubicBezTo>
                  <a:pt x="317" y="46"/>
                  <a:pt x="307" y="39"/>
                  <a:pt x="297" y="32"/>
                </a:cubicBezTo>
                <a:cubicBezTo>
                  <a:pt x="286" y="25"/>
                  <a:pt x="275" y="19"/>
                  <a:pt x="264" y="14"/>
                </a:cubicBezTo>
                <a:cubicBezTo>
                  <a:pt x="252" y="9"/>
                  <a:pt x="240" y="6"/>
                  <a:pt x="228" y="3"/>
                </a:cubicBezTo>
                <a:cubicBezTo>
                  <a:pt x="215" y="1"/>
                  <a:pt x="203" y="0"/>
                  <a:pt x="190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21920" y="321012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Twee sporen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716400" y="4626000"/>
            <a:ext cx="5670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Afronden vraagt input en aanhaking; het schrijfwerk ligt 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4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2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076720" y="2194200"/>
            <a:ext cx="433188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896160" y="2613240"/>
            <a:ext cx="23004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11488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Niek · de opleiding van Jochem, fase 1 stap voor stap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6" name=""/>
          <p:cNvSpPr/>
          <p:nvPr/>
        </p:nvSpPr>
        <p:spPr>
          <a:xfrm>
            <a:off x="461880" y="1233360"/>
            <a:ext cx="3134160" cy="952920"/>
          </a:xfrm>
          <a:custGeom>
            <a:avLst/>
            <a:gdLst/>
            <a:ahLst/>
            <a:rect l="0" t="0" r="r" b="b"/>
            <a:pathLst>
              <a:path w="8706" h="2647">
                <a:moveTo>
                  <a:pt x="0" y="2395"/>
                </a:moveTo>
                <a:lnTo>
                  <a:pt x="0" y="251"/>
                </a:lnTo>
                <a:cubicBezTo>
                  <a:pt x="0" y="235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2"/>
                </a:cubicBezTo>
                <a:cubicBezTo>
                  <a:pt x="8672" y="125"/>
                  <a:pt x="8680" y="140"/>
                  <a:pt x="8686" y="155"/>
                </a:cubicBezTo>
                <a:cubicBezTo>
                  <a:pt x="8693" y="170"/>
                  <a:pt x="8697" y="186"/>
                  <a:pt x="8701" y="202"/>
                </a:cubicBezTo>
                <a:cubicBezTo>
                  <a:pt x="8704" y="218"/>
                  <a:pt x="8706" y="235"/>
                  <a:pt x="8706" y="251"/>
                </a:cubicBezTo>
                <a:lnTo>
                  <a:pt x="8706" y="2395"/>
                </a:lnTo>
                <a:cubicBezTo>
                  <a:pt x="8706" y="2412"/>
                  <a:pt x="8704" y="2428"/>
                  <a:pt x="8701" y="2444"/>
                </a:cubicBezTo>
                <a:cubicBezTo>
                  <a:pt x="8697" y="2461"/>
                  <a:pt x="8693" y="2476"/>
                  <a:pt x="8686" y="2492"/>
                </a:cubicBezTo>
                <a:cubicBezTo>
                  <a:pt x="8680" y="2507"/>
                  <a:pt x="8672" y="2521"/>
                  <a:pt x="8663" y="2535"/>
                </a:cubicBezTo>
                <a:cubicBezTo>
                  <a:pt x="8654" y="2549"/>
                  <a:pt x="8644" y="2561"/>
                  <a:pt x="8632" y="2573"/>
                </a:cubicBezTo>
                <a:cubicBezTo>
                  <a:pt x="8620" y="2585"/>
                  <a:pt x="8608" y="2595"/>
                  <a:pt x="8594" y="2604"/>
                </a:cubicBezTo>
                <a:cubicBezTo>
                  <a:pt x="8580" y="2613"/>
                  <a:pt x="8566" y="2621"/>
                  <a:pt x="8550" y="2628"/>
                </a:cubicBezTo>
                <a:cubicBezTo>
                  <a:pt x="8535" y="2634"/>
                  <a:pt x="8519" y="2639"/>
                  <a:pt x="8503" y="2642"/>
                </a:cubicBezTo>
                <a:cubicBezTo>
                  <a:pt x="8487" y="2645"/>
                  <a:pt x="8471" y="2647"/>
                  <a:pt x="8454" y="2647"/>
                </a:cubicBezTo>
                <a:lnTo>
                  <a:pt x="251" y="2647"/>
                </a:lnTo>
                <a:cubicBezTo>
                  <a:pt x="235" y="2647"/>
                  <a:pt x="218" y="2645"/>
                  <a:pt x="202" y="2642"/>
                </a:cubicBezTo>
                <a:cubicBezTo>
                  <a:pt x="186" y="2639"/>
                  <a:pt x="170" y="2634"/>
                  <a:pt x="155" y="2628"/>
                </a:cubicBezTo>
                <a:cubicBezTo>
                  <a:pt x="140" y="2621"/>
                  <a:pt x="125" y="2613"/>
                  <a:pt x="111" y="2604"/>
                </a:cubicBezTo>
                <a:cubicBezTo>
                  <a:pt x="98" y="2595"/>
                  <a:pt x="85" y="2585"/>
                  <a:pt x="73" y="2573"/>
                </a:cubicBezTo>
                <a:cubicBezTo>
                  <a:pt x="62" y="2561"/>
                  <a:pt x="51" y="2549"/>
                  <a:pt x="42" y="2535"/>
                </a:cubicBezTo>
                <a:cubicBezTo>
                  <a:pt x="33" y="2521"/>
                  <a:pt x="25" y="2507"/>
                  <a:pt x="19" y="2492"/>
                </a:cubicBezTo>
                <a:cubicBezTo>
                  <a:pt x="13" y="2476"/>
                  <a:pt x="8" y="2461"/>
                  <a:pt x="5" y="2444"/>
                </a:cubicBezTo>
                <a:cubicBezTo>
                  <a:pt x="1" y="2428"/>
                  <a:pt x="0" y="2412"/>
                  <a:pt x="0" y="23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61880" y="1233360"/>
            <a:ext cx="3134160" cy="952920"/>
          </a:xfrm>
          <a:custGeom>
            <a:avLst/>
            <a:gdLst/>
            <a:ahLst/>
            <a:rect l="0" t="0" r="r" b="b"/>
            <a:pathLst>
              <a:path w="8706" h="2647">
                <a:moveTo>
                  <a:pt x="0" y="2395"/>
                </a:moveTo>
                <a:lnTo>
                  <a:pt x="0" y="251"/>
                </a:lnTo>
                <a:cubicBezTo>
                  <a:pt x="0" y="235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2"/>
                </a:cubicBezTo>
                <a:cubicBezTo>
                  <a:pt x="8672" y="125"/>
                  <a:pt x="8680" y="140"/>
                  <a:pt x="8686" y="155"/>
                </a:cubicBezTo>
                <a:cubicBezTo>
                  <a:pt x="8693" y="170"/>
                  <a:pt x="8697" y="186"/>
                  <a:pt x="8701" y="202"/>
                </a:cubicBezTo>
                <a:cubicBezTo>
                  <a:pt x="8704" y="218"/>
                  <a:pt x="8706" y="235"/>
                  <a:pt x="8706" y="251"/>
                </a:cubicBezTo>
                <a:lnTo>
                  <a:pt x="8706" y="2395"/>
                </a:lnTo>
                <a:cubicBezTo>
                  <a:pt x="8706" y="2412"/>
                  <a:pt x="8704" y="2428"/>
                  <a:pt x="8701" y="2444"/>
                </a:cubicBezTo>
                <a:cubicBezTo>
                  <a:pt x="8697" y="2461"/>
                  <a:pt x="8693" y="2476"/>
                  <a:pt x="8686" y="2492"/>
                </a:cubicBezTo>
                <a:cubicBezTo>
                  <a:pt x="8680" y="2507"/>
                  <a:pt x="8672" y="2521"/>
                  <a:pt x="8663" y="2535"/>
                </a:cubicBezTo>
                <a:cubicBezTo>
                  <a:pt x="8654" y="2549"/>
                  <a:pt x="8644" y="2561"/>
                  <a:pt x="8632" y="2573"/>
                </a:cubicBezTo>
                <a:cubicBezTo>
                  <a:pt x="8620" y="2585"/>
                  <a:pt x="8608" y="2595"/>
                  <a:pt x="8594" y="2604"/>
                </a:cubicBezTo>
                <a:cubicBezTo>
                  <a:pt x="8580" y="2613"/>
                  <a:pt x="8566" y="2621"/>
                  <a:pt x="8550" y="2628"/>
                </a:cubicBezTo>
                <a:cubicBezTo>
                  <a:pt x="8535" y="2634"/>
                  <a:pt x="8519" y="2639"/>
                  <a:pt x="8503" y="2642"/>
                </a:cubicBezTo>
                <a:cubicBezTo>
                  <a:pt x="8487" y="2645"/>
                  <a:pt x="8471" y="2647"/>
                  <a:pt x="8454" y="2647"/>
                </a:cubicBezTo>
                <a:lnTo>
                  <a:pt x="251" y="2647"/>
                </a:lnTo>
                <a:cubicBezTo>
                  <a:pt x="235" y="2647"/>
                  <a:pt x="218" y="2645"/>
                  <a:pt x="202" y="2642"/>
                </a:cubicBezTo>
                <a:cubicBezTo>
                  <a:pt x="186" y="2639"/>
                  <a:pt x="170" y="2634"/>
                  <a:pt x="155" y="2628"/>
                </a:cubicBezTo>
                <a:cubicBezTo>
                  <a:pt x="140" y="2621"/>
                  <a:pt x="125" y="2613"/>
                  <a:pt x="111" y="2604"/>
                </a:cubicBezTo>
                <a:cubicBezTo>
                  <a:pt x="98" y="2595"/>
                  <a:pt x="85" y="2585"/>
                  <a:pt x="73" y="2573"/>
                </a:cubicBezTo>
                <a:cubicBezTo>
                  <a:pt x="62" y="2561"/>
                  <a:pt x="51" y="2549"/>
                  <a:pt x="42" y="2535"/>
                </a:cubicBezTo>
                <a:cubicBezTo>
                  <a:pt x="33" y="2521"/>
                  <a:pt x="25" y="2507"/>
                  <a:pt x="19" y="2492"/>
                </a:cubicBezTo>
                <a:cubicBezTo>
                  <a:pt x="13" y="2476"/>
                  <a:pt x="8" y="2461"/>
                  <a:pt x="5" y="2444"/>
                </a:cubicBezTo>
                <a:cubicBezTo>
                  <a:pt x="1" y="2428"/>
                  <a:pt x="0" y="2412"/>
                  <a:pt x="0" y="23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61880" y="2261880"/>
            <a:ext cx="3134160" cy="952920"/>
          </a:xfrm>
          <a:custGeom>
            <a:avLst/>
            <a:gdLst/>
            <a:ahLst/>
            <a:rect l="0" t="0" r="r" b="b"/>
            <a:pathLst>
              <a:path w="8706" h="2647">
                <a:moveTo>
                  <a:pt x="0" y="2396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2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6"/>
                  <a:pt x="8580" y="34"/>
                  <a:pt x="8594" y="43"/>
                </a:cubicBezTo>
                <a:cubicBezTo>
                  <a:pt x="8608" y="52"/>
                  <a:pt x="8620" y="62"/>
                  <a:pt x="8632" y="74"/>
                </a:cubicBezTo>
                <a:cubicBezTo>
                  <a:pt x="8644" y="86"/>
                  <a:pt x="8654" y="98"/>
                  <a:pt x="8663" y="112"/>
                </a:cubicBezTo>
                <a:cubicBezTo>
                  <a:pt x="8672" y="126"/>
                  <a:pt x="8680" y="140"/>
                  <a:pt x="8686" y="156"/>
                </a:cubicBezTo>
                <a:cubicBezTo>
                  <a:pt x="8693" y="171"/>
                  <a:pt x="8697" y="186"/>
                  <a:pt x="8701" y="203"/>
                </a:cubicBezTo>
                <a:cubicBezTo>
                  <a:pt x="8704" y="219"/>
                  <a:pt x="8706" y="235"/>
                  <a:pt x="8706" y="252"/>
                </a:cubicBezTo>
                <a:lnTo>
                  <a:pt x="8706" y="2396"/>
                </a:lnTo>
                <a:cubicBezTo>
                  <a:pt x="8706" y="2412"/>
                  <a:pt x="8704" y="2429"/>
                  <a:pt x="8701" y="2445"/>
                </a:cubicBezTo>
                <a:cubicBezTo>
                  <a:pt x="8697" y="2461"/>
                  <a:pt x="8693" y="2477"/>
                  <a:pt x="8686" y="2492"/>
                </a:cubicBezTo>
                <a:cubicBezTo>
                  <a:pt x="8680" y="2507"/>
                  <a:pt x="8672" y="2522"/>
                  <a:pt x="8663" y="2535"/>
                </a:cubicBezTo>
                <a:cubicBezTo>
                  <a:pt x="8654" y="2549"/>
                  <a:pt x="8644" y="2562"/>
                  <a:pt x="8632" y="2574"/>
                </a:cubicBezTo>
                <a:cubicBezTo>
                  <a:pt x="8620" y="2585"/>
                  <a:pt x="8608" y="2596"/>
                  <a:pt x="8594" y="2605"/>
                </a:cubicBezTo>
                <a:cubicBezTo>
                  <a:pt x="8580" y="2614"/>
                  <a:pt x="8566" y="2622"/>
                  <a:pt x="8550" y="2628"/>
                </a:cubicBezTo>
                <a:cubicBezTo>
                  <a:pt x="8535" y="2634"/>
                  <a:pt x="8519" y="2639"/>
                  <a:pt x="8503" y="2642"/>
                </a:cubicBezTo>
                <a:cubicBezTo>
                  <a:pt x="8487" y="2646"/>
                  <a:pt x="8471" y="2647"/>
                  <a:pt x="8454" y="2647"/>
                </a:cubicBezTo>
                <a:lnTo>
                  <a:pt x="251" y="2647"/>
                </a:lnTo>
                <a:cubicBezTo>
                  <a:pt x="235" y="2647"/>
                  <a:pt x="218" y="2646"/>
                  <a:pt x="202" y="2642"/>
                </a:cubicBezTo>
                <a:cubicBezTo>
                  <a:pt x="186" y="2639"/>
                  <a:pt x="170" y="2634"/>
                  <a:pt x="155" y="2628"/>
                </a:cubicBezTo>
                <a:cubicBezTo>
                  <a:pt x="140" y="2622"/>
                  <a:pt x="125" y="2614"/>
                  <a:pt x="111" y="2605"/>
                </a:cubicBezTo>
                <a:cubicBezTo>
                  <a:pt x="98" y="2596"/>
                  <a:pt x="85" y="2585"/>
                  <a:pt x="73" y="2574"/>
                </a:cubicBezTo>
                <a:cubicBezTo>
                  <a:pt x="62" y="2562"/>
                  <a:pt x="51" y="2549"/>
                  <a:pt x="42" y="2535"/>
                </a:cubicBezTo>
                <a:cubicBezTo>
                  <a:pt x="33" y="2522"/>
                  <a:pt x="25" y="2507"/>
                  <a:pt x="19" y="2492"/>
                </a:cubicBezTo>
                <a:cubicBezTo>
                  <a:pt x="13" y="2477"/>
                  <a:pt x="8" y="2461"/>
                  <a:pt x="5" y="2445"/>
                </a:cubicBezTo>
                <a:cubicBezTo>
                  <a:pt x="1" y="2429"/>
                  <a:pt x="0" y="2412"/>
                  <a:pt x="0" y="23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461880" y="2261880"/>
            <a:ext cx="3134160" cy="952920"/>
          </a:xfrm>
          <a:custGeom>
            <a:avLst/>
            <a:gdLst/>
            <a:ahLst/>
            <a:rect l="0" t="0" r="r" b="b"/>
            <a:pathLst>
              <a:path w="8706" h="2647">
                <a:moveTo>
                  <a:pt x="0" y="2396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2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6"/>
                  <a:pt x="8580" y="34"/>
                  <a:pt x="8594" y="43"/>
                </a:cubicBezTo>
                <a:cubicBezTo>
                  <a:pt x="8608" y="52"/>
                  <a:pt x="8620" y="62"/>
                  <a:pt x="8632" y="74"/>
                </a:cubicBezTo>
                <a:cubicBezTo>
                  <a:pt x="8644" y="86"/>
                  <a:pt x="8654" y="98"/>
                  <a:pt x="8663" y="112"/>
                </a:cubicBezTo>
                <a:cubicBezTo>
                  <a:pt x="8672" y="126"/>
                  <a:pt x="8680" y="140"/>
                  <a:pt x="8686" y="156"/>
                </a:cubicBezTo>
                <a:cubicBezTo>
                  <a:pt x="8693" y="171"/>
                  <a:pt x="8697" y="186"/>
                  <a:pt x="8701" y="203"/>
                </a:cubicBezTo>
                <a:cubicBezTo>
                  <a:pt x="8704" y="219"/>
                  <a:pt x="8706" y="235"/>
                  <a:pt x="8706" y="252"/>
                </a:cubicBezTo>
                <a:lnTo>
                  <a:pt x="8706" y="2396"/>
                </a:lnTo>
                <a:cubicBezTo>
                  <a:pt x="8706" y="2412"/>
                  <a:pt x="8704" y="2429"/>
                  <a:pt x="8701" y="2445"/>
                </a:cubicBezTo>
                <a:cubicBezTo>
                  <a:pt x="8697" y="2461"/>
                  <a:pt x="8693" y="2477"/>
                  <a:pt x="8686" y="2492"/>
                </a:cubicBezTo>
                <a:cubicBezTo>
                  <a:pt x="8680" y="2507"/>
                  <a:pt x="8672" y="2522"/>
                  <a:pt x="8663" y="2535"/>
                </a:cubicBezTo>
                <a:cubicBezTo>
                  <a:pt x="8654" y="2549"/>
                  <a:pt x="8644" y="2562"/>
                  <a:pt x="8632" y="2574"/>
                </a:cubicBezTo>
                <a:cubicBezTo>
                  <a:pt x="8620" y="2585"/>
                  <a:pt x="8608" y="2596"/>
                  <a:pt x="8594" y="2605"/>
                </a:cubicBezTo>
                <a:cubicBezTo>
                  <a:pt x="8580" y="2614"/>
                  <a:pt x="8566" y="2622"/>
                  <a:pt x="8550" y="2628"/>
                </a:cubicBezTo>
                <a:cubicBezTo>
                  <a:pt x="8535" y="2634"/>
                  <a:pt x="8519" y="2639"/>
                  <a:pt x="8503" y="2642"/>
                </a:cubicBezTo>
                <a:cubicBezTo>
                  <a:pt x="8487" y="2646"/>
                  <a:pt x="8471" y="2647"/>
                  <a:pt x="8454" y="2647"/>
                </a:cubicBezTo>
                <a:lnTo>
                  <a:pt x="251" y="2647"/>
                </a:lnTo>
                <a:cubicBezTo>
                  <a:pt x="235" y="2647"/>
                  <a:pt x="218" y="2646"/>
                  <a:pt x="202" y="2642"/>
                </a:cubicBezTo>
                <a:cubicBezTo>
                  <a:pt x="186" y="2639"/>
                  <a:pt x="170" y="2634"/>
                  <a:pt x="155" y="2628"/>
                </a:cubicBezTo>
                <a:cubicBezTo>
                  <a:pt x="140" y="2622"/>
                  <a:pt x="125" y="2614"/>
                  <a:pt x="111" y="2605"/>
                </a:cubicBezTo>
                <a:cubicBezTo>
                  <a:pt x="98" y="2596"/>
                  <a:pt x="85" y="2585"/>
                  <a:pt x="73" y="2574"/>
                </a:cubicBezTo>
                <a:cubicBezTo>
                  <a:pt x="62" y="2562"/>
                  <a:pt x="51" y="2549"/>
                  <a:pt x="42" y="2535"/>
                </a:cubicBezTo>
                <a:cubicBezTo>
                  <a:pt x="33" y="2522"/>
                  <a:pt x="25" y="2507"/>
                  <a:pt x="19" y="2492"/>
                </a:cubicBezTo>
                <a:cubicBezTo>
                  <a:pt x="13" y="2477"/>
                  <a:pt x="8" y="2461"/>
                  <a:pt x="5" y="2445"/>
                </a:cubicBezTo>
                <a:cubicBezTo>
                  <a:pt x="1" y="2429"/>
                  <a:pt x="0" y="2412"/>
                  <a:pt x="0" y="239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461880" y="3290760"/>
            <a:ext cx="3134160" cy="952920"/>
          </a:xfrm>
          <a:custGeom>
            <a:avLst/>
            <a:gdLst/>
            <a:ahLst/>
            <a:rect l="0" t="0" r="r" b="b"/>
            <a:pathLst>
              <a:path w="8706" h="2647">
                <a:moveTo>
                  <a:pt x="0" y="2395"/>
                </a:moveTo>
                <a:lnTo>
                  <a:pt x="0" y="252"/>
                </a:lnTo>
                <a:cubicBezTo>
                  <a:pt x="0" y="236"/>
                  <a:pt x="1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2"/>
                </a:cubicBezTo>
                <a:cubicBezTo>
                  <a:pt x="8672" y="126"/>
                  <a:pt x="8680" y="141"/>
                  <a:pt x="8686" y="156"/>
                </a:cubicBezTo>
                <a:cubicBezTo>
                  <a:pt x="8693" y="171"/>
                  <a:pt x="8697" y="187"/>
                  <a:pt x="8701" y="203"/>
                </a:cubicBezTo>
                <a:cubicBezTo>
                  <a:pt x="8704" y="219"/>
                  <a:pt x="8706" y="236"/>
                  <a:pt x="8706" y="252"/>
                </a:cubicBezTo>
                <a:lnTo>
                  <a:pt x="8706" y="2395"/>
                </a:lnTo>
                <a:cubicBezTo>
                  <a:pt x="8706" y="2412"/>
                  <a:pt x="8704" y="2428"/>
                  <a:pt x="8701" y="2444"/>
                </a:cubicBezTo>
                <a:cubicBezTo>
                  <a:pt x="8697" y="2461"/>
                  <a:pt x="8693" y="2476"/>
                  <a:pt x="8686" y="2492"/>
                </a:cubicBezTo>
                <a:cubicBezTo>
                  <a:pt x="8680" y="2507"/>
                  <a:pt x="8672" y="2521"/>
                  <a:pt x="8663" y="2535"/>
                </a:cubicBezTo>
                <a:cubicBezTo>
                  <a:pt x="8654" y="2549"/>
                  <a:pt x="8644" y="2561"/>
                  <a:pt x="8632" y="2573"/>
                </a:cubicBezTo>
                <a:cubicBezTo>
                  <a:pt x="8620" y="2585"/>
                  <a:pt x="8608" y="2595"/>
                  <a:pt x="8594" y="2604"/>
                </a:cubicBezTo>
                <a:cubicBezTo>
                  <a:pt x="8580" y="2613"/>
                  <a:pt x="8566" y="2621"/>
                  <a:pt x="8550" y="2628"/>
                </a:cubicBezTo>
                <a:cubicBezTo>
                  <a:pt x="8535" y="2634"/>
                  <a:pt x="8519" y="2639"/>
                  <a:pt x="8503" y="2642"/>
                </a:cubicBezTo>
                <a:cubicBezTo>
                  <a:pt x="8487" y="2645"/>
                  <a:pt x="8471" y="2647"/>
                  <a:pt x="8454" y="2647"/>
                </a:cubicBezTo>
                <a:lnTo>
                  <a:pt x="251" y="2647"/>
                </a:lnTo>
                <a:cubicBezTo>
                  <a:pt x="235" y="2647"/>
                  <a:pt x="218" y="2645"/>
                  <a:pt x="202" y="2642"/>
                </a:cubicBezTo>
                <a:cubicBezTo>
                  <a:pt x="186" y="2639"/>
                  <a:pt x="170" y="2634"/>
                  <a:pt x="155" y="2628"/>
                </a:cubicBezTo>
                <a:cubicBezTo>
                  <a:pt x="140" y="2621"/>
                  <a:pt x="125" y="2613"/>
                  <a:pt x="111" y="2604"/>
                </a:cubicBezTo>
                <a:cubicBezTo>
                  <a:pt x="98" y="2595"/>
                  <a:pt x="85" y="2585"/>
                  <a:pt x="73" y="2573"/>
                </a:cubicBezTo>
                <a:cubicBezTo>
                  <a:pt x="62" y="2561"/>
                  <a:pt x="51" y="2549"/>
                  <a:pt x="42" y="2535"/>
                </a:cubicBezTo>
                <a:cubicBezTo>
                  <a:pt x="33" y="2521"/>
                  <a:pt x="25" y="2507"/>
                  <a:pt x="19" y="2492"/>
                </a:cubicBezTo>
                <a:cubicBezTo>
                  <a:pt x="13" y="2476"/>
                  <a:pt x="8" y="2461"/>
                  <a:pt x="5" y="2444"/>
                </a:cubicBezTo>
                <a:cubicBezTo>
                  <a:pt x="1" y="2428"/>
                  <a:pt x="0" y="2412"/>
                  <a:pt x="0" y="23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461880" y="3290760"/>
            <a:ext cx="3134160" cy="952920"/>
          </a:xfrm>
          <a:custGeom>
            <a:avLst/>
            <a:gdLst/>
            <a:ahLst/>
            <a:rect l="0" t="0" r="r" b="b"/>
            <a:pathLst>
              <a:path w="8706" h="2647">
                <a:moveTo>
                  <a:pt x="0" y="2395"/>
                </a:moveTo>
                <a:lnTo>
                  <a:pt x="0" y="252"/>
                </a:lnTo>
                <a:cubicBezTo>
                  <a:pt x="0" y="236"/>
                  <a:pt x="1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8454" y="0"/>
                </a:lnTo>
                <a:cubicBezTo>
                  <a:pt x="8471" y="0"/>
                  <a:pt x="8487" y="1"/>
                  <a:pt x="8503" y="5"/>
                </a:cubicBezTo>
                <a:cubicBezTo>
                  <a:pt x="8519" y="8"/>
                  <a:pt x="8535" y="13"/>
                  <a:pt x="8550" y="19"/>
                </a:cubicBezTo>
                <a:cubicBezTo>
                  <a:pt x="8566" y="25"/>
                  <a:pt x="8580" y="33"/>
                  <a:pt x="8594" y="42"/>
                </a:cubicBezTo>
                <a:cubicBezTo>
                  <a:pt x="8608" y="51"/>
                  <a:pt x="8620" y="62"/>
                  <a:pt x="8632" y="73"/>
                </a:cubicBezTo>
                <a:cubicBezTo>
                  <a:pt x="8644" y="85"/>
                  <a:pt x="8654" y="98"/>
                  <a:pt x="8663" y="112"/>
                </a:cubicBezTo>
                <a:cubicBezTo>
                  <a:pt x="8672" y="126"/>
                  <a:pt x="8680" y="141"/>
                  <a:pt x="8686" y="156"/>
                </a:cubicBezTo>
                <a:cubicBezTo>
                  <a:pt x="8693" y="171"/>
                  <a:pt x="8697" y="187"/>
                  <a:pt x="8701" y="203"/>
                </a:cubicBezTo>
                <a:cubicBezTo>
                  <a:pt x="8704" y="219"/>
                  <a:pt x="8706" y="236"/>
                  <a:pt x="8706" y="252"/>
                </a:cubicBezTo>
                <a:lnTo>
                  <a:pt x="8706" y="2395"/>
                </a:lnTo>
                <a:cubicBezTo>
                  <a:pt x="8706" y="2412"/>
                  <a:pt x="8704" y="2428"/>
                  <a:pt x="8701" y="2444"/>
                </a:cubicBezTo>
                <a:cubicBezTo>
                  <a:pt x="8697" y="2461"/>
                  <a:pt x="8693" y="2476"/>
                  <a:pt x="8686" y="2492"/>
                </a:cubicBezTo>
                <a:cubicBezTo>
                  <a:pt x="8680" y="2507"/>
                  <a:pt x="8672" y="2521"/>
                  <a:pt x="8663" y="2535"/>
                </a:cubicBezTo>
                <a:cubicBezTo>
                  <a:pt x="8654" y="2549"/>
                  <a:pt x="8644" y="2561"/>
                  <a:pt x="8632" y="2573"/>
                </a:cubicBezTo>
                <a:cubicBezTo>
                  <a:pt x="8620" y="2585"/>
                  <a:pt x="8608" y="2595"/>
                  <a:pt x="8594" y="2604"/>
                </a:cubicBezTo>
                <a:cubicBezTo>
                  <a:pt x="8580" y="2613"/>
                  <a:pt x="8566" y="2621"/>
                  <a:pt x="8550" y="2628"/>
                </a:cubicBezTo>
                <a:cubicBezTo>
                  <a:pt x="8535" y="2634"/>
                  <a:pt x="8519" y="2639"/>
                  <a:pt x="8503" y="2642"/>
                </a:cubicBezTo>
                <a:cubicBezTo>
                  <a:pt x="8487" y="2645"/>
                  <a:pt x="8471" y="2647"/>
                  <a:pt x="8454" y="2647"/>
                </a:cubicBezTo>
                <a:lnTo>
                  <a:pt x="251" y="2647"/>
                </a:lnTo>
                <a:cubicBezTo>
                  <a:pt x="235" y="2647"/>
                  <a:pt x="218" y="2645"/>
                  <a:pt x="202" y="2642"/>
                </a:cubicBezTo>
                <a:cubicBezTo>
                  <a:pt x="186" y="2639"/>
                  <a:pt x="170" y="2634"/>
                  <a:pt x="155" y="2628"/>
                </a:cubicBezTo>
                <a:cubicBezTo>
                  <a:pt x="140" y="2621"/>
                  <a:pt x="125" y="2613"/>
                  <a:pt x="111" y="2604"/>
                </a:cubicBezTo>
                <a:cubicBezTo>
                  <a:pt x="98" y="2595"/>
                  <a:pt x="85" y="2585"/>
                  <a:pt x="73" y="2573"/>
                </a:cubicBezTo>
                <a:cubicBezTo>
                  <a:pt x="62" y="2561"/>
                  <a:pt x="51" y="2549"/>
                  <a:pt x="42" y="2535"/>
                </a:cubicBezTo>
                <a:cubicBezTo>
                  <a:pt x="33" y="2521"/>
                  <a:pt x="25" y="2507"/>
                  <a:pt x="19" y="2492"/>
                </a:cubicBezTo>
                <a:cubicBezTo>
                  <a:pt x="13" y="2476"/>
                  <a:pt x="8" y="2461"/>
                  <a:pt x="5" y="2444"/>
                </a:cubicBezTo>
                <a:cubicBezTo>
                  <a:pt x="1" y="2428"/>
                  <a:pt x="0" y="2412"/>
                  <a:pt x="0" y="23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2" name="" descr=""/>
          <p:cNvPicPr/>
          <p:nvPr/>
        </p:nvPicPr>
        <p:blipFill>
          <a:blip r:embed="rId2"/>
          <a:stretch/>
        </p:blipFill>
        <p:spPr>
          <a:xfrm>
            <a:off x="1628640" y="1314360"/>
            <a:ext cx="799560" cy="599760"/>
          </a:xfrm>
          <a:prstGeom prst="rect">
            <a:avLst/>
          </a:prstGeom>
          <a:ln w="0">
            <a:noFill/>
          </a:ln>
        </p:spPr>
      </p:pic>
      <p:sp>
        <p:nvSpPr>
          <p:cNvPr id="453" name=""/>
          <p:cNvSpPr txBox="1"/>
          <p:nvPr/>
        </p:nvSpPr>
        <p:spPr>
          <a:xfrm>
            <a:off x="439920" y="577080"/>
            <a:ext cx="5557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bronnen, een voorbeeld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4" name="" descr=""/>
          <p:cNvPicPr/>
          <p:nvPr/>
        </p:nvPicPr>
        <p:blipFill>
          <a:blip r:embed="rId3"/>
          <a:stretch/>
        </p:blipFill>
        <p:spPr>
          <a:xfrm>
            <a:off x="1352520" y="2343240"/>
            <a:ext cx="1352160" cy="599760"/>
          </a:xfrm>
          <a:prstGeom prst="rect">
            <a:avLst/>
          </a:prstGeom>
          <a:ln w="0">
            <a:noFill/>
          </a:ln>
        </p:spPr>
      </p:pic>
      <p:sp>
        <p:nvSpPr>
          <p:cNvPr id="455" name=""/>
          <p:cNvSpPr txBox="1"/>
          <p:nvPr/>
        </p:nvSpPr>
        <p:spPr>
          <a:xfrm>
            <a:off x="1452960" y="1965960"/>
            <a:ext cx="1446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Informatiemodel v0.1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1142640" y="3371400"/>
            <a:ext cx="339840" cy="360"/>
          </a:xfrm>
          <a:custGeom>
            <a:avLst/>
            <a:gdLst/>
            <a:ahLst/>
            <a:rect l="0" t="0" r="r" b="b"/>
            <a:pathLst>
              <a:path w="944" h="1">
                <a:moveTo>
                  <a:pt x="0" y="0"/>
                </a:moveTo>
                <a:lnTo>
                  <a:pt x="4" y="0"/>
                </a:lnTo>
                <a:lnTo>
                  <a:pt x="4" y="1"/>
                </a:lnTo>
                <a:lnTo>
                  <a:pt x="0" y="1"/>
                </a:lnTo>
                <a:lnTo>
                  <a:pt x="0" y="0"/>
                </a:lnTo>
                <a:moveTo>
                  <a:pt x="8" y="0"/>
                </a:moveTo>
                <a:lnTo>
                  <a:pt x="12" y="0"/>
                </a:lnTo>
                <a:lnTo>
                  <a:pt x="12" y="1"/>
                </a:lnTo>
                <a:lnTo>
                  <a:pt x="8" y="1"/>
                </a:lnTo>
                <a:lnTo>
                  <a:pt x="8" y="0"/>
                </a:lnTo>
                <a:moveTo>
                  <a:pt x="16" y="0"/>
                </a:moveTo>
                <a:lnTo>
                  <a:pt x="20" y="0"/>
                </a:lnTo>
                <a:lnTo>
                  <a:pt x="20" y="1"/>
                </a:lnTo>
                <a:lnTo>
                  <a:pt x="16" y="1"/>
                </a:lnTo>
                <a:lnTo>
                  <a:pt x="16" y="0"/>
                </a:lnTo>
                <a:moveTo>
                  <a:pt x="24" y="0"/>
                </a:moveTo>
                <a:lnTo>
                  <a:pt x="28" y="0"/>
                </a:lnTo>
                <a:lnTo>
                  <a:pt x="28" y="1"/>
                </a:lnTo>
                <a:lnTo>
                  <a:pt x="24" y="1"/>
                </a:lnTo>
                <a:lnTo>
                  <a:pt x="24" y="0"/>
                </a:lnTo>
                <a:moveTo>
                  <a:pt x="32" y="0"/>
                </a:moveTo>
                <a:lnTo>
                  <a:pt x="36" y="0"/>
                </a:lnTo>
                <a:lnTo>
                  <a:pt x="36" y="1"/>
                </a:lnTo>
                <a:lnTo>
                  <a:pt x="32" y="1"/>
                </a:lnTo>
                <a:lnTo>
                  <a:pt x="32" y="0"/>
                </a:lnTo>
                <a:moveTo>
                  <a:pt x="40" y="0"/>
                </a:moveTo>
                <a:lnTo>
                  <a:pt x="44" y="0"/>
                </a:lnTo>
                <a:lnTo>
                  <a:pt x="44" y="1"/>
                </a:lnTo>
                <a:lnTo>
                  <a:pt x="40" y="1"/>
                </a:lnTo>
                <a:lnTo>
                  <a:pt x="40" y="0"/>
                </a:lnTo>
                <a:moveTo>
                  <a:pt x="48" y="0"/>
                </a:moveTo>
                <a:lnTo>
                  <a:pt x="52" y="0"/>
                </a:lnTo>
                <a:lnTo>
                  <a:pt x="52" y="1"/>
                </a:lnTo>
                <a:lnTo>
                  <a:pt x="48" y="1"/>
                </a:lnTo>
                <a:lnTo>
                  <a:pt x="48" y="0"/>
                </a:lnTo>
                <a:moveTo>
                  <a:pt x="56" y="0"/>
                </a:moveTo>
                <a:lnTo>
                  <a:pt x="60" y="0"/>
                </a:lnTo>
                <a:lnTo>
                  <a:pt x="60" y="1"/>
                </a:lnTo>
                <a:lnTo>
                  <a:pt x="56" y="1"/>
                </a:lnTo>
                <a:lnTo>
                  <a:pt x="56" y="0"/>
                </a:lnTo>
                <a:moveTo>
                  <a:pt x="64" y="0"/>
                </a:moveTo>
                <a:lnTo>
                  <a:pt x="68" y="0"/>
                </a:lnTo>
                <a:lnTo>
                  <a:pt x="68" y="1"/>
                </a:lnTo>
                <a:lnTo>
                  <a:pt x="64" y="1"/>
                </a:lnTo>
                <a:lnTo>
                  <a:pt x="64" y="0"/>
                </a:lnTo>
                <a:moveTo>
                  <a:pt x="72" y="0"/>
                </a:moveTo>
                <a:lnTo>
                  <a:pt x="76" y="0"/>
                </a:lnTo>
                <a:lnTo>
                  <a:pt x="76" y="1"/>
                </a:lnTo>
                <a:lnTo>
                  <a:pt x="72" y="1"/>
                </a:lnTo>
                <a:lnTo>
                  <a:pt x="72" y="0"/>
                </a:lnTo>
                <a:moveTo>
                  <a:pt x="79" y="0"/>
                </a:moveTo>
                <a:lnTo>
                  <a:pt x="83" y="0"/>
                </a:lnTo>
                <a:lnTo>
                  <a:pt x="83" y="1"/>
                </a:lnTo>
                <a:lnTo>
                  <a:pt x="79" y="1"/>
                </a:lnTo>
                <a:lnTo>
                  <a:pt x="79" y="0"/>
                </a:lnTo>
                <a:moveTo>
                  <a:pt x="87" y="0"/>
                </a:moveTo>
                <a:lnTo>
                  <a:pt x="91" y="0"/>
                </a:lnTo>
                <a:lnTo>
                  <a:pt x="91" y="1"/>
                </a:lnTo>
                <a:lnTo>
                  <a:pt x="87" y="1"/>
                </a:lnTo>
                <a:lnTo>
                  <a:pt x="87" y="0"/>
                </a:lnTo>
                <a:moveTo>
                  <a:pt x="95" y="0"/>
                </a:moveTo>
                <a:lnTo>
                  <a:pt x="99" y="0"/>
                </a:lnTo>
                <a:lnTo>
                  <a:pt x="99" y="1"/>
                </a:lnTo>
                <a:lnTo>
                  <a:pt x="95" y="1"/>
                </a:lnTo>
                <a:lnTo>
                  <a:pt x="95" y="0"/>
                </a:lnTo>
                <a:moveTo>
                  <a:pt x="103" y="0"/>
                </a:moveTo>
                <a:lnTo>
                  <a:pt x="107" y="0"/>
                </a:lnTo>
                <a:lnTo>
                  <a:pt x="107" y="1"/>
                </a:lnTo>
                <a:lnTo>
                  <a:pt x="103" y="1"/>
                </a:lnTo>
                <a:lnTo>
                  <a:pt x="103" y="0"/>
                </a:lnTo>
                <a:moveTo>
                  <a:pt x="111" y="0"/>
                </a:moveTo>
                <a:lnTo>
                  <a:pt x="115" y="0"/>
                </a:lnTo>
                <a:lnTo>
                  <a:pt x="115" y="1"/>
                </a:lnTo>
                <a:lnTo>
                  <a:pt x="111" y="1"/>
                </a:lnTo>
                <a:lnTo>
                  <a:pt x="111" y="0"/>
                </a:lnTo>
                <a:moveTo>
                  <a:pt x="119" y="0"/>
                </a:moveTo>
                <a:lnTo>
                  <a:pt x="123" y="0"/>
                </a:lnTo>
                <a:lnTo>
                  <a:pt x="123" y="1"/>
                </a:lnTo>
                <a:lnTo>
                  <a:pt x="119" y="1"/>
                </a:lnTo>
                <a:lnTo>
                  <a:pt x="119" y="0"/>
                </a:lnTo>
                <a:moveTo>
                  <a:pt x="127" y="0"/>
                </a:moveTo>
                <a:lnTo>
                  <a:pt x="131" y="0"/>
                </a:lnTo>
                <a:lnTo>
                  <a:pt x="131" y="1"/>
                </a:lnTo>
                <a:lnTo>
                  <a:pt x="127" y="1"/>
                </a:lnTo>
                <a:lnTo>
                  <a:pt x="127" y="0"/>
                </a:lnTo>
                <a:moveTo>
                  <a:pt x="135" y="0"/>
                </a:moveTo>
                <a:lnTo>
                  <a:pt x="139" y="0"/>
                </a:lnTo>
                <a:lnTo>
                  <a:pt x="139" y="1"/>
                </a:lnTo>
                <a:lnTo>
                  <a:pt x="135" y="1"/>
                </a:lnTo>
                <a:lnTo>
                  <a:pt x="135" y="0"/>
                </a:lnTo>
                <a:moveTo>
                  <a:pt x="143" y="0"/>
                </a:moveTo>
                <a:lnTo>
                  <a:pt x="147" y="0"/>
                </a:lnTo>
                <a:lnTo>
                  <a:pt x="147" y="1"/>
                </a:lnTo>
                <a:lnTo>
                  <a:pt x="143" y="1"/>
                </a:lnTo>
                <a:lnTo>
                  <a:pt x="143" y="0"/>
                </a:lnTo>
                <a:moveTo>
                  <a:pt x="151" y="0"/>
                </a:moveTo>
                <a:lnTo>
                  <a:pt x="155" y="0"/>
                </a:lnTo>
                <a:lnTo>
                  <a:pt x="155" y="1"/>
                </a:lnTo>
                <a:lnTo>
                  <a:pt x="151" y="1"/>
                </a:lnTo>
                <a:lnTo>
                  <a:pt x="151" y="0"/>
                </a:lnTo>
                <a:moveTo>
                  <a:pt x="158" y="0"/>
                </a:moveTo>
                <a:lnTo>
                  <a:pt x="162" y="0"/>
                </a:lnTo>
                <a:lnTo>
                  <a:pt x="162" y="1"/>
                </a:lnTo>
                <a:lnTo>
                  <a:pt x="158" y="1"/>
                </a:lnTo>
                <a:lnTo>
                  <a:pt x="158" y="0"/>
                </a:lnTo>
                <a:moveTo>
                  <a:pt x="166" y="0"/>
                </a:moveTo>
                <a:lnTo>
                  <a:pt x="170" y="0"/>
                </a:lnTo>
                <a:lnTo>
                  <a:pt x="170" y="1"/>
                </a:lnTo>
                <a:lnTo>
                  <a:pt x="166" y="1"/>
                </a:lnTo>
                <a:lnTo>
                  <a:pt x="166" y="0"/>
                </a:lnTo>
                <a:moveTo>
                  <a:pt x="174" y="0"/>
                </a:moveTo>
                <a:lnTo>
                  <a:pt x="178" y="0"/>
                </a:lnTo>
                <a:lnTo>
                  <a:pt x="178" y="1"/>
                </a:lnTo>
                <a:lnTo>
                  <a:pt x="174" y="1"/>
                </a:lnTo>
                <a:lnTo>
                  <a:pt x="174" y="0"/>
                </a:lnTo>
                <a:moveTo>
                  <a:pt x="182" y="0"/>
                </a:moveTo>
                <a:lnTo>
                  <a:pt x="186" y="0"/>
                </a:lnTo>
                <a:lnTo>
                  <a:pt x="186" y="1"/>
                </a:lnTo>
                <a:lnTo>
                  <a:pt x="182" y="1"/>
                </a:lnTo>
                <a:lnTo>
                  <a:pt x="182" y="0"/>
                </a:lnTo>
                <a:moveTo>
                  <a:pt x="190" y="0"/>
                </a:moveTo>
                <a:lnTo>
                  <a:pt x="194" y="0"/>
                </a:lnTo>
                <a:lnTo>
                  <a:pt x="194" y="1"/>
                </a:lnTo>
                <a:lnTo>
                  <a:pt x="190" y="1"/>
                </a:lnTo>
                <a:lnTo>
                  <a:pt x="190" y="0"/>
                </a:lnTo>
                <a:moveTo>
                  <a:pt x="198" y="0"/>
                </a:moveTo>
                <a:lnTo>
                  <a:pt x="202" y="0"/>
                </a:lnTo>
                <a:lnTo>
                  <a:pt x="202" y="1"/>
                </a:lnTo>
                <a:lnTo>
                  <a:pt x="198" y="1"/>
                </a:lnTo>
                <a:lnTo>
                  <a:pt x="198" y="0"/>
                </a:lnTo>
                <a:moveTo>
                  <a:pt x="206" y="0"/>
                </a:moveTo>
                <a:lnTo>
                  <a:pt x="210" y="0"/>
                </a:lnTo>
                <a:lnTo>
                  <a:pt x="210" y="1"/>
                </a:lnTo>
                <a:lnTo>
                  <a:pt x="206" y="1"/>
                </a:lnTo>
                <a:lnTo>
                  <a:pt x="206" y="0"/>
                </a:lnTo>
                <a:moveTo>
                  <a:pt x="214" y="0"/>
                </a:moveTo>
                <a:lnTo>
                  <a:pt x="218" y="0"/>
                </a:lnTo>
                <a:lnTo>
                  <a:pt x="218" y="1"/>
                </a:lnTo>
                <a:lnTo>
                  <a:pt x="214" y="1"/>
                </a:lnTo>
                <a:lnTo>
                  <a:pt x="214" y="0"/>
                </a:lnTo>
                <a:moveTo>
                  <a:pt x="222" y="0"/>
                </a:moveTo>
                <a:lnTo>
                  <a:pt x="226" y="0"/>
                </a:lnTo>
                <a:lnTo>
                  <a:pt x="226" y="1"/>
                </a:lnTo>
                <a:lnTo>
                  <a:pt x="222" y="1"/>
                </a:lnTo>
                <a:lnTo>
                  <a:pt x="222" y="0"/>
                </a:lnTo>
                <a:moveTo>
                  <a:pt x="230" y="0"/>
                </a:moveTo>
                <a:lnTo>
                  <a:pt x="233" y="0"/>
                </a:lnTo>
                <a:lnTo>
                  <a:pt x="233" y="1"/>
                </a:lnTo>
                <a:lnTo>
                  <a:pt x="230" y="1"/>
                </a:lnTo>
                <a:lnTo>
                  <a:pt x="230" y="0"/>
                </a:lnTo>
                <a:moveTo>
                  <a:pt x="237" y="0"/>
                </a:moveTo>
                <a:lnTo>
                  <a:pt x="241" y="0"/>
                </a:lnTo>
                <a:lnTo>
                  <a:pt x="241" y="1"/>
                </a:lnTo>
                <a:lnTo>
                  <a:pt x="237" y="1"/>
                </a:lnTo>
                <a:lnTo>
                  <a:pt x="237" y="0"/>
                </a:lnTo>
                <a:moveTo>
                  <a:pt x="245" y="0"/>
                </a:moveTo>
                <a:lnTo>
                  <a:pt x="249" y="0"/>
                </a:lnTo>
                <a:lnTo>
                  <a:pt x="249" y="1"/>
                </a:lnTo>
                <a:lnTo>
                  <a:pt x="245" y="1"/>
                </a:lnTo>
                <a:lnTo>
                  <a:pt x="245" y="0"/>
                </a:lnTo>
                <a:moveTo>
                  <a:pt x="253" y="0"/>
                </a:moveTo>
                <a:lnTo>
                  <a:pt x="257" y="0"/>
                </a:lnTo>
                <a:lnTo>
                  <a:pt x="257" y="1"/>
                </a:lnTo>
                <a:lnTo>
                  <a:pt x="253" y="1"/>
                </a:lnTo>
                <a:lnTo>
                  <a:pt x="253" y="0"/>
                </a:lnTo>
                <a:moveTo>
                  <a:pt x="261" y="0"/>
                </a:moveTo>
                <a:lnTo>
                  <a:pt x="265" y="0"/>
                </a:lnTo>
                <a:lnTo>
                  <a:pt x="265" y="1"/>
                </a:lnTo>
                <a:lnTo>
                  <a:pt x="261" y="1"/>
                </a:lnTo>
                <a:lnTo>
                  <a:pt x="261" y="0"/>
                </a:lnTo>
                <a:moveTo>
                  <a:pt x="269" y="0"/>
                </a:moveTo>
                <a:lnTo>
                  <a:pt x="273" y="0"/>
                </a:lnTo>
                <a:lnTo>
                  <a:pt x="273" y="1"/>
                </a:lnTo>
                <a:lnTo>
                  <a:pt x="269" y="1"/>
                </a:lnTo>
                <a:lnTo>
                  <a:pt x="269" y="0"/>
                </a:lnTo>
                <a:moveTo>
                  <a:pt x="277" y="0"/>
                </a:moveTo>
                <a:lnTo>
                  <a:pt x="281" y="0"/>
                </a:lnTo>
                <a:lnTo>
                  <a:pt x="281" y="1"/>
                </a:lnTo>
                <a:lnTo>
                  <a:pt x="277" y="1"/>
                </a:lnTo>
                <a:lnTo>
                  <a:pt x="277" y="0"/>
                </a:lnTo>
                <a:moveTo>
                  <a:pt x="285" y="0"/>
                </a:moveTo>
                <a:lnTo>
                  <a:pt x="289" y="0"/>
                </a:lnTo>
                <a:lnTo>
                  <a:pt x="289" y="1"/>
                </a:lnTo>
                <a:lnTo>
                  <a:pt x="285" y="1"/>
                </a:lnTo>
                <a:lnTo>
                  <a:pt x="285" y="0"/>
                </a:lnTo>
                <a:moveTo>
                  <a:pt x="293" y="0"/>
                </a:moveTo>
                <a:lnTo>
                  <a:pt x="297" y="0"/>
                </a:lnTo>
                <a:lnTo>
                  <a:pt x="297" y="1"/>
                </a:lnTo>
                <a:lnTo>
                  <a:pt x="293" y="1"/>
                </a:lnTo>
                <a:lnTo>
                  <a:pt x="293" y="0"/>
                </a:lnTo>
                <a:moveTo>
                  <a:pt x="301" y="0"/>
                </a:moveTo>
                <a:lnTo>
                  <a:pt x="305" y="0"/>
                </a:lnTo>
                <a:lnTo>
                  <a:pt x="305" y="1"/>
                </a:lnTo>
                <a:lnTo>
                  <a:pt x="301" y="1"/>
                </a:lnTo>
                <a:lnTo>
                  <a:pt x="301" y="0"/>
                </a:lnTo>
                <a:moveTo>
                  <a:pt x="309" y="0"/>
                </a:moveTo>
                <a:lnTo>
                  <a:pt x="312" y="0"/>
                </a:lnTo>
                <a:lnTo>
                  <a:pt x="312" y="1"/>
                </a:lnTo>
                <a:lnTo>
                  <a:pt x="309" y="1"/>
                </a:lnTo>
                <a:lnTo>
                  <a:pt x="309" y="0"/>
                </a:lnTo>
                <a:moveTo>
                  <a:pt x="316" y="0"/>
                </a:moveTo>
                <a:lnTo>
                  <a:pt x="320" y="0"/>
                </a:lnTo>
                <a:lnTo>
                  <a:pt x="320" y="1"/>
                </a:lnTo>
                <a:lnTo>
                  <a:pt x="316" y="1"/>
                </a:lnTo>
                <a:lnTo>
                  <a:pt x="316" y="0"/>
                </a:lnTo>
                <a:moveTo>
                  <a:pt x="324" y="0"/>
                </a:moveTo>
                <a:lnTo>
                  <a:pt x="328" y="0"/>
                </a:lnTo>
                <a:lnTo>
                  <a:pt x="328" y="1"/>
                </a:lnTo>
                <a:lnTo>
                  <a:pt x="324" y="1"/>
                </a:lnTo>
                <a:lnTo>
                  <a:pt x="324" y="0"/>
                </a:lnTo>
                <a:moveTo>
                  <a:pt x="332" y="0"/>
                </a:moveTo>
                <a:lnTo>
                  <a:pt x="336" y="0"/>
                </a:lnTo>
                <a:lnTo>
                  <a:pt x="336" y="1"/>
                </a:lnTo>
                <a:lnTo>
                  <a:pt x="332" y="1"/>
                </a:lnTo>
                <a:lnTo>
                  <a:pt x="332" y="0"/>
                </a:lnTo>
                <a:moveTo>
                  <a:pt x="340" y="0"/>
                </a:moveTo>
                <a:lnTo>
                  <a:pt x="344" y="0"/>
                </a:lnTo>
                <a:lnTo>
                  <a:pt x="344" y="1"/>
                </a:lnTo>
                <a:lnTo>
                  <a:pt x="340" y="1"/>
                </a:lnTo>
                <a:lnTo>
                  <a:pt x="340" y="0"/>
                </a:lnTo>
                <a:moveTo>
                  <a:pt x="348" y="0"/>
                </a:moveTo>
                <a:lnTo>
                  <a:pt x="352" y="0"/>
                </a:lnTo>
                <a:lnTo>
                  <a:pt x="352" y="1"/>
                </a:lnTo>
                <a:lnTo>
                  <a:pt x="348" y="1"/>
                </a:lnTo>
                <a:lnTo>
                  <a:pt x="348" y="0"/>
                </a:lnTo>
                <a:moveTo>
                  <a:pt x="356" y="0"/>
                </a:moveTo>
                <a:lnTo>
                  <a:pt x="360" y="0"/>
                </a:lnTo>
                <a:lnTo>
                  <a:pt x="360" y="1"/>
                </a:lnTo>
                <a:lnTo>
                  <a:pt x="356" y="1"/>
                </a:lnTo>
                <a:lnTo>
                  <a:pt x="356" y="0"/>
                </a:lnTo>
                <a:moveTo>
                  <a:pt x="364" y="0"/>
                </a:moveTo>
                <a:lnTo>
                  <a:pt x="368" y="0"/>
                </a:lnTo>
                <a:lnTo>
                  <a:pt x="368" y="1"/>
                </a:lnTo>
                <a:lnTo>
                  <a:pt x="364" y="1"/>
                </a:lnTo>
                <a:lnTo>
                  <a:pt x="364" y="0"/>
                </a:lnTo>
                <a:moveTo>
                  <a:pt x="372" y="0"/>
                </a:moveTo>
                <a:lnTo>
                  <a:pt x="376" y="0"/>
                </a:lnTo>
                <a:lnTo>
                  <a:pt x="376" y="1"/>
                </a:lnTo>
                <a:lnTo>
                  <a:pt x="372" y="1"/>
                </a:lnTo>
                <a:lnTo>
                  <a:pt x="372" y="0"/>
                </a:lnTo>
                <a:moveTo>
                  <a:pt x="380" y="0"/>
                </a:moveTo>
                <a:lnTo>
                  <a:pt x="384" y="0"/>
                </a:lnTo>
                <a:lnTo>
                  <a:pt x="384" y="1"/>
                </a:lnTo>
                <a:lnTo>
                  <a:pt x="380" y="1"/>
                </a:lnTo>
                <a:lnTo>
                  <a:pt x="380" y="0"/>
                </a:lnTo>
                <a:moveTo>
                  <a:pt x="388" y="0"/>
                </a:moveTo>
                <a:lnTo>
                  <a:pt x="391" y="0"/>
                </a:lnTo>
                <a:lnTo>
                  <a:pt x="391" y="1"/>
                </a:lnTo>
                <a:lnTo>
                  <a:pt x="388" y="1"/>
                </a:lnTo>
                <a:lnTo>
                  <a:pt x="388" y="0"/>
                </a:lnTo>
                <a:moveTo>
                  <a:pt x="395" y="0"/>
                </a:moveTo>
                <a:lnTo>
                  <a:pt x="399" y="0"/>
                </a:lnTo>
                <a:lnTo>
                  <a:pt x="399" y="1"/>
                </a:lnTo>
                <a:lnTo>
                  <a:pt x="395" y="1"/>
                </a:lnTo>
                <a:lnTo>
                  <a:pt x="395" y="0"/>
                </a:lnTo>
                <a:moveTo>
                  <a:pt x="403" y="0"/>
                </a:moveTo>
                <a:lnTo>
                  <a:pt x="407" y="0"/>
                </a:lnTo>
                <a:lnTo>
                  <a:pt x="407" y="1"/>
                </a:lnTo>
                <a:lnTo>
                  <a:pt x="403" y="1"/>
                </a:lnTo>
                <a:lnTo>
                  <a:pt x="403" y="0"/>
                </a:lnTo>
                <a:moveTo>
                  <a:pt x="411" y="0"/>
                </a:moveTo>
                <a:lnTo>
                  <a:pt x="415" y="0"/>
                </a:lnTo>
                <a:lnTo>
                  <a:pt x="415" y="1"/>
                </a:lnTo>
                <a:lnTo>
                  <a:pt x="411" y="1"/>
                </a:lnTo>
                <a:lnTo>
                  <a:pt x="411" y="0"/>
                </a:lnTo>
                <a:moveTo>
                  <a:pt x="419" y="0"/>
                </a:moveTo>
                <a:lnTo>
                  <a:pt x="423" y="0"/>
                </a:lnTo>
                <a:lnTo>
                  <a:pt x="423" y="1"/>
                </a:lnTo>
                <a:lnTo>
                  <a:pt x="419" y="1"/>
                </a:lnTo>
                <a:lnTo>
                  <a:pt x="419" y="0"/>
                </a:lnTo>
                <a:moveTo>
                  <a:pt x="427" y="0"/>
                </a:moveTo>
                <a:lnTo>
                  <a:pt x="431" y="0"/>
                </a:lnTo>
                <a:lnTo>
                  <a:pt x="431" y="1"/>
                </a:lnTo>
                <a:lnTo>
                  <a:pt x="427" y="1"/>
                </a:lnTo>
                <a:lnTo>
                  <a:pt x="427" y="0"/>
                </a:lnTo>
                <a:moveTo>
                  <a:pt x="435" y="0"/>
                </a:moveTo>
                <a:lnTo>
                  <a:pt x="439" y="0"/>
                </a:lnTo>
                <a:lnTo>
                  <a:pt x="439" y="1"/>
                </a:lnTo>
                <a:lnTo>
                  <a:pt x="435" y="1"/>
                </a:lnTo>
                <a:lnTo>
                  <a:pt x="435" y="0"/>
                </a:lnTo>
                <a:moveTo>
                  <a:pt x="443" y="0"/>
                </a:moveTo>
                <a:lnTo>
                  <a:pt x="447" y="0"/>
                </a:lnTo>
                <a:lnTo>
                  <a:pt x="447" y="1"/>
                </a:lnTo>
                <a:lnTo>
                  <a:pt x="443" y="1"/>
                </a:lnTo>
                <a:lnTo>
                  <a:pt x="443" y="0"/>
                </a:lnTo>
                <a:moveTo>
                  <a:pt x="451" y="0"/>
                </a:moveTo>
                <a:lnTo>
                  <a:pt x="455" y="0"/>
                </a:lnTo>
                <a:lnTo>
                  <a:pt x="455" y="1"/>
                </a:lnTo>
                <a:lnTo>
                  <a:pt x="451" y="1"/>
                </a:lnTo>
                <a:lnTo>
                  <a:pt x="451" y="0"/>
                </a:lnTo>
                <a:moveTo>
                  <a:pt x="459" y="0"/>
                </a:moveTo>
                <a:lnTo>
                  <a:pt x="463" y="0"/>
                </a:lnTo>
                <a:lnTo>
                  <a:pt x="463" y="1"/>
                </a:lnTo>
                <a:lnTo>
                  <a:pt x="459" y="1"/>
                </a:lnTo>
                <a:lnTo>
                  <a:pt x="459" y="0"/>
                </a:lnTo>
                <a:moveTo>
                  <a:pt x="466" y="0"/>
                </a:moveTo>
                <a:lnTo>
                  <a:pt x="470" y="0"/>
                </a:lnTo>
                <a:lnTo>
                  <a:pt x="470" y="1"/>
                </a:lnTo>
                <a:lnTo>
                  <a:pt x="466" y="1"/>
                </a:lnTo>
                <a:lnTo>
                  <a:pt x="466" y="0"/>
                </a:lnTo>
                <a:moveTo>
                  <a:pt x="474" y="0"/>
                </a:moveTo>
                <a:lnTo>
                  <a:pt x="478" y="0"/>
                </a:lnTo>
                <a:lnTo>
                  <a:pt x="478" y="1"/>
                </a:lnTo>
                <a:lnTo>
                  <a:pt x="474" y="1"/>
                </a:lnTo>
                <a:lnTo>
                  <a:pt x="474" y="0"/>
                </a:lnTo>
                <a:moveTo>
                  <a:pt x="482" y="0"/>
                </a:moveTo>
                <a:lnTo>
                  <a:pt x="486" y="0"/>
                </a:lnTo>
                <a:lnTo>
                  <a:pt x="486" y="1"/>
                </a:lnTo>
                <a:lnTo>
                  <a:pt x="482" y="1"/>
                </a:lnTo>
                <a:lnTo>
                  <a:pt x="482" y="0"/>
                </a:lnTo>
                <a:moveTo>
                  <a:pt x="490" y="0"/>
                </a:moveTo>
                <a:lnTo>
                  <a:pt x="494" y="0"/>
                </a:lnTo>
                <a:lnTo>
                  <a:pt x="494" y="1"/>
                </a:lnTo>
                <a:lnTo>
                  <a:pt x="490" y="1"/>
                </a:lnTo>
                <a:lnTo>
                  <a:pt x="490" y="0"/>
                </a:lnTo>
                <a:moveTo>
                  <a:pt x="498" y="0"/>
                </a:moveTo>
                <a:lnTo>
                  <a:pt x="502" y="0"/>
                </a:lnTo>
                <a:lnTo>
                  <a:pt x="502" y="1"/>
                </a:lnTo>
                <a:lnTo>
                  <a:pt x="498" y="1"/>
                </a:lnTo>
                <a:lnTo>
                  <a:pt x="498" y="0"/>
                </a:lnTo>
                <a:moveTo>
                  <a:pt x="506" y="0"/>
                </a:moveTo>
                <a:lnTo>
                  <a:pt x="510" y="0"/>
                </a:lnTo>
                <a:lnTo>
                  <a:pt x="510" y="1"/>
                </a:lnTo>
                <a:lnTo>
                  <a:pt x="506" y="1"/>
                </a:lnTo>
                <a:lnTo>
                  <a:pt x="506" y="0"/>
                </a:lnTo>
                <a:moveTo>
                  <a:pt x="514" y="0"/>
                </a:moveTo>
                <a:lnTo>
                  <a:pt x="518" y="0"/>
                </a:lnTo>
                <a:lnTo>
                  <a:pt x="518" y="1"/>
                </a:lnTo>
                <a:lnTo>
                  <a:pt x="514" y="1"/>
                </a:lnTo>
                <a:lnTo>
                  <a:pt x="514" y="0"/>
                </a:lnTo>
                <a:moveTo>
                  <a:pt x="522" y="0"/>
                </a:moveTo>
                <a:lnTo>
                  <a:pt x="526" y="0"/>
                </a:lnTo>
                <a:lnTo>
                  <a:pt x="526" y="1"/>
                </a:lnTo>
                <a:lnTo>
                  <a:pt x="522" y="1"/>
                </a:lnTo>
                <a:lnTo>
                  <a:pt x="522" y="0"/>
                </a:lnTo>
                <a:moveTo>
                  <a:pt x="530" y="0"/>
                </a:moveTo>
                <a:lnTo>
                  <a:pt x="534" y="0"/>
                </a:lnTo>
                <a:lnTo>
                  <a:pt x="534" y="1"/>
                </a:lnTo>
                <a:lnTo>
                  <a:pt x="530" y="1"/>
                </a:lnTo>
                <a:lnTo>
                  <a:pt x="530" y="0"/>
                </a:lnTo>
                <a:moveTo>
                  <a:pt x="538" y="0"/>
                </a:moveTo>
                <a:lnTo>
                  <a:pt x="542" y="0"/>
                </a:lnTo>
                <a:lnTo>
                  <a:pt x="542" y="1"/>
                </a:lnTo>
                <a:lnTo>
                  <a:pt x="538" y="1"/>
                </a:lnTo>
                <a:lnTo>
                  <a:pt x="538" y="0"/>
                </a:lnTo>
                <a:moveTo>
                  <a:pt x="545" y="0"/>
                </a:moveTo>
                <a:lnTo>
                  <a:pt x="549" y="0"/>
                </a:lnTo>
                <a:lnTo>
                  <a:pt x="549" y="1"/>
                </a:lnTo>
                <a:lnTo>
                  <a:pt x="545" y="1"/>
                </a:lnTo>
                <a:lnTo>
                  <a:pt x="545" y="0"/>
                </a:lnTo>
                <a:moveTo>
                  <a:pt x="553" y="0"/>
                </a:moveTo>
                <a:lnTo>
                  <a:pt x="557" y="0"/>
                </a:lnTo>
                <a:lnTo>
                  <a:pt x="557" y="1"/>
                </a:lnTo>
                <a:lnTo>
                  <a:pt x="553" y="1"/>
                </a:lnTo>
                <a:lnTo>
                  <a:pt x="553" y="0"/>
                </a:lnTo>
                <a:moveTo>
                  <a:pt x="561" y="0"/>
                </a:moveTo>
                <a:lnTo>
                  <a:pt x="565" y="0"/>
                </a:lnTo>
                <a:lnTo>
                  <a:pt x="565" y="1"/>
                </a:lnTo>
                <a:lnTo>
                  <a:pt x="561" y="1"/>
                </a:lnTo>
                <a:lnTo>
                  <a:pt x="561" y="0"/>
                </a:lnTo>
                <a:moveTo>
                  <a:pt x="569" y="0"/>
                </a:moveTo>
                <a:lnTo>
                  <a:pt x="573" y="0"/>
                </a:lnTo>
                <a:lnTo>
                  <a:pt x="573" y="1"/>
                </a:lnTo>
                <a:lnTo>
                  <a:pt x="569" y="1"/>
                </a:lnTo>
                <a:lnTo>
                  <a:pt x="569" y="0"/>
                </a:lnTo>
                <a:moveTo>
                  <a:pt x="577" y="0"/>
                </a:moveTo>
                <a:lnTo>
                  <a:pt x="581" y="0"/>
                </a:lnTo>
                <a:lnTo>
                  <a:pt x="581" y="1"/>
                </a:lnTo>
                <a:lnTo>
                  <a:pt x="577" y="1"/>
                </a:lnTo>
                <a:lnTo>
                  <a:pt x="577" y="0"/>
                </a:lnTo>
                <a:moveTo>
                  <a:pt x="585" y="0"/>
                </a:moveTo>
                <a:lnTo>
                  <a:pt x="589" y="0"/>
                </a:lnTo>
                <a:lnTo>
                  <a:pt x="589" y="1"/>
                </a:lnTo>
                <a:lnTo>
                  <a:pt x="585" y="1"/>
                </a:lnTo>
                <a:lnTo>
                  <a:pt x="585" y="0"/>
                </a:lnTo>
                <a:moveTo>
                  <a:pt x="593" y="0"/>
                </a:moveTo>
                <a:lnTo>
                  <a:pt x="597" y="0"/>
                </a:lnTo>
                <a:lnTo>
                  <a:pt x="597" y="1"/>
                </a:lnTo>
                <a:lnTo>
                  <a:pt x="593" y="1"/>
                </a:lnTo>
                <a:lnTo>
                  <a:pt x="593" y="0"/>
                </a:lnTo>
                <a:moveTo>
                  <a:pt x="601" y="0"/>
                </a:moveTo>
                <a:lnTo>
                  <a:pt x="605" y="0"/>
                </a:lnTo>
                <a:lnTo>
                  <a:pt x="605" y="1"/>
                </a:lnTo>
                <a:lnTo>
                  <a:pt x="601" y="1"/>
                </a:lnTo>
                <a:lnTo>
                  <a:pt x="601" y="0"/>
                </a:lnTo>
                <a:moveTo>
                  <a:pt x="609" y="0"/>
                </a:moveTo>
                <a:lnTo>
                  <a:pt x="613" y="0"/>
                </a:lnTo>
                <a:lnTo>
                  <a:pt x="613" y="1"/>
                </a:lnTo>
                <a:lnTo>
                  <a:pt x="609" y="1"/>
                </a:lnTo>
                <a:lnTo>
                  <a:pt x="609" y="0"/>
                </a:lnTo>
                <a:moveTo>
                  <a:pt x="617" y="0"/>
                </a:moveTo>
                <a:lnTo>
                  <a:pt x="620" y="0"/>
                </a:lnTo>
                <a:lnTo>
                  <a:pt x="620" y="1"/>
                </a:lnTo>
                <a:lnTo>
                  <a:pt x="617" y="1"/>
                </a:lnTo>
                <a:lnTo>
                  <a:pt x="617" y="0"/>
                </a:lnTo>
                <a:moveTo>
                  <a:pt x="624" y="0"/>
                </a:moveTo>
                <a:lnTo>
                  <a:pt x="628" y="0"/>
                </a:lnTo>
                <a:lnTo>
                  <a:pt x="628" y="1"/>
                </a:lnTo>
                <a:lnTo>
                  <a:pt x="624" y="1"/>
                </a:lnTo>
                <a:lnTo>
                  <a:pt x="624" y="0"/>
                </a:lnTo>
                <a:moveTo>
                  <a:pt x="632" y="0"/>
                </a:moveTo>
                <a:lnTo>
                  <a:pt x="636" y="0"/>
                </a:lnTo>
                <a:lnTo>
                  <a:pt x="636" y="1"/>
                </a:lnTo>
                <a:lnTo>
                  <a:pt x="632" y="1"/>
                </a:lnTo>
                <a:lnTo>
                  <a:pt x="632" y="0"/>
                </a:lnTo>
                <a:moveTo>
                  <a:pt x="640" y="0"/>
                </a:moveTo>
                <a:lnTo>
                  <a:pt x="644" y="0"/>
                </a:lnTo>
                <a:lnTo>
                  <a:pt x="644" y="1"/>
                </a:lnTo>
                <a:lnTo>
                  <a:pt x="640" y="1"/>
                </a:lnTo>
                <a:lnTo>
                  <a:pt x="640" y="0"/>
                </a:lnTo>
                <a:moveTo>
                  <a:pt x="648" y="0"/>
                </a:moveTo>
                <a:lnTo>
                  <a:pt x="652" y="0"/>
                </a:lnTo>
                <a:lnTo>
                  <a:pt x="652" y="1"/>
                </a:lnTo>
                <a:lnTo>
                  <a:pt x="648" y="1"/>
                </a:lnTo>
                <a:lnTo>
                  <a:pt x="648" y="0"/>
                </a:lnTo>
                <a:moveTo>
                  <a:pt x="656" y="0"/>
                </a:moveTo>
                <a:lnTo>
                  <a:pt x="660" y="0"/>
                </a:lnTo>
                <a:lnTo>
                  <a:pt x="660" y="1"/>
                </a:lnTo>
                <a:lnTo>
                  <a:pt x="656" y="1"/>
                </a:lnTo>
                <a:lnTo>
                  <a:pt x="656" y="0"/>
                </a:lnTo>
                <a:moveTo>
                  <a:pt x="664" y="0"/>
                </a:moveTo>
                <a:lnTo>
                  <a:pt x="668" y="0"/>
                </a:lnTo>
                <a:lnTo>
                  <a:pt x="668" y="1"/>
                </a:lnTo>
                <a:lnTo>
                  <a:pt x="664" y="1"/>
                </a:lnTo>
                <a:lnTo>
                  <a:pt x="664" y="0"/>
                </a:lnTo>
                <a:moveTo>
                  <a:pt x="672" y="0"/>
                </a:moveTo>
                <a:lnTo>
                  <a:pt x="676" y="0"/>
                </a:lnTo>
                <a:lnTo>
                  <a:pt x="676" y="1"/>
                </a:lnTo>
                <a:lnTo>
                  <a:pt x="672" y="1"/>
                </a:lnTo>
                <a:lnTo>
                  <a:pt x="672" y="0"/>
                </a:lnTo>
                <a:moveTo>
                  <a:pt x="680" y="0"/>
                </a:moveTo>
                <a:lnTo>
                  <a:pt x="684" y="0"/>
                </a:lnTo>
                <a:lnTo>
                  <a:pt x="684" y="1"/>
                </a:lnTo>
                <a:lnTo>
                  <a:pt x="680" y="1"/>
                </a:lnTo>
                <a:lnTo>
                  <a:pt x="680" y="0"/>
                </a:lnTo>
                <a:moveTo>
                  <a:pt x="688" y="0"/>
                </a:moveTo>
                <a:lnTo>
                  <a:pt x="692" y="0"/>
                </a:lnTo>
                <a:lnTo>
                  <a:pt x="692" y="1"/>
                </a:lnTo>
                <a:lnTo>
                  <a:pt x="688" y="1"/>
                </a:lnTo>
                <a:lnTo>
                  <a:pt x="688" y="0"/>
                </a:lnTo>
                <a:moveTo>
                  <a:pt x="696" y="0"/>
                </a:moveTo>
                <a:lnTo>
                  <a:pt x="699" y="0"/>
                </a:lnTo>
                <a:lnTo>
                  <a:pt x="699" y="1"/>
                </a:lnTo>
                <a:lnTo>
                  <a:pt x="696" y="1"/>
                </a:lnTo>
                <a:lnTo>
                  <a:pt x="696" y="0"/>
                </a:lnTo>
                <a:moveTo>
                  <a:pt x="703" y="0"/>
                </a:moveTo>
                <a:lnTo>
                  <a:pt x="707" y="0"/>
                </a:lnTo>
                <a:lnTo>
                  <a:pt x="707" y="1"/>
                </a:lnTo>
                <a:lnTo>
                  <a:pt x="703" y="1"/>
                </a:lnTo>
                <a:lnTo>
                  <a:pt x="703" y="0"/>
                </a:lnTo>
                <a:moveTo>
                  <a:pt x="711" y="0"/>
                </a:moveTo>
                <a:lnTo>
                  <a:pt x="715" y="0"/>
                </a:lnTo>
                <a:lnTo>
                  <a:pt x="715" y="1"/>
                </a:lnTo>
                <a:lnTo>
                  <a:pt x="711" y="1"/>
                </a:lnTo>
                <a:lnTo>
                  <a:pt x="711" y="0"/>
                </a:lnTo>
                <a:moveTo>
                  <a:pt x="719" y="0"/>
                </a:moveTo>
                <a:lnTo>
                  <a:pt x="723" y="0"/>
                </a:lnTo>
                <a:lnTo>
                  <a:pt x="723" y="1"/>
                </a:lnTo>
                <a:lnTo>
                  <a:pt x="719" y="1"/>
                </a:lnTo>
                <a:lnTo>
                  <a:pt x="719" y="0"/>
                </a:lnTo>
                <a:moveTo>
                  <a:pt x="727" y="0"/>
                </a:moveTo>
                <a:lnTo>
                  <a:pt x="731" y="0"/>
                </a:lnTo>
                <a:lnTo>
                  <a:pt x="731" y="1"/>
                </a:lnTo>
                <a:lnTo>
                  <a:pt x="727" y="1"/>
                </a:lnTo>
                <a:lnTo>
                  <a:pt x="727" y="0"/>
                </a:lnTo>
                <a:moveTo>
                  <a:pt x="735" y="0"/>
                </a:moveTo>
                <a:lnTo>
                  <a:pt x="739" y="0"/>
                </a:lnTo>
                <a:lnTo>
                  <a:pt x="739" y="1"/>
                </a:lnTo>
                <a:lnTo>
                  <a:pt x="735" y="1"/>
                </a:lnTo>
                <a:lnTo>
                  <a:pt x="735" y="0"/>
                </a:lnTo>
                <a:moveTo>
                  <a:pt x="743" y="0"/>
                </a:moveTo>
                <a:lnTo>
                  <a:pt x="747" y="0"/>
                </a:lnTo>
                <a:lnTo>
                  <a:pt x="747" y="1"/>
                </a:lnTo>
                <a:lnTo>
                  <a:pt x="743" y="1"/>
                </a:lnTo>
                <a:lnTo>
                  <a:pt x="743" y="0"/>
                </a:lnTo>
                <a:moveTo>
                  <a:pt x="751" y="0"/>
                </a:moveTo>
                <a:lnTo>
                  <a:pt x="755" y="0"/>
                </a:lnTo>
                <a:lnTo>
                  <a:pt x="755" y="1"/>
                </a:lnTo>
                <a:lnTo>
                  <a:pt x="751" y="1"/>
                </a:lnTo>
                <a:lnTo>
                  <a:pt x="751" y="0"/>
                </a:lnTo>
                <a:moveTo>
                  <a:pt x="759" y="0"/>
                </a:moveTo>
                <a:lnTo>
                  <a:pt x="763" y="0"/>
                </a:lnTo>
                <a:lnTo>
                  <a:pt x="763" y="1"/>
                </a:lnTo>
                <a:lnTo>
                  <a:pt x="759" y="1"/>
                </a:lnTo>
                <a:lnTo>
                  <a:pt x="759" y="0"/>
                </a:lnTo>
                <a:moveTo>
                  <a:pt x="767" y="0"/>
                </a:moveTo>
                <a:lnTo>
                  <a:pt x="771" y="0"/>
                </a:lnTo>
                <a:lnTo>
                  <a:pt x="771" y="1"/>
                </a:lnTo>
                <a:lnTo>
                  <a:pt x="767" y="1"/>
                </a:lnTo>
                <a:lnTo>
                  <a:pt x="767" y="0"/>
                </a:lnTo>
                <a:moveTo>
                  <a:pt x="775" y="0"/>
                </a:moveTo>
                <a:lnTo>
                  <a:pt x="778" y="0"/>
                </a:lnTo>
                <a:lnTo>
                  <a:pt x="778" y="1"/>
                </a:lnTo>
                <a:lnTo>
                  <a:pt x="775" y="1"/>
                </a:lnTo>
                <a:lnTo>
                  <a:pt x="775" y="0"/>
                </a:lnTo>
                <a:moveTo>
                  <a:pt x="782" y="0"/>
                </a:moveTo>
                <a:lnTo>
                  <a:pt x="786" y="0"/>
                </a:lnTo>
                <a:lnTo>
                  <a:pt x="786" y="1"/>
                </a:lnTo>
                <a:lnTo>
                  <a:pt x="782" y="1"/>
                </a:lnTo>
                <a:lnTo>
                  <a:pt x="782" y="0"/>
                </a:lnTo>
                <a:moveTo>
                  <a:pt x="790" y="0"/>
                </a:moveTo>
                <a:lnTo>
                  <a:pt x="794" y="0"/>
                </a:lnTo>
                <a:lnTo>
                  <a:pt x="794" y="1"/>
                </a:lnTo>
                <a:lnTo>
                  <a:pt x="790" y="1"/>
                </a:lnTo>
                <a:lnTo>
                  <a:pt x="790" y="0"/>
                </a:lnTo>
                <a:moveTo>
                  <a:pt x="798" y="0"/>
                </a:moveTo>
                <a:lnTo>
                  <a:pt x="802" y="0"/>
                </a:lnTo>
                <a:lnTo>
                  <a:pt x="802" y="1"/>
                </a:lnTo>
                <a:lnTo>
                  <a:pt x="798" y="1"/>
                </a:lnTo>
                <a:lnTo>
                  <a:pt x="798" y="0"/>
                </a:lnTo>
                <a:moveTo>
                  <a:pt x="806" y="0"/>
                </a:moveTo>
                <a:lnTo>
                  <a:pt x="810" y="0"/>
                </a:lnTo>
                <a:lnTo>
                  <a:pt x="810" y="1"/>
                </a:lnTo>
                <a:lnTo>
                  <a:pt x="806" y="1"/>
                </a:lnTo>
                <a:lnTo>
                  <a:pt x="806" y="0"/>
                </a:lnTo>
                <a:moveTo>
                  <a:pt x="814" y="0"/>
                </a:moveTo>
                <a:lnTo>
                  <a:pt x="818" y="0"/>
                </a:lnTo>
                <a:lnTo>
                  <a:pt x="818" y="1"/>
                </a:lnTo>
                <a:lnTo>
                  <a:pt x="814" y="1"/>
                </a:lnTo>
                <a:lnTo>
                  <a:pt x="814" y="0"/>
                </a:lnTo>
                <a:moveTo>
                  <a:pt x="822" y="0"/>
                </a:moveTo>
                <a:lnTo>
                  <a:pt x="826" y="0"/>
                </a:lnTo>
                <a:lnTo>
                  <a:pt x="826" y="1"/>
                </a:lnTo>
                <a:lnTo>
                  <a:pt x="822" y="1"/>
                </a:lnTo>
                <a:lnTo>
                  <a:pt x="822" y="0"/>
                </a:lnTo>
                <a:moveTo>
                  <a:pt x="830" y="0"/>
                </a:moveTo>
                <a:lnTo>
                  <a:pt x="834" y="0"/>
                </a:lnTo>
                <a:lnTo>
                  <a:pt x="834" y="1"/>
                </a:lnTo>
                <a:lnTo>
                  <a:pt x="830" y="1"/>
                </a:lnTo>
                <a:lnTo>
                  <a:pt x="830" y="0"/>
                </a:lnTo>
                <a:moveTo>
                  <a:pt x="838" y="0"/>
                </a:moveTo>
                <a:lnTo>
                  <a:pt x="842" y="0"/>
                </a:lnTo>
                <a:lnTo>
                  <a:pt x="842" y="1"/>
                </a:lnTo>
                <a:lnTo>
                  <a:pt x="838" y="1"/>
                </a:lnTo>
                <a:lnTo>
                  <a:pt x="838" y="0"/>
                </a:lnTo>
                <a:moveTo>
                  <a:pt x="846" y="0"/>
                </a:moveTo>
                <a:lnTo>
                  <a:pt x="850" y="0"/>
                </a:lnTo>
                <a:lnTo>
                  <a:pt x="850" y="1"/>
                </a:lnTo>
                <a:lnTo>
                  <a:pt x="846" y="1"/>
                </a:lnTo>
                <a:lnTo>
                  <a:pt x="846" y="0"/>
                </a:lnTo>
                <a:moveTo>
                  <a:pt x="853" y="0"/>
                </a:moveTo>
                <a:lnTo>
                  <a:pt x="857" y="0"/>
                </a:lnTo>
                <a:lnTo>
                  <a:pt x="857" y="1"/>
                </a:lnTo>
                <a:lnTo>
                  <a:pt x="853" y="1"/>
                </a:lnTo>
                <a:lnTo>
                  <a:pt x="853" y="0"/>
                </a:lnTo>
                <a:moveTo>
                  <a:pt x="861" y="0"/>
                </a:moveTo>
                <a:lnTo>
                  <a:pt x="865" y="0"/>
                </a:lnTo>
                <a:lnTo>
                  <a:pt x="865" y="1"/>
                </a:lnTo>
                <a:lnTo>
                  <a:pt x="861" y="1"/>
                </a:lnTo>
                <a:lnTo>
                  <a:pt x="861" y="0"/>
                </a:lnTo>
                <a:moveTo>
                  <a:pt x="869" y="0"/>
                </a:moveTo>
                <a:lnTo>
                  <a:pt x="873" y="0"/>
                </a:lnTo>
                <a:lnTo>
                  <a:pt x="873" y="1"/>
                </a:lnTo>
                <a:lnTo>
                  <a:pt x="869" y="1"/>
                </a:lnTo>
                <a:lnTo>
                  <a:pt x="869" y="0"/>
                </a:lnTo>
                <a:moveTo>
                  <a:pt x="877" y="0"/>
                </a:moveTo>
                <a:lnTo>
                  <a:pt x="881" y="0"/>
                </a:lnTo>
                <a:lnTo>
                  <a:pt x="881" y="1"/>
                </a:lnTo>
                <a:lnTo>
                  <a:pt x="877" y="1"/>
                </a:lnTo>
                <a:lnTo>
                  <a:pt x="877" y="0"/>
                </a:lnTo>
                <a:moveTo>
                  <a:pt x="885" y="0"/>
                </a:moveTo>
                <a:lnTo>
                  <a:pt x="889" y="0"/>
                </a:lnTo>
                <a:lnTo>
                  <a:pt x="889" y="1"/>
                </a:lnTo>
                <a:lnTo>
                  <a:pt x="885" y="1"/>
                </a:lnTo>
                <a:lnTo>
                  <a:pt x="885" y="0"/>
                </a:lnTo>
                <a:moveTo>
                  <a:pt x="893" y="0"/>
                </a:moveTo>
                <a:lnTo>
                  <a:pt x="897" y="0"/>
                </a:lnTo>
                <a:lnTo>
                  <a:pt x="897" y="1"/>
                </a:lnTo>
                <a:lnTo>
                  <a:pt x="893" y="1"/>
                </a:lnTo>
                <a:lnTo>
                  <a:pt x="893" y="0"/>
                </a:lnTo>
                <a:moveTo>
                  <a:pt x="901" y="0"/>
                </a:moveTo>
                <a:lnTo>
                  <a:pt x="905" y="0"/>
                </a:lnTo>
                <a:lnTo>
                  <a:pt x="905" y="1"/>
                </a:lnTo>
                <a:lnTo>
                  <a:pt x="901" y="1"/>
                </a:lnTo>
                <a:lnTo>
                  <a:pt x="901" y="0"/>
                </a:lnTo>
                <a:moveTo>
                  <a:pt x="909" y="0"/>
                </a:moveTo>
                <a:lnTo>
                  <a:pt x="913" y="0"/>
                </a:lnTo>
                <a:lnTo>
                  <a:pt x="913" y="1"/>
                </a:lnTo>
                <a:lnTo>
                  <a:pt x="909" y="1"/>
                </a:lnTo>
                <a:lnTo>
                  <a:pt x="909" y="0"/>
                </a:lnTo>
                <a:moveTo>
                  <a:pt x="917" y="0"/>
                </a:moveTo>
                <a:lnTo>
                  <a:pt x="921" y="0"/>
                </a:lnTo>
                <a:lnTo>
                  <a:pt x="921" y="1"/>
                </a:lnTo>
                <a:lnTo>
                  <a:pt x="917" y="1"/>
                </a:lnTo>
                <a:lnTo>
                  <a:pt x="917" y="0"/>
                </a:lnTo>
                <a:moveTo>
                  <a:pt x="925" y="0"/>
                </a:moveTo>
                <a:lnTo>
                  <a:pt x="929" y="0"/>
                </a:lnTo>
                <a:lnTo>
                  <a:pt x="929" y="1"/>
                </a:lnTo>
                <a:lnTo>
                  <a:pt x="925" y="1"/>
                </a:lnTo>
                <a:lnTo>
                  <a:pt x="925" y="0"/>
                </a:lnTo>
                <a:moveTo>
                  <a:pt x="932" y="0"/>
                </a:moveTo>
                <a:lnTo>
                  <a:pt x="936" y="0"/>
                </a:lnTo>
                <a:lnTo>
                  <a:pt x="936" y="1"/>
                </a:lnTo>
                <a:lnTo>
                  <a:pt x="932" y="1"/>
                </a:lnTo>
                <a:lnTo>
                  <a:pt x="932" y="0"/>
                </a:lnTo>
                <a:moveTo>
                  <a:pt x="940" y="0"/>
                </a:moveTo>
                <a:lnTo>
                  <a:pt x="944" y="0"/>
                </a:lnTo>
                <a:lnTo>
                  <a:pt x="944" y="1"/>
                </a:lnTo>
                <a:lnTo>
                  <a:pt x="940" y="1"/>
                </a:lnTo>
                <a:lnTo>
                  <a:pt x="940" y="0"/>
                </a:lnTo>
                <a:close/>
              </a:path>
            </a:pathLst>
          </a:custGeom>
          <a:solidFill>
            <a:srgbClr val="d3d3d3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1142640" y="3371760"/>
            <a:ext cx="360" cy="225720"/>
          </a:xfrm>
          <a:custGeom>
            <a:avLst/>
            <a:gdLst/>
            <a:ahLst/>
            <a:rect l="0" t="0" r="r" b="b"/>
            <a:pathLst>
              <a:path w="1" h="627">
                <a:moveTo>
                  <a:pt x="1" y="0"/>
                </a:moveTo>
                <a:lnTo>
                  <a:pt x="1" y="4"/>
                </a:lnTo>
                <a:lnTo>
                  <a:pt x="0" y="4"/>
                </a:lnTo>
                <a:lnTo>
                  <a:pt x="0" y="0"/>
                </a:lnTo>
                <a:lnTo>
                  <a:pt x="1" y="0"/>
                </a:lnTo>
                <a:moveTo>
                  <a:pt x="1" y="8"/>
                </a:moveTo>
                <a:lnTo>
                  <a:pt x="1" y="12"/>
                </a:lnTo>
                <a:lnTo>
                  <a:pt x="0" y="12"/>
                </a:lnTo>
                <a:lnTo>
                  <a:pt x="0" y="8"/>
                </a:lnTo>
                <a:lnTo>
                  <a:pt x="1" y="8"/>
                </a:lnTo>
                <a:moveTo>
                  <a:pt x="1" y="16"/>
                </a:moveTo>
                <a:lnTo>
                  <a:pt x="1" y="20"/>
                </a:lnTo>
                <a:lnTo>
                  <a:pt x="0" y="20"/>
                </a:lnTo>
                <a:lnTo>
                  <a:pt x="0" y="16"/>
                </a:lnTo>
                <a:lnTo>
                  <a:pt x="1" y="16"/>
                </a:lnTo>
                <a:moveTo>
                  <a:pt x="1" y="23"/>
                </a:moveTo>
                <a:lnTo>
                  <a:pt x="1" y="27"/>
                </a:lnTo>
                <a:lnTo>
                  <a:pt x="0" y="27"/>
                </a:lnTo>
                <a:lnTo>
                  <a:pt x="0" y="23"/>
                </a:lnTo>
                <a:lnTo>
                  <a:pt x="1" y="23"/>
                </a:lnTo>
                <a:moveTo>
                  <a:pt x="1" y="31"/>
                </a:moveTo>
                <a:lnTo>
                  <a:pt x="1" y="35"/>
                </a:lnTo>
                <a:lnTo>
                  <a:pt x="0" y="35"/>
                </a:lnTo>
                <a:lnTo>
                  <a:pt x="0" y="31"/>
                </a:lnTo>
                <a:lnTo>
                  <a:pt x="1" y="31"/>
                </a:lnTo>
                <a:moveTo>
                  <a:pt x="1" y="39"/>
                </a:moveTo>
                <a:lnTo>
                  <a:pt x="1" y="43"/>
                </a:lnTo>
                <a:lnTo>
                  <a:pt x="0" y="43"/>
                </a:lnTo>
                <a:lnTo>
                  <a:pt x="0" y="39"/>
                </a:lnTo>
                <a:lnTo>
                  <a:pt x="1" y="39"/>
                </a:lnTo>
                <a:moveTo>
                  <a:pt x="1" y="47"/>
                </a:moveTo>
                <a:lnTo>
                  <a:pt x="1" y="51"/>
                </a:lnTo>
                <a:lnTo>
                  <a:pt x="0" y="51"/>
                </a:lnTo>
                <a:lnTo>
                  <a:pt x="0" y="47"/>
                </a:lnTo>
                <a:lnTo>
                  <a:pt x="1" y="47"/>
                </a:lnTo>
                <a:moveTo>
                  <a:pt x="1" y="55"/>
                </a:moveTo>
                <a:lnTo>
                  <a:pt x="1" y="59"/>
                </a:lnTo>
                <a:lnTo>
                  <a:pt x="0" y="59"/>
                </a:lnTo>
                <a:lnTo>
                  <a:pt x="0" y="55"/>
                </a:lnTo>
                <a:lnTo>
                  <a:pt x="1" y="55"/>
                </a:lnTo>
                <a:moveTo>
                  <a:pt x="1" y="63"/>
                </a:moveTo>
                <a:lnTo>
                  <a:pt x="1" y="67"/>
                </a:lnTo>
                <a:lnTo>
                  <a:pt x="0" y="67"/>
                </a:lnTo>
                <a:lnTo>
                  <a:pt x="0" y="63"/>
                </a:lnTo>
                <a:lnTo>
                  <a:pt x="1" y="63"/>
                </a:lnTo>
                <a:moveTo>
                  <a:pt x="1" y="71"/>
                </a:moveTo>
                <a:lnTo>
                  <a:pt x="1" y="75"/>
                </a:lnTo>
                <a:lnTo>
                  <a:pt x="0" y="75"/>
                </a:lnTo>
                <a:lnTo>
                  <a:pt x="0" y="71"/>
                </a:lnTo>
                <a:lnTo>
                  <a:pt x="1" y="71"/>
                </a:lnTo>
                <a:moveTo>
                  <a:pt x="1" y="79"/>
                </a:moveTo>
                <a:lnTo>
                  <a:pt x="1" y="83"/>
                </a:lnTo>
                <a:lnTo>
                  <a:pt x="0" y="83"/>
                </a:lnTo>
                <a:lnTo>
                  <a:pt x="0" y="79"/>
                </a:lnTo>
                <a:lnTo>
                  <a:pt x="1" y="79"/>
                </a:lnTo>
                <a:moveTo>
                  <a:pt x="1" y="87"/>
                </a:moveTo>
                <a:lnTo>
                  <a:pt x="1" y="90"/>
                </a:lnTo>
                <a:lnTo>
                  <a:pt x="0" y="90"/>
                </a:lnTo>
                <a:lnTo>
                  <a:pt x="0" y="87"/>
                </a:lnTo>
                <a:lnTo>
                  <a:pt x="1" y="87"/>
                </a:lnTo>
                <a:moveTo>
                  <a:pt x="1" y="94"/>
                </a:moveTo>
                <a:lnTo>
                  <a:pt x="1" y="98"/>
                </a:lnTo>
                <a:lnTo>
                  <a:pt x="0" y="98"/>
                </a:lnTo>
                <a:lnTo>
                  <a:pt x="0" y="94"/>
                </a:lnTo>
                <a:lnTo>
                  <a:pt x="1" y="94"/>
                </a:lnTo>
                <a:moveTo>
                  <a:pt x="1" y="102"/>
                </a:moveTo>
                <a:lnTo>
                  <a:pt x="1" y="106"/>
                </a:lnTo>
                <a:lnTo>
                  <a:pt x="0" y="106"/>
                </a:lnTo>
                <a:lnTo>
                  <a:pt x="0" y="102"/>
                </a:lnTo>
                <a:lnTo>
                  <a:pt x="1" y="102"/>
                </a:lnTo>
                <a:moveTo>
                  <a:pt x="1" y="110"/>
                </a:moveTo>
                <a:lnTo>
                  <a:pt x="1" y="114"/>
                </a:lnTo>
                <a:lnTo>
                  <a:pt x="0" y="114"/>
                </a:lnTo>
                <a:lnTo>
                  <a:pt x="0" y="110"/>
                </a:lnTo>
                <a:lnTo>
                  <a:pt x="1" y="110"/>
                </a:lnTo>
                <a:moveTo>
                  <a:pt x="1" y="118"/>
                </a:moveTo>
                <a:lnTo>
                  <a:pt x="1" y="122"/>
                </a:lnTo>
                <a:lnTo>
                  <a:pt x="0" y="122"/>
                </a:lnTo>
                <a:lnTo>
                  <a:pt x="0" y="118"/>
                </a:lnTo>
                <a:lnTo>
                  <a:pt x="1" y="118"/>
                </a:lnTo>
                <a:moveTo>
                  <a:pt x="1" y="126"/>
                </a:moveTo>
                <a:lnTo>
                  <a:pt x="1" y="130"/>
                </a:lnTo>
                <a:lnTo>
                  <a:pt x="0" y="130"/>
                </a:lnTo>
                <a:lnTo>
                  <a:pt x="0" y="126"/>
                </a:lnTo>
                <a:lnTo>
                  <a:pt x="1" y="126"/>
                </a:lnTo>
                <a:moveTo>
                  <a:pt x="1" y="134"/>
                </a:moveTo>
                <a:lnTo>
                  <a:pt x="1" y="138"/>
                </a:lnTo>
                <a:lnTo>
                  <a:pt x="0" y="138"/>
                </a:lnTo>
                <a:lnTo>
                  <a:pt x="0" y="134"/>
                </a:lnTo>
                <a:lnTo>
                  <a:pt x="1" y="134"/>
                </a:lnTo>
                <a:moveTo>
                  <a:pt x="1" y="142"/>
                </a:moveTo>
                <a:lnTo>
                  <a:pt x="1" y="146"/>
                </a:lnTo>
                <a:lnTo>
                  <a:pt x="0" y="146"/>
                </a:lnTo>
                <a:lnTo>
                  <a:pt x="0" y="142"/>
                </a:lnTo>
                <a:lnTo>
                  <a:pt x="1" y="142"/>
                </a:lnTo>
                <a:moveTo>
                  <a:pt x="1" y="150"/>
                </a:moveTo>
                <a:lnTo>
                  <a:pt x="1" y="154"/>
                </a:lnTo>
                <a:lnTo>
                  <a:pt x="0" y="154"/>
                </a:lnTo>
                <a:lnTo>
                  <a:pt x="0" y="150"/>
                </a:lnTo>
                <a:lnTo>
                  <a:pt x="1" y="150"/>
                </a:lnTo>
                <a:moveTo>
                  <a:pt x="1" y="158"/>
                </a:moveTo>
                <a:lnTo>
                  <a:pt x="1" y="161"/>
                </a:lnTo>
                <a:lnTo>
                  <a:pt x="0" y="161"/>
                </a:lnTo>
                <a:lnTo>
                  <a:pt x="0" y="158"/>
                </a:lnTo>
                <a:lnTo>
                  <a:pt x="1" y="158"/>
                </a:lnTo>
                <a:moveTo>
                  <a:pt x="1" y="165"/>
                </a:moveTo>
                <a:lnTo>
                  <a:pt x="1" y="169"/>
                </a:lnTo>
                <a:lnTo>
                  <a:pt x="0" y="169"/>
                </a:lnTo>
                <a:lnTo>
                  <a:pt x="0" y="165"/>
                </a:lnTo>
                <a:lnTo>
                  <a:pt x="1" y="165"/>
                </a:lnTo>
                <a:moveTo>
                  <a:pt x="1" y="173"/>
                </a:moveTo>
                <a:lnTo>
                  <a:pt x="1" y="177"/>
                </a:lnTo>
                <a:lnTo>
                  <a:pt x="0" y="177"/>
                </a:lnTo>
                <a:lnTo>
                  <a:pt x="0" y="173"/>
                </a:lnTo>
                <a:lnTo>
                  <a:pt x="1" y="173"/>
                </a:lnTo>
                <a:moveTo>
                  <a:pt x="1" y="181"/>
                </a:moveTo>
                <a:lnTo>
                  <a:pt x="1" y="185"/>
                </a:lnTo>
                <a:lnTo>
                  <a:pt x="0" y="185"/>
                </a:lnTo>
                <a:lnTo>
                  <a:pt x="0" y="181"/>
                </a:lnTo>
                <a:lnTo>
                  <a:pt x="1" y="181"/>
                </a:lnTo>
                <a:moveTo>
                  <a:pt x="1" y="189"/>
                </a:moveTo>
                <a:lnTo>
                  <a:pt x="1" y="193"/>
                </a:lnTo>
                <a:lnTo>
                  <a:pt x="0" y="193"/>
                </a:lnTo>
                <a:lnTo>
                  <a:pt x="0" y="189"/>
                </a:lnTo>
                <a:lnTo>
                  <a:pt x="1" y="189"/>
                </a:lnTo>
                <a:moveTo>
                  <a:pt x="1" y="197"/>
                </a:moveTo>
                <a:lnTo>
                  <a:pt x="1" y="201"/>
                </a:lnTo>
                <a:lnTo>
                  <a:pt x="0" y="201"/>
                </a:lnTo>
                <a:lnTo>
                  <a:pt x="0" y="197"/>
                </a:lnTo>
                <a:lnTo>
                  <a:pt x="1" y="197"/>
                </a:lnTo>
                <a:moveTo>
                  <a:pt x="1" y="205"/>
                </a:moveTo>
                <a:lnTo>
                  <a:pt x="1" y="209"/>
                </a:lnTo>
                <a:lnTo>
                  <a:pt x="0" y="209"/>
                </a:lnTo>
                <a:lnTo>
                  <a:pt x="0" y="205"/>
                </a:lnTo>
                <a:lnTo>
                  <a:pt x="1" y="205"/>
                </a:lnTo>
                <a:moveTo>
                  <a:pt x="1" y="213"/>
                </a:moveTo>
                <a:lnTo>
                  <a:pt x="1" y="217"/>
                </a:lnTo>
                <a:lnTo>
                  <a:pt x="0" y="217"/>
                </a:lnTo>
                <a:lnTo>
                  <a:pt x="0" y="213"/>
                </a:lnTo>
                <a:lnTo>
                  <a:pt x="1" y="213"/>
                </a:lnTo>
                <a:moveTo>
                  <a:pt x="1" y="221"/>
                </a:moveTo>
                <a:lnTo>
                  <a:pt x="1" y="225"/>
                </a:lnTo>
                <a:lnTo>
                  <a:pt x="0" y="225"/>
                </a:lnTo>
                <a:lnTo>
                  <a:pt x="0" y="221"/>
                </a:lnTo>
                <a:lnTo>
                  <a:pt x="1" y="221"/>
                </a:lnTo>
                <a:moveTo>
                  <a:pt x="1" y="228"/>
                </a:moveTo>
                <a:lnTo>
                  <a:pt x="1" y="232"/>
                </a:lnTo>
                <a:lnTo>
                  <a:pt x="0" y="232"/>
                </a:lnTo>
                <a:lnTo>
                  <a:pt x="0" y="228"/>
                </a:lnTo>
                <a:lnTo>
                  <a:pt x="1" y="228"/>
                </a:lnTo>
                <a:moveTo>
                  <a:pt x="1" y="236"/>
                </a:moveTo>
                <a:lnTo>
                  <a:pt x="1" y="240"/>
                </a:lnTo>
                <a:lnTo>
                  <a:pt x="0" y="240"/>
                </a:lnTo>
                <a:lnTo>
                  <a:pt x="0" y="236"/>
                </a:lnTo>
                <a:lnTo>
                  <a:pt x="1" y="236"/>
                </a:lnTo>
                <a:moveTo>
                  <a:pt x="1" y="244"/>
                </a:moveTo>
                <a:lnTo>
                  <a:pt x="1" y="248"/>
                </a:lnTo>
                <a:lnTo>
                  <a:pt x="0" y="248"/>
                </a:lnTo>
                <a:lnTo>
                  <a:pt x="0" y="244"/>
                </a:lnTo>
                <a:lnTo>
                  <a:pt x="1" y="244"/>
                </a:lnTo>
                <a:moveTo>
                  <a:pt x="1" y="252"/>
                </a:moveTo>
                <a:lnTo>
                  <a:pt x="1" y="256"/>
                </a:lnTo>
                <a:lnTo>
                  <a:pt x="0" y="256"/>
                </a:lnTo>
                <a:lnTo>
                  <a:pt x="0" y="252"/>
                </a:lnTo>
                <a:lnTo>
                  <a:pt x="1" y="252"/>
                </a:lnTo>
                <a:moveTo>
                  <a:pt x="1" y="260"/>
                </a:moveTo>
                <a:lnTo>
                  <a:pt x="1" y="264"/>
                </a:lnTo>
                <a:lnTo>
                  <a:pt x="0" y="264"/>
                </a:lnTo>
                <a:lnTo>
                  <a:pt x="0" y="260"/>
                </a:lnTo>
                <a:lnTo>
                  <a:pt x="1" y="260"/>
                </a:lnTo>
                <a:moveTo>
                  <a:pt x="1" y="268"/>
                </a:moveTo>
                <a:lnTo>
                  <a:pt x="1" y="272"/>
                </a:lnTo>
                <a:lnTo>
                  <a:pt x="0" y="272"/>
                </a:lnTo>
                <a:lnTo>
                  <a:pt x="0" y="268"/>
                </a:lnTo>
                <a:lnTo>
                  <a:pt x="1" y="268"/>
                </a:lnTo>
                <a:moveTo>
                  <a:pt x="1" y="276"/>
                </a:moveTo>
                <a:lnTo>
                  <a:pt x="1" y="280"/>
                </a:lnTo>
                <a:lnTo>
                  <a:pt x="0" y="280"/>
                </a:lnTo>
                <a:lnTo>
                  <a:pt x="0" y="276"/>
                </a:lnTo>
                <a:lnTo>
                  <a:pt x="1" y="276"/>
                </a:lnTo>
                <a:moveTo>
                  <a:pt x="1" y="284"/>
                </a:moveTo>
                <a:lnTo>
                  <a:pt x="1" y="288"/>
                </a:lnTo>
                <a:lnTo>
                  <a:pt x="0" y="288"/>
                </a:lnTo>
                <a:lnTo>
                  <a:pt x="0" y="284"/>
                </a:lnTo>
                <a:lnTo>
                  <a:pt x="1" y="284"/>
                </a:lnTo>
                <a:moveTo>
                  <a:pt x="1" y="292"/>
                </a:moveTo>
                <a:lnTo>
                  <a:pt x="1" y="296"/>
                </a:lnTo>
                <a:lnTo>
                  <a:pt x="0" y="296"/>
                </a:lnTo>
                <a:lnTo>
                  <a:pt x="0" y="292"/>
                </a:lnTo>
                <a:lnTo>
                  <a:pt x="1" y="292"/>
                </a:lnTo>
                <a:moveTo>
                  <a:pt x="1" y="299"/>
                </a:moveTo>
                <a:lnTo>
                  <a:pt x="1" y="303"/>
                </a:lnTo>
                <a:lnTo>
                  <a:pt x="0" y="303"/>
                </a:lnTo>
                <a:lnTo>
                  <a:pt x="0" y="299"/>
                </a:lnTo>
                <a:lnTo>
                  <a:pt x="1" y="299"/>
                </a:lnTo>
                <a:moveTo>
                  <a:pt x="1" y="307"/>
                </a:moveTo>
                <a:lnTo>
                  <a:pt x="1" y="311"/>
                </a:lnTo>
                <a:lnTo>
                  <a:pt x="0" y="311"/>
                </a:lnTo>
                <a:lnTo>
                  <a:pt x="0" y="307"/>
                </a:lnTo>
                <a:lnTo>
                  <a:pt x="1" y="307"/>
                </a:lnTo>
                <a:moveTo>
                  <a:pt x="1" y="315"/>
                </a:moveTo>
                <a:lnTo>
                  <a:pt x="1" y="319"/>
                </a:lnTo>
                <a:lnTo>
                  <a:pt x="0" y="319"/>
                </a:lnTo>
                <a:lnTo>
                  <a:pt x="0" y="315"/>
                </a:lnTo>
                <a:lnTo>
                  <a:pt x="1" y="315"/>
                </a:lnTo>
                <a:moveTo>
                  <a:pt x="1" y="323"/>
                </a:moveTo>
                <a:lnTo>
                  <a:pt x="1" y="327"/>
                </a:lnTo>
                <a:lnTo>
                  <a:pt x="0" y="327"/>
                </a:lnTo>
                <a:lnTo>
                  <a:pt x="0" y="323"/>
                </a:lnTo>
                <a:lnTo>
                  <a:pt x="1" y="323"/>
                </a:lnTo>
                <a:moveTo>
                  <a:pt x="1" y="331"/>
                </a:moveTo>
                <a:lnTo>
                  <a:pt x="1" y="335"/>
                </a:lnTo>
                <a:lnTo>
                  <a:pt x="0" y="335"/>
                </a:lnTo>
                <a:lnTo>
                  <a:pt x="0" y="331"/>
                </a:lnTo>
                <a:lnTo>
                  <a:pt x="1" y="331"/>
                </a:lnTo>
                <a:moveTo>
                  <a:pt x="1" y="339"/>
                </a:moveTo>
                <a:lnTo>
                  <a:pt x="1" y="343"/>
                </a:lnTo>
                <a:lnTo>
                  <a:pt x="0" y="343"/>
                </a:lnTo>
                <a:lnTo>
                  <a:pt x="0" y="339"/>
                </a:lnTo>
                <a:lnTo>
                  <a:pt x="1" y="339"/>
                </a:lnTo>
                <a:moveTo>
                  <a:pt x="1" y="347"/>
                </a:moveTo>
                <a:lnTo>
                  <a:pt x="1" y="351"/>
                </a:lnTo>
                <a:lnTo>
                  <a:pt x="0" y="351"/>
                </a:lnTo>
                <a:lnTo>
                  <a:pt x="0" y="347"/>
                </a:lnTo>
                <a:lnTo>
                  <a:pt x="1" y="347"/>
                </a:lnTo>
                <a:moveTo>
                  <a:pt x="1" y="355"/>
                </a:moveTo>
                <a:lnTo>
                  <a:pt x="1" y="359"/>
                </a:lnTo>
                <a:lnTo>
                  <a:pt x="0" y="359"/>
                </a:lnTo>
                <a:lnTo>
                  <a:pt x="0" y="355"/>
                </a:lnTo>
                <a:lnTo>
                  <a:pt x="1" y="355"/>
                </a:lnTo>
                <a:moveTo>
                  <a:pt x="1" y="363"/>
                </a:moveTo>
                <a:lnTo>
                  <a:pt x="1" y="367"/>
                </a:lnTo>
                <a:lnTo>
                  <a:pt x="0" y="367"/>
                </a:lnTo>
                <a:lnTo>
                  <a:pt x="0" y="363"/>
                </a:lnTo>
                <a:lnTo>
                  <a:pt x="1" y="363"/>
                </a:lnTo>
                <a:moveTo>
                  <a:pt x="1" y="370"/>
                </a:moveTo>
                <a:lnTo>
                  <a:pt x="1" y="374"/>
                </a:lnTo>
                <a:lnTo>
                  <a:pt x="0" y="374"/>
                </a:lnTo>
                <a:lnTo>
                  <a:pt x="0" y="370"/>
                </a:lnTo>
                <a:lnTo>
                  <a:pt x="1" y="370"/>
                </a:lnTo>
                <a:moveTo>
                  <a:pt x="1" y="378"/>
                </a:moveTo>
                <a:lnTo>
                  <a:pt x="1" y="382"/>
                </a:lnTo>
                <a:lnTo>
                  <a:pt x="0" y="382"/>
                </a:lnTo>
                <a:lnTo>
                  <a:pt x="0" y="378"/>
                </a:lnTo>
                <a:lnTo>
                  <a:pt x="1" y="378"/>
                </a:lnTo>
                <a:moveTo>
                  <a:pt x="1" y="386"/>
                </a:moveTo>
                <a:lnTo>
                  <a:pt x="1" y="390"/>
                </a:lnTo>
                <a:lnTo>
                  <a:pt x="0" y="390"/>
                </a:lnTo>
                <a:lnTo>
                  <a:pt x="0" y="386"/>
                </a:lnTo>
                <a:lnTo>
                  <a:pt x="1" y="386"/>
                </a:lnTo>
                <a:moveTo>
                  <a:pt x="1" y="394"/>
                </a:moveTo>
                <a:lnTo>
                  <a:pt x="1" y="398"/>
                </a:lnTo>
                <a:lnTo>
                  <a:pt x="0" y="398"/>
                </a:lnTo>
                <a:lnTo>
                  <a:pt x="0" y="394"/>
                </a:lnTo>
                <a:lnTo>
                  <a:pt x="1" y="394"/>
                </a:lnTo>
                <a:moveTo>
                  <a:pt x="1" y="402"/>
                </a:moveTo>
                <a:lnTo>
                  <a:pt x="1" y="406"/>
                </a:lnTo>
                <a:lnTo>
                  <a:pt x="0" y="406"/>
                </a:lnTo>
                <a:lnTo>
                  <a:pt x="0" y="402"/>
                </a:lnTo>
                <a:lnTo>
                  <a:pt x="1" y="402"/>
                </a:lnTo>
                <a:moveTo>
                  <a:pt x="1" y="410"/>
                </a:moveTo>
                <a:lnTo>
                  <a:pt x="1" y="414"/>
                </a:lnTo>
                <a:lnTo>
                  <a:pt x="0" y="414"/>
                </a:lnTo>
                <a:lnTo>
                  <a:pt x="0" y="410"/>
                </a:lnTo>
                <a:lnTo>
                  <a:pt x="1" y="410"/>
                </a:lnTo>
                <a:moveTo>
                  <a:pt x="1" y="418"/>
                </a:moveTo>
                <a:lnTo>
                  <a:pt x="1" y="422"/>
                </a:lnTo>
                <a:lnTo>
                  <a:pt x="0" y="422"/>
                </a:lnTo>
                <a:lnTo>
                  <a:pt x="0" y="418"/>
                </a:lnTo>
                <a:lnTo>
                  <a:pt x="1" y="418"/>
                </a:lnTo>
                <a:moveTo>
                  <a:pt x="1" y="426"/>
                </a:moveTo>
                <a:lnTo>
                  <a:pt x="1" y="430"/>
                </a:lnTo>
                <a:lnTo>
                  <a:pt x="0" y="430"/>
                </a:lnTo>
                <a:lnTo>
                  <a:pt x="0" y="426"/>
                </a:lnTo>
                <a:lnTo>
                  <a:pt x="1" y="426"/>
                </a:lnTo>
                <a:moveTo>
                  <a:pt x="1" y="434"/>
                </a:moveTo>
                <a:lnTo>
                  <a:pt x="1" y="437"/>
                </a:lnTo>
                <a:lnTo>
                  <a:pt x="0" y="437"/>
                </a:lnTo>
                <a:lnTo>
                  <a:pt x="0" y="434"/>
                </a:lnTo>
                <a:lnTo>
                  <a:pt x="1" y="434"/>
                </a:lnTo>
                <a:moveTo>
                  <a:pt x="1" y="441"/>
                </a:moveTo>
                <a:lnTo>
                  <a:pt x="1" y="445"/>
                </a:lnTo>
                <a:lnTo>
                  <a:pt x="0" y="445"/>
                </a:lnTo>
                <a:lnTo>
                  <a:pt x="0" y="441"/>
                </a:lnTo>
                <a:lnTo>
                  <a:pt x="1" y="441"/>
                </a:lnTo>
                <a:moveTo>
                  <a:pt x="1" y="449"/>
                </a:moveTo>
                <a:lnTo>
                  <a:pt x="1" y="453"/>
                </a:lnTo>
                <a:lnTo>
                  <a:pt x="0" y="453"/>
                </a:lnTo>
                <a:lnTo>
                  <a:pt x="0" y="449"/>
                </a:lnTo>
                <a:lnTo>
                  <a:pt x="1" y="449"/>
                </a:lnTo>
                <a:moveTo>
                  <a:pt x="1" y="457"/>
                </a:moveTo>
                <a:lnTo>
                  <a:pt x="1" y="461"/>
                </a:lnTo>
                <a:lnTo>
                  <a:pt x="0" y="461"/>
                </a:lnTo>
                <a:lnTo>
                  <a:pt x="0" y="457"/>
                </a:lnTo>
                <a:lnTo>
                  <a:pt x="1" y="457"/>
                </a:lnTo>
                <a:moveTo>
                  <a:pt x="1" y="465"/>
                </a:moveTo>
                <a:lnTo>
                  <a:pt x="1" y="469"/>
                </a:lnTo>
                <a:lnTo>
                  <a:pt x="0" y="469"/>
                </a:lnTo>
                <a:lnTo>
                  <a:pt x="0" y="465"/>
                </a:lnTo>
                <a:lnTo>
                  <a:pt x="1" y="465"/>
                </a:lnTo>
                <a:moveTo>
                  <a:pt x="1" y="473"/>
                </a:moveTo>
                <a:lnTo>
                  <a:pt x="1" y="477"/>
                </a:lnTo>
                <a:lnTo>
                  <a:pt x="0" y="477"/>
                </a:lnTo>
                <a:lnTo>
                  <a:pt x="0" y="473"/>
                </a:lnTo>
                <a:lnTo>
                  <a:pt x="1" y="473"/>
                </a:lnTo>
                <a:moveTo>
                  <a:pt x="1" y="481"/>
                </a:moveTo>
                <a:lnTo>
                  <a:pt x="1" y="485"/>
                </a:lnTo>
                <a:lnTo>
                  <a:pt x="0" y="485"/>
                </a:lnTo>
                <a:lnTo>
                  <a:pt x="0" y="481"/>
                </a:lnTo>
                <a:lnTo>
                  <a:pt x="1" y="481"/>
                </a:lnTo>
                <a:moveTo>
                  <a:pt x="1" y="489"/>
                </a:moveTo>
                <a:lnTo>
                  <a:pt x="1" y="493"/>
                </a:lnTo>
                <a:lnTo>
                  <a:pt x="0" y="493"/>
                </a:lnTo>
                <a:lnTo>
                  <a:pt x="0" y="489"/>
                </a:lnTo>
                <a:lnTo>
                  <a:pt x="1" y="489"/>
                </a:lnTo>
                <a:moveTo>
                  <a:pt x="1" y="497"/>
                </a:moveTo>
                <a:lnTo>
                  <a:pt x="1" y="501"/>
                </a:lnTo>
                <a:lnTo>
                  <a:pt x="0" y="501"/>
                </a:lnTo>
                <a:lnTo>
                  <a:pt x="0" y="497"/>
                </a:lnTo>
                <a:lnTo>
                  <a:pt x="1" y="497"/>
                </a:lnTo>
                <a:moveTo>
                  <a:pt x="1" y="505"/>
                </a:moveTo>
                <a:lnTo>
                  <a:pt x="1" y="508"/>
                </a:lnTo>
                <a:lnTo>
                  <a:pt x="0" y="508"/>
                </a:lnTo>
                <a:lnTo>
                  <a:pt x="0" y="505"/>
                </a:lnTo>
                <a:lnTo>
                  <a:pt x="1" y="505"/>
                </a:lnTo>
                <a:moveTo>
                  <a:pt x="1" y="512"/>
                </a:moveTo>
                <a:lnTo>
                  <a:pt x="1" y="516"/>
                </a:lnTo>
                <a:lnTo>
                  <a:pt x="0" y="516"/>
                </a:lnTo>
                <a:lnTo>
                  <a:pt x="0" y="512"/>
                </a:lnTo>
                <a:lnTo>
                  <a:pt x="1" y="512"/>
                </a:lnTo>
                <a:moveTo>
                  <a:pt x="1" y="520"/>
                </a:moveTo>
                <a:lnTo>
                  <a:pt x="1" y="524"/>
                </a:lnTo>
                <a:lnTo>
                  <a:pt x="0" y="524"/>
                </a:lnTo>
                <a:lnTo>
                  <a:pt x="0" y="520"/>
                </a:lnTo>
                <a:lnTo>
                  <a:pt x="1" y="520"/>
                </a:lnTo>
                <a:moveTo>
                  <a:pt x="1" y="528"/>
                </a:moveTo>
                <a:lnTo>
                  <a:pt x="1" y="532"/>
                </a:lnTo>
                <a:lnTo>
                  <a:pt x="0" y="532"/>
                </a:lnTo>
                <a:lnTo>
                  <a:pt x="0" y="528"/>
                </a:lnTo>
                <a:lnTo>
                  <a:pt x="1" y="528"/>
                </a:lnTo>
                <a:moveTo>
                  <a:pt x="1" y="536"/>
                </a:moveTo>
                <a:lnTo>
                  <a:pt x="1" y="540"/>
                </a:lnTo>
                <a:lnTo>
                  <a:pt x="0" y="540"/>
                </a:lnTo>
                <a:lnTo>
                  <a:pt x="0" y="536"/>
                </a:lnTo>
                <a:lnTo>
                  <a:pt x="1" y="536"/>
                </a:lnTo>
                <a:moveTo>
                  <a:pt x="1" y="544"/>
                </a:moveTo>
                <a:lnTo>
                  <a:pt x="1" y="548"/>
                </a:lnTo>
                <a:lnTo>
                  <a:pt x="0" y="548"/>
                </a:lnTo>
                <a:lnTo>
                  <a:pt x="0" y="544"/>
                </a:lnTo>
                <a:lnTo>
                  <a:pt x="1" y="544"/>
                </a:lnTo>
                <a:moveTo>
                  <a:pt x="1" y="552"/>
                </a:moveTo>
                <a:lnTo>
                  <a:pt x="1" y="556"/>
                </a:lnTo>
                <a:lnTo>
                  <a:pt x="0" y="556"/>
                </a:lnTo>
                <a:lnTo>
                  <a:pt x="0" y="552"/>
                </a:lnTo>
                <a:lnTo>
                  <a:pt x="1" y="552"/>
                </a:lnTo>
                <a:moveTo>
                  <a:pt x="1" y="560"/>
                </a:moveTo>
                <a:lnTo>
                  <a:pt x="1" y="564"/>
                </a:lnTo>
                <a:lnTo>
                  <a:pt x="0" y="564"/>
                </a:lnTo>
                <a:lnTo>
                  <a:pt x="0" y="560"/>
                </a:lnTo>
                <a:lnTo>
                  <a:pt x="1" y="560"/>
                </a:lnTo>
                <a:moveTo>
                  <a:pt x="1" y="568"/>
                </a:moveTo>
                <a:lnTo>
                  <a:pt x="1" y="572"/>
                </a:lnTo>
                <a:lnTo>
                  <a:pt x="0" y="572"/>
                </a:lnTo>
                <a:lnTo>
                  <a:pt x="0" y="568"/>
                </a:lnTo>
                <a:lnTo>
                  <a:pt x="1" y="568"/>
                </a:lnTo>
                <a:moveTo>
                  <a:pt x="1" y="575"/>
                </a:moveTo>
                <a:lnTo>
                  <a:pt x="1" y="579"/>
                </a:lnTo>
                <a:lnTo>
                  <a:pt x="0" y="579"/>
                </a:lnTo>
                <a:lnTo>
                  <a:pt x="0" y="575"/>
                </a:lnTo>
                <a:lnTo>
                  <a:pt x="1" y="575"/>
                </a:lnTo>
                <a:moveTo>
                  <a:pt x="1" y="583"/>
                </a:moveTo>
                <a:lnTo>
                  <a:pt x="1" y="587"/>
                </a:lnTo>
                <a:lnTo>
                  <a:pt x="0" y="587"/>
                </a:lnTo>
                <a:lnTo>
                  <a:pt x="0" y="583"/>
                </a:lnTo>
                <a:lnTo>
                  <a:pt x="1" y="583"/>
                </a:lnTo>
                <a:moveTo>
                  <a:pt x="1" y="591"/>
                </a:moveTo>
                <a:lnTo>
                  <a:pt x="1" y="595"/>
                </a:lnTo>
                <a:lnTo>
                  <a:pt x="0" y="595"/>
                </a:lnTo>
                <a:lnTo>
                  <a:pt x="0" y="591"/>
                </a:lnTo>
                <a:lnTo>
                  <a:pt x="1" y="591"/>
                </a:lnTo>
                <a:moveTo>
                  <a:pt x="1" y="599"/>
                </a:moveTo>
                <a:lnTo>
                  <a:pt x="1" y="603"/>
                </a:lnTo>
                <a:lnTo>
                  <a:pt x="0" y="603"/>
                </a:lnTo>
                <a:lnTo>
                  <a:pt x="0" y="599"/>
                </a:lnTo>
                <a:lnTo>
                  <a:pt x="1" y="599"/>
                </a:lnTo>
                <a:moveTo>
                  <a:pt x="1" y="607"/>
                </a:moveTo>
                <a:lnTo>
                  <a:pt x="1" y="611"/>
                </a:lnTo>
                <a:lnTo>
                  <a:pt x="0" y="611"/>
                </a:lnTo>
                <a:lnTo>
                  <a:pt x="0" y="607"/>
                </a:lnTo>
                <a:lnTo>
                  <a:pt x="1" y="607"/>
                </a:lnTo>
                <a:moveTo>
                  <a:pt x="1" y="615"/>
                </a:moveTo>
                <a:lnTo>
                  <a:pt x="1" y="619"/>
                </a:lnTo>
                <a:lnTo>
                  <a:pt x="0" y="619"/>
                </a:lnTo>
                <a:lnTo>
                  <a:pt x="0" y="615"/>
                </a:lnTo>
                <a:lnTo>
                  <a:pt x="1" y="615"/>
                </a:lnTo>
                <a:moveTo>
                  <a:pt x="1" y="623"/>
                </a:moveTo>
                <a:lnTo>
                  <a:pt x="1" y="627"/>
                </a:lnTo>
                <a:lnTo>
                  <a:pt x="0" y="627"/>
                </a:lnTo>
                <a:lnTo>
                  <a:pt x="0" y="623"/>
                </a:lnTo>
                <a:lnTo>
                  <a:pt x="1" y="623"/>
                </a:lnTo>
                <a:close/>
              </a:path>
            </a:pathLst>
          </a:custGeom>
          <a:solidFill>
            <a:srgbClr val="d3d3d3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050200" y="3602880"/>
            <a:ext cx="376920" cy="88920"/>
          </a:xfrm>
          <a:custGeom>
            <a:avLst/>
            <a:gdLst/>
            <a:ahLst/>
            <a:rect l="0" t="0" r="r" b="b"/>
            <a:pathLst>
              <a:path w="1047" h="247">
                <a:moveTo>
                  <a:pt x="0" y="0"/>
                </a:moveTo>
                <a:lnTo>
                  <a:pt x="1047" y="0"/>
                </a:lnTo>
                <a:lnTo>
                  <a:pt x="1047" y="247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050200" y="3602880"/>
            <a:ext cx="376920" cy="88920"/>
          </a:xfrm>
          <a:custGeom>
            <a:avLst/>
            <a:gdLst/>
            <a:ahLst/>
            <a:rect l="0" t="0" r="r" b="b"/>
            <a:pathLst>
              <a:path w="1047" h="247">
                <a:moveTo>
                  <a:pt x="0" y="0"/>
                </a:moveTo>
                <a:lnTo>
                  <a:pt x="1047" y="0"/>
                </a:lnTo>
                <a:lnTo>
                  <a:pt x="1047" y="247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050200" y="3602880"/>
            <a:ext cx="376920" cy="88920"/>
          </a:xfrm>
          <a:custGeom>
            <a:avLst/>
            <a:gdLst/>
            <a:ahLst/>
            <a:rect l="0" t="0" r="r" b="b"/>
            <a:pathLst>
              <a:path w="1047" h="247">
                <a:moveTo>
                  <a:pt x="0" y="0"/>
                </a:moveTo>
                <a:lnTo>
                  <a:pt x="1047" y="0"/>
                </a:lnTo>
                <a:lnTo>
                  <a:pt x="1047" y="247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096640" y="3626640"/>
            <a:ext cx="44280" cy="29160"/>
          </a:xfrm>
          <a:custGeom>
            <a:avLst/>
            <a:gdLst/>
            <a:ahLst/>
            <a:rect l="0" t="0" r="r" b="b"/>
            <a:pathLst>
              <a:path w="123" h="81">
                <a:moveTo>
                  <a:pt x="2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1"/>
                  <a:pt x="121" y="81"/>
                </a:cubicBezTo>
                <a:lnTo>
                  <a:pt x="2" y="81"/>
                </a:lnTo>
                <a:cubicBezTo>
                  <a:pt x="1" y="81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096640" y="3626640"/>
            <a:ext cx="44280" cy="29160"/>
          </a:xfrm>
          <a:custGeom>
            <a:avLst/>
            <a:gdLst/>
            <a:ahLst/>
            <a:rect l="0" t="0" r="r" b="b"/>
            <a:pathLst>
              <a:path w="123" h="81">
                <a:moveTo>
                  <a:pt x="2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1"/>
                  <a:pt x="121" y="81"/>
                </a:cubicBezTo>
                <a:lnTo>
                  <a:pt x="2" y="81"/>
                </a:lnTo>
                <a:cubicBezTo>
                  <a:pt x="1" y="81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063520" y="363348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2"/>
                </a:moveTo>
                <a:cubicBezTo>
                  <a:pt x="45" y="26"/>
                  <a:pt x="44" y="30"/>
                  <a:pt x="42" y="33"/>
                </a:cubicBezTo>
                <a:cubicBezTo>
                  <a:pt x="40" y="37"/>
                  <a:pt x="37" y="40"/>
                  <a:pt x="34" y="42"/>
                </a:cubicBezTo>
                <a:cubicBezTo>
                  <a:pt x="31" y="44"/>
                  <a:pt x="27" y="45"/>
                  <a:pt x="23" y="45"/>
                </a:cubicBezTo>
                <a:cubicBezTo>
                  <a:pt x="19" y="45"/>
                  <a:pt x="15" y="44"/>
                  <a:pt x="12" y="42"/>
                </a:cubicBezTo>
                <a:cubicBezTo>
                  <a:pt x="8" y="40"/>
                  <a:pt x="5" y="37"/>
                  <a:pt x="3" y="33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2" y="3"/>
                </a:cubicBezTo>
                <a:cubicBezTo>
                  <a:pt x="15" y="1"/>
                  <a:pt x="19" y="0"/>
                  <a:pt x="23" y="0"/>
                </a:cubicBezTo>
                <a:cubicBezTo>
                  <a:pt x="27" y="0"/>
                  <a:pt x="31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4" y="14"/>
                  <a:pt x="45" y="18"/>
                  <a:pt x="45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063520" y="363348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2"/>
                </a:moveTo>
                <a:cubicBezTo>
                  <a:pt x="45" y="26"/>
                  <a:pt x="44" y="30"/>
                  <a:pt x="42" y="33"/>
                </a:cubicBezTo>
                <a:cubicBezTo>
                  <a:pt x="40" y="37"/>
                  <a:pt x="37" y="40"/>
                  <a:pt x="34" y="42"/>
                </a:cubicBezTo>
                <a:cubicBezTo>
                  <a:pt x="31" y="44"/>
                  <a:pt x="27" y="45"/>
                  <a:pt x="23" y="45"/>
                </a:cubicBezTo>
                <a:cubicBezTo>
                  <a:pt x="19" y="45"/>
                  <a:pt x="15" y="44"/>
                  <a:pt x="12" y="42"/>
                </a:cubicBezTo>
                <a:cubicBezTo>
                  <a:pt x="8" y="40"/>
                  <a:pt x="5" y="37"/>
                  <a:pt x="3" y="33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2" y="3"/>
                </a:cubicBezTo>
                <a:cubicBezTo>
                  <a:pt x="15" y="1"/>
                  <a:pt x="19" y="0"/>
                  <a:pt x="23" y="0"/>
                </a:cubicBezTo>
                <a:cubicBezTo>
                  <a:pt x="27" y="0"/>
                  <a:pt x="31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4" y="14"/>
                  <a:pt x="45" y="18"/>
                  <a:pt x="45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063520" y="363348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3" y="41"/>
                  <a:pt x="4" y="33"/>
                  <a:pt x="4" y="23"/>
                </a:cubicBezTo>
                <a:cubicBezTo>
                  <a:pt x="4" y="13"/>
                  <a:pt x="13" y="4"/>
                  <a:pt x="23" y="4"/>
                </a:cubicBezTo>
                <a:cubicBezTo>
                  <a:pt x="33" y="4"/>
                  <a:pt x="41" y="13"/>
                  <a:pt x="41" y="23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6"/>
                </a:moveTo>
                <a:cubicBezTo>
                  <a:pt x="14" y="6"/>
                  <a:pt x="5" y="14"/>
                  <a:pt x="5" y="23"/>
                </a:cubicBezTo>
                <a:cubicBezTo>
                  <a:pt x="5" y="32"/>
                  <a:pt x="14" y="40"/>
                  <a:pt x="23" y="40"/>
                </a:cubicBezTo>
                <a:cubicBezTo>
                  <a:pt x="32" y="40"/>
                  <a:pt x="40" y="32"/>
                  <a:pt x="40" y="23"/>
                </a:cubicBezTo>
                <a:cubicBezTo>
                  <a:pt x="40" y="14"/>
                  <a:pt x="32" y="6"/>
                  <a:pt x="23" y="6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3" y="4"/>
                  <a:pt x="36" y="7"/>
                  <a:pt x="38" y="8"/>
                </a:cubicBezTo>
                <a:cubicBezTo>
                  <a:pt x="39" y="10"/>
                  <a:pt x="41" y="13"/>
                  <a:pt x="42" y="15"/>
                </a:cubicBezTo>
                <a:cubicBezTo>
                  <a:pt x="43" y="18"/>
                  <a:pt x="44" y="20"/>
                  <a:pt x="44" y="23"/>
                </a:cubicBezTo>
                <a:cubicBezTo>
                  <a:pt x="44" y="26"/>
                  <a:pt x="43" y="28"/>
                  <a:pt x="42" y="31"/>
                </a:cubicBezTo>
                <a:cubicBezTo>
                  <a:pt x="41" y="33"/>
                  <a:pt x="39" y="36"/>
                  <a:pt x="38" y="37"/>
                </a:cubicBezTo>
                <a:cubicBezTo>
                  <a:pt x="36" y="39"/>
                  <a:pt x="33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0" y="43"/>
                  <a:pt x="18" y="43"/>
                  <a:pt x="15" y="42"/>
                </a:cubicBezTo>
                <a:cubicBezTo>
                  <a:pt x="13" y="41"/>
                  <a:pt x="9" y="39"/>
                  <a:pt x="8" y="37"/>
                </a:cubicBezTo>
                <a:cubicBezTo>
                  <a:pt x="6" y="36"/>
                  <a:pt x="4" y="33"/>
                  <a:pt x="3" y="31"/>
                </a:cubicBezTo>
                <a:cubicBezTo>
                  <a:pt x="2" y="28"/>
                  <a:pt x="2" y="26"/>
                  <a:pt x="2" y="23"/>
                </a:cubicBezTo>
                <a:cubicBezTo>
                  <a:pt x="2" y="20"/>
                  <a:pt x="2" y="18"/>
                  <a:pt x="3" y="15"/>
                </a:cubicBezTo>
                <a:cubicBezTo>
                  <a:pt x="4" y="13"/>
                  <a:pt x="6" y="10"/>
                  <a:pt x="8" y="8"/>
                </a:cubicBezTo>
                <a:cubicBezTo>
                  <a:pt x="9" y="7"/>
                  <a:pt x="13" y="4"/>
                  <a:pt x="15" y="3"/>
                </a:cubicBezTo>
                <a:cubicBezTo>
                  <a:pt x="18" y="2"/>
                  <a:pt x="20" y="1"/>
                  <a:pt x="23" y="1"/>
                </a:cubicBezTo>
                <a:moveTo>
                  <a:pt x="23" y="0"/>
                </a:moveTo>
                <a:cubicBezTo>
                  <a:pt x="11" y="0"/>
                  <a:pt x="0" y="11"/>
                  <a:pt x="0" y="23"/>
                </a:cubicBezTo>
                <a:cubicBezTo>
                  <a:pt x="0" y="35"/>
                  <a:pt x="11" y="45"/>
                  <a:pt x="23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1"/>
                  <a:pt x="35" y="0"/>
                  <a:pt x="23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067480" y="363744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2" y="1"/>
                </a:moveTo>
                <a:lnTo>
                  <a:pt x="22" y="20"/>
                </a:lnTo>
                <a:lnTo>
                  <a:pt x="2" y="20"/>
                </a:lnTo>
                <a:lnTo>
                  <a:pt x="12" y="1"/>
                </a:lnTo>
                <a:moveTo>
                  <a:pt x="12" y="0"/>
                </a:moveTo>
                <a:lnTo>
                  <a:pt x="11" y="0"/>
                </a:lnTo>
                <a:lnTo>
                  <a:pt x="0" y="19"/>
                </a:lnTo>
                <a:lnTo>
                  <a:pt x="0" y="20"/>
                </a:lnTo>
                <a:cubicBezTo>
                  <a:pt x="0" y="21"/>
                  <a:pt x="1" y="21"/>
                  <a:pt x="1" y="21"/>
                </a:cubicBezTo>
                <a:lnTo>
                  <a:pt x="2" y="21"/>
                </a:lnTo>
                <a:lnTo>
                  <a:pt x="22" y="21"/>
                </a:lnTo>
                <a:cubicBezTo>
                  <a:pt x="23" y="21"/>
                  <a:pt x="23" y="21"/>
                  <a:pt x="23" y="20"/>
                </a:cubicBezTo>
                <a:lnTo>
                  <a:pt x="23" y="19"/>
                </a:lnTo>
                <a:lnTo>
                  <a:pt x="13" y="0"/>
                </a:lnTo>
                <a:lnTo>
                  <a:pt x="12" y="0"/>
                </a:ln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067480" y="3637440"/>
            <a:ext cx="8280" cy="7560"/>
          </a:xfrm>
          <a:custGeom>
            <a:avLst/>
            <a:gdLst/>
            <a:ahLst/>
            <a:rect l="0" t="0" r="r" b="b"/>
            <a:pathLst>
              <a:path fill="none" w="23" h="21">
                <a:moveTo>
                  <a:pt x="12" y="1"/>
                </a:moveTo>
                <a:lnTo>
                  <a:pt x="22" y="20"/>
                </a:lnTo>
                <a:lnTo>
                  <a:pt x="2" y="20"/>
                </a:lnTo>
                <a:lnTo>
                  <a:pt x="12" y="1"/>
                </a:lnTo>
                <a:moveTo>
                  <a:pt x="12" y="0"/>
                </a:moveTo>
                <a:lnTo>
                  <a:pt x="11" y="0"/>
                </a:lnTo>
                <a:lnTo>
                  <a:pt x="0" y="19"/>
                </a:lnTo>
                <a:lnTo>
                  <a:pt x="0" y="20"/>
                </a:lnTo>
                <a:cubicBezTo>
                  <a:pt x="0" y="21"/>
                  <a:pt x="1" y="21"/>
                  <a:pt x="1" y="21"/>
                </a:cubicBezTo>
                <a:lnTo>
                  <a:pt x="2" y="21"/>
                </a:lnTo>
                <a:lnTo>
                  <a:pt x="22" y="21"/>
                </a:lnTo>
                <a:cubicBezTo>
                  <a:pt x="23" y="21"/>
                  <a:pt x="23" y="21"/>
                  <a:pt x="23" y="20"/>
                </a:cubicBezTo>
                <a:lnTo>
                  <a:pt x="23" y="19"/>
                </a:lnTo>
                <a:lnTo>
                  <a:pt x="13" y="0"/>
                </a:lnTo>
                <a:lnTo>
                  <a:pt x="12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050200" y="3653640"/>
            <a:ext cx="2520" cy="28440"/>
          </a:xfrm>
          <a:custGeom>
            <a:avLst/>
            <a:gdLst/>
            <a:ahLst/>
            <a:rect l="0" t="0" r="r" b="b"/>
            <a:pathLst>
              <a:path fill="none" w="7" h="79">
                <a:moveTo>
                  <a:pt x="7" y="79"/>
                </a:moveTo>
                <a:lnTo>
                  <a:pt x="0" y="79"/>
                </a:lnTo>
                <a:lnTo>
                  <a:pt x="0" y="0"/>
                </a:lnTo>
                <a:lnTo>
                  <a:pt x="7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62520" y="3626640"/>
            <a:ext cx="68400" cy="29160"/>
          </a:xfrm>
          <a:custGeom>
            <a:avLst/>
            <a:gdLst/>
            <a:ahLst/>
            <a:rect l="0" t="0" r="r" b="b"/>
            <a:pathLst>
              <a:path w="190" h="81">
                <a:moveTo>
                  <a:pt x="1" y="0"/>
                </a:moveTo>
                <a:lnTo>
                  <a:pt x="189" y="0"/>
                </a:lnTo>
                <a:cubicBezTo>
                  <a:pt x="190" y="0"/>
                  <a:pt x="190" y="1"/>
                  <a:pt x="190" y="2"/>
                </a:cubicBezTo>
                <a:lnTo>
                  <a:pt x="190" y="79"/>
                </a:lnTo>
                <a:cubicBezTo>
                  <a:pt x="190" y="80"/>
                  <a:pt x="190" y="81"/>
                  <a:pt x="189" y="81"/>
                </a:cubicBezTo>
                <a:lnTo>
                  <a:pt x="1" y="81"/>
                </a:lnTo>
                <a:cubicBezTo>
                  <a:pt x="0" y="81"/>
                  <a:pt x="0" y="80"/>
                  <a:pt x="0" y="7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62520" y="3626640"/>
            <a:ext cx="68400" cy="29160"/>
          </a:xfrm>
          <a:custGeom>
            <a:avLst/>
            <a:gdLst/>
            <a:ahLst/>
            <a:rect l="0" t="0" r="r" b="b"/>
            <a:pathLst>
              <a:path w="190" h="81">
                <a:moveTo>
                  <a:pt x="1" y="0"/>
                </a:moveTo>
                <a:lnTo>
                  <a:pt x="189" y="0"/>
                </a:lnTo>
                <a:cubicBezTo>
                  <a:pt x="190" y="0"/>
                  <a:pt x="190" y="1"/>
                  <a:pt x="190" y="2"/>
                </a:cubicBezTo>
                <a:lnTo>
                  <a:pt x="190" y="79"/>
                </a:lnTo>
                <a:cubicBezTo>
                  <a:pt x="190" y="80"/>
                  <a:pt x="190" y="81"/>
                  <a:pt x="189" y="81"/>
                </a:cubicBezTo>
                <a:lnTo>
                  <a:pt x="1" y="81"/>
                </a:lnTo>
                <a:cubicBezTo>
                  <a:pt x="0" y="81"/>
                  <a:pt x="0" y="80"/>
                  <a:pt x="0" y="7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08680" y="3658680"/>
            <a:ext cx="1800" cy="16920"/>
          </a:xfrm>
          <a:custGeom>
            <a:avLst/>
            <a:gdLst/>
            <a:ahLst/>
            <a:rect l="0" t="0" r="r" b="b"/>
            <a:pathLst>
              <a:path fill="none" w="5" h="47">
                <a:moveTo>
                  <a:pt x="5" y="47"/>
                </a:moveTo>
                <a:lnTo>
                  <a:pt x="0" y="47"/>
                </a:lnTo>
                <a:lnTo>
                  <a:pt x="0" y="0"/>
                </a:lnTo>
                <a:lnTo>
                  <a:pt x="5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360520" y="363276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23" y="0"/>
                </a:moveTo>
                <a:cubicBezTo>
                  <a:pt x="22" y="0"/>
                  <a:pt x="21" y="0"/>
                  <a:pt x="20" y="1"/>
                </a:cubicBezTo>
                <a:lnTo>
                  <a:pt x="2" y="19"/>
                </a:lnTo>
                <a:cubicBezTo>
                  <a:pt x="0" y="21"/>
                  <a:pt x="0" y="23"/>
                  <a:pt x="2" y="24"/>
                </a:cubicBezTo>
                <a:lnTo>
                  <a:pt x="20" y="43"/>
                </a:lnTo>
                <a:cubicBezTo>
                  <a:pt x="21" y="44"/>
                  <a:pt x="22" y="44"/>
                  <a:pt x="23" y="44"/>
                </a:cubicBezTo>
                <a:cubicBezTo>
                  <a:pt x="23" y="44"/>
                  <a:pt x="24" y="44"/>
                  <a:pt x="25" y="43"/>
                </a:cubicBezTo>
                <a:lnTo>
                  <a:pt x="43" y="24"/>
                </a:lnTo>
                <a:cubicBezTo>
                  <a:pt x="46" y="23"/>
                  <a:pt x="46" y="21"/>
                  <a:pt x="43" y="19"/>
                </a:cubicBezTo>
                <a:lnTo>
                  <a:pt x="25" y="1"/>
                </a:lnTo>
                <a:cubicBezTo>
                  <a:pt x="24" y="0"/>
                  <a:pt x="23" y="0"/>
                  <a:pt x="23" y="0"/>
                </a:cubicBezTo>
                <a:close/>
              </a:path>
            </a:pathLst>
          </a:custGeom>
          <a:solidFill>
            <a:srgbClr val="fef4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360520" y="363276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23" y="0"/>
                </a:moveTo>
                <a:cubicBezTo>
                  <a:pt x="22" y="0"/>
                  <a:pt x="21" y="0"/>
                  <a:pt x="20" y="1"/>
                </a:cubicBezTo>
                <a:lnTo>
                  <a:pt x="2" y="19"/>
                </a:lnTo>
                <a:cubicBezTo>
                  <a:pt x="0" y="21"/>
                  <a:pt x="0" y="23"/>
                  <a:pt x="2" y="24"/>
                </a:cubicBezTo>
                <a:lnTo>
                  <a:pt x="20" y="43"/>
                </a:lnTo>
                <a:cubicBezTo>
                  <a:pt x="21" y="44"/>
                  <a:pt x="22" y="44"/>
                  <a:pt x="23" y="44"/>
                </a:cubicBezTo>
                <a:cubicBezTo>
                  <a:pt x="23" y="44"/>
                  <a:pt x="24" y="44"/>
                  <a:pt x="25" y="43"/>
                </a:cubicBezTo>
                <a:lnTo>
                  <a:pt x="43" y="24"/>
                </a:lnTo>
                <a:cubicBezTo>
                  <a:pt x="46" y="23"/>
                  <a:pt x="46" y="21"/>
                  <a:pt x="43" y="19"/>
                </a:cubicBezTo>
                <a:lnTo>
                  <a:pt x="25" y="1"/>
                </a:lnTo>
                <a:cubicBezTo>
                  <a:pt x="24" y="0"/>
                  <a:pt x="23" y="0"/>
                  <a:pt x="23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360160" y="363276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2" y="23"/>
                </a:moveTo>
                <a:lnTo>
                  <a:pt x="21" y="3"/>
                </a:lnTo>
                <a:cubicBezTo>
                  <a:pt x="23" y="2"/>
                  <a:pt x="24" y="2"/>
                  <a:pt x="25" y="3"/>
                </a:cubicBezTo>
                <a:lnTo>
                  <a:pt x="44" y="23"/>
                </a:lnTo>
                <a:cubicBezTo>
                  <a:pt x="44" y="23"/>
                  <a:pt x="44" y="24"/>
                  <a:pt x="44" y="25"/>
                </a:cubicBezTo>
                <a:lnTo>
                  <a:pt x="25" y="44"/>
                </a:lnTo>
                <a:cubicBezTo>
                  <a:pt x="24" y="44"/>
                  <a:pt x="23" y="44"/>
                  <a:pt x="21" y="44"/>
                </a:cubicBezTo>
                <a:lnTo>
                  <a:pt x="2" y="25"/>
                </a:lnTo>
                <a:cubicBezTo>
                  <a:pt x="2" y="24"/>
                  <a:pt x="2" y="23"/>
                  <a:pt x="2" y="23"/>
                </a:cubicBezTo>
                <a:moveTo>
                  <a:pt x="0" y="24"/>
                </a:moveTo>
                <a:cubicBezTo>
                  <a:pt x="0" y="24"/>
                  <a:pt x="1" y="25"/>
                  <a:pt x="1" y="26"/>
                </a:cubicBezTo>
                <a:lnTo>
                  <a:pt x="20" y="45"/>
                </a:lnTo>
                <a:cubicBezTo>
                  <a:pt x="23" y="46"/>
                  <a:pt x="25" y="46"/>
                  <a:pt x="26" y="45"/>
                </a:cubicBezTo>
                <a:lnTo>
                  <a:pt x="45" y="26"/>
                </a:lnTo>
                <a:cubicBezTo>
                  <a:pt x="45" y="25"/>
                  <a:pt x="46" y="24"/>
                  <a:pt x="46" y="24"/>
                </a:cubicBezTo>
                <a:cubicBezTo>
                  <a:pt x="46" y="23"/>
                  <a:pt x="45" y="22"/>
                  <a:pt x="45" y="21"/>
                </a:cubicBezTo>
                <a:lnTo>
                  <a:pt x="26" y="1"/>
                </a:lnTo>
                <a:cubicBezTo>
                  <a:pt x="25" y="0"/>
                  <a:pt x="23" y="0"/>
                  <a:pt x="20" y="1"/>
                </a:cubicBezTo>
                <a:lnTo>
                  <a:pt x="1" y="21"/>
                </a:lnTo>
                <a:cubicBezTo>
                  <a:pt x="1" y="22"/>
                  <a:pt x="0" y="23"/>
                  <a:pt x="0" y="24"/>
                </a:cubicBezTo>
                <a:close/>
              </a:path>
            </a:pathLst>
          </a:custGeom>
          <a:solidFill>
            <a:srgbClr val="ec7a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60160" y="363276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2" y="23"/>
                </a:moveTo>
                <a:lnTo>
                  <a:pt x="21" y="3"/>
                </a:lnTo>
                <a:cubicBezTo>
                  <a:pt x="23" y="2"/>
                  <a:pt x="24" y="2"/>
                  <a:pt x="25" y="3"/>
                </a:cubicBezTo>
                <a:lnTo>
                  <a:pt x="44" y="23"/>
                </a:lnTo>
                <a:cubicBezTo>
                  <a:pt x="44" y="23"/>
                  <a:pt x="44" y="24"/>
                  <a:pt x="44" y="25"/>
                </a:cubicBezTo>
                <a:lnTo>
                  <a:pt x="25" y="44"/>
                </a:lnTo>
                <a:cubicBezTo>
                  <a:pt x="24" y="44"/>
                  <a:pt x="23" y="44"/>
                  <a:pt x="21" y="44"/>
                </a:cubicBezTo>
                <a:lnTo>
                  <a:pt x="2" y="25"/>
                </a:lnTo>
                <a:cubicBezTo>
                  <a:pt x="2" y="24"/>
                  <a:pt x="2" y="23"/>
                  <a:pt x="2" y="23"/>
                </a:cubicBezTo>
                <a:moveTo>
                  <a:pt x="0" y="24"/>
                </a:moveTo>
                <a:cubicBezTo>
                  <a:pt x="0" y="24"/>
                  <a:pt x="1" y="25"/>
                  <a:pt x="1" y="26"/>
                </a:cubicBezTo>
                <a:lnTo>
                  <a:pt x="20" y="45"/>
                </a:lnTo>
                <a:cubicBezTo>
                  <a:pt x="23" y="46"/>
                  <a:pt x="25" y="46"/>
                  <a:pt x="26" y="45"/>
                </a:cubicBezTo>
                <a:lnTo>
                  <a:pt x="45" y="26"/>
                </a:lnTo>
                <a:cubicBezTo>
                  <a:pt x="45" y="25"/>
                  <a:pt x="46" y="24"/>
                  <a:pt x="46" y="24"/>
                </a:cubicBezTo>
                <a:cubicBezTo>
                  <a:pt x="46" y="23"/>
                  <a:pt x="45" y="22"/>
                  <a:pt x="45" y="21"/>
                </a:cubicBezTo>
                <a:lnTo>
                  <a:pt x="26" y="1"/>
                </a:lnTo>
                <a:cubicBezTo>
                  <a:pt x="25" y="0"/>
                  <a:pt x="23" y="0"/>
                  <a:pt x="20" y="1"/>
                </a:cubicBezTo>
                <a:lnTo>
                  <a:pt x="1" y="21"/>
                </a:lnTo>
                <a:cubicBezTo>
                  <a:pt x="1" y="22"/>
                  <a:pt x="0" y="23"/>
                  <a:pt x="0" y="24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65200" y="363744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8"/>
                </a:moveTo>
                <a:lnTo>
                  <a:pt x="18" y="11"/>
                </a:lnTo>
                <a:lnTo>
                  <a:pt x="18" y="12"/>
                </a:lnTo>
                <a:lnTo>
                  <a:pt x="17" y="12"/>
                </a:lnTo>
                <a:lnTo>
                  <a:pt x="12" y="12"/>
                </a:lnTo>
                <a:lnTo>
                  <a:pt x="12" y="17"/>
                </a:lnTo>
                <a:lnTo>
                  <a:pt x="12" y="18"/>
                </a:lnTo>
                <a:cubicBezTo>
                  <a:pt x="11" y="18"/>
                  <a:pt x="11" y="18"/>
                  <a:pt x="11" y="18"/>
                </a:cubicBezTo>
                <a:lnTo>
                  <a:pt x="8" y="18"/>
                </a:lnTo>
                <a:cubicBezTo>
                  <a:pt x="7" y="18"/>
                  <a:pt x="7" y="17"/>
                  <a:pt x="7" y="17"/>
                </a:cubicBezTo>
                <a:lnTo>
                  <a:pt x="7" y="12"/>
                </a:lnTo>
                <a:lnTo>
                  <a:pt x="2" y="12"/>
                </a:lnTo>
                <a:lnTo>
                  <a:pt x="0" y="12"/>
                </a:lnTo>
                <a:cubicBezTo>
                  <a:pt x="0" y="11"/>
                  <a:pt x="0" y="11"/>
                  <a:pt x="0" y="11"/>
                </a:cubicBezTo>
                <a:lnTo>
                  <a:pt x="0" y="8"/>
                </a:lnTo>
                <a:cubicBezTo>
                  <a:pt x="0" y="7"/>
                  <a:pt x="2" y="7"/>
                  <a:pt x="2" y="7"/>
                </a:cubicBezTo>
                <a:lnTo>
                  <a:pt x="7" y="7"/>
                </a:lnTo>
                <a:lnTo>
                  <a:pt x="7" y="1"/>
                </a:lnTo>
                <a:lnTo>
                  <a:pt x="8" y="0"/>
                </a:lnTo>
                <a:lnTo>
                  <a:pt x="11" y="0"/>
                </a:lnTo>
                <a:lnTo>
                  <a:pt x="12" y="0"/>
                </a:lnTo>
                <a:cubicBezTo>
                  <a:pt x="12" y="1"/>
                  <a:pt x="12" y="1"/>
                  <a:pt x="12" y="1"/>
                </a:cubicBezTo>
                <a:lnTo>
                  <a:pt x="12" y="7"/>
                </a:lnTo>
                <a:lnTo>
                  <a:pt x="17" y="7"/>
                </a:lnTo>
                <a:cubicBezTo>
                  <a:pt x="17" y="7"/>
                  <a:pt x="18" y="7"/>
                  <a:pt x="18" y="8"/>
                </a:cubicBezTo>
                <a:close/>
              </a:path>
            </a:pathLst>
          </a:custGeom>
          <a:solidFill>
            <a:srgbClr val="ec7a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365200" y="363744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8"/>
                </a:moveTo>
                <a:lnTo>
                  <a:pt x="18" y="11"/>
                </a:lnTo>
                <a:lnTo>
                  <a:pt x="18" y="12"/>
                </a:lnTo>
                <a:lnTo>
                  <a:pt x="17" y="12"/>
                </a:lnTo>
                <a:lnTo>
                  <a:pt x="12" y="12"/>
                </a:lnTo>
                <a:lnTo>
                  <a:pt x="12" y="17"/>
                </a:lnTo>
                <a:lnTo>
                  <a:pt x="12" y="18"/>
                </a:lnTo>
                <a:cubicBezTo>
                  <a:pt x="11" y="18"/>
                  <a:pt x="11" y="18"/>
                  <a:pt x="11" y="18"/>
                </a:cubicBezTo>
                <a:lnTo>
                  <a:pt x="8" y="18"/>
                </a:lnTo>
                <a:cubicBezTo>
                  <a:pt x="7" y="18"/>
                  <a:pt x="7" y="17"/>
                  <a:pt x="7" y="17"/>
                </a:cubicBezTo>
                <a:lnTo>
                  <a:pt x="7" y="12"/>
                </a:lnTo>
                <a:lnTo>
                  <a:pt x="2" y="12"/>
                </a:lnTo>
                <a:lnTo>
                  <a:pt x="0" y="12"/>
                </a:lnTo>
                <a:cubicBezTo>
                  <a:pt x="0" y="11"/>
                  <a:pt x="0" y="11"/>
                  <a:pt x="0" y="11"/>
                </a:cubicBezTo>
                <a:lnTo>
                  <a:pt x="0" y="8"/>
                </a:lnTo>
                <a:cubicBezTo>
                  <a:pt x="0" y="7"/>
                  <a:pt x="2" y="7"/>
                  <a:pt x="2" y="7"/>
                </a:cubicBezTo>
                <a:lnTo>
                  <a:pt x="7" y="7"/>
                </a:lnTo>
                <a:lnTo>
                  <a:pt x="7" y="1"/>
                </a:lnTo>
                <a:lnTo>
                  <a:pt x="8" y="0"/>
                </a:lnTo>
                <a:lnTo>
                  <a:pt x="11" y="0"/>
                </a:lnTo>
                <a:lnTo>
                  <a:pt x="12" y="0"/>
                </a:lnTo>
                <a:cubicBezTo>
                  <a:pt x="12" y="1"/>
                  <a:pt x="12" y="1"/>
                  <a:pt x="12" y="1"/>
                </a:cubicBezTo>
                <a:lnTo>
                  <a:pt x="12" y="7"/>
                </a:lnTo>
                <a:lnTo>
                  <a:pt x="17" y="7"/>
                </a:lnTo>
                <a:cubicBezTo>
                  <a:pt x="17" y="7"/>
                  <a:pt x="18" y="7"/>
                  <a:pt x="18" y="8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314440" y="3633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1"/>
                </a:moveTo>
                <a:cubicBezTo>
                  <a:pt x="44" y="25"/>
                  <a:pt x="42" y="29"/>
                  <a:pt x="40" y="32"/>
                </a:cubicBezTo>
                <a:cubicBezTo>
                  <a:pt x="38" y="36"/>
                  <a:pt x="36" y="39"/>
                  <a:pt x="32" y="41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7" y="39"/>
                  <a:pt x="5" y="36"/>
                  <a:pt x="3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3" y="10"/>
                </a:cubicBezTo>
                <a:cubicBezTo>
                  <a:pt x="5" y="7"/>
                  <a:pt x="7" y="4"/>
                  <a:pt x="11" y="2"/>
                </a:cubicBezTo>
                <a:cubicBezTo>
                  <a:pt x="14" y="0"/>
                  <a:pt x="18" y="0"/>
                  <a:pt x="22" y="0"/>
                </a:cubicBezTo>
                <a:cubicBezTo>
                  <a:pt x="26" y="0"/>
                  <a:pt x="29" y="0"/>
                  <a:pt x="33" y="2"/>
                </a:cubicBezTo>
                <a:cubicBezTo>
                  <a:pt x="36" y="4"/>
                  <a:pt x="38" y="7"/>
                  <a:pt x="40" y="10"/>
                </a:cubicBezTo>
                <a:cubicBezTo>
                  <a:pt x="42" y="14"/>
                  <a:pt x="44" y="17"/>
                  <a:pt x="44" y="21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314440" y="3633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1"/>
                </a:moveTo>
                <a:cubicBezTo>
                  <a:pt x="44" y="25"/>
                  <a:pt x="42" y="29"/>
                  <a:pt x="40" y="32"/>
                </a:cubicBezTo>
                <a:cubicBezTo>
                  <a:pt x="38" y="36"/>
                  <a:pt x="36" y="39"/>
                  <a:pt x="32" y="41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7" y="39"/>
                  <a:pt x="5" y="36"/>
                  <a:pt x="3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3" y="10"/>
                </a:cubicBezTo>
                <a:cubicBezTo>
                  <a:pt x="5" y="7"/>
                  <a:pt x="7" y="4"/>
                  <a:pt x="11" y="2"/>
                </a:cubicBezTo>
                <a:cubicBezTo>
                  <a:pt x="14" y="0"/>
                  <a:pt x="18" y="0"/>
                  <a:pt x="22" y="0"/>
                </a:cubicBezTo>
                <a:cubicBezTo>
                  <a:pt x="26" y="0"/>
                  <a:pt x="29" y="0"/>
                  <a:pt x="33" y="2"/>
                </a:cubicBezTo>
                <a:cubicBezTo>
                  <a:pt x="36" y="4"/>
                  <a:pt x="38" y="7"/>
                  <a:pt x="40" y="10"/>
                </a:cubicBezTo>
                <a:cubicBezTo>
                  <a:pt x="42" y="14"/>
                  <a:pt x="44" y="17"/>
                  <a:pt x="44" y="21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314080" y="3633120"/>
            <a:ext cx="16560" cy="16200"/>
          </a:xfrm>
          <a:custGeom>
            <a:avLst/>
            <a:gdLst/>
            <a:ahLst/>
            <a:rect l="0" t="0" r="r" b="b"/>
            <a:pathLst>
              <a:path w="46" h="45">
                <a:moveTo>
                  <a:pt x="24" y="41"/>
                </a:moveTo>
                <a:cubicBezTo>
                  <a:pt x="13" y="41"/>
                  <a:pt x="4" y="33"/>
                  <a:pt x="4" y="23"/>
                </a:cubicBezTo>
                <a:cubicBezTo>
                  <a:pt x="4" y="13"/>
                  <a:pt x="13" y="4"/>
                  <a:pt x="24" y="4"/>
                </a:cubicBezTo>
                <a:cubicBezTo>
                  <a:pt x="34" y="4"/>
                  <a:pt x="42" y="13"/>
                  <a:pt x="42" y="23"/>
                </a:cubicBezTo>
                <a:cubicBezTo>
                  <a:pt x="42" y="33"/>
                  <a:pt x="34" y="41"/>
                  <a:pt x="24" y="41"/>
                </a:cubicBezTo>
                <a:moveTo>
                  <a:pt x="24" y="7"/>
                </a:moveTo>
                <a:cubicBezTo>
                  <a:pt x="13" y="7"/>
                  <a:pt x="6" y="14"/>
                  <a:pt x="6" y="23"/>
                </a:cubicBezTo>
                <a:cubicBezTo>
                  <a:pt x="6" y="32"/>
                  <a:pt x="13" y="40"/>
                  <a:pt x="24" y="40"/>
                </a:cubicBezTo>
                <a:cubicBezTo>
                  <a:pt x="33" y="40"/>
                  <a:pt x="40" y="32"/>
                  <a:pt x="40" y="23"/>
                </a:cubicBezTo>
                <a:cubicBezTo>
                  <a:pt x="40" y="14"/>
                  <a:pt x="33" y="7"/>
                  <a:pt x="24" y="7"/>
                </a:cubicBezTo>
                <a:moveTo>
                  <a:pt x="24" y="2"/>
                </a:moveTo>
                <a:cubicBezTo>
                  <a:pt x="26" y="2"/>
                  <a:pt x="29" y="2"/>
                  <a:pt x="32" y="3"/>
                </a:cubicBezTo>
                <a:cubicBezTo>
                  <a:pt x="34" y="4"/>
                  <a:pt x="36" y="7"/>
                  <a:pt x="38" y="9"/>
                </a:cubicBezTo>
                <a:cubicBezTo>
                  <a:pt x="40" y="11"/>
                  <a:pt x="41" y="13"/>
                  <a:pt x="43" y="15"/>
                </a:cubicBezTo>
                <a:cubicBezTo>
                  <a:pt x="44" y="18"/>
                  <a:pt x="44" y="20"/>
                  <a:pt x="44" y="23"/>
                </a:cubicBezTo>
                <a:cubicBezTo>
                  <a:pt x="44" y="26"/>
                  <a:pt x="44" y="29"/>
                  <a:pt x="43" y="31"/>
                </a:cubicBezTo>
                <a:cubicBezTo>
                  <a:pt x="41" y="34"/>
                  <a:pt x="40" y="36"/>
                  <a:pt x="38" y="38"/>
                </a:cubicBezTo>
                <a:cubicBezTo>
                  <a:pt x="36" y="40"/>
                  <a:pt x="34" y="41"/>
                  <a:pt x="32" y="42"/>
                </a:cubicBezTo>
                <a:cubicBezTo>
                  <a:pt x="29" y="43"/>
                  <a:pt x="26" y="44"/>
                  <a:pt x="24" y="44"/>
                </a:cubicBezTo>
                <a:cubicBezTo>
                  <a:pt x="21" y="44"/>
                  <a:pt x="17" y="43"/>
                  <a:pt x="15" y="42"/>
                </a:cubicBezTo>
                <a:cubicBezTo>
                  <a:pt x="12" y="41"/>
                  <a:pt x="10" y="40"/>
                  <a:pt x="8" y="38"/>
                </a:cubicBezTo>
                <a:cubicBezTo>
                  <a:pt x="6" y="36"/>
                  <a:pt x="5" y="34"/>
                  <a:pt x="4" y="31"/>
                </a:cubicBezTo>
                <a:cubicBezTo>
                  <a:pt x="3" y="29"/>
                  <a:pt x="2" y="26"/>
                  <a:pt x="2" y="23"/>
                </a:cubicBezTo>
                <a:cubicBezTo>
                  <a:pt x="2" y="20"/>
                  <a:pt x="3" y="18"/>
                  <a:pt x="4" y="15"/>
                </a:cubicBezTo>
                <a:cubicBezTo>
                  <a:pt x="5" y="13"/>
                  <a:pt x="6" y="11"/>
                  <a:pt x="8" y="9"/>
                </a:cubicBezTo>
                <a:cubicBezTo>
                  <a:pt x="10" y="7"/>
                  <a:pt x="12" y="4"/>
                  <a:pt x="15" y="3"/>
                </a:cubicBezTo>
                <a:cubicBezTo>
                  <a:pt x="17" y="2"/>
                  <a:pt x="21" y="2"/>
                  <a:pt x="24" y="2"/>
                </a:cubicBezTo>
                <a:moveTo>
                  <a:pt x="24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4" y="45"/>
                </a:cubicBezTo>
                <a:cubicBezTo>
                  <a:pt x="36" y="45"/>
                  <a:pt x="46" y="35"/>
                  <a:pt x="46" y="23"/>
                </a:cubicBezTo>
                <a:cubicBezTo>
                  <a:pt x="46" y="11"/>
                  <a:pt x="36" y="0"/>
                  <a:pt x="24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314080" y="3633120"/>
            <a:ext cx="16560" cy="16200"/>
          </a:xfrm>
          <a:custGeom>
            <a:avLst/>
            <a:gdLst/>
            <a:ahLst/>
            <a:rect l="0" t="0" r="r" b="b"/>
            <a:pathLst>
              <a:path fill="none" w="46" h="45">
                <a:moveTo>
                  <a:pt x="24" y="41"/>
                </a:moveTo>
                <a:cubicBezTo>
                  <a:pt x="13" y="41"/>
                  <a:pt x="4" y="33"/>
                  <a:pt x="4" y="23"/>
                </a:cubicBezTo>
                <a:cubicBezTo>
                  <a:pt x="4" y="13"/>
                  <a:pt x="13" y="4"/>
                  <a:pt x="24" y="4"/>
                </a:cubicBezTo>
                <a:cubicBezTo>
                  <a:pt x="34" y="4"/>
                  <a:pt x="42" y="13"/>
                  <a:pt x="42" y="23"/>
                </a:cubicBezTo>
                <a:cubicBezTo>
                  <a:pt x="42" y="33"/>
                  <a:pt x="34" y="41"/>
                  <a:pt x="24" y="41"/>
                </a:cubicBezTo>
                <a:moveTo>
                  <a:pt x="24" y="7"/>
                </a:moveTo>
                <a:cubicBezTo>
                  <a:pt x="13" y="7"/>
                  <a:pt x="6" y="14"/>
                  <a:pt x="6" y="23"/>
                </a:cubicBezTo>
                <a:cubicBezTo>
                  <a:pt x="6" y="32"/>
                  <a:pt x="13" y="40"/>
                  <a:pt x="24" y="40"/>
                </a:cubicBezTo>
                <a:cubicBezTo>
                  <a:pt x="33" y="40"/>
                  <a:pt x="40" y="32"/>
                  <a:pt x="40" y="23"/>
                </a:cubicBezTo>
                <a:cubicBezTo>
                  <a:pt x="40" y="14"/>
                  <a:pt x="33" y="7"/>
                  <a:pt x="24" y="7"/>
                </a:cubicBezTo>
                <a:moveTo>
                  <a:pt x="24" y="2"/>
                </a:moveTo>
                <a:cubicBezTo>
                  <a:pt x="26" y="2"/>
                  <a:pt x="29" y="2"/>
                  <a:pt x="32" y="3"/>
                </a:cubicBezTo>
                <a:cubicBezTo>
                  <a:pt x="34" y="4"/>
                  <a:pt x="36" y="7"/>
                  <a:pt x="38" y="9"/>
                </a:cubicBezTo>
                <a:cubicBezTo>
                  <a:pt x="40" y="11"/>
                  <a:pt x="41" y="13"/>
                  <a:pt x="43" y="15"/>
                </a:cubicBezTo>
                <a:cubicBezTo>
                  <a:pt x="44" y="18"/>
                  <a:pt x="44" y="20"/>
                  <a:pt x="44" y="23"/>
                </a:cubicBezTo>
                <a:cubicBezTo>
                  <a:pt x="44" y="26"/>
                  <a:pt x="44" y="29"/>
                  <a:pt x="43" y="31"/>
                </a:cubicBezTo>
                <a:cubicBezTo>
                  <a:pt x="41" y="34"/>
                  <a:pt x="40" y="36"/>
                  <a:pt x="38" y="38"/>
                </a:cubicBezTo>
                <a:cubicBezTo>
                  <a:pt x="36" y="40"/>
                  <a:pt x="34" y="41"/>
                  <a:pt x="32" y="42"/>
                </a:cubicBezTo>
                <a:cubicBezTo>
                  <a:pt x="29" y="43"/>
                  <a:pt x="26" y="44"/>
                  <a:pt x="24" y="44"/>
                </a:cubicBezTo>
                <a:cubicBezTo>
                  <a:pt x="21" y="44"/>
                  <a:pt x="17" y="43"/>
                  <a:pt x="15" y="42"/>
                </a:cubicBezTo>
                <a:cubicBezTo>
                  <a:pt x="12" y="41"/>
                  <a:pt x="10" y="40"/>
                  <a:pt x="8" y="38"/>
                </a:cubicBezTo>
                <a:cubicBezTo>
                  <a:pt x="6" y="36"/>
                  <a:pt x="5" y="34"/>
                  <a:pt x="4" y="31"/>
                </a:cubicBezTo>
                <a:cubicBezTo>
                  <a:pt x="3" y="29"/>
                  <a:pt x="2" y="26"/>
                  <a:pt x="2" y="23"/>
                </a:cubicBezTo>
                <a:cubicBezTo>
                  <a:pt x="2" y="20"/>
                  <a:pt x="3" y="18"/>
                  <a:pt x="4" y="15"/>
                </a:cubicBezTo>
                <a:cubicBezTo>
                  <a:pt x="5" y="13"/>
                  <a:pt x="6" y="11"/>
                  <a:pt x="8" y="9"/>
                </a:cubicBezTo>
                <a:cubicBezTo>
                  <a:pt x="10" y="7"/>
                  <a:pt x="12" y="4"/>
                  <a:pt x="15" y="3"/>
                </a:cubicBezTo>
                <a:cubicBezTo>
                  <a:pt x="17" y="2"/>
                  <a:pt x="21" y="2"/>
                  <a:pt x="24" y="2"/>
                </a:cubicBezTo>
                <a:moveTo>
                  <a:pt x="24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4" y="45"/>
                </a:cubicBezTo>
                <a:cubicBezTo>
                  <a:pt x="36" y="45"/>
                  <a:pt x="46" y="35"/>
                  <a:pt x="46" y="23"/>
                </a:cubicBezTo>
                <a:cubicBezTo>
                  <a:pt x="46" y="11"/>
                  <a:pt x="36" y="0"/>
                  <a:pt x="24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318400" y="36370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0"/>
                </a:moveTo>
                <a:cubicBezTo>
                  <a:pt x="10" y="0"/>
                  <a:pt x="10" y="0"/>
                  <a:pt x="10" y="0"/>
                </a:cubicBezTo>
                <a:cubicBezTo>
                  <a:pt x="10" y="0"/>
                  <a:pt x="9" y="0"/>
                  <a:pt x="9" y="1"/>
                </a:cubicBezTo>
                <a:lnTo>
                  <a:pt x="0" y="19"/>
                </a:lnTo>
                <a:cubicBezTo>
                  <a:pt x="0" y="20"/>
                  <a:pt x="0" y="20"/>
                  <a:pt x="0" y="21"/>
                </a:cubicBezTo>
                <a:cubicBezTo>
                  <a:pt x="1" y="21"/>
                  <a:pt x="1" y="21"/>
                  <a:pt x="1" y="21"/>
                </a:cubicBezTo>
                <a:lnTo>
                  <a:pt x="21" y="21"/>
                </a:lnTo>
                <a:lnTo>
                  <a:pt x="22" y="21"/>
                </a:lnTo>
                <a:cubicBezTo>
                  <a:pt x="23" y="20"/>
                  <a:pt x="23" y="20"/>
                  <a:pt x="22" y="19"/>
                </a:cubicBezTo>
                <a:lnTo>
                  <a:pt x="12" y="1"/>
                </a:lnTo>
                <a:cubicBezTo>
                  <a:pt x="12" y="0"/>
                  <a:pt x="12" y="0"/>
                  <a:pt x="11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318400" y="36370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0"/>
                </a:moveTo>
                <a:cubicBezTo>
                  <a:pt x="10" y="0"/>
                  <a:pt x="10" y="0"/>
                  <a:pt x="10" y="0"/>
                </a:cubicBezTo>
                <a:cubicBezTo>
                  <a:pt x="10" y="0"/>
                  <a:pt x="9" y="0"/>
                  <a:pt x="9" y="1"/>
                </a:cubicBezTo>
                <a:lnTo>
                  <a:pt x="0" y="19"/>
                </a:lnTo>
                <a:cubicBezTo>
                  <a:pt x="0" y="20"/>
                  <a:pt x="0" y="20"/>
                  <a:pt x="0" y="21"/>
                </a:cubicBezTo>
                <a:cubicBezTo>
                  <a:pt x="1" y="21"/>
                  <a:pt x="1" y="21"/>
                  <a:pt x="1" y="21"/>
                </a:cubicBezTo>
                <a:lnTo>
                  <a:pt x="21" y="21"/>
                </a:lnTo>
                <a:lnTo>
                  <a:pt x="22" y="21"/>
                </a:lnTo>
                <a:cubicBezTo>
                  <a:pt x="23" y="20"/>
                  <a:pt x="23" y="20"/>
                  <a:pt x="22" y="19"/>
                </a:cubicBezTo>
                <a:lnTo>
                  <a:pt x="12" y="1"/>
                </a:lnTo>
                <a:cubicBezTo>
                  <a:pt x="12" y="0"/>
                  <a:pt x="12" y="0"/>
                  <a:pt x="11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247480" y="3625920"/>
            <a:ext cx="44280" cy="29520"/>
          </a:xfrm>
          <a:custGeom>
            <a:avLst/>
            <a:gdLst/>
            <a:ahLst/>
            <a:rect l="0" t="0" r="r" b="b"/>
            <a:pathLst>
              <a:path w="123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247480" y="3625920"/>
            <a:ext cx="44280" cy="29520"/>
          </a:xfrm>
          <a:custGeom>
            <a:avLst/>
            <a:gdLst/>
            <a:ahLst/>
            <a:rect l="0" t="0" r="r" b="b"/>
            <a:pathLst>
              <a:path w="123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252160" y="363096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6" y="0"/>
                </a:moveTo>
                <a:lnTo>
                  <a:pt x="4" y="0"/>
                </a:lnTo>
                <a:lnTo>
                  <a:pt x="0" y="4"/>
                </a:lnTo>
                <a:lnTo>
                  <a:pt x="4" y="7"/>
                </a:lnTo>
                <a:lnTo>
                  <a:pt x="6" y="7"/>
                </a:lnTo>
                <a:lnTo>
                  <a:pt x="6" y="6"/>
                </a:lnTo>
                <a:lnTo>
                  <a:pt x="2" y="4"/>
                </a:lnTo>
                <a:lnTo>
                  <a:pt x="6" y="0"/>
                </a:lnTo>
                <a:close/>
              </a:path>
            </a:pathLst>
          </a:custGeom>
          <a:solidFill>
            <a:srgbClr val="393f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252160" y="363096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6" y="0"/>
                </a:moveTo>
                <a:lnTo>
                  <a:pt x="4" y="0"/>
                </a:lnTo>
                <a:lnTo>
                  <a:pt x="0" y="4"/>
                </a:lnTo>
                <a:lnTo>
                  <a:pt x="4" y="7"/>
                </a:lnTo>
                <a:lnTo>
                  <a:pt x="6" y="7"/>
                </a:lnTo>
                <a:lnTo>
                  <a:pt x="6" y="6"/>
                </a:lnTo>
                <a:lnTo>
                  <a:pt x="2" y="4"/>
                </a:lnTo>
                <a:lnTo>
                  <a:pt x="6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254320" y="363096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2" y="0"/>
                </a:moveTo>
                <a:lnTo>
                  <a:pt x="0" y="0"/>
                </a:lnTo>
                <a:lnTo>
                  <a:pt x="4" y="4"/>
                </a:lnTo>
                <a:lnTo>
                  <a:pt x="0" y="6"/>
                </a:lnTo>
                <a:lnTo>
                  <a:pt x="0" y="7"/>
                </a:lnTo>
                <a:cubicBezTo>
                  <a:pt x="2" y="7"/>
                  <a:pt x="2" y="7"/>
                  <a:pt x="2" y="7"/>
                </a:cubicBezTo>
                <a:lnTo>
                  <a:pt x="4" y="4"/>
                </a:lnTo>
                <a:lnTo>
                  <a:pt x="2" y="0"/>
                </a:lnTo>
                <a:close/>
              </a:path>
            </a:pathLst>
          </a:custGeom>
          <a:solidFill>
            <a:srgbClr val="393f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254320" y="363096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2" y="0"/>
                </a:moveTo>
                <a:lnTo>
                  <a:pt x="0" y="0"/>
                </a:lnTo>
                <a:lnTo>
                  <a:pt x="4" y="4"/>
                </a:lnTo>
                <a:lnTo>
                  <a:pt x="0" y="6"/>
                </a:lnTo>
                <a:lnTo>
                  <a:pt x="0" y="7"/>
                </a:lnTo>
                <a:cubicBezTo>
                  <a:pt x="2" y="7"/>
                  <a:pt x="2" y="7"/>
                  <a:pt x="2" y="7"/>
                </a:cubicBezTo>
                <a:lnTo>
                  <a:pt x="4" y="4"/>
                </a:lnTo>
                <a:lnTo>
                  <a:pt x="2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250000" y="3629160"/>
            <a:ext cx="8280" cy="6840"/>
          </a:xfrm>
          <a:custGeom>
            <a:avLst/>
            <a:gdLst/>
            <a:ahLst/>
            <a:rect l="0" t="0" r="r" b="b"/>
            <a:pathLst>
              <a:path w="23" h="19">
                <a:moveTo>
                  <a:pt x="20" y="0"/>
                </a:moveTo>
                <a:cubicBezTo>
                  <a:pt x="20" y="0"/>
                  <a:pt x="8" y="0"/>
                  <a:pt x="6" y="0"/>
                </a:cubicBezTo>
                <a:cubicBezTo>
                  <a:pt x="3" y="0"/>
                  <a:pt x="3" y="3"/>
                  <a:pt x="3" y="3"/>
                </a:cubicBezTo>
                <a:lnTo>
                  <a:pt x="3" y="13"/>
                </a:lnTo>
                <a:lnTo>
                  <a:pt x="0" y="13"/>
                </a:lnTo>
                <a:cubicBezTo>
                  <a:pt x="0" y="13"/>
                  <a:pt x="0" y="19"/>
                  <a:pt x="4" y="19"/>
                </a:cubicBezTo>
                <a:lnTo>
                  <a:pt x="15" y="19"/>
                </a:lnTo>
                <a:cubicBezTo>
                  <a:pt x="18" y="19"/>
                  <a:pt x="18" y="17"/>
                  <a:pt x="18" y="16"/>
                </a:cubicBezTo>
                <a:cubicBezTo>
                  <a:pt x="18" y="15"/>
                  <a:pt x="18" y="10"/>
                  <a:pt x="18" y="6"/>
                </a:cubicBezTo>
                <a:lnTo>
                  <a:pt x="23" y="6"/>
                </a:lnTo>
                <a:lnTo>
                  <a:pt x="23" y="3"/>
                </a:lnTo>
                <a:cubicBezTo>
                  <a:pt x="23" y="3"/>
                  <a:pt x="23" y="0"/>
                  <a:pt x="20" y="0"/>
                </a:cubicBezTo>
                <a:moveTo>
                  <a:pt x="4" y="18"/>
                </a:moveTo>
                <a:lnTo>
                  <a:pt x="3" y="18"/>
                </a:lnTo>
                <a:cubicBezTo>
                  <a:pt x="2" y="17"/>
                  <a:pt x="2" y="16"/>
                  <a:pt x="2" y="15"/>
                </a:cubicBezTo>
                <a:lnTo>
                  <a:pt x="12" y="15"/>
                </a:lnTo>
                <a:lnTo>
                  <a:pt x="13" y="15"/>
                </a:lnTo>
                <a:cubicBezTo>
                  <a:pt x="13" y="16"/>
                  <a:pt x="13" y="17"/>
                  <a:pt x="13" y="18"/>
                </a:cubicBezTo>
                <a:lnTo>
                  <a:pt x="4" y="18"/>
                </a:lnTo>
                <a:moveTo>
                  <a:pt x="17" y="16"/>
                </a:moveTo>
                <a:lnTo>
                  <a:pt x="17" y="17"/>
                </a:lnTo>
                <a:cubicBezTo>
                  <a:pt x="16" y="18"/>
                  <a:pt x="16" y="18"/>
                  <a:pt x="15" y="18"/>
                </a:cubicBezTo>
                <a:cubicBezTo>
                  <a:pt x="14" y="18"/>
                  <a:pt x="14" y="13"/>
                  <a:pt x="14" y="13"/>
                </a:cubicBezTo>
                <a:lnTo>
                  <a:pt x="5" y="1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17" y="2"/>
                </a:lnTo>
                <a:lnTo>
                  <a:pt x="17" y="3"/>
                </a:lnTo>
                <a:lnTo>
                  <a:pt x="17" y="6"/>
                </a:lnTo>
                <a:lnTo>
                  <a:pt x="17" y="16"/>
                </a:lnTo>
                <a:close/>
              </a:path>
            </a:pathLst>
          </a:custGeom>
          <a:solidFill>
            <a:srgbClr val="393f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250000" y="3629160"/>
            <a:ext cx="8280" cy="6840"/>
          </a:xfrm>
          <a:custGeom>
            <a:avLst/>
            <a:gdLst/>
            <a:ahLst/>
            <a:rect l="0" t="0" r="r" b="b"/>
            <a:pathLst>
              <a:path w="23" h="19">
                <a:moveTo>
                  <a:pt x="20" y="0"/>
                </a:moveTo>
                <a:cubicBezTo>
                  <a:pt x="20" y="0"/>
                  <a:pt x="8" y="0"/>
                  <a:pt x="6" y="0"/>
                </a:cubicBezTo>
                <a:cubicBezTo>
                  <a:pt x="3" y="0"/>
                  <a:pt x="3" y="3"/>
                  <a:pt x="3" y="3"/>
                </a:cubicBezTo>
                <a:lnTo>
                  <a:pt x="3" y="13"/>
                </a:lnTo>
                <a:lnTo>
                  <a:pt x="0" y="13"/>
                </a:lnTo>
                <a:cubicBezTo>
                  <a:pt x="0" y="13"/>
                  <a:pt x="0" y="19"/>
                  <a:pt x="4" y="19"/>
                </a:cubicBezTo>
                <a:lnTo>
                  <a:pt x="15" y="19"/>
                </a:lnTo>
                <a:cubicBezTo>
                  <a:pt x="18" y="19"/>
                  <a:pt x="18" y="17"/>
                  <a:pt x="18" y="16"/>
                </a:cubicBezTo>
                <a:cubicBezTo>
                  <a:pt x="18" y="15"/>
                  <a:pt x="18" y="10"/>
                  <a:pt x="18" y="6"/>
                </a:cubicBezTo>
                <a:lnTo>
                  <a:pt x="23" y="6"/>
                </a:lnTo>
                <a:lnTo>
                  <a:pt x="23" y="3"/>
                </a:lnTo>
                <a:cubicBezTo>
                  <a:pt x="23" y="3"/>
                  <a:pt x="23" y="0"/>
                  <a:pt x="20" y="0"/>
                </a:cubicBezTo>
                <a:moveTo>
                  <a:pt x="4" y="18"/>
                </a:moveTo>
                <a:lnTo>
                  <a:pt x="3" y="18"/>
                </a:lnTo>
                <a:cubicBezTo>
                  <a:pt x="2" y="17"/>
                  <a:pt x="2" y="16"/>
                  <a:pt x="2" y="15"/>
                </a:cubicBezTo>
                <a:lnTo>
                  <a:pt x="12" y="15"/>
                </a:lnTo>
                <a:lnTo>
                  <a:pt x="13" y="15"/>
                </a:lnTo>
                <a:cubicBezTo>
                  <a:pt x="13" y="16"/>
                  <a:pt x="13" y="17"/>
                  <a:pt x="13" y="18"/>
                </a:cubicBezTo>
                <a:lnTo>
                  <a:pt x="4" y="18"/>
                </a:lnTo>
                <a:moveTo>
                  <a:pt x="17" y="16"/>
                </a:moveTo>
                <a:lnTo>
                  <a:pt x="17" y="17"/>
                </a:lnTo>
                <a:cubicBezTo>
                  <a:pt x="16" y="18"/>
                  <a:pt x="16" y="18"/>
                  <a:pt x="15" y="18"/>
                </a:cubicBezTo>
                <a:cubicBezTo>
                  <a:pt x="14" y="18"/>
                  <a:pt x="14" y="13"/>
                  <a:pt x="14" y="13"/>
                </a:cubicBezTo>
                <a:lnTo>
                  <a:pt x="5" y="1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17" y="2"/>
                </a:lnTo>
                <a:lnTo>
                  <a:pt x="17" y="3"/>
                </a:lnTo>
                <a:lnTo>
                  <a:pt x="17" y="6"/>
                </a:lnTo>
                <a:lnTo>
                  <a:pt x="17" y="16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453400" y="3603600"/>
            <a:ext cx="231120" cy="88920"/>
          </a:xfrm>
          <a:custGeom>
            <a:avLst/>
            <a:gdLst/>
            <a:ahLst/>
            <a:rect l="0" t="0" r="r" b="b"/>
            <a:pathLst>
              <a:path w="642" h="247">
                <a:moveTo>
                  <a:pt x="0" y="0"/>
                </a:moveTo>
                <a:lnTo>
                  <a:pt x="642" y="0"/>
                </a:lnTo>
                <a:lnTo>
                  <a:pt x="642" y="247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453400" y="3603600"/>
            <a:ext cx="231120" cy="88920"/>
          </a:xfrm>
          <a:custGeom>
            <a:avLst/>
            <a:gdLst/>
            <a:ahLst/>
            <a:rect l="0" t="0" r="r" b="b"/>
            <a:pathLst>
              <a:path w="642" h="247">
                <a:moveTo>
                  <a:pt x="0" y="0"/>
                </a:moveTo>
                <a:lnTo>
                  <a:pt x="642" y="0"/>
                </a:lnTo>
                <a:lnTo>
                  <a:pt x="642" y="247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453400" y="3603600"/>
            <a:ext cx="231120" cy="88920"/>
          </a:xfrm>
          <a:custGeom>
            <a:avLst/>
            <a:gdLst/>
            <a:ahLst/>
            <a:rect l="0" t="0" r="r" b="b"/>
            <a:pathLst>
              <a:path w="642" h="247">
                <a:moveTo>
                  <a:pt x="0" y="0"/>
                </a:moveTo>
                <a:lnTo>
                  <a:pt x="642" y="0"/>
                </a:lnTo>
                <a:lnTo>
                  <a:pt x="642" y="247"/>
                </a:lnTo>
                <a:lnTo>
                  <a:pt x="0" y="247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496600" y="3625920"/>
            <a:ext cx="43920" cy="29520"/>
          </a:xfrm>
          <a:custGeom>
            <a:avLst/>
            <a:gdLst/>
            <a:ahLst/>
            <a:rect l="0" t="0" r="r" b="b"/>
            <a:pathLst>
              <a:path w="122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1"/>
                  <a:pt x="122" y="2"/>
                </a:cubicBezTo>
                <a:lnTo>
                  <a:pt x="122" y="80"/>
                </a:lnTo>
                <a:cubicBezTo>
                  <a:pt x="122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496600" y="3625920"/>
            <a:ext cx="43920" cy="29520"/>
          </a:xfrm>
          <a:custGeom>
            <a:avLst/>
            <a:gdLst/>
            <a:ahLst/>
            <a:rect l="0" t="0" r="r" b="b"/>
            <a:pathLst>
              <a:path w="122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1"/>
                  <a:pt x="122" y="2"/>
                </a:cubicBezTo>
                <a:lnTo>
                  <a:pt x="122" y="80"/>
                </a:lnTo>
                <a:cubicBezTo>
                  <a:pt x="122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563200" y="3625920"/>
            <a:ext cx="43920" cy="29520"/>
          </a:xfrm>
          <a:custGeom>
            <a:avLst/>
            <a:gdLst/>
            <a:ahLst/>
            <a:rect l="0" t="0" r="r" b="b"/>
            <a:pathLst>
              <a:path w="122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1"/>
                  <a:pt x="122" y="2"/>
                </a:cubicBezTo>
                <a:lnTo>
                  <a:pt x="122" y="80"/>
                </a:lnTo>
                <a:cubicBezTo>
                  <a:pt x="122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563200" y="3625920"/>
            <a:ext cx="43920" cy="29520"/>
          </a:xfrm>
          <a:custGeom>
            <a:avLst/>
            <a:gdLst/>
            <a:ahLst/>
            <a:rect l="0" t="0" r="r" b="b"/>
            <a:pathLst>
              <a:path w="122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1"/>
                  <a:pt x="122" y="2"/>
                </a:cubicBezTo>
                <a:lnTo>
                  <a:pt x="122" y="80"/>
                </a:lnTo>
                <a:cubicBezTo>
                  <a:pt x="122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578320" y="3599280"/>
            <a:ext cx="1800" cy="28440"/>
          </a:xfrm>
          <a:custGeom>
            <a:avLst/>
            <a:gdLst/>
            <a:ahLst/>
            <a:rect l="0" t="0" r="r" b="b"/>
            <a:pathLst>
              <a:path fill="none" w="5" h="79">
                <a:moveTo>
                  <a:pt x="5" y="79"/>
                </a:moveTo>
                <a:lnTo>
                  <a:pt x="0" y="79"/>
                </a:lnTo>
                <a:lnTo>
                  <a:pt x="0" y="0"/>
                </a:lnTo>
                <a:lnTo>
                  <a:pt x="5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628000" y="363276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22" y="0"/>
                </a:moveTo>
                <a:cubicBezTo>
                  <a:pt x="21" y="0"/>
                  <a:pt x="20" y="0"/>
                  <a:pt x="20" y="1"/>
                </a:cubicBezTo>
                <a:lnTo>
                  <a:pt x="1" y="19"/>
                </a:lnTo>
                <a:cubicBezTo>
                  <a:pt x="0" y="21"/>
                  <a:pt x="0" y="23"/>
                  <a:pt x="1" y="24"/>
                </a:cubicBezTo>
                <a:lnTo>
                  <a:pt x="20" y="43"/>
                </a:lnTo>
                <a:cubicBezTo>
                  <a:pt x="20" y="44"/>
                  <a:pt x="21" y="44"/>
                  <a:pt x="22" y="44"/>
                </a:cubicBezTo>
                <a:cubicBezTo>
                  <a:pt x="23" y="44"/>
                  <a:pt x="23" y="44"/>
                  <a:pt x="24" y="43"/>
                </a:cubicBezTo>
                <a:lnTo>
                  <a:pt x="44" y="24"/>
                </a:lnTo>
                <a:cubicBezTo>
                  <a:pt x="45" y="23"/>
                  <a:pt x="45" y="21"/>
                  <a:pt x="44" y="19"/>
                </a:cubicBezTo>
                <a:lnTo>
                  <a:pt x="24" y="1"/>
                </a:lnTo>
                <a:cubicBezTo>
                  <a:pt x="23" y="0"/>
                  <a:pt x="23" y="0"/>
                  <a:pt x="22" y="0"/>
                </a:cubicBezTo>
                <a:close/>
              </a:path>
            </a:pathLst>
          </a:custGeom>
          <a:solidFill>
            <a:srgbClr val="fef4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628000" y="363276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22" y="0"/>
                </a:moveTo>
                <a:cubicBezTo>
                  <a:pt x="21" y="0"/>
                  <a:pt x="20" y="0"/>
                  <a:pt x="20" y="1"/>
                </a:cubicBezTo>
                <a:lnTo>
                  <a:pt x="1" y="19"/>
                </a:lnTo>
                <a:cubicBezTo>
                  <a:pt x="0" y="21"/>
                  <a:pt x="0" y="23"/>
                  <a:pt x="1" y="24"/>
                </a:cubicBezTo>
                <a:lnTo>
                  <a:pt x="20" y="43"/>
                </a:lnTo>
                <a:cubicBezTo>
                  <a:pt x="20" y="44"/>
                  <a:pt x="21" y="44"/>
                  <a:pt x="22" y="44"/>
                </a:cubicBezTo>
                <a:cubicBezTo>
                  <a:pt x="23" y="44"/>
                  <a:pt x="23" y="44"/>
                  <a:pt x="24" y="43"/>
                </a:cubicBezTo>
                <a:lnTo>
                  <a:pt x="44" y="24"/>
                </a:lnTo>
                <a:cubicBezTo>
                  <a:pt x="45" y="23"/>
                  <a:pt x="45" y="21"/>
                  <a:pt x="44" y="19"/>
                </a:cubicBezTo>
                <a:lnTo>
                  <a:pt x="24" y="1"/>
                </a:lnTo>
                <a:cubicBezTo>
                  <a:pt x="23" y="0"/>
                  <a:pt x="23" y="0"/>
                  <a:pt x="22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628000" y="36327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2" y="23"/>
                </a:moveTo>
                <a:lnTo>
                  <a:pt x="21" y="3"/>
                </a:lnTo>
                <a:cubicBezTo>
                  <a:pt x="21" y="2"/>
                  <a:pt x="22" y="2"/>
                  <a:pt x="23" y="3"/>
                </a:cubicBezTo>
                <a:lnTo>
                  <a:pt x="43" y="23"/>
                </a:lnTo>
                <a:cubicBezTo>
                  <a:pt x="44" y="23"/>
                  <a:pt x="44" y="24"/>
                  <a:pt x="43" y="25"/>
                </a:cubicBezTo>
                <a:lnTo>
                  <a:pt x="23" y="44"/>
                </a:lnTo>
                <a:cubicBezTo>
                  <a:pt x="22" y="44"/>
                  <a:pt x="21" y="44"/>
                  <a:pt x="21" y="44"/>
                </a:cubicBezTo>
                <a:lnTo>
                  <a:pt x="2" y="25"/>
                </a:lnTo>
                <a:cubicBezTo>
                  <a:pt x="1" y="24"/>
                  <a:pt x="1" y="23"/>
                  <a:pt x="2" y="23"/>
                </a:cubicBezTo>
                <a:moveTo>
                  <a:pt x="0" y="24"/>
                </a:moveTo>
                <a:cubicBezTo>
                  <a:pt x="0" y="24"/>
                  <a:pt x="0" y="25"/>
                  <a:pt x="1" y="26"/>
                </a:cubicBezTo>
                <a:lnTo>
                  <a:pt x="20" y="45"/>
                </a:lnTo>
                <a:cubicBezTo>
                  <a:pt x="21" y="46"/>
                  <a:pt x="23" y="46"/>
                  <a:pt x="24" y="45"/>
                </a:cubicBezTo>
                <a:lnTo>
                  <a:pt x="44" y="26"/>
                </a:lnTo>
                <a:cubicBezTo>
                  <a:pt x="45" y="25"/>
                  <a:pt x="45" y="24"/>
                  <a:pt x="45" y="24"/>
                </a:cubicBezTo>
                <a:cubicBezTo>
                  <a:pt x="45" y="23"/>
                  <a:pt x="45" y="22"/>
                  <a:pt x="44" y="21"/>
                </a:cubicBezTo>
                <a:lnTo>
                  <a:pt x="24" y="1"/>
                </a:lnTo>
                <a:cubicBezTo>
                  <a:pt x="23" y="0"/>
                  <a:pt x="21" y="0"/>
                  <a:pt x="20" y="1"/>
                </a:cubicBezTo>
                <a:lnTo>
                  <a:pt x="1" y="21"/>
                </a:lnTo>
                <a:cubicBezTo>
                  <a:pt x="0" y="22"/>
                  <a:pt x="0" y="23"/>
                  <a:pt x="0" y="24"/>
                </a:cubicBezTo>
                <a:close/>
              </a:path>
            </a:pathLst>
          </a:custGeom>
          <a:solidFill>
            <a:srgbClr val="ec7a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628000" y="36327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2" y="23"/>
                </a:moveTo>
                <a:lnTo>
                  <a:pt x="21" y="3"/>
                </a:lnTo>
                <a:cubicBezTo>
                  <a:pt x="21" y="2"/>
                  <a:pt x="22" y="2"/>
                  <a:pt x="23" y="3"/>
                </a:cubicBezTo>
                <a:lnTo>
                  <a:pt x="43" y="23"/>
                </a:lnTo>
                <a:cubicBezTo>
                  <a:pt x="44" y="23"/>
                  <a:pt x="44" y="24"/>
                  <a:pt x="43" y="25"/>
                </a:cubicBezTo>
                <a:lnTo>
                  <a:pt x="23" y="44"/>
                </a:lnTo>
                <a:cubicBezTo>
                  <a:pt x="22" y="44"/>
                  <a:pt x="21" y="44"/>
                  <a:pt x="21" y="44"/>
                </a:cubicBezTo>
                <a:lnTo>
                  <a:pt x="2" y="25"/>
                </a:lnTo>
                <a:cubicBezTo>
                  <a:pt x="1" y="24"/>
                  <a:pt x="1" y="23"/>
                  <a:pt x="2" y="23"/>
                </a:cubicBezTo>
                <a:moveTo>
                  <a:pt x="0" y="24"/>
                </a:moveTo>
                <a:cubicBezTo>
                  <a:pt x="0" y="24"/>
                  <a:pt x="0" y="25"/>
                  <a:pt x="1" y="26"/>
                </a:cubicBezTo>
                <a:lnTo>
                  <a:pt x="20" y="45"/>
                </a:lnTo>
                <a:cubicBezTo>
                  <a:pt x="21" y="46"/>
                  <a:pt x="23" y="46"/>
                  <a:pt x="24" y="45"/>
                </a:cubicBezTo>
                <a:lnTo>
                  <a:pt x="44" y="26"/>
                </a:lnTo>
                <a:cubicBezTo>
                  <a:pt x="45" y="25"/>
                  <a:pt x="45" y="24"/>
                  <a:pt x="45" y="24"/>
                </a:cubicBezTo>
                <a:cubicBezTo>
                  <a:pt x="45" y="23"/>
                  <a:pt x="45" y="22"/>
                  <a:pt x="44" y="21"/>
                </a:cubicBezTo>
                <a:lnTo>
                  <a:pt x="24" y="1"/>
                </a:lnTo>
                <a:cubicBezTo>
                  <a:pt x="23" y="0"/>
                  <a:pt x="21" y="0"/>
                  <a:pt x="20" y="1"/>
                </a:cubicBezTo>
                <a:lnTo>
                  <a:pt x="1" y="21"/>
                </a:lnTo>
                <a:cubicBezTo>
                  <a:pt x="0" y="22"/>
                  <a:pt x="0" y="23"/>
                  <a:pt x="0" y="24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632680" y="363744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8"/>
                </a:moveTo>
                <a:lnTo>
                  <a:pt x="18" y="11"/>
                </a:lnTo>
                <a:lnTo>
                  <a:pt x="18" y="12"/>
                </a:lnTo>
                <a:lnTo>
                  <a:pt x="17" y="12"/>
                </a:lnTo>
                <a:lnTo>
                  <a:pt x="12" y="12"/>
                </a:lnTo>
                <a:lnTo>
                  <a:pt x="12" y="17"/>
                </a:lnTo>
                <a:lnTo>
                  <a:pt x="12" y="18"/>
                </a:lnTo>
                <a:lnTo>
                  <a:pt x="11" y="18"/>
                </a:lnTo>
                <a:lnTo>
                  <a:pt x="9" y="18"/>
                </a:lnTo>
                <a:cubicBezTo>
                  <a:pt x="8" y="18"/>
                  <a:pt x="8" y="18"/>
                  <a:pt x="8" y="18"/>
                </a:cubicBezTo>
                <a:cubicBezTo>
                  <a:pt x="7" y="18"/>
                  <a:pt x="7" y="17"/>
                  <a:pt x="7" y="17"/>
                </a:cubicBezTo>
                <a:lnTo>
                  <a:pt x="7" y="12"/>
                </a:lnTo>
                <a:lnTo>
                  <a:pt x="1" y="12"/>
                </a:lnTo>
                <a:lnTo>
                  <a:pt x="0" y="12"/>
                </a:lnTo>
                <a:cubicBezTo>
                  <a:pt x="0" y="11"/>
                  <a:pt x="0" y="11"/>
                  <a:pt x="0" y="11"/>
                </a:cubicBezTo>
                <a:lnTo>
                  <a:pt x="0" y="8"/>
                </a:lnTo>
                <a:cubicBezTo>
                  <a:pt x="1" y="7"/>
                  <a:pt x="1" y="7"/>
                  <a:pt x="1" y="7"/>
                </a:cubicBezTo>
                <a:lnTo>
                  <a:pt x="7" y="7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1" y="0"/>
                </a:lnTo>
                <a:lnTo>
                  <a:pt x="12" y="0"/>
                </a:lnTo>
                <a:cubicBezTo>
                  <a:pt x="12" y="1"/>
                  <a:pt x="12" y="1"/>
                  <a:pt x="12" y="1"/>
                </a:cubicBezTo>
                <a:lnTo>
                  <a:pt x="12" y="7"/>
                </a:lnTo>
                <a:lnTo>
                  <a:pt x="17" y="7"/>
                </a:lnTo>
                <a:cubicBezTo>
                  <a:pt x="18" y="7"/>
                  <a:pt x="18" y="7"/>
                  <a:pt x="18" y="8"/>
                </a:cubicBezTo>
                <a:close/>
              </a:path>
            </a:pathLst>
          </a:custGeom>
          <a:solidFill>
            <a:srgbClr val="ec7a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632680" y="363744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8"/>
                </a:moveTo>
                <a:lnTo>
                  <a:pt x="18" y="11"/>
                </a:lnTo>
                <a:lnTo>
                  <a:pt x="18" y="12"/>
                </a:lnTo>
                <a:lnTo>
                  <a:pt x="17" y="12"/>
                </a:lnTo>
                <a:lnTo>
                  <a:pt x="12" y="12"/>
                </a:lnTo>
                <a:lnTo>
                  <a:pt x="12" y="17"/>
                </a:lnTo>
                <a:lnTo>
                  <a:pt x="12" y="18"/>
                </a:lnTo>
                <a:lnTo>
                  <a:pt x="11" y="18"/>
                </a:lnTo>
                <a:lnTo>
                  <a:pt x="9" y="18"/>
                </a:lnTo>
                <a:cubicBezTo>
                  <a:pt x="8" y="18"/>
                  <a:pt x="8" y="18"/>
                  <a:pt x="8" y="18"/>
                </a:cubicBezTo>
                <a:cubicBezTo>
                  <a:pt x="7" y="18"/>
                  <a:pt x="7" y="17"/>
                  <a:pt x="7" y="17"/>
                </a:cubicBezTo>
                <a:lnTo>
                  <a:pt x="7" y="12"/>
                </a:lnTo>
                <a:lnTo>
                  <a:pt x="1" y="12"/>
                </a:lnTo>
                <a:lnTo>
                  <a:pt x="0" y="12"/>
                </a:lnTo>
                <a:cubicBezTo>
                  <a:pt x="0" y="11"/>
                  <a:pt x="0" y="11"/>
                  <a:pt x="0" y="11"/>
                </a:cubicBezTo>
                <a:lnTo>
                  <a:pt x="0" y="8"/>
                </a:lnTo>
                <a:cubicBezTo>
                  <a:pt x="1" y="7"/>
                  <a:pt x="1" y="7"/>
                  <a:pt x="1" y="7"/>
                </a:cubicBezTo>
                <a:lnTo>
                  <a:pt x="7" y="7"/>
                </a:lnTo>
                <a:lnTo>
                  <a:pt x="7" y="1"/>
                </a:lnTo>
                <a:lnTo>
                  <a:pt x="8" y="0"/>
                </a:lnTo>
                <a:lnTo>
                  <a:pt x="9" y="0"/>
                </a:lnTo>
                <a:lnTo>
                  <a:pt x="11" y="0"/>
                </a:lnTo>
                <a:lnTo>
                  <a:pt x="12" y="0"/>
                </a:lnTo>
                <a:cubicBezTo>
                  <a:pt x="12" y="1"/>
                  <a:pt x="12" y="1"/>
                  <a:pt x="12" y="1"/>
                </a:cubicBezTo>
                <a:lnTo>
                  <a:pt x="12" y="7"/>
                </a:lnTo>
                <a:lnTo>
                  <a:pt x="17" y="7"/>
                </a:lnTo>
                <a:cubicBezTo>
                  <a:pt x="18" y="7"/>
                  <a:pt x="18" y="7"/>
                  <a:pt x="18" y="8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628000" y="36057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7"/>
                  <a:pt x="43" y="30"/>
                  <a:pt x="42" y="34"/>
                </a:cubicBezTo>
                <a:cubicBezTo>
                  <a:pt x="40" y="37"/>
                  <a:pt x="37" y="40"/>
                  <a:pt x="34" y="41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0"/>
                  <a:pt x="0" y="27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628000" y="36057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7"/>
                  <a:pt x="43" y="30"/>
                  <a:pt x="42" y="34"/>
                </a:cubicBezTo>
                <a:cubicBezTo>
                  <a:pt x="40" y="37"/>
                  <a:pt x="37" y="40"/>
                  <a:pt x="34" y="41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0"/>
                  <a:pt x="0" y="27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628000" y="36057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2" y="41"/>
                </a:moveTo>
                <a:cubicBezTo>
                  <a:pt x="12" y="41"/>
                  <a:pt x="4" y="32"/>
                  <a:pt x="4" y="22"/>
                </a:cubicBezTo>
                <a:cubicBezTo>
                  <a:pt x="4" y="12"/>
                  <a:pt x="12" y="4"/>
                  <a:pt x="22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2"/>
                  <a:pt x="33" y="41"/>
                  <a:pt x="22" y="41"/>
                </a:cubicBezTo>
                <a:moveTo>
                  <a:pt x="22" y="5"/>
                </a:moveTo>
                <a:cubicBezTo>
                  <a:pt x="13" y="5"/>
                  <a:pt x="5" y="13"/>
                  <a:pt x="5" y="22"/>
                </a:cubicBezTo>
                <a:cubicBezTo>
                  <a:pt x="5" y="31"/>
                  <a:pt x="13" y="39"/>
                  <a:pt x="22" y="39"/>
                </a:cubicBezTo>
                <a:cubicBezTo>
                  <a:pt x="32" y="39"/>
                  <a:pt x="39" y="31"/>
                  <a:pt x="39" y="22"/>
                </a:cubicBezTo>
                <a:cubicBezTo>
                  <a:pt x="39" y="13"/>
                  <a:pt x="32" y="5"/>
                  <a:pt x="22" y="5"/>
                </a:cubicBezTo>
                <a:moveTo>
                  <a:pt x="22" y="1"/>
                </a:moveTo>
                <a:cubicBezTo>
                  <a:pt x="25" y="1"/>
                  <a:pt x="28" y="2"/>
                  <a:pt x="31" y="3"/>
                </a:cubicBezTo>
                <a:cubicBezTo>
                  <a:pt x="33" y="4"/>
                  <a:pt x="35" y="5"/>
                  <a:pt x="37" y="7"/>
                </a:cubicBezTo>
                <a:cubicBezTo>
                  <a:pt x="39" y="9"/>
                  <a:pt x="41" y="11"/>
                  <a:pt x="42" y="14"/>
                </a:cubicBezTo>
                <a:cubicBezTo>
                  <a:pt x="43" y="16"/>
                  <a:pt x="43" y="19"/>
                  <a:pt x="43" y="22"/>
                </a:cubicBezTo>
                <a:cubicBezTo>
                  <a:pt x="43" y="24"/>
                  <a:pt x="43" y="27"/>
                  <a:pt x="42" y="30"/>
                </a:cubicBezTo>
                <a:cubicBezTo>
                  <a:pt x="41" y="32"/>
                  <a:pt x="39" y="34"/>
                  <a:pt x="37" y="36"/>
                </a:cubicBezTo>
                <a:cubicBezTo>
                  <a:pt x="35" y="39"/>
                  <a:pt x="33" y="41"/>
                  <a:pt x="31" y="42"/>
                </a:cubicBezTo>
                <a:cubicBezTo>
                  <a:pt x="28" y="43"/>
                  <a:pt x="25" y="43"/>
                  <a:pt x="22" y="43"/>
                </a:cubicBezTo>
                <a:cubicBezTo>
                  <a:pt x="19" y="43"/>
                  <a:pt x="16" y="43"/>
                  <a:pt x="14" y="42"/>
                </a:cubicBezTo>
                <a:cubicBezTo>
                  <a:pt x="11" y="41"/>
                  <a:pt x="9" y="39"/>
                  <a:pt x="7" y="36"/>
                </a:cubicBezTo>
                <a:cubicBezTo>
                  <a:pt x="5" y="34"/>
                  <a:pt x="4" y="32"/>
                  <a:pt x="3" y="30"/>
                </a:cubicBezTo>
                <a:cubicBezTo>
                  <a:pt x="2" y="27"/>
                  <a:pt x="1" y="24"/>
                  <a:pt x="1" y="22"/>
                </a:cubicBezTo>
                <a:cubicBezTo>
                  <a:pt x="1" y="19"/>
                  <a:pt x="2" y="16"/>
                  <a:pt x="3" y="14"/>
                </a:cubicBezTo>
                <a:cubicBezTo>
                  <a:pt x="4" y="11"/>
                  <a:pt x="5" y="9"/>
                  <a:pt x="7" y="7"/>
                </a:cubicBezTo>
                <a:cubicBezTo>
                  <a:pt x="9" y="5"/>
                  <a:pt x="11" y="4"/>
                  <a:pt x="14" y="3"/>
                </a:cubicBezTo>
                <a:cubicBezTo>
                  <a:pt x="16" y="2"/>
                  <a:pt x="19" y="1"/>
                  <a:pt x="22" y="1"/>
                </a:cubicBezTo>
                <a:moveTo>
                  <a:pt x="22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4"/>
                  <a:pt x="10" y="45"/>
                  <a:pt x="22" y="45"/>
                </a:cubicBezTo>
                <a:cubicBezTo>
                  <a:pt x="35" y="45"/>
                  <a:pt x="45" y="34"/>
                  <a:pt x="45" y="22"/>
                </a:cubicBezTo>
                <a:cubicBezTo>
                  <a:pt x="45" y="10"/>
                  <a:pt x="35" y="0"/>
                  <a:pt x="22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628000" y="3605760"/>
            <a:ext cx="16200" cy="16200"/>
          </a:xfrm>
          <a:custGeom>
            <a:avLst/>
            <a:gdLst/>
            <a:ahLst/>
            <a:rect l="0" t="0" r="r" b="b"/>
            <a:pathLst>
              <a:path fill="none" w="45" h="45">
                <a:moveTo>
                  <a:pt x="22" y="41"/>
                </a:moveTo>
                <a:cubicBezTo>
                  <a:pt x="12" y="41"/>
                  <a:pt x="4" y="32"/>
                  <a:pt x="4" y="22"/>
                </a:cubicBezTo>
                <a:cubicBezTo>
                  <a:pt x="4" y="12"/>
                  <a:pt x="12" y="4"/>
                  <a:pt x="22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2"/>
                  <a:pt x="33" y="41"/>
                  <a:pt x="22" y="41"/>
                </a:cubicBezTo>
                <a:moveTo>
                  <a:pt x="22" y="5"/>
                </a:moveTo>
                <a:cubicBezTo>
                  <a:pt x="13" y="5"/>
                  <a:pt x="5" y="13"/>
                  <a:pt x="5" y="22"/>
                </a:cubicBezTo>
                <a:cubicBezTo>
                  <a:pt x="5" y="31"/>
                  <a:pt x="13" y="39"/>
                  <a:pt x="22" y="39"/>
                </a:cubicBezTo>
                <a:cubicBezTo>
                  <a:pt x="32" y="39"/>
                  <a:pt x="39" y="31"/>
                  <a:pt x="39" y="22"/>
                </a:cubicBezTo>
                <a:cubicBezTo>
                  <a:pt x="39" y="13"/>
                  <a:pt x="32" y="5"/>
                  <a:pt x="22" y="5"/>
                </a:cubicBezTo>
                <a:moveTo>
                  <a:pt x="22" y="1"/>
                </a:moveTo>
                <a:cubicBezTo>
                  <a:pt x="25" y="1"/>
                  <a:pt x="28" y="2"/>
                  <a:pt x="31" y="3"/>
                </a:cubicBezTo>
                <a:cubicBezTo>
                  <a:pt x="33" y="4"/>
                  <a:pt x="35" y="5"/>
                  <a:pt x="37" y="7"/>
                </a:cubicBezTo>
                <a:cubicBezTo>
                  <a:pt x="39" y="9"/>
                  <a:pt x="41" y="11"/>
                  <a:pt x="42" y="14"/>
                </a:cubicBezTo>
                <a:cubicBezTo>
                  <a:pt x="43" y="16"/>
                  <a:pt x="43" y="19"/>
                  <a:pt x="43" y="22"/>
                </a:cubicBezTo>
                <a:cubicBezTo>
                  <a:pt x="43" y="24"/>
                  <a:pt x="43" y="27"/>
                  <a:pt x="42" y="30"/>
                </a:cubicBezTo>
                <a:cubicBezTo>
                  <a:pt x="41" y="32"/>
                  <a:pt x="39" y="34"/>
                  <a:pt x="37" y="36"/>
                </a:cubicBezTo>
                <a:cubicBezTo>
                  <a:pt x="35" y="39"/>
                  <a:pt x="33" y="41"/>
                  <a:pt x="31" y="42"/>
                </a:cubicBezTo>
                <a:cubicBezTo>
                  <a:pt x="28" y="43"/>
                  <a:pt x="25" y="43"/>
                  <a:pt x="22" y="43"/>
                </a:cubicBezTo>
                <a:cubicBezTo>
                  <a:pt x="19" y="43"/>
                  <a:pt x="16" y="43"/>
                  <a:pt x="14" y="42"/>
                </a:cubicBezTo>
                <a:cubicBezTo>
                  <a:pt x="11" y="41"/>
                  <a:pt x="9" y="39"/>
                  <a:pt x="7" y="36"/>
                </a:cubicBezTo>
                <a:cubicBezTo>
                  <a:pt x="5" y="34"/>
                  <a:pt x="4" y="32"/>
                  <a:pt x="3" y="30"/>
                </a:cubicBezTo>
                <a:cubicBezTo>
                  <a:pt x="2" y="27"/>
                  <a:pt x="1" y="24"/>
                  <a:pt x="1" y="22"/>
                </a:cubicBezTo>
                <a:cubicBezTo>
                  <a:pt x="1" y="19"/>
                  <a:pt x="2" y="16"/>
                  <a:pt x="3" y="14"/>
                </a:cubicBezTo>
                <a:cubicBezTo>
                  <a:pt x="4" y="11"/>
                  <a:pt x="5" y="9"/>
                  <a:pt x="7" y="7"/>
                </a:cubicBezTo>
                <a:cubicBezTo>
                  <a:pt x="9" y="5"/>
                  <a:pt x="11" y="4"/>
                  <a:pt x="14" y="3"/>
                </a:cubicBezTo>
                <a:cubicBezTo>
                  <a:pt x="16" y="2"/>
                  <a:pt x="19" y="1"/>
                  <a:pt x="22" y="1"/>
                </a:cubicBezTo>
                <a:moveTo>
                  <a:pt x="22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4"/>
                  <a:pt x="10" y="45"/>
                  <a:pt x="22" y="45"/>
                </a:cubicBezTo>
                <a:cubicBezTo>
                  <a:pt x="35" y="45"/>
                  <a:pt x="45" y="34"/>
                  <a:pt x="45" y="22"/>
                </a:cubicBezTo>
                <a:cubicBezTo>
                  <a:pt x="45" y="10"/>
                  <a:pt x="35" y="0"/>
                  <a:pt x="22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631960" y="360936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12" y="0"/>
                </a:moveTo>
                <a:cubicBezTo>
                  <a:pt x="12" y="0"/>
                  <a:pt x="11" y="0"/>
                  <a:pt x="11" y="1"/>
                </a:cubicBezTo>
                <a:lnTo>
                  <a:pt x="10" y="1"/>
                </a:lnTo>
                <a:lnTo>
                  <a:pt x="0" y="19"/>
                </a:lnTo>
                <a:cubicBezTo>
                  <a:pt x="0" y="20"/>
                  <a:pt x="0" y="21"/>
                  <a:pt x="0" y="21"/>
                </a:cubicBezTo>
                <a:lnTo>
                  <a:pt x="1" y="22"/>
                </a:lnTo>
                <a:lnTo>
                  <a:pt x="21" y="22"/>
                </a:lnTo>
                <a:cubicBezTo>
                  <a:pt x="22" y="22"/>
                  <a:pt x="22" y="22"/>
                  <a:pt x="22" y="22"/>
                </a:cubicBezTo>
                <a:cubicBezTo>
                  <a:pt x="22" y="21"/>
                  <a:pt x="22" y="21"/>
                  <a:pt x="23" y="21"/>
                </a:cubicBezTo>
                <a:cubicBezTo>
                  <a:pt x="23" y="21"/>
                  <a:pt x="23" y="20"/>
                  <a:pt x="23" y="19"/>
                </a:cubicBezTo>
                <a:lnTo>
                  <a:pt x="13" y="1"/>
                </a:lnTo>
                <a:cubicBezTo>
                  <a:pt x="12" y="0"/>
                  <a:pt x="12" y="0"/>
                  <a:pt x="12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631960" y="360936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12" y="0"/>
                </a:moveTo>
                <a:cubicBezTo>
                  <a:pt x="12" y="0"/>
                  <a:pt x="11" y="0"/>
                  <a:pt x="11" y="1"/>
                </a:cubicBezTo>
                <a:lnTo>
                  <a:pt x="10" y="1"/>
                </a:lnTo>
                <a:lnTo>
                  <a:pt x="0" y="19"/>
                </a:lnTo>
                <a:cubicBezTo>
                  <a:pt x="0" y="20"/>
                  <a:pt x="0" y="21"/>
                  <a:pt x="0" y="21"/>
                </a:cubicBezTo>
                <a:lnTo>
                  <a:pt x="1" y="22"/>
                </a:lnTo>
                <a:lnTo>
                  <a:pt x="21" y="22"/>
                </a:lnTo>
                <a:cubicBezTo>
                  <a:pt x="22" y="22"/>
                  <a:pt x="22" y="22"/>
                  <a:pt x="22" y="22"/>
                </a:cubicBezTo>
                <a:cubicBezTo>
                  <a:pt x="22" y="21"/>
                  <a:pt x="22" y="21"/>
                  <a:pt x="23" y="21"/>
                </a:cubicBezTo>
                <a:cubicBezTo>
                  <a:pt x="23" y="21"/>
                  <a:pt x="23" y="20"/>
                  <a:pt x="23" y="19"/>
                </a:cubicBezTo>
                <a:lnTo>
                  <a:pt x="13" y="1"/>
                </a:lnTo>
                <a:cubicBezTo>
                  <a:pt x="12" y="0"/>
                  <a:pt x="12" y="0"/>
                  <a:pt x="12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636640" y="3658320"/>
            <a:ext cx="2880" cy="16200"/>
          </a:xfrm>
          <a:custGeom>
            <a:avLst/>
            <a:gdLst/>
            <a:ahLst/>
            <a:rect l="0" t="0" r="r" b="b"/>
            <a:pathLst>
              <a:path fill="none" w="8" h="45">
                <a:moveTo>
                  <a:pt x="8" y="45"/>
                </a:moveTo>
                <a:lnTo>
                  <a:pt x="0" y="45"/>
                </a:lnTo>
                <a:lnTo>
                  <a:pt x="0" y="0"/>
                </a:lnTo>
                <a:lnTo>
                  <a:pt x="8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1853640" y="3448800"/>
            <a:ext cx="971280" cy="103320"/>
          </a:xfrm>
          <a:custGeom>
            <a:avLst/>
            <a:gdLst/>
            <a:ahLst/>
            <a:rect l="0" t="0" r="r" b="b"/>
            <a:pathLst>
              <a:path w="2698" h="287">
                <a:moveTo>
                  <a:pt x="0" y="0"/>
                </a:moveTo>
                <a:lnTo>
                  <a:pt x="2698" y="0"/>
                </a:lnTo>
                <a:lnTo>
                  <a:pt x="2698" y="287"/>
                </a:lnTo>
                <a:lnTo>
                  <a:pt x="0" y="287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1853640" y="3448800"/>
            <a:ext cx="971280" cy="103320"/>
          </a:xfrm>
          <a:custGeom>
            <a:avLst/>
            <a:gdLst/>
            <a:ahLst/>
            <a:rect l="0" t="0" r="r" b="b"/>
            <a:pathLst>
              <a:path w="2698" h="287">
                <a:moveTo>
                  <a:pt x="0" y="0"/>
                </a:moveTo>
                <a:lnTo>
                  <a:pt x="2698" y="0"/>
                </a:lnTo>
                <a:lnTo>
                  <a:pt x="2698" y="287"/>
                </a:lnTo>
                <a:lnTo>
                  <a:pt x="0" y="287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1853640" y="3448800"/>
            <a:ext cx="971280" cy="103320"/>
          </a:xfrm>
          <a:custGeom>
            <a:avLst/>
            <a:gdLst/>
            <a:ahLst/>
            <a:rect l="0" t="0" r="r" b="b"/>
            <a:pathLst>
              <a:path w="2698" h="287">
                <a:moveTo>
                  <a:pt x="0" y="0"/>
                </a:moveTo>
                <a:lnTo>
                  <a:pt x="2698" y="0"/>
                </a:lnTo>
                <a:lnTo>
                  <a:pt x="2698" y="287"/>
                </a:lnTo>
                <a:lnTo>
                  <a:pt x="0" y="287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1872000" y="3488400"/>
            <a:ext cx="47880" cy="29160"/>
          </a:xfrm>
          <a:custGeom>
            <a:avLst/>
            <a:gdLst/>
            <a:ahLst/>
            <a:rect l="0" t="0" r="r" b="b"/>
            <a:pathLst>
              <a:path w="133" h="81">
                <a:moveTo>
                  <a:pt x="1" y="0"/>
                </a:moveTo>
                <a:lnTo>
                  <a:pt x="131" y="0"/>
                </a:lnTo>
                <a:cubicBezTo>
                  <a:pt x="132" y="0"/>
                  <a:pt x="133" y="1"/>
                  <a:pt x="133" y="2"/>
                </a:cubicBezTo>
                <a:lnTo>
                  <a:pt x="133" y="79"/>
                </a:lnTo>
                <a:cubicBezTo>
                  <a:pt x="133" y="80"/>
                  <a:pt x="132" y="81"/>
                  <a:pt x="131" y="81"/>
                </a:cubicBezTo>
                <a:lnTo>
                  <a:pt x="1" y="81"/>
                </a:lnTo>
                <a:cubicBezTo>
                  <a:pt x="0" y="81"/>
                  <a:pt x="0" y="80"/>
                  <a:pt x="0" y="7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1872000" y="3488400"/>
            <a:ext cx="47880" cy="29160"/>
          </a:xfrm>
          <a:custGeom>
            <a:avLst/>
            <a:gdLst/>
            <a:ahLst/>
            <a:rect l="0" t="0" r="r" b="b"/>
            <a:pathLst>
              <a:path w="133" h="81">
                <a:moveTo>
                  <a:pt x="1" y="0"/>
                </a:moveTo>
                <a:lnTo>
                  <a:pt x="131" y="0"/>
                </a:lnTo>
                <a:cubicBezTo>
                  <a:pt x="132" y="0"/>
                  <a:pt x="133" y="1"/>
                  <a:pt x="133" y="2"/>
                </a:cubicBezTo>
                <a:lnTo>
                  <a:pt x="133" y="79"/>
                </a:lnTo>
                <a:cubicBezTo>
                  <a:pt x="133" y="80"/>
                  <a:pt x="132" y="81"/>
                  <a:pt x="131" y="81"/>
                </a:cubicBezTo>
                <a:lnTo>
                  <a:pt x="1" y="81"/>
                </a:lnTo>
                <a:cubicBezTo>
                  <a:pt x="0" y="81"/>
                  <a:pt x="0" y="80"/>
                  <a:pt x="0" y="7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1935360" y="3487680"/>
            <a:ext cx="44280" cy="29160"/>
          </a:xfrm>
          <a:custGeom>
            <a:avLst/>
            <a:gdLst/>
            <a:ahLst/>
            <a:rect l="0" t="0" r="r" b="b"/>
            <a:pathLst>
              <a:path w="123" h="81">
                <a:moveTo>
                  <a:pt x="2" y="0"/>
                </a:moveTo>
                <a:lnTo>
                  <a:pt x="122" y="0"/>
                </a:lnTo>
                <a:cubicBezTo>
                  <a:pt x="123" y="0"/>
                  <a:pt x="123" y="0"/>
                  <a:pt x="123" y="1"/>
                </a:cubicBezTo>
                <a:lnTo>
                  <a:pt x="123" y="79"/>
                </a:lnTo>
                <a:cubicBezTo>
                  <a:pt x="123" y="80"/>
                  <a:pt x="123" y="81"/>
                  <a:pt x="122" y="81"/>
                </a:cubicBezTo>
                <a:lnTo>
                  <a:pt x="2" y="81"/>
                </a:lnTo>
                <a:cubicBezTo>
                  <a:pt x="1" y="81"/>
                  <a:pt x="0" y="80"/>
                  <a:pt x="0" y="79"/>
                </a:cubicBezTo>
                <a:lnTo>
                  <a:pt x="0" y="1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1935360" y="3487680"/>
            <a:ext cx="44280" cy="29160"/>
          </a:xfrm>
          <a:custGeom>
            <a:avLst/>
            <a:gdLst/>
            <a:ahLst/>
            <a:rect l="0" t="0" r="r" b="b"/>
            <a:pathLst>
              <a:path w="123" h="81">
                <a:moveTo>
                  <a:pt x="2" y="0"/>
                </a:moveTo>
                <a:lnTo>
                  <a:pt x="122" y="0"/>
                </a:lnTo>
                <a:cubicBezTo>
                  <a:pt x="123" y="0"/>
                  <a:pt x="123" y="0"/>
                  <a:pt x="123" y="1"/>
                </a:cubicBezTo>
                <a:lnTo>
                  <a:pt x="123" y="79"/>
                </a:lnTo>
                <a:cubicBezTo>
                  <a:pt x="123" y="80"/>
                  <a:pt x="123" y="81"/>
                  <a:pt x="122" y="81"/>
                </a:cubicBezTo>
                <a:lnTo>
                  <a:pt x="2" y="81"/>
                </a:lnTo>
                <a:cubicBezTo>
                  <a:pt x="1" y="81"/>
                  <a:pt x="0" y="80"/>
                  <a:pt x="0" y="79"/>
                </a:cubicBezTo>
                <a:lnTo>
                  <a:pt x="0" y="1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002320" y="34941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6"/>
                  <a:pt x="43" y="29"/>
                  <a:pt x="41" y="33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3"/>
                  <a:pt x="26" y="44"/>
                  <a:pt x="22" y="44"/>
                </a:cubicBezTo>
                <a:cubicBezTo>
                  <a:pt x="18" y="44"/>
                  <a:pt x="15" y="43"/>
                  <a:pt x="11" y="42"/>
                </a:cubicBezTo>
                <a:cubicBezTo>
                  <a:pt x="8" y="40"/>
                  <a:pt x="5" y="37"/>
                  <a:pt x="3" y="33"/>
                </a:cubicBezTo>
                <a:cubicBezTo>
                  <a:pt x="1" y="29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002320" y="34941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6"/>
                  <a:pt x="43" y="29"/>
                  <a:pt x="41" y="33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3"/>
                  <a:pt x="26" y="44"/>
                  <a:pt x="22" y="44"/>
                </a:cubicBezTo>
                <a:cubicBezTo>
                  <a:pt x="18" y="44"/>
                  <a:pt x="15" y="43"/>
                  <a:pt x="11" y="42"/>
                </a:cubicBezTo>
                <a:cubicBezTo>
                  <a:pt x="8" y="40"/>
                  <a:pt x="5" y="37"/>
                  <a:pt x="3" y="33"/>
                </a:cubicBezTo>
                <a:cubicBezTo>
                  <a:pt x="1" y="29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001960" y="3494160"/>
            <a:ext cx="16560" cy="16200"/>
          </a:xfrm>
          <a:custGeom>
            <a:avLst/>
            <a:gdLst/>
            <a:ahLst/>
            <a:rect l="0" t="0" r="r" b="b"/>
            <a:pathLst>
              <a:path w="46" h="45">
                <a:moveTo>
                  <a:pt x="23" y="41"/>
                </a:moveTo>
                <a:cubicBezTo>
                  <a:pt x="13" y="41"/>
                  <a:pt x="4" y="32"/>
                  <a:pt x="4" y="22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2" y="12"/>
                  <a:pt x="42" y="22"/>
                </a:cubicBezTo>
                <a:cubicBezTo>
                  <a:pt x="42" y="32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7" y="13"/>
                  <a:pt x="7" y="22"/>
                </a:cubicBezTo>
                <a:cubicBezTo>
                  <a:pt x="7" y="31"/>
                  <a:pt x="14" y="38"/>
                  <a:pt x="23" y="38"/>
                </a:cubicBezTo>
                <a:cubicBezTo>
                  <a:pt x="33" y="38"/>
                  <a:pt x="40" y="31"/>
                  <a:pt x="40" y="22"/>
                </a:cubicBezTo>
                <a:cubicBezTo>
                  <a:pt x="40" y="13"/>
                  <a:pt x="33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2"/>
                  <a:pt x="40" y="34"/>
                  <a:pt x="38" y="36"/>
                </a:cubicBezTo>
                <a:cubicBezTo>
                  <a:pt x="36" y="38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1" y="43"/>
                  <a:pt x="18" y="43"/>
                  <a:pt x="15" y="42"/>
                </a:cubicBezTo>
                <a:cubicBezTo>
                  <a:pt x="13" y="41"/>
                  <a:pt x="11" y="38"/>
                  <a:pt x="9" y="36"/>
                </a:cubicBezTo>
                <a:cubicBezTo>
                  <a:pt x="7" y="34"/>
                  <a:pt x="6" y="32"/>
                  <a:pt x="3" y="30"/>
                </a:cubicBezTo>
                <a:cubicBezTo>
                  <a:pt x="2" y="27"/>
                  <a:pt x="2" y="25"/>
                  <a:pt x="2" y="22"/>
                </a:cubicBezTo>
                <a:cubicBezTo>
                  <a:pt x="2" y="19"/>
                  <a:pt x="2" y="16"/>
                  <a:pt x="3" y="14"/>
                </a:cubicBezTo>
                <a:cubicBezTo>
                  <a:pt x="6" y="11"/>
                  <a:pt x="7" y="9"/>
                  <a:pt x="9" y="7"/>
                </a:cubicBezTo>
                <a:cubicBezTo>
                  <a:pt x="11" y="5"/>
                  <a:pt x="13" y="4"/>
                  <a:pt x="15" y="3"/>
                </a:cubicBezTo>
                <a:cubicBezTo>
                  <a:pt x="18" y="2"/>
                  <a:pt x="21" y="1"/>
                  <a:pt x="23" y="1"/>
                </a:cubicBezTo>
                <a:moveTo>
                  <a:pt x="23" y="0"/>
                </a:moveTo>
                <a:cubicBezTo>
                  <a:pt x="11" y="0"/>
                  <a:pt x="0" y="10"/>
                  <a:pt x="0" y="22"/>
                </a:cubicBezTo>
                <a:cubicBezTo>
                  <a:pt x="0" y="34"/>
                  <a:pt x="11" y="45"/>
                  <a:pt x="23" y="45"/>
                </a:cubicBezTo>
                <a:cubicBezTo>
                  <a:pt x="36" y="45"/>
                  <a:pt x="46" y="34"/>
                  <a:pt x="46" y="22"/>
                </a:cubicBezTo>
                <a:cubicBezTo>
                  <a:pt x="46" y="10"/>
                  <a:pt x="36" y="0"/>
                  <a:pt x="2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001960" y="3494160"/>
            <a:ext cx="16560" cy="16200"/>
          </a:xfrm>
          <a:custGeom>
            <a:avLst/>
            <a:gdLst/>
            <a:ahLst/>
            <a:rect l="0" t="0" r="r" b="b"/>
            <a:pathLst>
              <a:path fill="none" w="46" h="45">
                <a:moveTo>
                  <a:pt x="23" y="41"/>
                </a:moveTo>
                <a:cubicBezTo>
                  <a:pt x="13" y="41"/>
                  <a:pt x="4" y="32"/>
                  <a:pt x="4" y="22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2" y="12"/>
                  <a:pt x="42" y="22"/>
                </a:cubicBezTo>
                <a:cubicBezTo>
                  <a:pt x="42" y="32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7" y="13"/>
                  <a:pt x="7" y="22"/>
                </a:cubicBezTo>
                <a:cubicBezTo>
                  <a:pt x="7" y="31"/>
                  <a:pt x="14" y="38"/>
                  <a:pt x="23" y="38"/>
                </a:cubicBezTo>
                <a:cubicBezTo>
                  <a:pt x="33" y="38"/>
                  <a:pt x="40" y="31"/>
                  <a:pt x="40" y="22"/>
                </a:cubicBezTo>
                <a:cubicBezTo>
                  <a:pt x="40" y="13"/>
                  <a:pt x="33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2"/>
                  <a:pt x="40" y="34"/>
                  <a:pt x="38" y="36"/>
                </a:cubicBezTo>
                <a:cubicBezTo>
                  <a:pt x="36" y="38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1" y="43"/>
                  <a:pt x="18" y="43"/>
                  <a:pt x="15" y="42"/>
                </a:cubicBezTo>
                <a:cubicBezTo>
                  <a:pt x="13" y="41"/>
                  <a:pt x="11" y="38"/>
                  <a:pt x="9" y="36"/>
                </a:cubicBezTo>
                <a:cubicBezTo>
                  <a:pt x="7" y="34"/>
                  <a:pt x="6" y="32"/>
                  <a:pt x="3" y="30"/>
                </a:cubicBezTo>
                <a:cubicBezTo>
                  <a:pt x="2" y="27"/>
                  <a:pt x="2" y="25"/>
                  <a:pt x="2" y="22"/>
                </a:cubicBezTo>
                <a:cubicBezTo>
                  <a:pt x="2" y="19"/>
                  <a:pt x="2" y="16"/>
                  <a:pt x="3" y="14"/>
                </a:cubicBezTo>
                <a:cubicBezTo>
                  <a:pt x="6" y="11"/>
                  <a:pt x="7" y="9"/>
                  <a:pt x="9" y="7"/>
                </a:cubicBezTo>
                <a:cubicBezTo>
                  <a:pt x="11" y="5"/>
                  <a:pt x="13" y="4"/>
                  <a:pt x="15" y="3"/>
                </a:cubicBezTo>
                <a:cubicBezTo>
                  <a:pt x="18" y="2"/>
                  <a:pt x="21" y="1"/>
                  <a:pt x="23" y="1"/>
                </a:cubicBezTo>
                <a:moveTo>
                  <a:pt x="23" y="0"/>
                </a:moveTo>
                <a:cubicBezTo>
                  <a:pt x="11" y="0"/>
                  <a:pt x="0" y="10"/>
                  <a:pt x="0" y="22"/>
                </a:cubicBezTo>
                <a:cubicBezTo>
                  <a:pt x="0" y="34"/>
                  <a:pt x="11" y="45"/>
                  <a:pt x="23" y="45"/>
                </a:cubicBezTo>
                <a:cubicBezTo>
                  <a:pt x="36" y="45"/>
                  <a:pt x="46" y="34"/>
                  <a:pt x="46" y="22"/>
                </a:cubicBezTo>
                <a:cubicBezTo>
                  <a:pt x="46" y="10"/>
                  <a:pt x="36" y="0"/>
                  <a:pt x="23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005920" y="349776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2" y="0"/>
                </a:moveTo>
                <a:lnTo>
                  <a:pt x="12" y="1"/>
                </a:lnTo>
                <a:cubicBezTo>
                  <a:pt x="11" y="1"/>
                  <a:pt x="11" y="1"/>
                  <a:pt x="11" y="1"/>
                </a:cubicBezTo>
                <a:lnTo>
                  <a:pt x="1" y="20"/>
                </a:lnTo>
                <a:cubicBezTo>
                  <a:pt x="0" y="20"/>
                  <a:pt x="0" y="21"/>
                  <a:pt x="1" y="21"/>
                </a:cubicBezTo>
                <a:lnTo>
                  <a:pt x="1" y="22"/>
                </a:lnTo>
                <a:lnTo>
                  <a:pt x="2" y="22"/>
                </a:lnTo>
                <a:lnTo>
                  <a:pt x="22" y="22"/>
                </a:lnTo>
                <a:lnTo>
                  <a:pt x="23" y="22"/>
                </a:lnTo>
                <a:lnTo>
                  <a:pt x="23" y="21"/>
                </a:lnTo>
                <a:cubicBezTo>
                  <a:pt x="24" y="21"/>
                  <a:pt x="24" y="20"/>
                  <a:pt x="23" y="20"/>
                </a:cubicBezTo>
                <a:lnTo>
                  <a:pt x="14" y="1"/>
                </a:lnTo>
                <a:lnTo>
                  <a:pt x="13" y="1"/>
                </a:lnTo>
                <a:cubicBezTo>
                  <a:pt x="13" y="0"/>
                  <a:pt x="13" y="0"/>
                  <a:pt x="12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005920" y="349776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2" y="0"/>
                </a:moveTo>
                <a:lnTo>
                  <a:pt x="12" y="1"/>
                </a:lnTo>
                <a:cubicBezTo>
                  <a:pt x="11" y="1"/>
                  <a:pt x="11" y="1"/>
                  <a:pt x="11" y="1"/>
                </a:cubicBezTo>
                <a:lnTo>
                  <a:pt x="1" y="20"/>
                </a:lnTo>
                <a:cubicBezTo>
                  <a:pt x="0" y="20"/>
                  <a:pt x="0" y="21"/>
                  <a:pt x="1" y="21"/>
                </a:cubicBezTo>
                <a:lnTo>
                  <a:pt x="1" y="22"/>
                </a:lnTo>
                <a:lnTo>
                  <a:pt x="2" y="22"/>
                </a:lnTo>
                <a:lnTo>
                  <a:pt x="22" y="22"/>
                </a:lnTo>
                <a:lnTo>
                  <a:pt x="23" y="22"/>
                </a:lnTo>
                <a:lnTo>
                  <a:pt x="23" y="21"/>
                </a:lnTo>
                <a:cubicBezTo>
                  <a:pt x="24" y="21"/>
                  <a:pt x="24" y="20"/>
                  <a:pt x="23" y="20"/>
                </a:cubicBezTo>
                <a:lnTo>
                  <a:pt x="14" y="1"/>
                </a:lnTo>
                <a:lnTo>
                  <a:pt x="13" y="1"/>
                </a:lnTo>
                <a:cubicBezTo>
                  <a:pt x="13" y="0"/>
                  <a:pt x="13" y="0"/>
                  <a:pt x="12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1989000" y="3517920"/>
            <a:ext cx="2520" cy="18720"/>
          </a:xfrm>
          <a:custGeom>
            <a:avLst/>
            <a:gdLst/>
            <a:ahLst/>
            <a:rect l="0" t="0" r="r" b="b"/>
            <a:pathLst>
              <a:path fill="none" w="7" h="52">
                <a:moveTo>
                  <a:pt x="7" y="52"/>
                </a:moveTo>
                <a:lnTo>
                  <a:pt x="0" y="52"/>
                </a:lnTo>
                <a:lnTo>
                  <a:pt x="0" y="0"/>
                </a:lnTo>
                <a:lnTo>
                  <a:pt x="7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361240" y="349488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2"/>
                </a:moveTo>
                <a:cubicBezTo>
                  <a:pt x="45" y="26"/>
                  <a:pt x="44" y="30"/>
                  <a:pt x="41" y="34"/>
                </a:cubicBezTo>
                <a:cubicBezTo>
                  <a:pt x="39" y="37"/>
                  <a:pt x="36" y="40"/>
                  <a:pt x="33" y="42"/>
                </a:cubicBezTo>
                <a:cubicBezTo>
                  <a:pt x="29" y="44"/>
                  <a:pt x="26" y="45"/>
                  <a:pt x="22" y="45"/>
                </a:cubicBezTo>
                <a:cubicBezTo>
                  <a:pt x="18" y="45"/>
                  <a:pt x="14" y="44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5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3" y="3"/>
                </a:cubicBezTo>
                <a:cubicBezTo>
                  <a:pt x="36" y="5"/>
                  <a:pt x="39" y="8"/>
                  <a:pt x="41" y="11"/>
                </a:cubicBezTo>
                <a:cubicBezTo>
                  <a:pt x="44" y="15"/>
                  <a:pt x="45" y="18"/>
                  <a:pt x="45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361240" y="349488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2"/>
                </a:moveTo>
                <a:cubicBezTo>
                  <a:pt x="45" y="26"/>
                  <a:pt x="44" y="30"/>
                  <a:pt x="41" y="34"/>
                </a:cubicBezTo>
                <a:cubicBezTo>
                  <a:pt x="39" y="37"/>
                  <a:pt x="36" y="40"/>
                  <a:pt x="33" y="42"/>
                </a:cubicBezTo>
                <a:cubicBezTo>
                  <a:pt x="29" y="44"/>
                  <a:pt x="26" y="45"/>
                  <a:pt x="22" y="45"/>
                </a:cubicBezTo>
                <a:cubicBezTo>
                  <a:pt x="18" y="45"/>
                  <a:pt x="14" y="44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5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3" y="3"/>
                </a:cubicBezTo>
                <a:cubicBezTo>
                  <a:pt x="36" y="5"/>
                  <a:pt x="39" y="8"/>
                  <a:pt x="41" y="11"/>
                </a:cubicBezTo>
                <a:cubicBezTo>
                  <a:pt x="44" y="15"/>
                  <a:pt x="45" y="18"/>
                  <a:pt x="45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361240" y="349488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2" y="41"/>
                  <a:pt x="4" y="32"/>
                  <a:pt x="4" y="22"/>
                </a:cubicBezTo>
                <a:cubicBezTo>
                  <a:pt x="4" y="12"/>
                  <a:pt x="12" y="4"/>
                  <a:pt x="23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2"/>
                  <a:pt x="33" y="41"/>
                  <a:pt x="23" y="41"/>
                </a:cubicBezTo>
                <a:moveTo>
                  <a:pt x="23" y="6"/>
                </a:moveTo>
                <a:cubicBezTo>
                  <a:pt x="13" y="6"/>
                  <a:pt x="5" y="13"/>
                  <a:pt x="5" y="22"/>
                </a:cubicBezTo>
                <a:cubicBezTo>
                  <a:pt x="5" y="31"/>
                  <a:pt x="13" y="40"/>
                  <a:pt x="23" y="40"/>
                </a:cubicBezTo>
                <a:cubicBezTo>
                  <a:pt x="32" y="40"/>
                  <a:pt x="39" y="31"/>
                  <a:pt x="39" y="22"/>
                </a:cubicBezTo>
                <a:cubicBezTo>
                  <a:pt x="39" y="13"/>
                  <a:pt x="32" y="6"/>
                  <a:pt x="23" y="6"/>
                </a:cubicBezTo>
                <a:moveTo>
                  <a:pt x="23" y="2"/>
                </a:moveTo>
                <a:cubicBezTo>
                  <a:pt x="26" y="2"/>
                  <a:pt x="28" y="2"/>
                  <a:pt x="31" y="3"/>
                </a:cubicBezTo>
                <a:cubicBezTo>
                  <a:pt x="33" y="4"/>
                  <a:pt x="36" y="6"/>
                  <a:pt x="37" y="8"/>
                </a:cubicBezTo>
                <a:cubicBezTo>
                  <a:pt x="39" y="10"/>
                  <a:pt x="41" y="12"/>
                  <a:pt x="42" y="14"/>
                </a:cubicBezTo>
                <a:cubicBezTo>
                  <a:pt x="43" y="17"/>
                  <a:pt x="43" y="19"/>
                  <a:pt x="43" y="22"/>
                </a:cubicBezTo>
                <a:cubicBezTo>
                  <a:pt x="43" y="25"/>
                  <a:pt x="43" y="28"/>
                  <a:pt x="42" y="30"/>
                </a:cubicBezTo>
                <a:cubicBezTo>
                  <a:pt x="41" y="33"/>
                  <a:pt x="39" y="35"/>
                  <a:pt x="37" y="37"/>
                </a:cubicBezTo>
                <a:cubicBezTo>
                  <a:pt x="36" y="40"/>
                  <a:pt x="33" y="41"/>
                  <a:pt x="31" y="42"/>
                </a:cubicBezTo>
                <a:cubicBezTo>
                  <a:pt x="28" y="43"/>
                  <a:pt x="26" y="44"/>
                  <a:pt x="23" y="44"/>
                </a:cubicBezTo>
                <a:cubicBezTo>
                  <a:pt x="20" y="44"/>
                  <a:pt x="16" y="43"/>
                  <a:pt x="14" y="42"/>
                </a:cubicBezTo>
                <a:cubicBezTo>
                  <a:pt x="11" y="41"/>
                  <a:pt x="9" y="40"/>
                  <a:pt x="7" y="37"/>
                </a:cubicBezTo>
                <a:cubicBezTo>
                  <a:pt x="6" y="35"/>
                  <a:pt x="4" y="33"/>
                  <a:pt x="3" y="30"/>
                </a:cubicBezTo>
                <a:cubicBezTo>
                  <a:pt x="2" y="28"/>
                  <a:pt x="1" y="25"/>
                  <a:pt x="1" y="22"/>
                </a:cubicBezTo>
                <a:cubicBezTo>
                  <a:pt x="1" y="19"/>
                  <a:pt x="2" y="17"/>
                  <a:pt x="3" y="14"/>
                </a:cubicBezTo>
                <a:cubicBezTo>
                  <a:pt x="4" y="12"/>
                  <a:pt x="6" y="10"/>
                  <a:pt x="7" y="8"/>
                </a:cubicBezTo>
                <a:cubicBezTo>
                  <a:pt x="9" y="6"/>
                  <a:pt x="11" y="4"/>
                  <a:pt x="14" y="3"/>
                </a:cubicBezTo>
                <a:cubicBezTo>
                  <a:pt x="16" y="2"/>
                  <a:pt x="20" y="2"/>
                  <a:pt x="23" y="2"/>
                </a:cubicBezTo>
                <a:moveTo>
                  <a:pt x="23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4"/>
                  <a:pt x="10" y="45"/>
                  <a:pt x="23" y="45"/>
                </a:cubicBezTo>
                <a:cubicBezTo>
                  <a:pt x="35" y="45"/>
                  <a:pt x="45" y="34"/>
                  <a:pt x="45" y="22"/>
                </a:cubicBezTo>
                <a:cubicBezTo>
                  <a:pt x="45" y="10"/>
                  <a:pt x="35" y="0"/>
                  <a:pt x="23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365200" y="349884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1"/>
                </a:moveTo>
                <a:lnTo>
                  <a:pt x="21" y="20"/>
                </a:lnTo>
                <a:lnTo>
                  <a:pt x="2" y="20"/>
                </a:lnTo>
                <a:lnTo>
                  <a:pt x="11" y="1"/>
                </a:lnTo>
                <a:moveTo>
                  <a:pt x="11" y="0"/>
                </a:moveTo>
                <a:lnTo>
                  <a:pt x="10" y="0"/>
                </a:lnTo>
                <a:lnTo>
                  <a:pt x="10" y="1"/>
                </a:lnTo>
                <a:lnTo>
                  <a:pt x="0" y="19"/>
                </a:lnTo>
                <a:lnTo>
                  <a:pt x="0" y="20"/>
                </a:lnTo>
                <a:cubicBezTo>
                  <a:pt x="0" y="21"/>
                  <a:pt x="0" y="21"/>
                  <a:pt x="1" y="21"/>
                </a:cubicBezTo>
                <a:lnTo>
                  <a:pt x="2" y="21"/>
                </a:lnTo>
                <a:lnTo>
                  <a:pt x="21" y="21"/>
                </a:lnTo>
                <a:cubicBezTo>
                  <a:pt x="22" y="21"/>
                  <a:pt x="22" y="21"/>
                  <a:pt x="22" y="21"/>
                </a:cubicBezTo>
                <a:cubicBezTo>
                  <a:pt x="22" y="21"/>
                  <a:pt x="23" y="21"/>
                  <a:pt x="23" y="20"/>
                </a:cubicBezTo>
                <a:lnTo>
                  <a:pt x="23" y="19"/>
                </a:lnTo>
                <a:lnTo>
                  <a:pt x="12" y="1"/>
                </a:lnTo>
                <a:cubicBezTo>
                  <a:pt x="12" y="0"/>
                  <a:pt x="12" y="0"/>
                  <a:pt x="12" y="0"/>
                </a:cubicBezTo>
                <a:lnTo>
                  <a:pt x="11" y="0"/>
                </a:ln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365200" y="3498840"/>
            <a:ext cx="8280" cy="7560"/>
          </a:xfrm>
          <a:custGeom>
            <a:avLst/>
            <a:gdLst/>
            <a:ahLst/>
            <a:rect l="0" t="0" r="r" b="b"/>
            <a:pathLst>
              <a:path fill="none" w="23" h="21">
                <a:moveTo>
                  <a:pt x="11" y="1"/>
                </a:moveTo>
                <a:lnTo>
                  <a:pt x="21" y="20"/>
                </a:lnTo>
                <a:lnTo>
                  <a:pt x="2" y="20"/>
                </a:lnTo>
                <a:lnTo>
                  <a:pt x="11" y="1"/>
                </a:lnTo>
                <a:moveTo>
                  <a:pt x="11" y="0"/>
                </a:moveTo>
                <a:lnTo>
                  <a:pt x="10" y="0"/>
                </a:lnTo>
                <a:lnTo>
                  <a:pt x="10" y="1"/>
                </a:lnTo>
                <a:lnTo>
                  <a:pt x="0" y="19"/>
                </a:lnTo>
                <a:lnTo>
                  <a:pt x="0" y="20"/>
                </a:lnTo>
                <a:cubicBezTo>
                  <a:pt x="0" y="21"/>
                  <a:pt x="0" y="21"/>
                  <a:pt x="1" y="21"/>
                </a:cubicBezTo>
                <a:lnTo>
                  <a:pt x="2" y="21"/>
                </a:lnTo>
                <a:lnTo>
                  <a:pt x="21" y="21"/>
                </a:lnTo>
                <a:cubicBezTo>
                  <a:pt x="22" y="21"/>
                  <a:pt x="22" y="21"/>
                  <a:pt x="22" y="21"/>
                </a:cubicBezTo>
                <a:cubicBezTo>
                  <a:pt x="22" y="21"/>
                  <a:pt x="23" y="21"/>
                  <a:pt x="23" y="20"/>
                </a:cubicBezTo>
                <a:lnTo>
                  <a:pt x="23" y="19"/>
                </a:lnTo>
                <a:lnTo>
                  <a:pt x="12" y="1"/>
                </a:lnTo>
                <a:cubicBezTo>
                  <a:pt x="12" y="0"/>
                  <a:pt x="12" y="0"/>
                  <a:pt x="12" y="0"/>
                </a:cubicBezTo>
                <a:lnTo>
                  <a:pt x="11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314080" y="3522240"/>
            <a:ext cx="2520" cy="17280"/>
          </a:xfrm>
          <a:custGeom>
            <a:avLst/>
            <a:gdLst/>
            <a:ahLst/>
            <a:rect l="0" t="0" r="r" b="b"/>
            <a:pathLst>
              <a:path fill="none" w="7" h="48">
                <a:moveTo>
                  <a:pt x="7" y="48"/>
                </a:moveTo>
                <a:lnTo>
                  <a:pt x="0" y="48"/>
                </a:lnTo>
                <a:lnTo>
                  <a:pt x="0" y="0"/>
                </a:lnTo>
                <a:lnTo>
                  <a:pt x="7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628000" y="34941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6"/>
                  <a:pt x="43" y="29"/>
                  <a:pt x="42" y="33"/>
                </a:cubicBezTo>
                <a:cubicBezTo>
                  <a:pt x="40" y="37"/>
                  <a:pt x="37" y="40"/>
                  <a:pt x="34" y="42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2"/>
                </a:cubicBezTo>
                <a:cubicBezTo>
                  <a:pt x="8" y="40"/>
                  <a:pt x="5" y="37"/>
                  <a:pt x="3" y="33"/>
                </a:cubicBezTo>
                <a:cubicBezTo>
                  <a:pt x="1" y="29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628000" y="34941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6"/>
                  <a:pt x="43" y="29"/>
                  <a:pt x="42" y="33"/>
                </a:cubicBezTo>
                <a:cubicBezTo>
                  <a:pt x="40" y="37"/>
                  <a:pt x="37" y="40"/>
                  <a:pt x="34" y="42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2"/>
                </a:cubicBezTo>
                <a:cubicBezTo>
                  <a:pt x="8" y="40"/>
                  <a:pt x="5" y="37"/>
                  <a:pt x="3" y="33"/>
                </a:cubicBezTo>
                <a:cubicBezTo>
                  <a:pt x="1" y="29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628000" y="34941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2" y="41"/>
                </a:moveTo>
                <a:cubicBezTo>
                  <a:pt x="12" y="41"/>
                  <a:pt x="4" y="32"/>
                  <a:pt x="4" y="22"/>
                </a:cubicBezTo>
                <a:cubicBezTo>
                  <a:pt x="4" y="12"/>
                  <a:pt x="12" y="4"/>
                  <a:pt x="22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2"/>
                  <a:pt x="33" y="41"/>
                  <a:pt x="22" y="41"/>
                </a:cubicBezTo>
                <a:moveTo>
                  <a:pt x="22" y="5"/>
                </a:moveTo>
                <a:cubicBezTo>
                  <a:pt x="13" y="5"/>
                  <a:pt x="5" y="13"/>
                  <a:pt x="5" y="22"/>
                </a:cubicBezTo>
                <a:cubicBezTo>
                  <a:pt x="5" y="31"/>
                  <a:pt x="13" y="38"/>
                  <a:pt x="22" y="38"/>
                </a:cubicBezTo>
                <a:cubicBezTo>
                  <a:pt x="32" y="38"/>
                  <a:pt x="39" y="31"/>
                  <a:pt x="39" y="22"/>
                </a:cubicBezTo>
                <a:cubicBezTo>
                  <a:pt x="39" y="13"/>
                  <a:pt x="32" y="5"/>
                  <a:pt x="22" y="5"/>
                </a:cubicBezTo>
                <a:moveTo>
                  <a:pt x="22" y="1"/>
                </a:moveTo>
                <a:cubicBezTo>
                  <a:pt x="25" y="1"/>
                  <a:pt x="28" y="2"/>
                  <a:pt x="31" y="3"/>
                </a:cubicBezTo>
                <a:cubicBezTo>
                  <a:pt x="33" y="4"/>
                  <a:pt x="35" y="5"/>
                  <a:pt x="37" y="7"/>
                </a:cubicBezTo>
                <a:cubicBezTo>
                  <a:pt x="39" y="9"/>
                  <a:pt x="41" y="11"/>
                  <a:pt x="42" y="14"/>
                </a:cubicBezTo>
                <a:cubicBezTo>
                  <a:pt x="43" y="16"/>
                  <a:pt x="43" y="19"/>
                  <a:pt x="43" y="22"/>
                </a:cubicBezTo>
                <a:cubicBezTo>
                  <a:pt x="43" y="25"/>
                  <a:pt x="43" y="27"/>
                  <a:pt x="42" y="30"/>
                </a:cubicBezTo>
                <a:cubicBezTo>
                  <a:pt x="41" y="32"/>
                  <a:pt x="39" y="34"/>
                  <a:pt x="37" y="36"/>
                </a:cubicBezTo>
                <a:cubicBezTo>
                  <a:pt x="35" y="38"/>
                  <a:pt x="33" y="41"/>
                  <a:pt x="31" y="42"/>
                </a:cubicBezTo>
                <a:cubicBezTo>
                  <a:pt x="28" y="43"/>
                  <a:pt x="25" y="43"/>
                  <a:pt x="22" y="43"/>
                </a:cubicBezTo>
                <a:cubicBezTo>
                  <a:pt x="19" y="43"/>
                  <a:pt x="16" y="43"/>
                  <a:pt x="14" y="42"/>
                </a:cubicBezTo>
                <a:cubicBezTo>
                  <a:pt x="11" y="41"/>
                  <a:pt x="9" y="38"/>
                  <a:pt x="7" y="36"/>
                </a:cubicBezTo>
                <a:cubicBezTo>
                  <a:pt x="5" y="34"/>
                  <a:pt x="4" y="32"/>
                  <a:pt x="3" y="30"/>
                </a:cubicBezTo>
                <a:cubicBezTo>
                  <a:pt x="2" y="27"/>
                  <a:pt x="1" y="25"/>
                  <a:pt x="1" y="22"/>
                </a:cubicBezTo>
                <a:cubicBezTo>
                  <a:pt x="1" y="19"/>
                  <a:pt x="2" y="16"/>
                  <a:pt x="3" y="14"/>
                </a:cubicBezTo>
                <a:cubicBezTo>
                  <a:pt x="4" y="11"/>
                  <a:pt x="5" y="9"/>
                  <a:pt x="7" y="7"/>
                </a:cubicBezTo>
                <a:cubicBezTo>
                  <a:pt x="9" y="5"/>
                  <a:pt x="11" y="4"/>
                  <a:pt x="14" y="3"/>
                </a:cubicBezTo>
                <a:cubicBezTo>
                  <a:pt x="16" y="2"/>
                  <a:pt x="19" y="1"/>
                  <a:pt x="22" y="1"/>
                </a:cubicBezTo>
                <a:moveTo>
                  <a:pt x="22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4"/>
                  <a:pt x="10" y="45"/>
                  <a:pt x="22" y="45"/>
                </a:cubicBezTo>
                <a:cubicBezTo>
                  <a:pt x="35" y="45"/>
                  <a:pt x="45" y="34"/>
                  <a:pt x="45" y="22"/>
                </a:cubicBezTo>
                <a:cubicBezTo>
                  <a:pt x="45" y="10"/>
                  <a:pt x="35" y="0"/>
                  <a:pt x="22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631960" y="349776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12" y="2"/>
                </a:moveTo>
                <a:lnTo>
                  <a:pt x="21" y="20"/>
                </a:lnTo>
                <a:lnTo>
                  <a:pt x="1" y="20"/>
                </a:lnTo>
                <a:lnTo>
                  <a:pt x="12" y="2"/>
                </a:lnTo>
                <a:moveTo>
                  <a:pt x="12" y="0"/>
                </a:moveTo>
                <a:cubicBezTo>
                  <a:pt x="12" y="0"/>
                  <a:pt x="11" y="0"/>
                  <a:pt x="11" y="1"/>
                </a:cubicBezTo>
                <a:lnTo>
                  <a:pt x="10" y="1"/>
                </a:lnTo>
                <a:lnTo>
                  <a:pt x="0" y="20"/>
                </a:lnTo>
                <a:lnTo>
                  <a:pt x="0" y="21"/>
                </a:lnTo>
                <a:cubicBezTo>
                  <a:pt x="0" y="21"/>
                  <a:pt x="0" y="22"/>
                  <a:pt x="1" y="22"/>
                </a:cubicBezTo>
                <a:lnTo>
                  <a:pt x="21" y="22"/>
                </a:lnTo>
                <a:cubicBezTo>
                  <a:pt x="22" y="22"/>
                  <a:pt x="22" y="22"/>
                  <a:pt x="22" y="22"/>
                </a:cubicBezTo>
                <a:cubicBezTo>
                  <a:pt x="22" y="22"/>
                  <a:pt x="22" y="21"/>
                  <a:pt x="23" y="21"/>
                </a:cubicBezTo>
                <a:lnTo>
                  <a:pt x="23" y="20"/>
                </a:lnTo>
                <a:lnTo>
                  <a:pt x="13" y="1"/>
                </a:lnTo>
                <a:cubicBezTo>
                  <a:pt x="12" y="0"/>
                  <a:pt x="12" y="0"/>
                  <a:pt x="12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631960" y="3497760"/>
            <a:ext cx="8280" cy="7920"/>
          </a:xfrm>
          <a:custGeom>
            <a:avLst/>
            <a:gdLst/>
            <a:ahLst/>
            <a:rect l="0" t="0" r="r" b="b"/>
            <a:pathLst>
              <a:path fill="none" w="23" h="22">
                <a:moveTo>
                  <a:pt x="12" y="2"/>
                </a:moveTo>
                <a:lnTo>
                  <a:pt x="21" y="20"/>
                </a:lnTo>
                <a:lnTo>
                  <a:pt x="1" y="20"/>
                </a:lnTo>
                <a:lnTo>
                  <a:pt x="12" y="2"/>
                </a:lnTo>
                <a:moveTo>
                  <a:pt x="12" y="0"/>
                </a:moveTo>
                <a:cubicBezTo>
                  <a:pt x="12" y="0"/>
                  <a:pt x="11" y="0"/>
                  <a:pt x="11" y="1"/>
                </a:cubicBezTo>
                <a:lnTo>
                  <a:pt x="10" y="1"/>
                </a:lnTo>
                <a:lnTo>
                  <a:pt x="0" y="20"/>
                </a:lnTo>
                <a:lnTo>
                  <a:pt x="0" y="21"/>
                </a:lnTo>
                <a:cubicBezTo>
                  <a:pt x="0" y="21"/>
                  <a:pt x="0" y="22"/>
                  <a:pt x="1" y="22"/>
                </a:cubicBezTo>
                <a:lnTo>
                  <a:pt x="21" y="22"/>
                </a:lnTo>
                <a:cubicBezTo>
                  <a:pt x="22" y="22"/>
                  <a:pt x="22" y="22"/>
                  <a:pt x="22" y="22"/>
                </a:cubicBezTo>
                <a:cubicBezTo>
                  <a:pt x="22" y="22"/>
                  <a:pt x="22" y="21"/>
                  <a:pt x="23" y="21"/>
                </a:cubicBezTo>
                <a:lnTo>
                  <a:pt x="23" y="20"/>
                </a:lnTo>
                <a:lnTo>
                  <a:pt x="13" y="1"/>
                </a:lnTo>
                <a:cubicBezTo>
                  <a:pt x="12" y="0"/>
                  <a:pt x="12" y="0"/>
                  <a:pt x="12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765880" y="3487680"/>
            <a:ext cx="44640" cy="29520"/>
          </a:xfrm>
          <a:custGeom>
            <a:avLst/>
            <a:gdLst/>
            <a:ahLst/>
            <a:rect l="0" t="0" r="r" b="b"/>
            <a:pathLst>
              <a:path w="124" h="82">
                <a:moveTo>
                  <a:pt x="3" y="0"/>
                </a:moveTo>
                <a:lnTo>
                  <a:pt x="122" y="0"/>
                </a:lnTo>
                <a:cubicBezTo>
                  <a:pt x="124" y="0"/>
                  <a:pt x="124" y="1"/>
                  <a:pt x="124" y="2"/>
                </a:cubicBezTo>
                <a:lnTo>
                  <a:pt x="124" y="80"/>
                </a:lnTo>
                <a:cubicBezTo>
                  <a:pt x="124" y="81"/>
                  <a:pt x="124" y="82"/>
                  <a:pt x="122" y="82"/>
                </a:cubicBezTo>
                <a:lnTo>
                  <a:pt x="3" y="82"/>
                </a:lnTo>
                <a:cubicBezTo>
                  <a:pt x="2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2" y="0"/>
                  <a:pt x="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765880" y="3487680"/>
            <a:ext cx="44640" cy="29520"/>
          </a:xfrm>
          <a:custGeom>
            <a:avLst/>
            <a:gdLst/>
            <a:ahLst/>
            <a:rect l="0" t="0" r="r" b="b"/>
            <a:pathLst>
              <a:path w="124" h="82">
                <a:moveTo>
                  <a:pt x="3" y="0"/>
                </a:moveTo>
                <a:lnTo>
                  <a:pt x="122" y="0"/>
                </a:lnTo>
                <a:cubicBezTo>
                  <a:pt x="124" y="0"/>
                  <a:pt x="124" y="1"/>
                  <a:pt x="124" y="2"/>
                </a:cubicBezTo>
                <a:lnTo>
                  <a:pt x="124" y="80"/>
                </a:lnTo>
                <a:cubicBezTo>
                  <a:pt x="124" y="81"/>
                  <a:pt x="124" y="82"/>
                  <a:pt x="122" y="82"/>
                </a:cubicBezTo>
                <a:lnTo>
                  <a:pt x="3" y="82"/>
                </a:lnTo>
                <a:cubicBezTo>
                  <a:pt x="2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2" y="0"/>
                  <a:pt x="3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686680" y="34945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5"/>
                  <a:pt x="43" y="29"/>
                  <a:pt x="40" y="32"/>
                </a:cubicBezTo>
                <a:cubicBezTo>
                  <a:pt x="38" y="37"/>
                  <a:pt x="36" y="39"/>
                  <a:pt x="32" y="41"/>
                </a:cubicBezTo>
                <a:cubicBezTo>
                  <a:pt x="29" y="43"/>
                  <a:pt x="25" y="44"/>
                  <a:pt x="21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7" y="39"/>
                  <a:pt x="5" y="37"/>
                  <a:pt x="3" y="32"/>
                </a:cubicBezTo>
                <a:cubicBezTo>
                  <a:pt x="1" y="29"/>
                  <a:pt x="0" y="25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7" y="5"/>
                  <a:pt x="11" y="3"/>
                </a:cubicBezTo>
                <a:cubicBezTo>
                  <a:pt x="14" y="1"/>
                  <a:pt x="18" y="0"/>
                  <a:pt x="21" y="0"/>
                </a:cubicBezTo>
                <a:cubicBezTo>
                  <a:pt x="25" y="0"/>
                  <a:pt x="29" y="1"/>
                  <a:pt x="32" y="3"/>
                </a:cubicBezTo>
                <a:cubicBezTo>
                  <a:pt x="36" y="5"/>
                  <a:pt x="38" y="7"/>
                  <a:pt x="40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686680" y="34945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5"/>
                  <a:pt x="43" y="29"/>
                  <a:pt x="40" y="32"/>
                </a:cubicBezTo>
                <a:cubicBezTo>
                  <a:pt x="38" y="37"/>
                  <a:pt x="36" y="39"/>
                  <a:pt x="32" y="41"/>
                </a:cubicBezTo>
                <a:cubicBezTo>
                  <a:pt x="29" y="43"/>
                  <a:pt x="25" y="44"/>
                  <a:pt x="21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7" y="39"/>
                  <a:pt x="5" y="37"/>
                  <a:pt x="3" y="32"/>
                </a:cubicBezTo>
                <a:cubicBezTo>
                  <a:pt x="1" y="29"/>
                  <a:pt x="0" y="25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7" y="5"/>
                  <a:pt x="11" y="3"/>
                </a:cubicBezTo>
                <a:cubicBezTo>
                  <a:pt x="14" y="1"/>
                  <a:pt x="18" y="0"/>
                  <a:pt x="21" y="0"/>
                </a:cubicBezTo>
                <a:cubicBezTo>
                  <a:pt x="25" y="0"/>
                  <a:pt x="29" y="1"/>
                  <a:pt x="32" y="3"/>
                </a:cubicBezTo>
                <a:cubicBezTo>
                  <a:pt x="36" y="5"/>
                  <a:pt x="38" y="7"/>
                  <a:pt x="40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686320" y="349416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22" y="42"/>
                </a:moveTo>
                <a:cubicBezTo>
                  <a:pt x="12" y="42"/>
                  <a:pt x="4" y="33"/>
                  <a:pt x="4" y="23"/>
                </a:cubicBezTo>
                <a:cubicBezTo>
                  <a:pt x="4" y="13"/>
                  <a:pt x="12" y="4"/>
                  <a:pt x="22" y="4"/>
                </a:cubicBezTo>
                <a:cubicBezTo>
                  <a:pt x="32" y="4"/>
                  <a:pt x="42" y="13"/>
                  <a:pt x="42" y="23"/>
                </a:cubicBezTo>
                <a:cubicBezTo>
                  <a:pt x="42" y="33"/>
                  <a:pt x="32" y="42"/>
                  <a:pt x="22" y="42"/>
                </a:cubicBezTo>
                <a:moveTo>
                  <a:pt x="22" y="6"/>
                </a:moveTo>
                <a:cubicBezTo>
                  <a:pt x="13" y="6"/>
                  <a:pt x="6" y="13"/>
                  <a:pt x="6" y="23"/>
                </a:cubicBezTo>
                <a:cubicBezTo>
                  <a:pt x="6" y="32"/>
                  <a:pt x="13" y="39"/>
                  <a:pt x="22" y="39"/>
                </a:cubicBezTo>
                <a:cubicBezTo>
                  <a:pt x="32" y="39"/>
                  <a:pt x="39" y="32"/>
                  <a:pt x="39" y="23"/>
                </a:cubicBezTo>
                <a:cubicBezTo>
                  <a:pt x="39" y="13"/>
                  <a:pt x="32" y="6"/>
                  <a:pt x="22" y="6"/>
                </a:cubicBezTo>
                <a:moveTo>
                  <a:pt x="22" y="2"/>
                </a:moveTo>
                <a:cubicBezTo>
                  <a:pt x="25" y="2"/>
                  <a:pt x="28" y="3"/>
                  <a:pt x="30" y="4"/>
                </a:cubicBezTo>
                <a:cubicBezTo>
                  <a:pt x="33" y="5"/>
                  <a:pt x="35" y="6"/>
                  <a:pt x="37" y="8"/>
                </a:cubicBezTo>
                <a:cubicBezTo>
                  <a:pt x="39" y="10"/>
                  <a:pt x="41" y="12"/>
                  <a:pt x="42" y="15"/>
                </a:cubicBezTo>
                <a:cubicBezTo>
                  <a:pt x="43" y="17"/>
                  <a:pt x="44" y="20"/>
                  <a:pt x="44" y="23"/>
                </a:cubicBezTo>
                <a:cubicBezTo>
                  <a:pt x="44" y="25"/>
                  <a:pt x="43" y="28"/>
                  <a:pt x="42" y="31"/>
                </a:cubicBezTo>
                <a:cubicBezTo>
                  <a:pt x="41" y="33"/>
                  <a:pt x="39" y="35"/>
                  <a:pt x="37" y="37"/>
                </a:cubicBezTo>
                <a:cubicBezTo>
                  <a:pt x="35" y="39"/>
                  <a:pt x="33" y="41"/>
                  <a:pt x="30" y="42"/>
                </a:cubicBezTo>
                <a:cubicBezTo>
                  <a:pt x="28" y="44"/>
                  <a:pt x="25" y="44"/>
                  <a:pt x="22" y="44"/>
                </a:cubicBezTo>
                <a:cubicBezTo>
                  <a:pt x="20" y="44"/>
                  <a:pt x="17" y="44"/>
                  <a:pt x="14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5"/>
                  <a:pt x="5" y="33"/>
                  <a:pt x="4" y="31"/>
                </a:cubicBezTo>
                <a:cubicBezTo>
                  <a:pt x="2" y="28"/>
                  <a:pt x="2" y="25"/>
                  <a:pt x="2" y="23"/>
                </a:cubicBezTo>
                <a:cubicBezTo>
                  <a:pt x="2" y="20"/>
                  <a:pt x="2" y="17"/>
                  <a:pt x="4" y="15"/>
                </a:cubicBezTo>
                <a:cubicBezTo>
                  <a:pt x="5" y="12"/>
                  <a:pt x="6" y="10"/>
                  <a:pt x="8" y="8"/>
                </a:cubicBezTo>
                <a:cubicBezTo>
                  <a:pt x="10" y="6"/>
                  <a:pt x="12" y="5"/>
                  <a:pt x="14" y="4"/>
                </a:cubicBezTo>
                <a:cubicBezTo>
                  <a:pt x="17" y="3"/>
                  <a:pt x="20" y="2"/>
                  <a:pt x="22" y="2"/>
                </a:cubicBezTo>
                <a:moveTo>
                  <a:pt x="22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5"/>
                  <a:pt x="10" y="46"/>
                  <a:pt x="22" y="46"/>
                </a:cubicBezTo>
                <a:cubicBezTo>
                  <a:pt x="35" y="46"/>
                  <a:pt x="46" y="35"/>
                  <a:pt x="46" y="23"/>
                </a:cubicBezTo>
                <a:cubicBezTo>
                  <a:pt x="46" y="10"/>
                  <a:pt x="35" y="0"/>
                  <a:pt x="22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691000" y="3498840"/>
            <a:ext cx="7200" cy="7200"/>
          </a:xfrm>
          <a:custGeom>
            <a:avLst/>
            <a:gdLst/>
            <a:ahLst/>
            <a:rect l="0" t="0" r="r" b="b"/>
            <a:pathLst>
              <a:path w="20" h="20">
                <a:moveTo>
                  <a:pt x="12" y="5"/>
                </a:moveTo>
                <a:lnTo>
                  <a:pt x="12" y="11"/>
                </a:lnTo>
                <a:cubicBezTo>
                  <a:pt x="12" y="12"/>
                  <a:pt x="12" y="12"/>
                  <a:pt x="12" y="12"/>
                </a:cubicBezTo>
                <a:lnTo>
                  <a:pt x="8" y="12"/>
                </a:lnTo>
                <a:lnTo>
                  <a:pt x="7" y="12"/>
                </a:lnTo>
                <a:lnTo>
                  <a:pt x="7" y="11"/>
                </a:lnTo>
                <a:lnTo>
                  <a:pt x="7" y="9"/>
                </a:lnTo>
                <a:lnTo>
                  <a:pt x="8" y="9"/>
                </a:lnTo>
                <a:lnTo>
                  <a:pt x="10" y="9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moveTo>
                  <a:pt x="18" y="9"/>
                </a:moveTo>
                <a:cubicBezTo>
                  <a:pt x="18" y="8"/>
                  <a:pt x="18" y="7"/>
                  <a:pt x="17" y="5"/>
                </a:cubicBezTo>
                <a:cubicBezTo>
                  <a:pt x="16" y="4"/>
                  <a:pt x="15" y="3"/>
                  <a:pt x="14" y="3"/>
                </a:cubicBezTo>
                <a:cubicBezTo>
                  <a:pt x="13" y="2"/>
                  <a:pt x="12" y="2"/>
                  <a:pt x="10" y="2"/>
                </a:cubicBezTo>
                <a:cubicBezTo>
                  <a:pt x="9" y="2"/>
                  <a:pt x="8" y="2"/>
                  <a:pt x="7" y="3"/>
                </a:cubicBezTo>
                <a:cubicBezTo>
                  <a:pt x="6" y="3"/>
                  <a:pt x="5" y="4"/>
                  <a:pt x="3" y="5"/>
                </a:cubicBezTo>
                <a:cubicBezTo>
                  <a:pt x="2" y="7"/>
                  <a:pt x="2" y="8"/>
                  <a:pt x="2" y="9"/>
                </a:cubicBezTo>
                <a:cubicBezTo>
                  <a:pt x="2" y="12"/>
                  <a:pt x="2" y="13"/>
                  <a:pt x="3" y="14"/>
                </a:cubicBezTo>
                <a:cubicBezTo>
                  <a:pt x="5" y="15"/>
                  <a:pt x="6" y="16"/>
                  <a:pt x="7" y="17"/>
                </a:cubicBezTo>
                <a:cubicBezTo>
                  <a:pt x="8" y="17"/>
                  <a:pt x="9" y="18"/>
                  <a:pt x="10" y="18"/>
                </a:cubicBezTo>
                <a:cubicBezTo>
                  <a:pt x="12" y="18"/>
                  <a:pt x="13" y="17"/>
                  <a:pt x="14" y="17"/>
                </a:cubicBezTo>
                <a:cubicBezTo>
                  <a:pt x="15" y="16"/>
                  <a:pt x="16" y="15"/>
                  <a:pt x="17" y="14"/>
                </a:cubicBezTo>
                <a:cubicBezTo>
                  <a:pt x="18" y="13"/>
                  <a:pt x="18" y="12"/>
                  <a:pt x="18" y="9"/>
                </a:cubicBezTo>
                <a:moveTo>
                  <a:pt x="20" y="9"/>
                </a:moveTo>
                <a:cubicBezTo>
                  <a:pt x="20" y="12"/>
                  <a:pt x="20" y="14"/>
                  <a:pt x="19" y="15"/>
                </a:cubicBezTo>
                <a:cubicBezTo>
                  <a:pt x="18" y="16"/>
                  <a:pt x="17" y="18"/>
                  <a:pt x="15" y="18"/>
                </a:cubicBezTo>
                <a:cubicBezTo>
                  <a:pt x="14" y="19"/>
                  <a:pt x="12" y="20"/>
                  <a:pt x="10" y="20"/>
                </a:cubicBezTo>
                <a:cubicBezTo>
                  <a:pt x="9" y="20"/>
                  <a:pt x="7" y="19"/>
                  <a:pt x="6" y="18"/>
                </a:cubicBezTo>
                <a:cubicBezTo>
                  <a:pt x="3" y="18"/>
                  <a:pt x="2" y="16"/>
                  <a:pt x="1" y="15"/>
                </a:cubicBezTo>
                <a:cubicBezTo>
                  <a:pt x="0" y="14"/>
                  <a:pt x="0" y="12"/>
                  <a:pt x="0" y="9"/>
                </a:cubicBezTo>
                <a:cubicBezTo>
                  <a:pt x="0" y="8"/>
                  <a:pt x="0" y="6"/>
                  <a:pt x="1" y="4"/>
                </a:cubicBezTo>
                <a:cubicBezTo>
                  <a:pt x="2" y="3"/>
                  <a:pt x="3" y="2"/>
                  <a:pt x="6" y="1"/>
                </a:cubicBezTo>
                <a:cubicBezTo>
                  <a:pt x="7" y="0"/>
                  <a:pt x="9" y="0"/>
                  <a:pt x="10" y="0"/>
                </a:cubicBezTo>
                <a:cubicBezTo>
                  <a:pt x="12" y="0"/>
                  <a:pt x="14" y="0"/>
                  <a:pt x="15" y="1"/>
                </a:cubicBezTo>
                <a:cubicBezTo>
                  <a:pt x="17" y="2"/>
                  <a:pt x="18" y="3"/>
                  <a:pt x="19" y="4"/>
                </a:cubicBezTo>
                <a:cubicBezTo>
                  <a:pt x="20" y="6"/>
                  <a:pt x="20" y="8"/>
                  <a:pt x="20" y="9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691000" y="3498840"/>
            <a:ext cx="7200" cy="7200"/>
          </a:xfrm>
          <a:custGeom>
            <a:avLst/>
            <a:gdLst/>
            <a:ahLst/>
            <a:rect l="0" t="0" r="r" b="b"/>
            <a:pathLst>
              <a:path w="20" h="20">
                <a:moveTo>
                  <a:pt x="12" y="5"/>
                </a:moveTo>
                <a:lnTo>
                  <a:pt x="12" y="11"/>
                </a:lnTo>
                <a:cubicBezTo>
                  <a:pt x="12" y="12"/>
                  <a:pt x="12" y="12"/>
                  <a:pt x="12" y="12"/>
                </a:cubicBezTo>
                <a:lnTo>
                  <a:pt x="8" y="12"/>
                </a:lnTo>
                <a:lnTo>
                  <a:pt x="7" y="12"/>
                </a:lnTo>
                <a:lnTo>
                  <a:pt x="7" y="11"/>
                </a:lnTo>
                <a:lnTo>
                  <a:pt x="7" y="9"/>
                </a:lnTo>
                <a:lnTo>
                  <a:pt x="8" y="9"/>
                </a:lnTo>
                <a:lnTo>
                  <a:pt x="10" y="9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moveTo>
                  <a:pt x="18" y="9"/>
                </a:moveTo>
                <a:cubicBezTo>
                  <a:pt x="18" y="8"/>
                  <a:pt x="18" y="7"/>
                  <a:pt x="17" y="5"/>
                </a:cubicBezTo>
                <a:cubicBezTo>
                  <a:pt x="16" y="4"/>
                  <a:pt x="15" y="3"/>
                  <a:pt x="14" y="3"/>
                </a:cubicBezTo>
                <a:cubicBezTo>
                  <a:pt x="13" y="2"/>
                  <a:pt x="12" y="2"/>
                  <a:pt x="10" y="2"/>
                </a:cubicBezTo>
                <a:cubicBezTo>
                  <a:pt x="9" y="2"/>
                  <a:pt x="8" y="2"/>
                  <a:pt x="7" y="3"/>
                </a:cubicBezTo>
                <a:cubicBezTo>
                  <a:pt x="6" y="3"/>
                  <a:pt x="5" y="4"/>
                  <a:pt x="3" y="5"/>
                </a:cubicBezTo>
                <a:cubicBezTo>
                  <a:pt x="2" y="7"/>
                  <a:pt x="2" y="8"/>
                  <a:pt x="2" y="9"/>
                </a:cubicBezTo>
                <a:cubicBezTo>
                  <a:pt x="2" y="12"/>
                  <a:pt x="2" y="13"/>
                  <a:pt x="3" y="14"/>
                </a:cubicBezTo>
                <a:cubicBezTo>
                  <a:pt x="5" y="15"/>
                  <a:pt x="6" y="16"/>
                  <a:pt x="7" y="17"/>
                </a:cubicBezTo>
                <a:cubicBezTo>
                  <a:pt x="8" y="17"/>
                  <a:pt x="9" y="18"/>
                  <a:pt x="10" y="18"/>
                </a:cubicBezTo>
                <a:cubicBezTo>
                  <a:pt x="12" y="18"/>
                  <a:pt x="13" y="17"/>
                  <a:pt x="14" y="17"/>
                </a:cubicBezTo>
                <a:cubicBezTo>
                  <a:pt x="15" y="16"/>
                  <a:pt x="16" y="15"/>
                  <a:pt x="17" y="14"/>
                </a:cubicBezTo>
                <a:cubicBezTo>
                  <a:pt x="18" y="13"/>
                  <a:pt x="18" y="12"/>
                  <a:pt x="18" y="9"/>
                </a:cubicBezTo>
                <a:moveTo>
                  <a:pt x="20" y="9"/>
                </a:moveTo>
                <a:cubicBezTo>
                  <a:pt x="20" y="12"/>
                  <a:pt x="20" y="14"/>
                  <a:pt x="19" y="15"/>
                </a:cubicBezTo>
                <a:cubicBezTo>
                  <a:pt x="18" y="16"/>
                  <a:pt x="17" y="18"/>
                  <a:pt x="15" y="18"/>
                </a:cubicBezTo>
                <a:cubicBezTo>
                  <a:pt x="14" y="19"/>
                  <a:pt x="12" y="20"/>
                  <a:pt x="10" y="20"/>
                </a:cubicBezTo>
                <a:cubicBezTo>
                  <a:pt x="9" y="20"/>
                  <a:pt x="7" y="19"/>
                  <a:pt x="6" y="18"/>
                </a:cubicBezTo>
                <a:cubicBezTo>
                  <a:pt x="3" y="18"/>
                  <a:pt x="2" y="16"/>
                  <a:pt x="1" y="15"/>
                </a:cubicBezTo>
                <a:cubicBezTo>
                  <a:pt x="0" y="14"/>
                  <a:pt x="0" y="12"/>
                  <a:pt x="0" y="9"/>
                </a:cubicBezTo>
                <a:cubicBezTo>
                  <a:pt x="0" y="8"/>
                  <a:pt x="0" y="6"/>
                  <a:pt x="1" y="4"/>
                </a:cubicBezTo>
                <a:cubicBezTo>
                  <a:pt x="2" y="3"/>
                  <a:pt x="3" y="2"/>
                  <a:pt x="6" y="1"/>
                </a:cubicBezTo>
                <a:cubicBezTo>
                  <a:pt x="7" y="0"/>
                  <a:pt x="9" y="0"/>
                  <a:pt x="10" y="0"/>
                </a:cubicBezTo>
                <a:cubicBezTo>
                  <a:pt x="12" y="0"/>
                  <a:pt x="14" y="0"/>
                  <a:pt x="15" y="1"/>
                </a:cubicBezTo>
                <a:cubicBezTo>
                  <a:pt x="17" y="2"/>
                  <a:pt x="18" y="3"/>
                  <a:pt x="19" y="4"/>
                </a:cubicBezTo>
                <a:cubicBezTo>
                  <a:pt x="20" y="6"/>
                  <a:pt x="20" y="8"/>
                  <a:pt x="20" y="9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666520" y="3529440"/>
            <a:ext cx="3240" cy="15480"/>
          </a:xfrm>
          <a:custGeom>
            <a:avLst/>
            <a:gdLst/>
            <a:ahLst/>
            <a:rect l="0" t="0" r="r" b="b"/>
            <a:pathLst>
              <a:path fill="none" w="9" h="43">
                <a:moveTo>
                  <a:pt x="9" y="43"/>
                </a:moveTo>
                <a:lnTo>
                  <a:pt x="0" y="43"/>
                </a:lnTo>
                <a:lnTo>
                  <a:pt x="0" y="0"/>
                </a:lnTo>
                <a:lnTo>
                  <a:pt x="9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641680" y="3512160"/>
            <a:ext cx="1800" cy="16920"/>
          </a:xfrm>
          <a:custGeom>
            <a:avLst/>
            <a:gdLst/>
            <a:ahLst/>
            <a:rect l="0" t="0" r="r" b="b"/>
            <a:pathLst>
              <a:path fill="none" w="5" h="47">
                <a:moveTo>
                  <a:pt x="5" y="47"/>
                </a:moveTo>
                <a:lnTo>
                  <a:pt x="0" y="47"/>
                </a:lnTo>
                <a:lnTo>
                  <a:pt x="0" y="0"/>
                </a:lnTo>
                <a:lnTo>
                  <a:pt x="5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425680" y="34959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5"/>
                  <a:pt x="43" y="30"/>
                  <a:pt x="41" y="33"/>
                </a:cubicBezTo>
                <a:cubicBezTo>
                  <a:pt x="39" y="37"/>
                  <a:pt x="37" y="39"/>
                  <a:pt x="32" y="41"/>
                </a:cubicBezTo>
                <a:cubicBezTo>
                  <a:pt x="29" y="43"/>
                  <a:pt x="25" y="44"/>
                  <a:pt x="21" y="44"/>
                </a:cubicBezTo>
                <a:cubicBezTo>
                  <a:pt x="17" y="44"/>
                  <a:pt x="14" y="43"/>
                  <a:pt x="10" y="41"/>
                </a:cubicBezTo>
                <a:cubicBezTo>
                  <a:pt x="7" y="39"/>
                  <a:pt x="5" y="37"/>
                  <a:pt x="3" y="33"/>
                </a:cubicBezTo>
                <a:cubicBezTo>
                  <a:pt x="1" y="30"/>
                  <a:pt x="0" y="25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7" y="5"/>
                  <a:pt x="11" y="3"/>
                </a:cubicBezTo>
                <a:cubicBezTo>
                  <a:pt x="14" y="1"/>
                  <a:pt x="17" y="0"/>
                  <a:pt x="21" y="0"/>
                </a:cubicBezTo>
                <a:cubicBezTo>
                  <a:pt x="25" y="0"/>
                  <a:pt x="29" y="1"/>
                  <a:pt x="32" y="3"/>
                </a:cubicBezTo>
                <a:cubicBezTo>
                  <a:pt x="37" y="5"/>
                  <a:pt x="39" y="7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425680" y="349596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5"/>
                  <a:pt x="43" y="30"/>
                  <a:pt x="41" y="33"/>
                </a:cubicBezTo>
                <a:cubicBezTo>
                  <a:pt x="39" y="37"/>
                  <a:pt x="37" y="39"/>
                  <a:pt x="32" y="41"/>
                </a:cubicBezTo>
                <a:cubicBezTo>
                  <a:pt x="29" y="43"/>
                  <a:pt x="25" y="44"/>
                  <a:pt x="21" y="44"/>
                </a:cubicBezTo>
                <a:cubicBezTo>
                  <a:pt x="17" y="44"/>
                  <a:pt x="14" y="43"/>
                  <a:pt x="10" y="41"/>
                </a:cubicBezTo>
                <a:cubicBezTo>
                  <a:pt x="7" y="39"/>
                  <a:pt x="5" y="37"/>
                  <a:pt x="3" y="33"/>
                </a:cubicBezTo>
                <a:cubicBezTo>
                  <a:pt x="1" y="30"/>
                  <a:pt x="0" y="25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7" y="5"/>
                  <a:pt x="11" y="3"/>
                </a:cubicBezTo>
                <a:cubicBezTo>
                  <a:pt x="14" y="1"/>
                  <a:pt x="17" y="0"/>
                  <a:pt x="21" y="0"/>
                </a:cubicBezTo>
                <a:cubicBezTo>
                  <a:pt x="25" y="0"/>
                  <a:pt x="29" y="1"/>
                  <a:pt x="32" y="3"/>
                </a:cubicBezTo>
                <a:cubicBezTo>
                  <a:pt x="37" y="5"/>
                  <a:pt x="39" y="7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425320" y="34956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23" y="42"/>
                </a:moveTo>
                <a:cubicBezTo>
                  <a:pt x="12" y="42"/>
                  <a:pt x="4" y="33"/>
                  <a:pt x="4" y="23"/>
                </a:cubicBezTo>
                <a:cubicBezTo>
                  <a:pt x="4" y="12"/>
                  <a:pt x="12" y="4"/>
                  <a:pt x="23" y="4"/>
                </a:cubicBezTo>
                <a:cubicBezTo>
                  <a:pt x="33" y="4"/>
                  <a:pt x="42" y="12"/>
                  <a:pt x="42" y="23"/>
                </a:cubicBezTo>
                <a:cubicBezTo>
                  <a:pt x="42" y="33"/>
                  <a:pt x="33" y="42"/>
                  <a:pt x="23" y="42"/>
                </a:cubicBezTo>
                <a:moveTo>
                  <a:pt x="23" y="6"/>
                </a:moveTo>
                <a:cubicBezTo>
                  <a:pt x="13" y="6"/>
                  <a:pt x="6" y="13"/>
                  <a:pt x="6" y="23"/>
                </a:cubicBezTo>
                <a:cubicBezTo>
                  <a:pt x="6" y="32"/>
                  <a:pt x="13" y="40"/>
                  <a:pt x="23" y="40"/>
                </a:cubicBezTo>
                <a:cubicBezTo>
                  <a:pt x="33" y="40"/>
                  <a:pt x="40" y="32"/>
                  <a:pt x="40" y="23"/>
                </a:cubicBezTo>
                <a:cubicBezTo>
                  <a:pt x="40" y="13"/>
                  <a:pt x="33" y="6"/>
                  <a:pt x="23" y="6"/>
                </a:cubicBezTo>
                <a:moveTo>
                  <a:pt x="23" y="2"/>
                </a:moveTo>
                <a:cubicBezTo>
                  <a:pt x="26" y="2"/>
                  <a:pt x="29" y="3"/>
                  <a:pt x="31" y="4"/>
                </a:cubicBezTo>
                <a:cubicBezTo>
                  <a:pt x="34" y="5"/>
                  <a:pt x="36" y="6"/>
                  <a:pt x="38" y="8"/>
                </a:cubicBezTo>
                <a:cubicBezTo>
                  <a:pt x="40" y="10"/>
                  <a:pt x="41" y="12"/>
                  <a:pt x="42" y="15"/>
                </a:cubicBezTo>
                <a:cubicBezTo>
                  <a:pt x="43" y="17"/>
                  <a:pt x="44" y="20"/>
                  <a:pt x="44" y="23"/>
                </a:cubicBezTo>
                <a:cubicBezTo>
                  <a:pt x="44" y="25"/>
                  <a:pt x="43" y="28"/>
                  <a:pt x="42" y="30"/>
                </a:cubicBezTo>
                <a:cubicBezTo>
                  <a:pt x="41" y="33"/>
                  <a:pt x="40" y="35"/>
                  <a:pt x="38" y="38"/>
                </a:cubicBezTo>
                <a:cubicBezTo>
                  <a:pt x="36" y="40"/>
                  <a:pt x="34" y="41"/>
                  <a:pt x="31" y="42"/>
                </a:cubicBezTo>
                <a:cubicBezTo>
                  <a:pt x="29" y="43"/>
                  <a:pt x="26" y="44"/>
                  <a:pt x="23" y="44"/>
                </a:cubicBezTo>
                <a:cubicBezTo>
                  <a:pt x="21" y="44"/>
                  <a:pt x="18" y="43"/>
                  <a:pt x="14" y="42"/>
                </a:cubicBezTo>
                <a:cubicBezTo>
                  <a:pt x="12" y="41"/>
                  <a:pt x="10" y="40"/>
                  <a:pt x="8" y="38"/>
                </a:cubicBezTo>
                <a:cubicBezTo>
                  <a:pt x="6" y="35"/>
                  <a:pt x="5" y="33"/>
                  <a:pt x="3" y="30"/>
                </a:cubicBezTo>
                <a:cubicBezTo>
                  <a:pt x="2" y="28"/>
                  <a:pt x="2" y="25"/>
                  <a:pt x="2" y="23"/>
                </a:cubicBezTo>
                <a:cubicBezTo>
                  <a:pt x="2" y="20"/>
                  <a:pt x="2" y="17"/>
                  <a:pt x="3" y="15"/>
                </a:cubicBezTo>
                <a:cubicBezTo>
                  <a:pt x="5" y="12"/>
                  <a:pt x="6" y="10"/>
                  <a:pt x="8" y="8"/>
                </a:cubicBezTo>
                <a:cubicBezTo>
                  <a:pt x="10" y="6"/>
                  <a:pt x="12" y="5"/>
                  <a:pt x="14" y="4"/>
                </a:cubicBezTo>
                <a:cubicBezTo>
                  <a:pt x="18" y="3"/>
                  <a:pt x="21" y="2"/>
                  <a:pt x="23" y="2"/>
                </a:cubicBezTo>
                <a:moveTo>
                  <a:pt x="23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5"/>
                  <a:pt x="10" y="46"/>
                  <a:pt x="23" y="46"/>
                </a:cubicBezTo>
                <a:cubicBezTo>
                  <a:pt x="36" y="46"/>
                  <a:pt x="46" y="35"/>
                  <a:pt x="46" y="23"/>
                </a:cubicBezTo>
                <a:cubicBezTo>
                  <a:pt x="46" y="10"/>
                  <a:pt x="36" y="0"/>
                  <a:pt x="23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429280" y="349956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1" y="2"/>
                </a:moveTo>
                <a:lnTo>
                  <a:pt x="22" y="20"/>
                </a:lnTo>
                <a:lnTo>
                  <a:pt x="2" y="20"/>
                </a:lnTo>
                <a:lnTo>
                  <a:pt x="11" y="2"/>
                </a:lnTo>
                <a:moveTo>
                  <a:pt x="11" y="0"/>
                </a:moveTo>
                <a:cubicBezTo>
                  <a:pt x="10" y="0"/>
                  <a:pt x="10" y="1"/>
                  <a:pt x="10" y="1"/>
                </a:cubicBezTo>
                <a:lnTo>
                  <a:pt x="1" y="19"/>
                </a:lnTo>
                <a:cubicBezTo>
                  <a:pt x="0" y="20"/>
                  <a:pt x="0" y="20"/>
                  <a:pt x="1" y="21"/>
                </a:cubicBezTo>
                <a:cubicBezTo>
                  <a:pt x="1" y="22"/>
                  <a:pt x="2" y="22"/>
                  <a:pt x="2" y="22"/>
                </a:cubicBezTo>
                <a:lnTo>
                  <a:pt x="22" y="22"/>
                </a:lnTo>
                <a:lnTo>
                  <a:pt x="23" y="21"/>
                </a:lnTo>
                <a:cubicBezTo>
                  <a:pt x="24" y="20"/>
                  <a:pt x="24" y="20"/>
                  <a:pt x="23" y="19"/>
                </a:cubicBezTo>
                <a:lnTo>
                  <a:pt x="13" y="1"/>
                </a:lnTo>
                <a:lnTo>
                  <a:pt x="12" y="0"/>
                </a:lnTo>
                <a:lnTo>
                  <a:pt x="11" y="0"/>
                </a:ln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429280" y="3499560"/>
            <a:ext cx="8640" cy="7920"/>
          </a:xfrm>
          <a:custGeom>
            <a:avLst/>
            <a:gdLst/>
            <a:ahLst/>
            <a:rect l="0" t="0" r="r" b="b"/>
            <a:pathLst>
              <a:path fill="none" w="24" h="22">
                <a:moveTo>
                  <a:pt x="11" y="2"/>
                </a:moveTo>
                <a:lnTo>
                  <a:pt x="22" y="20"/>
                </a:lnTo>
                <a:lnTo>
                  <a:pt x="2" y="20"/>
                </a:lnTo>
                <a:lnTo>
                  <a:pt x="11" y="2"/>
                </a:lnTo>
                <a:moveTo>
                  <a:pt x="11" y="0"/>
                </a:moveTo>
                <a:cubicBezTo>
                  <a:pt x="10" y="0"/>
                  <a:pt x="10" y="1"/>
                  <a:pt x="10" y="1"/>
                </a:cubicBezTo>
                <a:lnTo>
                  <a:pt x="1" y="19"/>
                </a:lnTo>
                <a:cubicBezTo>
                  <a:pt x="0" y="20"/>
                  <a:pt x="0" y="20"/>
                  <a:pt x="1" y="21"/>
                </a:cubicBezTo>
                <a:cubicBezTo>
                  <a:pt x="1" y="22"/>
                  <a:pt x="2" y="22"/>
                  <a:pt x="2" y="22"/>
                </a:cubicBezTo>
                <a:lnTo>
                  <a:pt x="22" y="22"/>
                </a:lnTo>
                <a:lnTo>
                  <a:pt x="23" y="21"/>
                </a:lnTo>
                <a:cubicBezTo>
                  <a:pt x="24" y="20"/>
                  <a:pt x="24" y="20"/>
                  <a:pt x="23" y="19"/>
                </a:cubicBezTo>
                <a:lnTo>
                  <a:pt x="13" y="1"/>
                </a:lnTo>
                <a:lnTo>
                  <a:pt x="12" y="0"/>
                </a:lnTo>
                <a:lnTo>
                  <a:pt x="11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464920" y="3494160"/>
            <a:ext cx="2880" cy="18720"/>
          </a:xfrm>
          <a:custGeom>
            <a:avLst/>
            <a:gdLst/>
            <a:ahLst/>
            <a:rect l="0" t="0" r="r" b="b"/>
            <a:pathLst>
              <a:path fill="none" w="8" h="52">
                <a:moveTo>
                  <a:pt x="8" y="52"/>
                </a:moveTo>
                <a:lnTo>
                  <a:pt x="0" y="52"/>
                </a:lnTo>
                <a:lnTo>
                  <a:pt x="0" y="0"/>
                </a:lnTo>
                <a:lnTo>
                  <a:pt x="8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1173600" y="3448800"/>
            <a:ext cx="452160" cy="102960"/>
          </a:xfrm>
          <a:custGeom>
            <a:avLst/>
            <a:gdLst/>
            <a:ahLst/>
            <a:rect l="0" t="0" r="r" b="b"/>
            <a:pathLst>
              <a:path w="1256" h="286">
                <a:moveTo>
                  <a:pt x="0" y="0"/>
                </a:moveTo>
                <a:lnTo>
                  <a:pt x="1256" y="0"/>
                </a:lnTo>
                <a:lnTo>
                  <a:pt x="1256" y="286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1173600" y="3448800"/>
            <a:ext cx="452160" cy="102960"/>
          </a:xfrm>
          <a:custGeom>
            <a:avLst/>
            <a:gdLst/>
            <a:ahLst/>
            <a:rect l="0" t="0" r="r" b="b"/>
            <a:pathLst>
              <a:path w="1256" h="286">
                <a:moveTo>
                  <a:pt x="0" y="0"/>
                </a:moveTo>
                <a:lnTo>
                  <a:pt x="1256" y="0"/>
                </a:lnTo>
                <a:lnTo>
                  <a:pt x="1256" y="286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1173600" y="3448800"/>
            <a:ext cx="452160" cy="102960"/>
          </a:xfrm>
          <a:custGeom>
            <a:avLst/>
            <a:gdLst/>
            <a:ahLst/>
            <a:rect l="0" t="0" r="r" b="b"/>
            <a:pathLst>
              <a:path w="1256" h="286">
                <a:moveTo>
                  <a:pt x="0" y="0"/>
                </a:moveTo>
                <a:lnTo>
                  <a:pt x="1256" y="0"/>
                </a:lnTo>
                <a:lnTo>
                  <a:pt x="1256" y="286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1548000" y="3492360"/>
            <a:ext cx="50400" cy="28080"/>
          </a:xfrm>
          <a:custGeom>
            <a:avLst/>
            <a:gdLst/>
            <a:ahLst/>
            <a:rect l="0" t="0" r="r" b="b"/>
            <a:pathLst>
              <a:path w="140" h="78">
                <a:moveTo>
                  <a:pt x="2" y="0"/>
                </a:moveTo>
                <a:lnTo>
                  <a:pt x="138" y="0"/>
                </a:lnTo>
                <a:cubicBezTo>
                  <a:pt x="139" y="0"/>
                  <a:pt x="140" y="0"/>
                  <a:pt x="140" y="1"/>
                </a:cubicBezTo>
                <a:lnTo>
                  <a:pt x="140" y="77"/>
                </a:lnTo>
                <a:cubicBezTo>
                  <a:pt x="140" y="78"/>
                  <a:pt x="139" y="78"/>
                  <a:pt x="138" y="78"/>
                </a:cubicBezTo>
                <a:lnTo>
                  <a:pt x="2" y="78"/>
                </a:lnTo>
                <a:cubicBezTo>
                  <a:pt x="1" y="78"/>
                  <a:pt x="0" y="78"/>
                  <a:pt x="0" y="77"/>
                </a:cubicBezTo>
                <a:lnTo>
                  <a:pt x="0" y="1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1548000" y="3492360"/>
            <a:ext cx="50400" cy="28080"/>
          </a:xfrm>
          <a:custGeom>
            <a:avLst/>
            <a:gdLst/>
            <a:ahLst/>
            <a:rect l="0" t="0" r="r" b="b"/>
            <a:pathLst>
              <a:path w="140" h="78">
                <a:moveTo>
                  <a:pt x="2" y="0"/>
                </a:moveTo>
                <a:lnTo>
                  <a:pt x="138" y="0"/>
                </a:lnTo>
                <a:cubicBezTo>
                  <a:pt x="139" y="0"/>
                  <a:pt x="140" y="0"/>
                  <a:pt x="140" y="1"/>
                </a:cubicBezTo>
                <a:lnTo>
                  <a:pt x="140" y="77"/>
                </a:lnTo>
                <a:cubicBezTo>
                  <a:pt x="140" y="78"/>
                  <a:pt x="139" y="78"/>
                  <a:pt x="138" y="78"/>
                </a:cubicBezTo>
                <a:lnTo>
                  <a:pt x="2" y="78"/>
                </a:lnTo>
                <a:cubicBezTo>
                  <a:pt x="1" y="78"/>
                  <a:pt x="0" y="78"/>
                  <a:pt x="0" y="77"/>
                </a:cubicBezTo>
                <a:lnTo>
                  <a:pt x="0" y="1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1607400" y="349596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44" y="22"/>
                </a:moveTo>
                <a:cubicBezTo>
                  <a:pt x="44" y="26"/>
                  <a:pt x="43" y="30"/>
                  <a:pt x="41" y="34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4"/>
                  <a:pt x="25" y="45"/>
                  <a:pt x="21" y="45"/>
                </a:cubicBezTo>
                <a:cubicBezTo>
                  <a:pt x="17" y="45"/>
                  <a:pt x="14" y="44"/>
                  <a:pt x="10" y="42"/>
                </a:cubicBezTo>
                <a:cubicBezTo>
                  <a:pt x="7" y="40"/>
                  <a:pt x="4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4" y="1"/>
                  <a:pt x="17" y="0"/>
                  <a:pt x="21" y="0"/>
                </a:cubicBezTo>
                <a:cubicBezTo>
                  <a:pt x="25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1607400" y="349596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44" y="22"/>
                </a:moveTo>
                <a:cubicBezTo>
                  <a:pt x="44" y="26"/>
                  <a:pt x="43" y="30"/>
                  <a:pt x="41" y="34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4"/>
                  <a:pt x="25" y="45"/>
                  <a:pt x="21" y="45"/>
                </a:cubicBezTo>
                <a:cubicBezTo>
                  <a:pt x="17" y="45"/>
                  <a:pt x="14" y="44"/>
                  <a:pt x="10" y="42"/>
                </a:cubicBezTo>
                <a:cubicBezTo>
                  <a:pt x="7" y="40"/>
                  <a:pt x="4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4" y="1"/>
                  <a:pt x="17" y="0"/>
                  <a:pt x="21" y="0"/>
                </a:cubicBezTo>
                <a:cubicBezTo>
                  <a:pt x="25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1607040" y="34959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3" y="41"/>
                  <a:pt x="5" y="32"/>
                  <a:pt x="5" y="22"/>
                </a:cubicBezTo>
                <a:cubicBezTo>
                  <a:pt x="5" y="12"/>
                  <a:pt x="13" y="4"/>
                  <a:pt x="23" y="4"/>
                </a:cubicBezTo>
                <a:cubicBezTo>
                  <a:pt x="33" y="4"/>
                  <a:pt x="42" y="12"/>
                  <a:pt x="42" y="22"/>
                </a:cubicBezTo>
                <a:cubicBezTo>
                  <a:pt x="42" y="32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7" y="13"/>
                  <a:pt x="7" y="22"/>
                </a:cubicBezTo>
                <a:cubicBezTo>
                  <a:pt x="7" y="31"/>
                  <a:pt x="14" y="39"/>
                  <a:pt x="23" y="39"/>
                </a:cubicBezTo>
                <a:cubicBezTo>
                  <a:pt x="33" y="39"/>
                  <a:pt x="40" y="31"/>
                  <a:pt x="40" y="22"/>
                </a:cubicBezTo>
                <a:cubicBezTo>
                  <a:pt x="40" y="13"/>
                  <a:pt x="33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2"/>
                  <a:pt x="40" y="34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1" y="43"/>
                  <a:pt x="18" y="43"/>
                  <a:pt x="15" y="42"/>
                </a:cubicBezTo>
                <a:cubicBezTo>
                  <a:pt x="13" y="41"/>
                  <a:pt x="11" y="39"/>
                  <a:pt x="9" y="37"/>
                </a:cubicBezTo>
                <a:cubicBezTo>
                  <a:pt x="7" y="34"/>
                  <a:pt x="5" y="32"/>
                  <a:pt x="4" y="30"/>
                </a:cubicBezTo>
                <a:cubicBezTo>
                  <a:pt x="3" y="27"/>
                  <a:pt x="3" y="25"/>
                  <a:pt x="3" y="22"/>
                </a:cubicBezTo>
                <a:cubicBezTo>
                  <a:pt x="3" y="19"/>
                  <a:pt x="3" y="16"/>
                  <a:pt x="4" y="14"/>
                </a:cubicBezTo>
                <a:cubicBezTo>
                  <a:pt x="5" y="11"/>
                  <a:pt x="7" y="9"/>
                  <a:pt x="9" y="7"/>
                </a:cubicBezTo>
                <a:cubicBezTo>
                  <a:pt x="11" y="5"/>
                  <a:pt x="13" y="4"/>
                  <a:pt x="15" y="3"/>
                </a:cubicBezTo>
                <a:cubicBezTo>
                  <a:pt x="18" y="2"/>
                  <a:pt x="21" y="1"/>
                  <a:pt x="23" y="1"/>
                </a:cubicBezTo>
                <a:moveTo>
                  <a:pt x="23" y="0"/>
                </a:moveTo>
                <a:cubicBezTo>
                  <a:pt x="11" y="0"/>
                  <a:pt x="0" y="10"/>
                  <a:pt x="0" y="22"/>
                </a:cubicBezTo>
                <a:cubicBezTo>
                  <a:pt x="0" y="34"/>
                  <a:pt x="11" y="45"/>
                  <a:pt x="23" y="45"/>
                </a:cubicBezTo>
                <a:cubicBezTo>
                  <a:pt x="36" y="45"/>
                  <a:pt x="45" y="34"/>
                  <a:pt x="45" y="22"/>
                </a:cubicBezTo>
                <a:cubicBezTo>
                  <a:pt x="45" y="10"/>
                  <a:pt x="36" y="0"/>
                  <a:pt x="2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1607040" y="3495960"/>
            <a:ext cx="16200" cy="16200"/>
          </a:xfrm>
          <a:custGeom>
            <a:avLst/>
            <a:gdLst/>
            <a:ahLst/>
            <a:rect l="0" t="0" r="r" b="b"/>
            <a:pathLst>
              <a:path fill="none" w="45" h="45">
                <a:moveTo>
                  <a:pt x="23" y="41"/>
                </a:moveTo>
                <a:cubicBezTo>
                  <a:pt x="13" y="41"/>
                  <a:pt x="5" y="32"/>
                  <a:pt x="5" y="22"/>
                </a:cubicBezTo>
                <a:cubicBezTo>
                  <a:pt x="5" y="12"/>
                  <a:pt x="13" y="4"/>
                  <a:pt x="23" y="4"/>
                </a:cubicBezTo>
                <a:cubicBezTo>
                  <a:pt x="33" y="4"/>
                  <a:pt x="42" y="12"/>
                  <a:pt x="42" y="22"/>
                </a:cubicBezTo>
                <a:cubicBezTo>
                  <a:pt x="42" y="32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7" y="13"/>
                  <a:pt x="7" y="22"/>
                </a:cubicBezTo>
                <a:cubicBezTo>
                  <a:pt x="7" y="31"/>
                  <a:pt x="14" y="39"/>
                  <a:pt x="23" y="39"/>
                </a:cubicBezTo>
                <a:cubicBezTo>
                  <a:pt x="33" y="39"/>
                  <a:pt x="40" y="31"/>
                  <a:pt x="40" y="22"/>
                </a:cubicBezTo>
                <a:cubicBezTo>
                  <a:pt x="40" y="13"/>
                  <a:pt x="33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2"/>
                  <a:pt x="40" y="34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1" y="43"/>
                  <a:pt x="18" y="43"/>
                  <a:pt x="15" y="42"/>
                </a:cubicBezTo>
                <a:cubicBezTo>
                  <a:pt x="13" y="41"/>
                  <a:pt x="11" y="39"/>
                  <a:pt x="9" y="37"/>
                </a:cubicBezTo>
                <a:cubicBezTo>
                  <a:pt x="7" y="34"/>
                  <a:pt x="5" y="32"/>
                  <a:pt x="4" y="30"/>
                </a:cubicBezTo>
                <a:cubicBezTo>
                  <a:pt x="3" y="27"/>
                  <a:pt x="3" y="25"/>
                  <a:pt x="3" y="22"/>
                </a:cubicBezTo>
                <a:cubicBezTo>
                  <a:pt x="3" y="19"/>
                  <a:pt x="3" y="16"/>
                  <a:pt x="4" y="14"/>
                </a:cubicBezTo>
                <a:cubicBezTo>
                  <a:pt x="5" y="11"/>
                  <a:pt x="7" y="9"/>
                  <a:pt x="9" y="7"/>
                </a:cubicBezTo>
                <a:cubicBezTo>
                  <a:pt x="11" y="5"/>
                  <a:pt x="13" y="4"/>
                  <a:pt x="15" y="3"/>
                </a:cubicBezTo>
                <a:cubicBezTo>
                  <a:pt x="18" y="2"/>
                  <a:pt x="21" y="1"/>
                  <a:pt x="23" y="1"/>
                </a:cubicBezTo>
                <a:moveTo>
                  <a:pt x="23" y="0"/>
                </a:moveTo>
                <a:cubicBezTo>
                  <a:pt x="11" y="0"/>
                  <a:pt x="0" y="10"/>
                  <a:pt x="0" y="22"/>
                </a:cubicBezTo>
                <a:cubicBezTo>
                  <a:pt x="0" y="34"/>
                  <a:pt x="11" y="45"/>
                  <a:pt x="23" y="45"/>
                </a:cubicBezTo>
                <a:cubicBezTo>
                  <a:pt x="36" y="45"/>
                  <a:pt x="45" y="34"/>
                  <a:pt x="45" y="22"/>
                </a:cubicBezTo>
                <a:cubicBezTo>
                  <a:pt x="45" y="10"/>
                  <a:pt x="36" y="0"/>
                  <a:pt x="23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1611000" y="3500640"/>
            <a:ext cx="8280" cy="6480"/>
          </a:xfrm>
          <a:custGeom>
            <a:avLst/>
            <a:gdLst/>
            <a:ahLst/>
            <a:rect l="0" t="0" r="r" b="b"/>
            <a:pathLst>
              <a:path w="23" h="18">
                <a:moveTo>
                  <a:pt x="23" y="5"/>
                </a:moveTo>
                <a:lnTo>
                  <a:pt x="23" y="16"/>
                </a:lnTo>
                <a:cubicBezTo>
                  <a:pt x="23" y="17"/>
                  <a:pt x="23" y="17"/>
                  <a:pt x="23" y="18"/>
                </a:cubicBezTo>
                <a:cubicBezTo>
                  <a:pt x="22" y="18"/>
                  <a:pt x="22" y="18"/>
                  <a:pt x="21" y="18"/>
                </a:cubicBezTo>
                <a:lnTo>
                  <a:pt x="3" y="18"/>
                </a:lnTo>
                <a:lnTo>
                  <a:pt x="1" y="18"/>
                </a:lnTo>
                <a:cubicBezTo>
                  <a:pt x="1" y="17"/>
                  <a:pt x="0" y="17"/>
                  <a:pt x="0" y="16"/>
                </a:cubicBezTo>
                <a:lnTo>
                  <a:pt x="0" y="5"/>
                </a:lnTo>
                <a:cubicBezTo>
                  <a:pt x="1" y="6"/>
                  <a:pt x="1" y="6"/>
                  <a:pt x="3" y="7"/>
                </a:cubicBezTo>
                <a:cubicBezTo>
                  <a:pt x="6" y="10"/>
                  <a:pt x="8" y="11"/>
                  <a:pt x="9" y="12"/>
                </a:cubicBezTo>
                <a:cubicBezTo>
                  <a:pt x="9" y="12"/>
                  <a:pt x="10" y="12"/>
                  <a:pt x="10" y="13"/>
                </a:cubicBezTo>
                <a:lnTo>
                  <a:pt x="11" y="13"/>
                </a:lnTo>
                <a:lnTo>
                  <a:pt x="12" y="13"/>
                </a:lnTo>
                <a:cubicBezTo>
                  <a:pt x="13" y="13"/>
                  <a:pt x="13" y="13"/>
                  <a:pt x="14" y="13"/>
                </a:cubicBezTo>
                <a:lnTo>
                  <a:pt x="15" y="13"/>
                </a:lnTo>
                <a:cubicBezTo>
                  <a:pt x="15" y="12"/>
                  <a:pt x="16" y="12"/>
                  <a:pt x="16" y="12"/>
                </a:cubicBezTo>
                <a:cubicBezTo>
                  <a:pt x="17" y="11"/>
                  <a:pt x="20" y="8"/>
                  <a:pt x="22" y="7"/>
                </a:cubicBezTo>
                <a:cubicBezTo>
                  <a:pt x="23" y="6"/>
                  <a:pt x="23" y="6"/>
                  <a:pt x="23" y="5"/>
                </a:cubicBezTo>
                <a:moveTo>
                  <a:pt x="23" y="2"/>
                </a:moveTo>
                <a:cubicBezTo>
                  <a:pt x="23" y="2"/>
                  <a:pt x="23" y="3"/>
                  <a:pt x="23" y="4"/>
                </a:cubicBezTo>
                <a:cubicBezTo>
                  <a:pt x="22" y="4"/>
                  <a:pt x="22" y="5"/>
                  <a:pt x="21" y="5"/>
                </a:cubicBezTo>
                <a:cubicBezTo>
                  <a:pt x="18" y="7"/>
                  <a:pt x="16" y="10"/>
                  <a:pt x="16" y="10"/>
                </a:cubicBezTo>
                <a:cubicBezTo>
                  <a:pt x="15" y="10"/>
                  <a:pt x="15" y="10"/>
                  <a:pt x="15" y="11"/>
                </a:cubicBezTo>
                <a:lnTo>
                  <a:pt x="14" y="11"/>
                </a:lnTo>
                <a:cubicBezTo>
                  <a:pt x="13" y="12"/>
                  <a:pt x="13" y="12"/>
                  <a:pt x="13" y="12"/>
                </a:cubicBezTo>
                <a:lnTo>
                  <a:pt x="12" y="12"/>
                </a:lnTo>
                <a:cubicBezTo>
                  <a:pt x="12" y="12"/>
                  <a:pt x="11" y="12"/>
                  <a:pt x="11" y="11"/>
                </a:cubicBezTo>
                <a:lnTo>
                  <a:pt x="10" y="11"/>
                </a:lnTo>
                <a:cubicBezTo>
                  <a:pt x="9" y="10"/>
                  <a:pt x="9" y="10"/>
                  <a:pt x="9" y="10"/>
                </a:cubicBezTo>
                <a:cubicBezTo>
                  <a:pt x="8" y="10"/>
                  <a:pt x="7" y="8"/>
                  <a:pt x="6" y="7"/>
                </a:cubicBezTo>
                <a:cubicBezTo>
                  <a:pt x="5" y="6"/>
                  <a:pt x="4" y="5"/>
                  <a:pt x="3" y="5"/>
                </a:cubicBezTo>
                <a:lnTo>
                  <a:pt x="1" y="4"/>
                </a:lnTo>
                <a:cubicBezTo>
                  <a:pt x="1" y="3"/>
                  <a:pt x="0" y="3"/>
                  <a:pt x="0" y="2"/>
                </a:cubicBezTo>
                <a:cubicBezTo>
                  <a:pt x="0" y="1"/>
                  <a:pt x="1" y="1"/>
                  <a:pt x="1" y="1"/>
                </a:cubicBezTo>
                <a:cubicBezTo>
                  <a:pt x="1" y="0"/>
                  <a:pt x="3" y="0"/>
                  <a:pt x="3" y="0"/>
                </a:cubicBezTo>
                <a:lnTo>
                  <a:pt x="21" y="0"/>
                </a:lnTo>
                <a:cubicBezTo>
                  <a:pt x="22" y="0"/>
                  <a:pt x="22" y="0"/>
                  <a:pt x="23" y="0"/>
                </a:cubicBezTo>
                <a:cubicBezTo>
                  <a:pt x="23" y="1"/>
                  <a:pt x="23" y="1"/>
                  <a:pt x="23" y="2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1611000" y="3500640"/>
            <a:ext cx="8280" cy="6480"/>
          </a:xfrm>
          <a:custGeom>
            <a:avLst/>
            <a:gdLst/>
            <a:ahLst/>
            <a:rect l="0" t="0" r="r" b="b"/>
            <a:pathLst>
              <a:path w="23" h="18">
                <a:moveTo>
                  <a:pt x="23" y="5"/>
                </a:moveTo>
                <a:lnTo>
                  <a:pt x="23" y="16"/>
                </a:lnTo>
                <a:cubicBezTo>
                  <a:pt x="23" y="17"/>
                  <a:pt x="23" y="17"/>
                  <a:pt x="23" y="18"/>
                </a:cubicBezTo>
                <a:cubicBezTo>
                  <a:pt x="22" y="18"/>
                  <a:pt x="22" y="18"/>
                  <a:pt x="21" y="18"/>
                </a:cubicBezTo>
                <a:lnTo>
                  <a:pt x="3" y="18"/>
                </a:lnTo>
                <a:lnTo>
                  <a:pt x="1" y="18"/>
                </a:lnTo>
                <a:cubicBezTo>
                  <a:pt x="1" y="17"/>
                  <a:pt x="0" y="17"/>
                  <a:pt x="0" y="16"/>
                </a:cubicBezTo>
                <a:lnTo>
                  <a:pt x="0" y="5"/>
                </a:lnTo>
                <a:cubicBezTo>
                  <a:pt x="1" y="6"/>
                  <a:pt x="1" y="6"/>
                  <a:pt x="3" y="7"/>
                </a:cubicBezTo>
                <a:cubicBezTo>
                  <a:pt x="6" y="10"/>
                  <a:pt x="8" y="11"/>
                  <a:pt x="9" y="12"/>
                </a:cubicBezTo>
                <a:cubicBezTo>
                  <a:pt x="9" y="12"/>
                  <a:pt x="10" y="12"/>
                  <a:pt x="10" y="13"/>
                </a:cubicBezTo>
                <a:lnTo>
                  <a:pt x="11" y="13"/>
                </a:lnTo>
                <a:lnTo>
                  <a:pt x="12" y="13"/>
                </a:lnTo>
                <a:cubicBezTo>
                  <a:pt x="13" y="13"/>
                  <a:pt x="13" y="13"/>
                  <a:pt x="14" y="13"/>
                </a:cubicBezTo>
                <a:lnTo>
                  <a:pt x="15" y="13"/>
                </a:lnTo>
                <a:cubicBezTo>
                  <a:pt x="15" y="12"/>
                  <a:pt x="16" y="12"/>
                  <a:pt x="16" y="12"/>
                </a:cubicBezTo>
                <a:cubicBezTo>
                  <a:pt x="17" y="11"/>
                  <a:pt x="20" y="8"/>
                  <a:pt x="22" y="7"/>
                </a:cubicBezTo>
                <a:cubicBezTo>
                  <a:pt x="23" y="6"/>
                  <a:pt x="23" y="6"/>
                  <a:pt x="23" y="5"/>
                </a:cubicBezTo>
                <a:moveTo>
                  <a:pt x="23" y="2"/>
                </a:moveTo>
                <a:cubicBezTo>
                  <a:pt x="23" y="2"/>
                  <a:pt x="23" y="3"/>
                  <a:pt x="23" y="4"/>
                </a:cubicBezTo>
                <a:cubicBezTo>
                  <a:pt x="22" y="4"/>
                  <a:pt x="22" y="5"/>
                  <a:pt x="21" y="5"/>
                </a:cubicBezTo>
                <a:cubicBezTo>
                  <a:pt x="18" y="7"/>
                  <a:pt x="16" y="10"/>
                  <a:pt x="16" y="10"/>
                </a:cubicBezTo>
                <a:cubicBezTo>
                  <a:pt x="15" y="10"/>
                  <a:pt x="15" y="10"/>
                  <a:pt x="15" y="11"/>
                </a:cubicBezTo>
                <a:lnTo>
                  <a:pt x="14" y="11"/>
                </a:lnTo>
                <a:cubicBezTo>
                  <a:pt x="13" y="12"/>
                  <a:pt x="13" y="12"/>
                  <a:pt x="13" y="12"/>
                </a:cubicBezTo>
                <a:lnTo>
                  <a:pt x="12" y="12"/>
                </a:lnTo>
                <a:cubicBezTo>
                  <a:pt x="12" y="12"/>
                  <a:pt x="11" y="12"/>
                  <a:pt x="11" y="11"/>
                </a:cubicBezTo>
                <a:lnTo>
                  <a:pt x="10" y="11"/>
                </a:lnTo>
                <a:cubicBezTo>
                  <a:pt x="9" y="10"/>
                  <a:pt x="9" y="10"/>
                  <a:pt x="9" y="10"/>
                </a:cubicBezTo>
                <a:cubicBezTo>
                  <a:pt x="8" y="10"/>
                  <a:pt x="7" y="8"/>
                  <a:pt x="6" y="7"/>
                </a:cubicBezTo>
                <a:cubicBezTo>
                  <a:pt x="5" y="6"/>
                  <a:pt x="4" y="5"/>
                  <a:pt x="3" y="5"/>
                </a:cubicBezTo>
                <a:lnTo>
                  <a:pt x="1" y="4"/>
                </a:lnTo>
                <a:cubicBezTo>
                  <a:pt x="1" y="3"/>
                  <a:pt x="0" y="3"/>
                  <a:pt x="0" y="2"/>
                </a:cubicBezTo>
                <a:cubicBezTo>
                  <a:pt x="0" y="1"/>
                  <a:pt x="1" y="1"/>
                  <a:pt x="1" y="1"/>
                </a:cubicBezTo>
                <a:cubicBezTo>
                  <a:pt x="1" y="0"/>
                  <a:pt x="3" y="0"/>
                  <a:pt x="3" y="0"/>
                </a:cubicBezTo>
                <a:lnTo>
                  <a:pt x="21" y="0"/>
                </a:lnTo>
                <a:cubicBezTo>
                  <a:pt x="22" y="0"/>
                  <a:pt x="22" y="0"/>
                  <a:pt x="23" y="0"/>
                </a:cubicBezTo>
                <a:cubicBezTo>
                  <a:pt x="23" y="1"/>
                  <a:pt x="23" y="1"/>
                  <a:pt x="23" y="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1565280" y="35290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7"/>
                  <a:pt x="43" y="30"/>
                  <a:pt x="41" y="34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3"/>
                  <a:pt x="26" y="44"/>
                  <a:pt x="22" y="44"/>
                </a:cubicBezTo>
                <a:cubicBezTo>
                  <a:pt x="19" y="44"/>
                  <a:pt x="14" y="43"/>
                  <a:pt x="11" y="42"/>
                </a:cubicBezTo>
                <a:cubicBezTo>
                  <a:pt x="7" y="40"/>
                  <a:pt x="5" y="37"/>
                  <a:pt x="3" y="34"/>
                </a:cubicBezTo>
                <a:cubicBezTo>
                  <a:pt x="1" y="30"/>
                  <a:pt x="0" y="27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7" y="5"/>
                  <a:pt x="11" y="3"/>
                </a:cubicBezTo>
                <a:cubicBezTo>
                  <a:pt x="14" y="1"/>
                  <a:pt x="19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1565280" y="35290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7"/>
                  <a:pt x="43" y="30"/>
                  <a:pt x="41" y="34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3"/>
                  <a:pt x="26" y="44"/>
                  <a:pt x="22" y="44"/>
                </a:cubicBezTo>
                <a:cubicBezTo>
                  <a:pt x="19" y="44"/>
                  <a:pt x="14" y="43"/>
                  <a:pt x="11" y="42"/>
                </a:cubicBezTo>
                <a:cubicBezTo>
                  <a:pt x="7" y="40"/>
                  <a:pt x="5" y="37"/>
                  <a:pt x="3" y="34"/>
                </a:cubicBezTo>
                <a:cubicBezTo>
                  <a:pt x="1" y="30"/>
                  <a:pt x="0" y="27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7" y="5"/>
                  <a:pt x="11" y="3"/>
                </a:cubicBezTo>
                <a:cubicBezTo>
                  <a:pt x="14" y="1"/>
                  <a:pt x="19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1564920" y="3529080"/>
            <a:ext cx="16560" cy="16200"/>
          </a:xfrm>
          <a:custGeom>
            <a:avLst/>
            <a:gdLst/>
            <a:ahLst/>
            <a:rect l="0" t="0" r="r" b="b"/>
            <a:pathLst>
              <a:path w="46" h="45">
                <a:moveTo>
                  <a:pt x="22" y="41"/>
                </a:moveTo>
                <a:cubicBezTo>
                  <a:pt x="12" y="41"/>
                  <a:pt x="4" y="33"/>
                  <a:pt x="4" y="22"/>
                </a:cubicBezTo>
                <a:cubicBezTo>
                  <a:pt x="4" y="12"/>
                  <a:pt x="12" y="4"/>
                  <a:pt x="22" y="4"/>
                </a:cubicBezTo>
                <a:cubicBezTo>
                  <a:pt x="33" y="4"/>
                  <a:pt x="42" y="12"/>
                  <a:pt x="42" y="22"/>
                </a:cubicBezTo>
                <a:cubicBezTo>
                  <a:pt x="42" y="33"/>
                  <a:pt x="33" y="41"/>
                  <a:pt x="22" y="41"/>
                </a:cubicBezTo>
                <a:moveTo>
                  <a:pt x="22" y="5"/>
                </a:moveTo>
                <a:cubicBezTo>
                  <a:pt x="13" y="5"/>
                  <a:pt x="6" y="13"/>
                  <a:pt x="6" y="22"/>
                </a:cubicBezTo>
                <a:cubicBezTo>
                  <a:pt x="6" y="32"/>
                  <a:pt x="13" y="39"/>
                  <a:pt x="22" y="39"/>
                </a:cubicBezTo>
                <a:cubicBezTo>
                  <a:pt x="33" y="39"/>
                  <a:pt x="40" y="32"/>
                  <a:pt x="40" y="22"/>
                </a:cubicBezTo>
                <a:cubicBezTo>
                  <a:pt x="40" y="13"/>
                  <a:pt x="33" y="5"/>
                  <a:pt x="22" y="5"/>
                </a:cubicBezTo>
                <a:moveTo>
                  <a:pt x="22" y="1"/>
                </a:moveTo>
                <a:cubicBezTo>
                  <a:pt x="25" y="1"/>
                  <a:pt x="28" y="2"/>
                  <a:pt x="30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3"/>
                  <a:pt x="40" y="35"/>
                  <a:pt x="38" y="37"/>
                </a:cubicBezTo>
                <a:cubicBezTo>
                  <a:pt x="36" y="39"/>
                  <a:pt x="34" y="41"/>
                  <a:pt x="30" y="42"/>
                </a:cubicBezTo>
                <a:cubicBezTo>
                  <a:pt x="28" y="43"/>
                  <a:pt x="25" y="43"/>
                  <a:pt x="22" y="43"/>
                </a:cubicBezTo>
                <a:cubicBezTo>
                  <a:pt x="20" y="43"/>
                  <a:pt x="17" y="43"/>
                  <a:pt x="14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5"/>
                  <a:pt x="5" y="33"/>
                  <a:pt x="4" y="30"/>
                </a:cubicBezTo>
                <a:cubicBezTo>
                  <a:pt x="2" y="27"/>
                  <a:pt x="2" y="25"/>
                  <a:pt x="2" y="22"/>
                </a:cubicBezTo>
                <a:cubicBezTo>
                  <a:pt x="2" y="19"/>
                  <a:pt x="2" y="16"/>
                  <a:pt x="4" y="14"/>
                </a:cubicBezTo>
                <a:cubicBezTo>
                  <a:pt x="5" y="11"/>
                  <a:pt x="6" y="9"/>
                  <a:pt x="8" y="7"/>
                </a:cubicBezTo>
                <a:cubicBezTo>
                  <a:pt x="10" y="5"/>
                  <a:pt x="12" y="4"/>
                  <a:pt x="14" y="3"/>
                </a:cubicBezTo>
                <a:cubicBezTo>
                  <a:pt x="17" y="2"/>
                  <a:pt x="20" y="1"/>
                  <a:pt x="22" y="1"/>
                </a:cubicBezTo>
                <a:moveTo>
                  <a:pt x="22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5"/>
                  <a:pt x="10" y="45"/>
                  <a:pt x="22" y="45"/>
                </a:cubicBezTo>
                <a:cubicBezTo>
                  <a:pt x="36" y="45"/>
                  <a:pt x="46" y="35"/>
                  <a:pt x="46" y="22"/>
                </a:cubicBezTo>
                <a:cubicBezTo>
                  <a:pt x="46" y="10"/>
                  <a:pt x="36" y="0"/>
                  <a:pt x="22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1564920" y="3529080"/>
            <a:ext cx="16560" cy="16200"/>
          </a:xfrm>
          <a:custGeom>
            <a:avLst/>
            <a:gdLst/>
            <a:ahLst/>
            <a:rect l="0" t="0" r="r" b="b"/>
            <a:pathLst>
              <a:path fill="none" w="46" h="45">
                <a:moveTo>
                  <a:pt x="22" y="41"/>
                </a:moveTo>
                <a:cubicBezTo>
                  <a:pt x="12" y="41"/>
                  <a:pt x="4" y="33"/>
                  <a:pt x="4" y="22"/>
                </a:cubicBezTo>
                <a:cubicBezTo>
                  <a:pt x="4" y="12"/>
                  <a:pt x="12" y="4"/>
                  <a:pt x="22" y="4"/>
                </a:cubicBezTo>
                <a:cubicBezTo>
                  <a:pt x="33" y="4"/>
                  <a:pt x="42" y="12"/>
                  <a:pt x="42" y="22"/>
                </a:cubicBezTo>
                <a:cubicBezTo>
                  <a:pt x="42" y="33"/>
                  <a:pt x="33" y="41"/>
                  <a:pt x="22" y="41"/>
                </a:cubicBezTo>
                <a:moveTo>
                  <a:pt x="22" y="5"/>
                </a:moveTo>
                <a:cubicBezTo>
                  <a:pt x="13" y="5"/>
                  <a:pt x="6" y="13"/>
                  <a:pt x="6" y="22"/>
                </a:cubicBezTo>
                <a:cubicBezTo>
                  <a:pt x="6" y="32"/>
                  <a:pt x="13" y="39"/>
                  <a:pt x="22" y="39"/>
                </a:cubicBezTo>
                <a:cubicBezTo>
                  <a:pt x="33" y="39"/>
                  <a:pt x="40" y="32"/>
                  <a:pt x="40" y="22"/>
                </a:cubicBezTo>
                <a:cubicBezTo>
                  <a:pt x="40" y="13"/>
                  <a:pt x="33" y="5"/>
                  <a:pt x="22" y="5"/>
                </a:cubicBezTo>
                <a:moveTo>
                  <a:pt x="22" y="1"/>
                </a:moveTo>
                <a:cubicBezTo>
                  <a:pt x="25" y="1"/>
                  <a:pt x="28" y="2"/>
                  <a:pt x="30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3"/>
                  <a:pt x="40" y="35"/>
                  <a:pt x="38" y="37"/>
                </a:cubicBezTo>
                <a:cubicBezTo>
                  <a:pt x="36" y="39"/>
                  <a:pt x="34" y="41"/>
                  <a:pt x="30" y="42"/>
                </a:cubicBezTo>
                <a:cubicBezTo>
                  <a:pt x="28" y="43"/>
                  <a:pt x="25" y="43"/>
                  <a:pt x="22" y="43"/>
                </a:cubicBezTo>
                <a:cubicBezTo>
                  <a:pt x="20" y="43"/>
                  <a:pt x="17" y="43"/>
                  <a:pt x="14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5"/>
                  <a:pt x="5" y="33"/>
                  <a:pt x="4" y="30"/>
                </a:cubicBezTo>
                <a:cubicBezTo>
                  <a:pt x="2" y="27"/>
                  <a:pt x="2" y="25"/>
                  <a:pt x="2" y="22"/>
                </a:cubicBezTo>
                <a:cubicBezTo>
                  <a:pt x="2" y="19"/>
                  <a:pt x="2" y="16"/>
                  <a:pt x="4" y="14"/>
                </a:cubicBezTo>
                <a:cubicBezTo>
                  <a:pt x="5" y="11"/>
                  <a:pt x="6" y="9"/>
                  <a:pt x="8" y="7"/>
                </a:cubicBezTo>
                <a:cubicBezTo>
                  <a:pt x="10" y="5"/>
                  <a:pt x="12" y="4"/>
                  <a:pt x="14" y="3"/>
                </a:cubicBezTo>
                <a:cubicBezTo>
                  <a:pt x="17" y="2"/>
                  <a:pt x="20" y="1"/>
                  <a:pt x="22" y="1"/>
                </a:cubicBezTo>
                <a:moveTo>
                  <a:pt x="22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5"/>
                  <a:pt x="10" y="45"/>
                  <a:pt x="22" y="45"/>
                </a:cubicBezTo>
                <a:cubicBezTo>
                  <a:pt x="36" y="45"/>
                  <a:pt x="46" y="35"/>
                  <a:pt x="46" y="22"/>
                </a:cubicBezTo>
                <a:cubicBezTo>
                  <a:pt x="46" y="10"/>
                  <a:pt x="36" y="0"/>
                  <a:pt x="22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1568880" y="353268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3" y="0"/>
                </a:moveTo>
                <a:cubicBezTo>
                  <a:pt x="12" y="0"/>
                  <a:pt x="12" y="0"/>
                  <a:pt x="12" y="1"/>
                </a:cubicBezTo>
                <a:cubicBezTo>
                  <a:pt x="11" y="1"/>
                  <a:pt x="11" y="1"/>
                  <a:pt x="11" y="1"/>
                </a:cubicBezTo>
                <a:lnTo>
                  <a:pt x="1" y="20"/>
                </a:lnTo>
                <a:cubicBezTo>
                  <a:pt x="0" y="20"/>
                  <a:pt x="0" y="21"/>
                  <a:pt x="1" y="21"/>
                </a:cubicBezTo>
                <a:lnTo>
                  <a:pt x="1" y="22"/>
                </a:lnTo>
                <a:cubicBezTo>
                  <a:pt x="2" y="22"/>
                  <a:pt x="2" y="22"/>
                  <a:pt x="2" y="22"/>
                </a:cubicBezTo>
                <a:lnTo>
                  <a:pt x="22" y="22"/>
                </a:lnTo>
                <a:lnTo>
                  <a:pt x="23" y="22"/>
                </a:lnTo>
                <a:lnTo>
                  <a:pt x="23" y="21"/>
                </a:lnTo>
                <a:cubicBezTo>
                  <a:pt x="24" y="21"/>
                  <a:pt x="24" y="20"/>
                  <a:pt x="23" y="20"/>
                </a:cubicBezTo>
                <a:lnTo>
                  <a:pt x="14" y="1"/>
                </a:lnTo>
                <a:lnTo>
                  <a:pt x="13" y="1"/>
                </a:lnTo>
                <a:cubicBezTo>
                  <a:pt x="13" y="0"/>
                  <a:pt x="13" y="0"/>
                  <a:pt x="1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1568880" y="353268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3" y="0"/>
                </a:moveTo>
                <a:cubicBezTo>
                  <a:pt x="12" y="0"/>
                  <a:pt x="12" y="0"/>
                  <a:pt x="12" y="1"/>
                </a:cubicBezTo>
                <a:cubicBezTo>
                  <a:pt x="11" y="1"/>
                  <a:pt x="11" y="1"/>
                  <a:pt x="11" y="1"/>
                </a:cubicBezTo>
                <a:lnTo>
                  <a:pt x="1" y="20"/>
                </a:lnTo>
                <a:cubicBezTo>
                  <a:pt x="0" y="20"/>
                  <a:pt x="0" y="21"/>
                  <a:pt x="1" y="21"/>
                </a:cubicBezTo>
                <a:lnTo>
                  <a:pt x="1" y="22"/>
                </a:lnTo>
                <a:cubicBezTo>
                  <a:pt x="2" y="22"/>
                  <a:pt x="2" y="22"/>
                  <a:pt x="2" y="22"/>
                </a:cubicBezTo>
                <a:lnTo>
                  <a:pt x="22" y="22"/>
                </a:lnTo>
                <a:lnTo>
                  <a:pt x="23" y="22"/>
                </a:lnTo>
                <a:lnTo>
                  <a:pt x="23" y="21"/>
                </a:lnTo>
                <a:cubicBezTo>
                  <a:pt x="24" y="21"/>
                  <a:pt x="24" y="20"/>
                  <a:pt x="23" y="20"/>
                </a:cubicBezTo>
                <a:lnTo>
                  <a:pt x="14" y="1"/>
                </a:lnTo>
                <a:lnTo>
                  <a:pt x="13" y="1"/>
                </a:lnTo>
                <a:cubicBezTo>
                  <a:pt x="13" y="0"/>
                  <a:pt x="13" y="0"/>
                  <a:pt x="13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1495080" y="3522960"/>
            <a:ext cx="3240" cy="28080"/>
          </a:xfrm>
          <a:custGeom>
            <a:avLst/>
            <a:gdLst/>
            <a:ahLst/>
            <a:rect l="0" t="0" r="r" b="b"/>
            <a:pathLst>
              <a:path fill="none" w="9" h="78">
                <a:moveTo>
                  <a:pt x="9" y="78"/>
                </a:moveTo>
                <a:lnTo>
                  <a:pt x="0" y="78"/>
                </a:lnTo>
                <a:lnTo>
                  <a:pt x="0" y="0"/>
                </a:lnTo>
                <a:lnTo>
                  <a:pt x="9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1184760" y="34999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3"/>
                </a:moveTo>
                <a:cubicBezTo>
                  <a:pt x="44" y="26"/>
                  <a:pt x="43" y="30"/>
                  <a:pt x="41" y="33"/>
                </a:cubicBezTo>
                <a:cubicBezTo>
                  <a:pt x="39" y="37"/>
                  <a:pt x="36" y="39"/>
                  <a:pt x="33" y="41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7" y="39"/>
                  <a:pt x="5" y="37"/>
                  <a:pt x="3" y="33"/>
                </a:cubicBezTo>
                <a:cubicBezTo>
                  <a:pt x="1" y="30"/>
                  <a:pt x="0" y="26"/>
                  <a:pt x="0" y="23"/>
                </a:cubicBezTo>
                <a:cubicBezTo>
                  <a:pt x="0" y="19"/>
                  <a:pt x="1" y="14"/>
                  <a:pt x="3" y="11"/>
                </a:cubicBezTo>
                <a:cubicBezTo>
                  <a:pt x="5" y="7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3" y="3"/>
                </a:cubicBezTo>
                <a:cubicBezTo>
                  <a:pt x="36" y="5"/>
                  <a:pt x="39" y="7"/>
                  <a:pt x="41" y="11"/>
                </a:cubicBezTo>
                <a:cubicBezTo>
                  <a:pt x="43" y="14"/>
                  <a:pt x="44" y="19"/>
                  <a:pt x="44" y="23"/>
                </a:cubicBezTo>
                <a:close/>
              </a:path>
            </a:pathLst>
          </a:custGeom>
          <a:solidFill>
            <a:srgbClr val="e8fa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1184760" y="34999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3"/>
                </a:moveTo>
                <a:cubicBezTo>
                  <a:pt x="44" y="26"/>
                  <a:pt x="43" y="30"/>
                  <a:pt x="41" y="33"/>
                </a:cubicBezTo>
                <a:cubicBezTo>
                  <a:pt x="39" y="37"/>
                  <a:pt x="36" y="39"/>
                  <a:pt x="33" y="41"/>
                </a:cubicBezTo>
                <a:cubicBezTo>
                  <a:pt x="29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7" y="39"/>
                  <a:pt x="5" y="37"/>
                  <a:pt x="3" y="33"/>
                </a:cubicBezTo>
                <a:cubicBezTo>
                  <a:pt x="1" y="30"/>
                  <a:pt x="0" y="26"/>
                  <a:pt x="0" y="23"/>
                </a:cubicBezTo>
                <a:cubicBezTo>
                  <a:pt x="0" y="19"/>
                  <a:pt x="1" y="14"/>
                  <a:pt x="3" y="11"/>
                </a:cubicBezTo>
                <a:cubicBezTo>
                  <a:pt x="5" y="7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29" y="1"/>
                  <a:pt x="33" y="3"/>
                </a:cubicBezTo>
                <a:cubicBezTo>
                  <a:pt x="36" y="5"/>
                  <a:pt x="39" y="7"/>
                  <a:pt x="41" y="11"/>
                </a:cubicBezTo>
                <a:cubicBezTo>
                  <a:pt x="43" y="14"/>
                  <a:pt x="44" y="19"/>
                  <a:pt x="44" y="23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1184760" y="34995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22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6"/>
                  <a:pt x="10" y="46"/>
                  <a:pt x="22" y="46"/>
                </a:cubicBezTo>
                <a:cubicBezTo>
                  <a:pt x="35" y="46"/>
                  <a:pt x="45" y="36"/>
                  <a:pt x="45" y="23"/>
                </a:cubicBezTo>
                <a:cubicBezTo>
                  <a:pt x="45" y="10"/>
                  <a:pt x="35" y="0"/>
                  <a:pt x="22" y="0"/>
                </a:cubicBezTo>
                <a:moveTo>
                  <a:pt x="22" y="44"/>
                </a:moveTo>
                <a:cubicBezTo>
                  <a:pt x="10" y="44"/>
                  <a:pt x="1" y="35"/>
                  <a:pt x="1" y="23"/>
                </a:cubicBezTo>
                <a:cubicBezTo>
                  <a:pt x="1" y="11"/>
                  <a:pt x="10" y="2"/>
                  <a:pt x="22" y="2"/>
                </a:cubicBezTo>
                <a:cubicBezTo>
                  <a:pt x="34" y="2"/>
                  <a:pt x="43" y="11"/>
                  <a:pt x="43" y="23"/>
                </a:cubicBezTo>
                <a:cubicBezTo>
                  <a:pt x="43" y="35"/>
                  <a:pt x="34" y="44"/>
                  <a:pt x="22" y="44"/>
                </a:cubicBezTo>
                <a:close/>
              </a:path>
            </a:pathLst>
          </a:custGeom>
          <a:solidFill>
            <a:srgbClr val="4aa2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1184760" y="34995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22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6"/>
                  <a:pt x="10" y="46"/>
                  <a:pt x="22" y="46"/>
                </a:cubicBezTo>
                <a:cubicBezTo>
                  <a:pt x="35" y="46"/>
                  <a:pt x="45" y="36"/>
                  <a:pt x="45" y="23"/>
                </a:cubicBezTo>
                <a:cubicBezTo>
                  <a:pt x="45" y="10"/>
                  <a:pt x="35" y="0"/>
                  <a:pt x="22" y="0"/>
                </a:cubicBezTo>
                <a:moveTo>
                  <a:pt x="22" y="44"/>
                </a:moveTo>
                <a:cubicBezTo>
                  <a:pt x="10" y="44"/>
                  <a:pt x="1" y="35"/>
                  <a:pt x="1" y="23"/>
                </a:cubicBezTo>
                <a:cubicBezTo>
                  <a:pt x="1" y="11"/>
                  <a:pt x="10" y="2"/>
                  <a:pt x="22" y="2"/>
                </a:cubicBezTo>
                <a:cubicBezTo>
                  <a:pt x="34" y="2"/>
                  <a:pt x="43" y="11"/>
                  <a:pt x="43" y="23"/>
                </a:cubicBezTo>
                <a:cubicBezTo>
                  <a:pt x="43" y="35"/>
                  <a:pt x="34" y="44"/>
                  <a:pt x="22" y="44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647000" y="3448800"/>
            <a:ext cx="194040" cy="102960"/>
          </a:xfrm>
          <a:custGeom>
            <a:avLst/>
            <a:gdLst/>
            <a:ahLst/>
            <a:rect l="0" t="0" r="r" b="b"/>
            <a:pathLst>
              <a:path w="539" h="286">
                <a:moveTo>
                  <a:pt x="0" y="0"/>
                </a:moveTo>
                <a:lnTo>
                  <a:pt x="539" y="0"/>
                </a:lnTo>
                <a:lnTo>
                  <a:pt x="539" y="286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647000" y="3448800"/>
            <a:ext cx="194040" cy="102960"/>
          </a:xfrm>
          <a:custGeom>
            <a:avLst/>
            <a:gdLst/>
            <a:ahLst/>
            <a:rect l="0" t="0" r="r" b="b"/>
            <a:pathLst>
              <a:path w="539" h="286">
                <a:moveTo>
                  <a:pt x="0" y="0"/>
                </a:moveTo>
                <a:lnTo>
                  <a:pt x="539" y="0"/>
                </a:lnTo>
                <a:lnTo>
                  <a:pt x="539" y="286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1647000" y="3448800"/>
            <a:ext cx="194040" cy="102960"/>
          </a:xfrm>
          <a:custGeom>
            <a:avLst/>
            <a:gdLst/>
            <a:ahLst/>
            <a:rect l="0" t="0" r="r" b="b"/>
            <a:pathLst>
              <a:path w="539" h="286">
                <a:moveTo>
                  <a:pt x="0" y="0"/>
                </a:moveTo>
                <a:lnTo>
                  <a:pt x="539" y="0"/>
                </a:lnTo>
                <a:lnTo>
                  <a:pt x="539" y="286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673280" y="3488760"/>
            <a:ext cx="44280" cy="29520"/>
          </a:xfrm>
          <a:custGeom>
            <a:avLst/>
            <a:gdLst/>
            <a:ahLst/>
            <a:rect l="0" t="0" r="r" b="b"/>
            <a:pathLst>
              <a:path w="123" h="82">
                <a:moveTo>
                  <a:pt x="2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2"/>
                  <a:pt x="121" y="82"/>
                </a:cubicBezTo>
                <a:lnTo>
                  <a:pt x="2" y="82"/>
                </a:lnTo>
                <a:cubicBezTo>
                  <a:pt x="1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673280" y="3488760"/>
            <a:ext cx="44280" cy="29520"/>
          </a:xfrm>
          <a:custGeom>
            <a:avLst/>
            <a:gdLst/>
            <a:ahLst/>
            <a:rect l="0" t="0" r="r" b="b"/>
            <a:pathLst>
              <a:path w="123" h="82">
                <a:moveTo>
                  <a:pt x="2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2"/>
                  <a:pt x="121" y="82"/>
                </a:cubicBezTo>
                <a:lnTo>
                  <a:pt x="2" y="82"/>
                </a:lnTo>
                <a:cubicBezTo>
                  <a:pt x="1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1739880" y="3488760"/>
            <a:ext cx="44280" cy="29520"/>
          </a:xfrm>
          <a:custGeom>
            <a:avLst/>
            <a:gdLst/>
            <a:ahLst/>
            <a:rect l="0" t="0" r="r" b="b"/>
            <a:pathLst>
              <a:path w="123" h="82">
                <a:moveTo>
                  <a:pt x="2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2"/>
                  <a:pt x="121" y="82"/>
                </a:cubicBezTo>
                <a:lnTo>
                  <a:pt x="2" y="82"/>
                </a:lnTo>
                <a:cubicBezTo>
                  <a:pt x="1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1739880" y="3488760"/>
            <a:ext cx="44280" cy="29520"/>
          </a:xfrm>
          <a:custGeom>
            <a:avLst/>
            <a:gdLst/>
            <a:ahLst/>
            <a:rect l="0" t="0" r="r" b="b"/>
            <a:pathLst>
              <a:path w="123" h="82">
                <a:moveTo>
                  <a:pt x="2" y="0"/>
                </a:moveTo>
                <a:lnTo>
                  <a:pt x="121" y="0"/>
                </a:lnTo>
                <a:cubicBezTo>
                  <a:pt x="122" y="0"/>
                  <a:pt x="123" y="1"/>
                  <a:pt x="123" y="2"/>
                </a:cubicBezTo>
                <a:lnTo>
                  <a:pt x="123" y="80"/>
                </a:lnTo>
                <a:cubicBezTo>
                  <a:pt x="123" y="81"/>
                  <a:pt x="122" y="82"/>
                  <a:pt x="121" y="82"/>
                </a:cubicBezTo>
                <a:lnTo>
                  <a:pt x="2" y="82"/>
                </a:lnTo>
                <a:cubicBezTo>
                  <a:pt x="1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1806480" y="349560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45" y="22"/>
                </a:moveTo>
                <a:cubicBezTo>
                  <a:pt x="45" y="26"/>
                  <a:pt x="44" y="29"/>
                  <a:pt x="42" y="34"/>
                </a:cubicBezTo>
                <a:cubicBezTo>
                  <a:pt x="40" y="37"/>
                  <a:pt x="37" y="39"/>
                  <a:pt x="33" y="41"/>
                </a:cubicBezTo>
                <a:cubicBezTo>
                  <a:pt x="30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8" y="39"/>
                  <a:pt x="5" y="37"/>
                  <a:pt x="3" y="34"/>
                </a:cubicBezTo>
                <a:cubicBezTo>
                  <a:pt x="1" y="29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40" y="7"/>
                  <a:pt x="42" y="11"/>
                </a:cubicBezTo>
                <a:cubicBezTo>
                  <a:pt x="44" y="14"/>
                  <a:pt x="45" y="18"/>
                  <a:pt x="45" y="22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1806480" y="349560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45" y="22"/>
                </a:moveTo>
                <a:cubicBezTo>
                  <a:pt x="45" y="26"/>
                  <a:pt x="44" y="29"/>
                  <a:pt x="42" y="34"/>
                </a:cubicBezTo>
                <a:cubicBezTo>
                  <a:pt x="40" y="37"/>
                  <a:pt x="37" y="39"/>
                  <a:pt x="33" y="41"/>
                </a:cubicBezTo>
                <a:cubicBezTo>
                  <a:pt x="30" y="43"/>
                  <a:pt x="26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8" y="39"/>
                  <a:pt x="5" y="37"/>
                  <a:pt x="3" y="34"/>
                </a:cubicBezTo>
                <a:cubicBezTo>
                  <a:pt x="1" y="29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7"/>
                  <a:pt x="8" y="5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40" y="7"/>
                  <a:pt x="42" y="11"/>
                </a:cubicBezTo>
                <a:cubicBezTo>
                  <a:pt x="44" y="14"/>
                  <a:pt x="45" y="18"/>
                  <a:pt x="45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1806480" y="349560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2" y="41"/>
                  <a:pt x="4" y="32"/>
                  <a:pt x="4" y="22"/>
                </a:cubicBezTo>
                <a:cubicBezTo>
                  <a:pt x="4" y="12"/>
                  <a:pt x="12" y="3"/>
                  <a:pt x="23" y="3"/>
                </a:cubicBezTo>
                <a:cubicBezTo>
                  <a:pt x="33" y="3"/>
                  <a:pt x="41" y="12"/>
                  <a:pt x="41" y="22"/>
                </a:cubicBezTo>
                <a:cubicBezTo>
                  <a:pt x="41" y="32"/>
                  <a:pt x="33" y="41"/>
                  <a:pt x="23" y="41"/>
                </a:cubicBezTo>
                <a:moveTo>
                  <a:pt x="23" y="5"/>
                </a:moveTo>
                <a:cubicBezTo>
                  <a:pt x="13" y="5"/>
                  <a:pt x="5" y="13"/>
                  <a:pt x="5" y="22"/>
                </a:cubicBezTo>
                <a:cubicBezTo>
                  <a:pt x="5" y="31"/>
                  <a:pt x="13" y="39"/>
                  <a:pt x="23" y="39"/>
                </a:cubicBezTo>
                <a:cubicBezTo>
                  <a:pt x="32" y="39"/>
                  <a:pt x="40" y="31"/>
                  <a:pt x="40" y="22"/>
                </a:cubicBezTo>
                <a:cubicBezTo>
                  <a:pt x="40" y="13"/>
                  <a:pt x="32" y="5"/>
                  <a:pt x="23" y="5"/>
                </a:cubicBezTo>
                <a:moveTo>
                  <a:pt x="23" y="1"/>
                </a:moveTo>
                <a:cubicBezTo>
                  <a:pt x="26" y="1"/>
                  <a:pt x="28" y="2"/>
                  <a:pt x="31" y="3"/>
                </a:cubicBezTo>
                <a:cubicBezTo>
                  <a:pt x="33" y="4"/>
                  <a:pt x="36" y="5"/>
                  <a:pt x="38" y="7"/>
                </a:cubicBezTo>
                <a:cubicBezTo>
                  <a:pt x="39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4"/>
                  <a:pt x="43" y="27"/>
                  <a:pt x="42" y="30"/>
                </a:cubicBezTo>
                <a:cubicBezTo>
                  <a:pt x="41" y="32"/>
                  <a:pt x="39" y="34"/>
                  <a:pt x="38" y="37"/>
                </a:cubicBezTo>
                <a:cubicBezTo>
                  <a:pt x="36" y="39"/>
                  <a:pt x="33" y="40"/>
                  <a:pt x="31" y="42"/>
                </a:cubicBezTo>
                <a:cubicBezTo>
                  <a:pt x="28" y="43"/>
                  <a:pt x="26" y="43"/>
                  <a:pt x="23" y="43"/>
                </a:cubicBezTo>
                <a:cubicBezTo>
                  <a:pt x="19" y="43"/>
                  <a:pt x="17" y="43"/>
                  <a:pt x="14" y="42"/>
                </a:cubicBezTo>
                <a:cubicBezTo>
                  <a:pt x="12" y="40"/>
                  <a:pt x="9" y="39"/>
                  <a:pt x="7" y="37"/>
                </a:cubicBezTo>
                <a:cubicBezTo>
                  <a:pt x="6" y="34"/>
                  <a:pt x="4" y="32"/>
                  <a:pt x="3" y="30"/>
                </a:cubicBezTo>
                <a:cubicBezTo>
                  <a:pt x="2" y="27"/>
                  <a:pt x="1" y="24"/>
                  <a:pt x="1" y="22"/>
                </a:cubicBezTo>
                <a:cubicBezTo>
                  <a:pt x="1" y="19"/>
                  <a:pt x="2" y="16"/>
                  <a:pt x="3" y="14"/>
                </a:cubicBezTo>
                <a:cubicBezTo>
                  <a:pt x="4" y="11"/>
                  <a:pt x="6" y="9"/>
                  <a:pt x="7" y="7"/>
                </a:cubicBezTo>
                <a:cubicBezTo>
                  <a:pt x="9" y="5"/>
                  <a:pt x="12" y="4"/>
                  <a:pt x="14" y="3"/>
                </a:cubicBezTo>
                <a:cubicBezTo>
                  <a:pt x="17" y="2"/>
                  <a:pt x="19" y="1"/>
                  <a:pt x="23" y="1"/>
                </a:cubicBezTo>
                <a:moveTo>
                  <a:pt x="23" y="0"/>
                </a:moveTo>
                <a:cubicBezTo>
                  <a:pt x="10" y="0"/>
                  <a:pt x="0" y="9"/>
                  <a:pt x="0" y="22"/>
                </a:cubicBezTo>
                <a:cubicBezTo>
                  <a:pt x="0" y="34"/>
                  <a:pt x="10" y="45"/>
                  <a:pt x="23" y="45"/>
                </a:cubicBezTo>
                <a:cubicBezTo>
                  <a:pt x="35" y="45"/>
                  <a:pt x="45" y="34"/>
                  <a:pt x="45" y="22"/>
                </a:cubicBezTo>
                <a:cubicBezTo>
                  <a:pt x="45" y="9"/>
                  <a:pt x="35" y="0"/>
                  <a:pt x="2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1806480" y="3495600"/>
            <a:ext cx="16200" cy="16200"/>
          </a:xfrm>
          <a:custGeom>
            <a:avLst/>
            <a:gdLst/>
            <a:ahLst/>
            <a:rect l="0" t="0" r="r" b="b"/>
            <a:pathLst>
              <a:path fill="none" w="45" h="45">
                <a:moveTo>
                  <a:pt x="23" y="41"/>
                </a:moveTo>
                <a:cubicBezTo>
                  <a:pt x="12" y="41"/>
                  <a:pt x="4" y="32"/>
                  <a:pt x="4" y="22"/>
                </a:cubicBezTo>
                <a:cubicBezTo>
                  <a:pt x="4" y="12"/>
                  <a:pt x="12" y="3"/>
                  <a:pt x="23" y="3"/>
                </a:cubicBezTo>
                <a:cubicBezTo>
                  <a:pt x="33" y="3"/>
                  <a:pt x="41" y="12"/>
                  <a:pt x="41" y="22"/>
                </a:cubicBezTo>
                <a:cubicBezTo>
                  <a:pt x="41" y="32"/>
                  <a:pt x="33" y="41"/>
                  <a:pt x="23" y="41"/>
                </a:cubicBezTo>
                <a:moveTo>
                  <a:pt x="23" y="5"/>
                </a:moveTo>
                <a:cubicBezTo>
                  <a:pt x="13" y="5"/>
                  <a:pt x="5" y="13"/>
                  <a:pt x="5" y="22"/>
                </a:cubicBezTo>
                <a:cubicBezTo>
                  <a:pt x="5" y="31"/>
                  <a:pt x="13" y="39"/>
                  <a:pt x="23" y="39"/>
                </a:cubicBezTo>
                <a:cubicBezTo>
                  <a:pt x="32" y="39"/>
                  <a:pt x="40" y="31"/>
                  <a:pt x="40" y="22"/>
                </a:cubicBezTo>
                <a:cubicBezTo>
                  <a:pt x="40" y="13"/>
                  <a:pt x="32" y="5"/>
                  <a:pt x="23" y="5"/>
                </a:cubicBezTo>
                <a:moveTo>
                  <a:pt x="23" y="1"/>
                </a:moveTo>
                <a:cubicBezTo>
                  <a:pt x="26" y="1"/>
                  <a:pt x="28" y="2"/>
                  <a:pt x="31" y="3"/>
                </a:cubicBezTo>
                <a:cubicBezTo>
                  <a:pt x="33" y="4"/>
                  <a:pt x="36" y="5"/>
                  <a:pt x="38" y="7"/>
                </a:cubicBezTo>
                <a:cubicBezTo>
                  <a:pt x="39" y="9"/>
                  <a:pt x="41" y="11"/>
                  <a:pt x="42" y="14"/>
                </a:cubicBezTo>
                <a:cubicBezTo>
                  <a:pt x="43" y="16"/>
                  <a:pt x="44" y="19"/>
                  <a:pt x="44" y="22"/>
                </a:cubicBezTo>
                <a:cubicBezTo>
                  <a:pt x="44" y="24"/>
                  <a:pt x="43" y="27"/>
                  <a:pt x="42" y="30"/>
                </a:cubicBezTo>
                <a:cubicBezTo>
                  <a:pt x="41" y="32"/>
                  <a:pt x="39" y="34"/>
                  <a:pt x="38" y="37"/>
                </a:cubicBezTo>
                <a:cubicBezTo>
                  <a:pt x="36" y="39"/>
                  <a:pt x="33" y="40"/>
                  <a:pt x="31" y="42"/>
                </a:cubicBezTo>
                <a:cubicBezTo>
                  <a:pt x="28" y="43"/>
                  <a:pt x="26" y="43"/>
                  <a:pt x="23" y="43"/>
                </a:cubicBezTo>
                <a:cubicBezTo>
                  <a:pt x="19" y="43"/>
                  <a:pt x="17" y="43"/>
                  <a:pt x="14" y="42"/>
                </a:cubicBezTo>
                <a:cubicBezTo>
                  <a:pt x="12" y="40"/>
                  <a:pt x="9" y="39"/>
                  <a:pt x="7" y="37"/>
                </a:cubicBezTo>
                <a:cubicBezTo>
                  <a:pt x="6" y="34"/>
                  <a:pt x="4" y="32"/>
                  <a:pt x="3" y="30"/>
                </a:cubicBezTo>
                <a:cubicBezTo>
                  <a:pt x="2" y="27"/>
                  <a:pt x="1" y="24"/>
                  <a:pt x="1" y="22"/>
                </a:cubicBezTo>
                <a:cubicBezTo>
                  <a:pt x="1" y="19"/>
                  <a:pt x="2" y="16"/>
                  <a:pt x="3" y="14"/>
                </a:cubicBezTo>
                <a:cubicBezTo>
                  <a:pt x="4" y="11"/>
                  <a:pt x="6" y="9"/>
                  <a:pt x="7" y="7"/>
                </a:cubicBezTo>
                <a:cubicBezTo>
                  <a:pt x="9" y="5"/>
                  <a:pt x="12" y="4"/>
                  <a:pt x="14" y="3"/>
                </a:cubicBezTo>
                <a:cubicBezTo>
                  <a:pt x="17" y="2"/>
                  <a:pt x="19" y="1"/>
                  <a:pt x="23" y="1"/>
                </a:cubicBezTo>
                <a:moveTo>
                  <a:pt x="23" y="0"/>
                </a:moveTo>
                <a:cubicBezTo>
                  <a:pt x="10" y="0"/>
                  <a:pt x="0" y="9"/>
                  <a:pt x="0" y="22"/>
                </a:cubicBezTo>
                <a:cubicBezTo>
                  <a:pt x="0" y="34"/>
                  <a:pt x="10" y="45"/>
                  <a:pt x="23" y="45"/>
                </a:cubicBezTo>
                <a:cubicBezTo>
                  <a:pt x="35" y="45"/>
                  <a:pt x="45" y="34"/>
                  <a:pt x="45" y="22"/>
                </a:cubicBezTo>
                <a:cubicBezTo>
                  <a:pt x="45" y="9"/>
                  <a:pt x="35" y="0"/>
                  <a:pt x="23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1810440" y="34992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11" y="0"/>
                </a:moveTo>
                <a:lnTo>
                  <a:pt x="10" y="0"/>
                </a:lnTo>
                <a:cubicBezTo>
                  <a:pt x="10" y="1"/>
                  <a:pt x="10" y="1"/>
                  <a:pt x="10" y="1"/>
                </a:cubicBezTo>
                <a:lnTo>
                  <a:pt x="0" y="19"/>
                </a:lnTo>
                <a:cubicBezTo>
                  <a:pt x="0" y="20"/>
                  <a:pt x="0" y="20"/>
                  <a:pt x="0" y="21"/>
                </a:cubicBezTo>
                <a:cubicBezTo>
                  <a:pt x="0" y="21"/>
                  <a:pt x="1" y="21"/>
                  <a:pt x="1" y="22"/>
                </a:cubicBezTo>
                <a:lnTo>
                  <a:pt x="2" y="22"/>
                </a:lnTo>
                <a:lnTo>
                  <a:pt x="22" y="22"/>
                </a:lnTo>
                <a:cubicBezTo>
                  <a:pt x="23" y="21"/>
                  <a:pt x="23" y="21"/>
                  <a:pt x="23" y="21"/>
                </a:cubicBezTo>
                <a:cubicBezTo>
                  <a:pt x="23" y="20"/>
                  <a:pt x="23" y="20"/>
                  <a:pt x="23" y="19"/>
                </a:cubicBezTo>
                <a:lnTo>
                  <a:pt x="12" y="1"/>
                </a:lnTo>
                <a:lnTo>
                  <a:pt x="12" y="0"/>
                </a:lnTo>
                <a:lnTo>
                  <a:pt x="11" y="0"/>
                </a:ln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1810440" y="34992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11" y="0"/>
                </a:moveTo>
                <a:lnTo>
                  <a:pt x="10" y="0"/>
                </a:lnTo>
                <a:cubicBezTo>
                  <a:pt x="10" y="1"/>
                  <a:pt x="10" y="1"/>
                  <a:pt x="10" y="1"/>
                </a:cubicBezTo>
                <a:lnTo>
                  <a:pt x="0" y="19"/>
                </a:lnTo>
                <a:cubicBezTo>
                  <a:pt x="0" y="20"/>
                  <a:pt x="0" y="20"/>
                  <a:pt x="0" y="21"/>
                </a:cubicBezTo>
                <a:cubicBezTo>
                  <a:pt x="0" y="21"/>
                  <a:pt x="1" y="21"/>
                  <a:pt x="1" y="22"/>
                </a:cubicBezTo>
                <a:lnTo>
                  <a:pt x="2" y="22"/>
                </a:lnTo>
                <a:lnTo>
                  <a:pt x="22" y="22"/>
                </a:lnTo>
                <a:cubicBezTo>
                  <a:pt x="23" y="21"/>
                  <a:pt x="23" y="21"/>
                  <a:pt x="23" y="21"/>
                </a:cubicBezTo>
                <a:cubicBezTo>
                  <a:pt x="23" y="20"/>
                  <a:pt x="23" y="20"/>
                  <a:pt x="23" y="19"/>
                </a:cubicBezTo>
                <a:lnTo>
                  <a:pt x="12" y="1"/>
                </a:lnTo>
                <a:lnTo>
                  <a:pt x="12" y="0"/>
                </a:lnTo>
                <a:lnTo>
                  <a:pt x="11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1215720" y="3467880"/>
            <a:ext cx="275400" cy="79200"/>
          </a:xfrm>
          <a:custGeom>
            <a:avLst/>
            <a:gdLst/>
            <a:ahLst/>
            <a:rect l="0" t="0" r="r" b="b"/>
            <a:pathLst>
              <a:path w="765" h="220">
                <a:moveTo>
                  <a:pt x="1" y="0"/>
                </a:moveTo>
                <a:lnTo>
                  <a:pt x="763" y="0"/>
                </a:lnTo>
                <a:cubicBezTo>
                  <a:pt x="764" y="0"/>
                  <a:pt x="765" y="1"/>
                  <a:pt x="765" y="2"/>
                </a:cubicBezTo>
                <a:lnTo>
                  <a:pt x="765" y="219"/>
                </a:lnTo>
                <a:cubicBezTo>
                  <a:pt x="765" y="220"/>
                  <a:pt x="764" y="220"/>
                  <a:pt x="763" y="220"/>
                </a:cubicBezTo>
                <a:lnTo>
                  <a:pt x="1" y="220"/>
                </a:lnTo>
                <a:cubicBezTo>
                  <a:pt x="0" y="220"/>
                  <a:pt x="0" y="220"/>
                  <a:pt x="0" y="21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1215720" y="3467880"/>
            <a:ext cx="275400" cy="79200"/>
          </a:xfrm>
          <a:custGeom>
            <a:avLst/>
            <a:gdLst/>
            <a:ahLst/>
            <a:rect l="0" t="0" r="r" b="b"/>
            <a:pathLst>
              <a:path w="765" h="220">
                <a:moveTo>
                  <a:pt x="1" y="0"/>
                </a:moveTo>
                <a:lnTo>
                  <a:pt x="763" y="0"/>
                </a:lnTo>
                <a:cubicBezTo>
                  <a:pt x="764" y="0"/>
                  <a:pt x="765" y="1"/>
                  <a:pt x="765" y="2"/>
                </a:cubicBezTo>
                <a:lnTo>
                  <a:pt x="765" y="219"/>
                </a:lnTo>
                <a:cubicBezTo>
                  <a:pt x="765" y="220"/>
                  <a:pt x="764" y="220"/>
                  <a:pt x="763" y="220"/>
                </a:cubicBezTo>
                <a:lnTo>
                  <a:pt x="1" y="220"/>
                </a:lnTo>
                <a:cubicBezTo>
                  <a:pt x="0" y="220"/>
                  <a:pt x="0" y="220"/>
                  <a:pt x="0" y="21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1215720" y="3467880"/>
            <a:ext cx="275400" cy="79200"/>
          </a:xfrm>
          <a:custGeom>
            <a:avLst/>
            <a:gdLst/>
            <a:ahLst/>
            <a:rect l="0" t="0" r="r" b="b"/>
            <a:pathLst>
              <a:path w="765" h="220">
                <a:moveTo>
                  <a:pt x="1" y="0"/>
                </a:moveTo>
                <a:lnTo>
                  <a:pt x="763" y="0"/>
                </a:lnTo>
                <a:cubicBezTo>
                  <a:pt x="764" y="0"/>
                  <a:pt x="765" y="1"/>
                  <a:pt x="765" y="2"/>
                </a:cubicBezTo>
                <a:lnTo>
                  <a:pt x="765" y="219"/>
                </a:lnTo>
                <a:cubicBezTo>
                  <a:pt x="765" y="220"/>
                  <a:pt x="764" y="220"/>
                  <a:pt x="763" y="220"/>
                </a:cubicBezTo>
                <a:lnTo>
                  <a:pt x="1" y="220"/>
                </a:lnTo>
                <a:cubicBezTo>
                  <a:pt x="0" y="220"/>
                  <a:pt x="0" y="220"/>
                  <a:pt x="0" y="219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393f44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1221120" y="3489840"/>
            <a:ext cx="47520" cy="29160"/>
          </a:xfrm>
          <a:custGeom>
            <a:avLst/>
            <a:gdLst/>
            <a:ahLst/>
            <a:rect l="0" t="0" r="r" b="b"/>
            <a:pathLst>
              <a:path w="132" h="81">
                <a:moveTo>
                  <a:pt x="2" y="0"/>
                </a:moveTo>
                <a:lnTo>
                  <a:pt x="130" y="0"/>
                </a:lnTo>
                <a:cubicBezTo>
                  <a:pt x="131" y="0"/>
                  <a:pt x="132" y="0"/>
                  <a:pt x="132" y="2"/>
                </a:cubicBezTo>
                <a:lnTo>
                  <a:pt x="132" y="80"/>
                </a:lnTo>
                <a:cubicBezTo>
                  <a:pt x="132" y="81"/>
                  <a:pt x="131" y="81"/>
                  <a:pt x="130" y="81"/>
                </a:cubicBezTo>
                <a:lnTo>
                  <a:pt x="2" y="81"/>
                </a:lnTo>
                <a:cubicBezTo>
                  <a:pt x="1" y="81"/>
                  <a:pt x="0" y="81"/>
                  <a:pt x="0" y="80"/>
                </a:cubicBezTo>
                <a:lnTo>
                  <a:pt x="0" y="2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1221120" y="3489840"/>
            <a:ext cx="47520" cy="29160"/>
          </a:xfrm>
          <a:custGeom>
            <a:avLst/>
            <a:gdLst/>
            <a:ahLst/>
            <a:rect l="0" t="0" r="r" b="b"/>
            <a:pathLst>
              <a:path w="132" h="81">
                <a:moveTo>
                  <a:pt x="2" y="0"/>
                </a:moveTo>
                <a:lnTo>
                  <a:pt x="130" y="0"/>
                </a:lnTo>
                <a:cubicBezTo>
                  <a:pt x="131" y="0"/>
                  <a:pt x="132" y="0"/>
                  <a:pt x="132" y="2"/>
                </a:cubicBezTo>
                <a:lnTo>
                  <a:pt x="132" y="80"/>
                </a:lnTo>
                <a:cubicBezTo>
                  <a:pt x="132" y="81"/>
                  <a:pt x="131" y="81"/>
                  <a:pt x="130" y="81"/>
                </a:cubicBezTo>
                <a:lnTo>
                  <a:pt x="2" y="81"/>
                </a:lnTo>
                <a:cubicBezTo>
                  <a:pt x="1" y="81"/>
                  <a:pt x="0" y="81"/>
                  <a:pt x="0" y="80"/>
                </a:cubicBezTo>
                <a:lnTo>
                  <a:pt x="0" y="2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1361160" y="3489840"/>
            <a:ext cx="53280" cy="28440"/>
          </a:xfrm>
          <a:custGeom>
            <a:avLst/>
            <a:gdLst/>
            <a:ahLst/>
            <a:rect l="0" t="0" r="r" b="b"/>
            <a:pathLst>
              <a:path w="148" h="79">
                <a:moveTo>
                  <a:pt x="2" y="0"/>
                </a:moveTo>
                <a:lnTo>
                  <a:pt x="147" y="0"/>
                </a:lnTo>
                <a:cubicBezTo>
                  <a:pt x="148" y="0"/>
                  <a:pt x="148" y="0"/>
                  <a:pt x="148" y="1"/>
                </a:cubicBezTo>
                <a:lnTo>
                  <a:pt x="148" y="77"/>
                </a:lnTo>
                <a:cubicBezTo>
                  <a:pt x="148" y="78"/>
                  <a:pt x="148" y="79"/>
                  <a:pt x="147" y="79"/>
                </a:cubicBezTo>
                <a:lnTo>
                  <a:pt x="2" y="79"/>
                </a:lnTo>
                <a:cubicBezTo>
                  <a:pt x="1" y="79"/>
                  <a:pt x="0" y="78"/>
                  <a:pt x="0" y="77"/>
                </a:cubicBezTo>
                <a:lnTo>
                  <a:pt x="0" y="1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1361160" y="3489840"/>
            <a:ext cx="53280" cy="28440"/>
          </a:xfrm>
          <a:custGeom>
            <a:avLst/>
            <a:gdLst/>
            <a:ahLst/>
            <a:rect l="0" t="0" r="r" b="b"/>
            <a:pathLst>
              <a:path w="148" h="79">
                <a:moveTo>
                  <a:pt x="2" y="0"/>
                </a:moveTo>
                <a:lnTo>
                  <a:pt x="147" y="0"/>
                </a:lnTo>
                <a:cubicBezTo>
                  <a:pt x="148" y="0"/>
                  <a:pt x="148" y="0"/>
                  <a:pt x="148" y="1"/>
                </a:cubicBezTo>
                <a:lnTo>
                  <a:pt x="148" y="77"/>
                </a:lnTo>
                <a:cubicBezTo>
                  <a:pt x="148" y="78"/>
                  <a:pt x="148" y="79"/>
                  <a:pt x="147" y="79"/>
                </a:cubicBezTo>
                <a:lnTo>
                  <a:pt x="2" y="79"/>
                </a:lnTo>
                <a:cubicBezTo>
                  <a:pt x="1" y="79"/>
                  <a:pt x="0" y="78"/>
                  <a:pt x="0" y="77"/>
                </a:cubicBezTo>
                <a:lnTo>
                  <a:pt x="0" y="1"/>
                </a:lnTo>
                <a:cubicBezTo>
                  <a:pt x="0" y="0"/>
                  <a:pt x="1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438920" y="3488760"/>
            <a:ext cx="43920" cy="29160"/>
          </a:xfrm>
          <a:custGeom>
            <a:avLst/>
            <a:gdLst/>
            <a:ahLst/>
            <a:rect l="0" t="0" r="r" b="b"/>
            <a:pathLst>
              <a:path w="122" h="81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0"/>
                  <a:pt x="122" y="1"/>
                </a:cubicBezTo>
                <a:lnTo>
                  <a:pt x="122" y="80"/>
                </a:lnTo>
                <a:cubicBezTo>
                  <a:pt x="122" y="81"/>
                  <a:pt x="122" y="81"/>
                  <a:pt x="121" y="81"/>
                </a:cubicBezTo>
                <a:lnTo>
                  <a:pt x="1" y="81"/>
                </a:lnTo>
                <a:cubicBezTo>
                  <a:pt x="0" y="81"/>
                  <a:pt x="0" y="81"/>
                  <a:pt x="0" y="80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438920" y="3488760"/>
            <a:ext cx="43920" cy="29160"/>
          </a:xfrm>
          <a:custGeom>
            <a:avLst/>
            <a:gdLst/>
            <a:ahLst/>
            <a:rect l="0" t="0" r="r" b="b"/>
            <a:pathLst>
              <a:path w="122" h="81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0"/>
                  <a:pt x="122" y="1"/>
                </a:cubicBezTo>
                <a:lnTo>
                  <a:pt x="122" y="80"/>
                </a:lnTo>
                <a:cubicBezTo>
                  <a:pt x="122" y="81"/>
                  <a:pt x="122" y="81"/>
                  <a:pt x="121" y="81"/>
                </a:cubicBezTo>
                <a:lnTo>
                  <a:pt x="1" y="81"/>
                </a:lnTo>
                <a:cubicBezTo>
                  <a:pt x="0" y="81"/>
                  <a:pt x="0" y="81"/>
                  <a:pt x="0" y="80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1287720" y="3489840"/>
            <a:ext cx="48960" cy="28080"/>
          </a:xfrm>
          <a:custGeom>
            <a:avLst/>
            <a:gdLst/>
            <a:ahLst/>
            <a:rect l="0" t="0" r="r" b="b"/>
            <a:pathLst>
              <a:path w="136" h="78">
                <a:moveTo>
                  <a:pt x="2" y="0"/>
                </a:moveTo>
                <a:lnTo>
                  <a:pt x="134" y="0"/>
                </a:lnTo>
                <a:cubicBezTo>
                  <a:pt x="135" y="0"/>
                  <a:pt x="136" y="0"/>
                  <a:pt x="136" y="1"/>
                </a:cubicBezTo>
                <a:lnTo>
                  <a:pt x="136" y="77"/>
                </a:lnTo>
                <a:cubicBezTo>
                  <a:pt x="136" y="78"/>
                  <a:pt x="135" y="78"/>
                  <a:pt x="134" y="78"/>
                </a:cubicBezTo>
                <a:lnTo>
                  <a:pt x="2" y="78"/>
                </a:lnTo>
                <a:cubicBezTo>
                  <a:pt x="0" y="78"/>
                  <a:pt x="0" y="78"/>
                  <a:pt x="0" y="77"/>
                </a:cubicBezTo>
                <a:lnTo>
                  <a:pt x="0" y="1"/>
                </a:lnTo>
                <a:cubicBezTo>
                  <a:pt x="0" y="0"/>
                  <a:pt x="0" y="0"/>
                  <a:pt x="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1287720" y="3489840"/>
            <a:ext cx="48960" cy="28080"/>
          </a:xfrm>
          <a:custGeom>
            <a:avLst/>
            <a:gdLst/>
            <a:ahLst/>
            <a:rect l="0" t="0" r="r" b="b"/>
            <a:pathLst>
              <a:path w="136" h="78">
                <a:moveTo>
                  <a:pt x="2" y="0"/>
                </a:moveTo>
                <a:lnTo>
                  <a:pt x="134" y="0"/>
                </a:lnTo>
                <a:cubicBezTo>
                  <a:pt x="135" y="0"/>
                  <a:pt x="136" y="0"/>
                  <a:pt x="136" y="1"/>
                </a:cubicBezTo>
                <a:lnTo>
                  <a:pt x="136" y="77"/>
                </a:lnTo>
                <a:cubicBezTo>
                  <a:pt x="136" y="78"/>
                  <a:pt x="135" y="78"/>
                  <a:pt x="134" y="78"/>
                </a:cubicBezTo>
                <a:lnTo>
                  <a:pt x="2" y="78"/>
                </a:lnTo>
                <a:cubicBezTo>
                  <a:pt x="0" y="78"/>
                  <a:pt x="0" y="78"/>
                  <a:pt x="0" y="77"/>
                </a:cubicBezTo>
                <a:lnTo>
                  <a:pt x="0" y="1"/>
                </a:lnTo>
                <a:cubicBezTo>
                  <a:pt x="0" y="0"/>
                  <a:pt x="0" y="0"/>
                  <a:pt x="2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1304640" y="352872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44" y="22"/>
                </a:moveTo>
                <a:cubicBezTo>
                  <a:pt x="44" y="27"/>
                  <a:pt x="43" y="31"/>
                  <a:pt x="41" y="34"/>
                </a:cubicBezTo>
                <a:cubicBezTo>
                  <a:pt x="39" y="37"/>
                  <a:pt x="36" y="40"/>
                  <a:pt x="33" y="42"/>
                </a:cubicBezTo>
                <a:cubicBezTo>
                  <a:pt x="30" y="44"/>
                  <a:pt x="26" y="45"/>
                  <a:pt x="22" y="45"/>
                </a:cubicBezTo>
                <a:cubicBezTo>
                  <a:pt x="18" y="45"/>
                  <a:pt x="15" y="44"/>
                  <a:pt x="11" y="42"/>
                </a:cubicBezTo>
                <a:cubicBezTo>
                  <a:pt x="7" y="40"/>
                  <a:pt x="4" y="37"/>
                  <a:pt x="2" y="34"/>
                </a:cubicBezTo>
                <a:cubicBezTo>
                  <a:pt x="0" y="31"/>
                  <a:pt x="0" y="27"/>
                  <a:pt x="0" y="22"/>
                </a:cubicBezTo>
                <a:cubicBezTo>
                  <a:pt x="0" y="18"/>
                  <a:pt x="0" y="14"/>
                  <a:pt x="2" y="11"/>
                </a:cubicBezTo>
                <a:cubicBezTo>
                  <a:pt x="4" y="8"/>
                  <a:pt x="7" y="5"/>
                  <a:pt x="11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6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1304640" y="352872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44" y="22"/>
                </a:moveTo>
                <a:cubicBezTo>
                  <a:pt x="44" y="27"/>
                  <a:pt x="43" y="31"/>
                  <a:pt x="41" y="34"/>
                </a:cubicBezTo>
                <a:cubicBezTo>
                  <a:pt x="39" y="37"/>
                  <a:pt x="36" y="40"/>
                  <a:pt x="33" y="42"/>
                </a:cubicBezTo>
                <a:cubicBezTo>
                  <a:pt x="30" y="44"/>
                  <a:pt x="26" y="45"/>
                  <a:pt x="22" y="45"/>
                </a:cubicBezTo>
                <a:cubicBezTo>
                  <a:pt x="18" y="45"/>
                  <a:pt x="15" y="44"/>
                  <a:pt x="11" y="42"/>
                </a:cubicBezTo>
                <a:cubicBezTo>
                  <a:pt x="7" y="40"/>
                  <a:pt x="4" y="37"/>
                  <a:pt x="2" y="34"/>
                </a:cubicBezTo>
                <a:cubicBezTo>
                  <a:pt x="0" y="31"/>
                  <a:pt x="0" y="27"/>
                  <a:pt x="0" y="22"/>
                </a:cubicBezTo>
                <a:cubicBezTo>
                  <a:pt x="0" y="18"/>
                  <a:pt x="0" y="14"/>
                  <a:pt x="2" y="11"/>
                </a:cubicBezTo>
                <a:cubicBezTo>
                  <a:pt x="4" y="8"/>
                  <a:pt x="7" y="5"/>
                  <a:pt x="11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6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1304280" y="35287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3" y="41"/>
                  <a:pt x="4" y="33"/>
                  <a:pt x="4" y="22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6" y="13"/>
                  <a:pt x="6" y="22"/>
                </a:cubicBezTo>
                <a:cubicBezTo>
                  <a:pt x="6" y="31"/>
                  <a:pt x="14" y="40"/>
                  <a:pt x="23" y="40"/>
                </a:cubicBezTo>
                <a:cubicBezTo>
                  <a:pt x="32" y="40"/>
                  <a:pt x="40" y="31"/>
                  <a:pt x="40" y="22"/>
                </a:cubicBezTo>
                <a:cubicBezTo>
                  <a:pt x="40" y="13"/>
                  <a:pt x="32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6"/>
                  <a:pt x="38" y="7"/>
                </a:cubicBezTo>
                <a:cubicBezTo>
                  <a:pt x="40" y="9"/>
                  <a:pt x="41" y="12"/>
                  <a:pt x="42" y="14"/>
                </a:cubicBezTo>
                <a:cubicBezTo>
                  <a:pt x="43" y="17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3"/>
                  <a:pt x="40" y="36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0" y="43"/>
                  <a:pt x="18" y="43"/>
                  <a:pt x="15" y="42"/>
                </a:cubicBezTo>
                <a:cubicBezTo>
                  <a:pt x="13" y="41"/>
                  <a:pt x="11" y="39"/>
                  <a:pt x="9" y="37"/>
                </a:cubicBezTo>
                <a:cubicBezTo>
                  <a:pt x="6" y="36"/>
                  <a:pt x="4" y="33"/>
                  <a:pt x="3" y="30"/>
                </a:cubicBezTo>
                <a:cubicBezTo>
                  <a:pt x="2" y="27"/>
                  <a:pt x="2" y="25"/>
                  <a:pt x="2" y="22"/>
                </a:cubicBezTo>
                <a:cubicBezTo>
                  <a:pt x="2" y="19"/>
                  <a:pt x="2" y="17"/>
                  <a:pt x="3" y="14"/>
                </a:cubicBezTo>
                <a:cubicBezTo>
                  <a:pt x="4" y="12"/>
                  <a:pt x="6" y="9"/>
                  <a:pt x="9" y="7"/>
                </a:cubicBezTo>
                <a:cubicBezTo>
                  <a:pt x="11" y="6"/>
                  <a:pt x="13" y="4"/>
                  <a:pt x="15" y="3"/>
                </a:cubicBezTo>
                <a:cubicBezTo>
                  <a:pt x="18" y="2"/>
                  <a:pt x="20" y="1"/>
                  <a:pt x="23" y="1"/>
                </a:cubicBezTo>
                <a:moveTo>
                  <a:pt x="23" y="0"/>
                </a:moveTo>
                <a:cubicBezTo>
                  <a:pt x="11" y="0"/>
                  <a:pt x="0" y="10"/>
                  <a:pt x="0" y="22"/>
                </a:cubicBezTo>
                <a:cubicBezTo>
                  <a:pt x="0" y="35"/>
                  <a:pt x="11" y="45"/>
                  <a:pt x="23" y="45"/>
                </a:cubicBezTo>
                <a:cubicBezTo>
                  <a:pt x="35" y="45"/>
                  <a:pt x="45" y="35"/>
                  <a:pt x="45" y="22"/>
                </a:cubicBezTo>
                <a:cubicBezTo>
                  <a:pt x="45" y="10"/>
                  <a:pt x="35" y="0"/>
                  <a:pt x="2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1304280" y="3528720"/>
            <a:ext cx="16200" cy="16200"/>
          </a:xfrm>
          <a:custGeom>
            <a:avLst/>
            <a:gdLst/>
            <a:ahLst/>
            <a:rect l="0" t="0" r="r" b="b"/>
            <a:pathLst>
              <a:path fill="none" w="45" h="45">
                <a:moveTo>
                  <a:pt x="23" y="41"/>
                </a:moveTo>
                <a:cubicBezTo>
                  <a:pt x="13" y="41"/>
                  <a:pt x="4" y="33"/>
                  <a:pt x="4" y="22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6" y="13"/>
                  <a:pt x="6" y="22"/>
                </a:cubicBezTo>
                <a:cubicBezTo>
                  <a:pt x="6" y="31"/>
                  <a:pt x="14" y="40"/>
                  <a:pt x="23" y="40"/>
                </a:cubicBezTo>
                <a:cubicBezTo>
                  <a:pt x="32" y="40"/>
                  <a:pt x="40" y="31"/>
                  <a:pt x="40" y="22"/>
                </a:cubicBezTo>
                <a:cubicBezTo>
                  <a:pt x="40" y="13"/>
                  <a:pt x="32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6"/>
                  <a:pt x="38" y="7"/>
                </a:cubicBezTo>
                <a:cubicBezTo>
                  <a:pt x="40" y="9"/>
                  <a:pt x="41" y="12"/>
                  <a:pt x="42" y="14"/>
                </a:cubicBezTo>
                <a:cubicBezTo>
                  <a:pt x="43" y="17"/>
                  <a:pt x="44" y="19"/>
                  <a:pt x="44" y="22"/>
                </a:cubicBezTo>
                <a:cubicBezTo>
                  <a:pt x="44" y="25"/>
                  <a:pt x="43" y="27"/>
                  <a:pt x="42" y="30"/>
                </a:cubicBezTo>
                <a:cubicBezTo>
                  <a:pt x="41" y="33"/>
                  <a:pt x="40" y="36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0" y="43"/>
                  <a:pt x="18" y="43"/>
                  <a:pt x="15" y="42"/>
                </a:cubicBezTo>
                <a:cubicBezTo>
                  <a:pt x="13" y="41"/>
                  <a:pt x="11" y="39"/>
                  <a:pt x="9" y="37"/>
                </a:cubicBezTo>
                <a:cubicBezTo>
                  <a:pt x="6" y="36"/>
                  <a:pt x="4" y="33"/>
                  <a:pt x="3" y="30"/>
                </a:cubicBezTo>
                <a:cubicBezTo>
                  <a:pt x="2" y="27"/>
                  <a:pt x="2" y="25"/>
                  <a:pt x="2" y="22"/>
                </a:cubicBezTo>
                <a:cubicBezTo>
                  <a:pt x="2" y="19"/>
                  <a:pt x="2" y="17"/>
                  <a:pt x="3" y="14"/>
                </a:cubicBezTo>
                <a:cubicBezTo>
                  <a:pt x="4" y="12"/>
                  <a:pt x="6" y="9"/>
                  <a:pt x="9" y="7"/>
                </a:cubicBezTo>
                <a:cubicBezTo>
                  <a:pt x="11" y="6"/>
                  <a:pt x="13" y="4"/>
                  <a:pt x="15" y="3"/>
                </a:cubicBezTo>
                <a:cubicBezTo>
                  <a:pt x="18" y="2"/>
                  <a:pt x="20" y="1"/>
                  <a:pt x="23" y="1"/>
                </a:cubicBezTo>
                <a:moveTo>
                  <a:pt x="23" y="0"/>
                </a:moveTo>
                <a:cubicBezTo>
                  <a:pt x="11" y="0"/>
                  <a:pt x="0" y="10"/>
                  <a:pt x="0" y="22"/>
                </a:cubicBezTo>
                <a:cubicBezTo>
                  <a:pt x="0" y="35"/>
                  <a:pt x="11" y="45"/>
                  <a:pt x="23" y="45"/>
                </a:cubicBezTo>
                <a:cubicBezTo>
                  <a:pt x="35" y="45"/>
                  <a:pt x="45" y="35"/>
                  <a:pt x="45" y="22"/>
                </a:cubicBezTo>
                <a:cubicBezTo>
                  <a:pt x="45" y="10"/>
                  <a:pt x="35" y="0"/>
                  <a:pt x="23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1308240" y="35326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2" y="0"/>
                </a:moveTo>
                <a:lnTo>
                  <a:pt x="11" y="0"/>
                </a:lnTo>
                <a:lnTo>
                  <a:pt x="0" y="19"/>
                </a:lnTo>
                <a:lnTo>
                  <a:pt x="0" y="20"/>
                </a:lnTo>
                <a:cubicBezTo>
                  <a:pt x="1" y="21"/>
                  <a:pt x="1" y="21"/>
                  <a:pt x="1" y="21"/>
                </a:cubicBezTo>
                <a:lnTo>
                  <a:pt x="2" y="21"/>
                </a:lnTo>
                <a:lnTo>
                  <a:pt x="22" y="21"/>
                </a:lnTo>
                <a:lnTo>
                  <a:pt x="23" y="21"/>
                </a:lnTo>
                <a:lnTo>
                  <a:pt x="23" y="20"/>
                </a:lnTo>
                <a:lnTo>
                  <a:pt x="23" y="19"/>
                </a:lnTo>
                <a:lnTo>
                  <a:pt x="14" y="0"/>
                </a:lnTo>
                <a:lnTo>
                  <a:pt x="13" y="0"/>
                </a:lnTo>
                <a:lnTo>
                  <a:pt x="12" y="0"/>
                </a:ln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1308240" y="35326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2" y="0"/>
                </a:moveTo>
                <a:lnTo>
                  <a:pt x="11" y="0"/>
                </a:lnTo>
                <a:lnTo>
                  <a:pt x="0" y="19"/>
                </a:lnTo>
                <a:lnTo>
                  <a:pt x="0" y="20"/>
                </a:lnTo>
                <a:cubicBezTo>
                  <a:pt x="1" y="21"/>
                  <a:pt x="1" y="21"/>
                  <a:pt x="1" y="21"/>
                </a:cubicBezTo>
                <a:lnTo>
                  <a:pt x="2" y="21"/>
                </a:lnTo>
                <a:lnTo>
                  <a:pt x="22" y="21"/>
                </a:lnTo>
                <a:lnTo>
                  <a:pt x="23" y="21"/>
                </a:lnTo>
                <a:lnTo>
                  <a:pt x="23" y="20"/>
                </a:lnTo>
                <a:lnTo>
                  <a:pt x="23" y="19"/>
                </a:lnTo>
                <a:lnTo>
                  <a:pt x="14" y="0"/>
                </a:lnTo>
                <a:lnTo>
                  <a:pt x="13" y="0"/>
                </a:lnTo>
                <a:lnTo>
                  <a:pt x="12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1254960" y="3522960"/>
            <a:ext cx="2520" cy="25200"/>
          </a:xfrm>
          <a:custGeom>
            <a:avLst/>
            <a:gdLst/>
            <a:ahLst/>
            <a:rect l="0" t="0" r="r" b="b"/>
            <a:pathLst>
              <a:path fill="none" w="7" h="70">
                <a:moveTo>
                  <a:pt x="7" y="70"/>
                </a:moveTo>
                <a:lnTo>
                  <a:pt x="0" y="70"/>
                </a:lnTo>
                <a:lnTo>
                  <a:pt x="0" y="0"/>
                </a:lnTo>
                <a:lnTo>
                  <a:pt x="7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1310400" y="3560040"/>
            <a:ext cx="15480" cy="23400"/>
          </a:xfrm>
          <a:custGeom>
            <a:avLst/>
            <a:gdLst/>
            <a:ahLst/>
            <a:rect l="0" t="0" r="r" b="b"/>
            <a:pathLst>
              <a:path w="43" h="65">
                <a:moveTo>
                  <a:pt x="30" y="0"/>
                </a:moveTo>
                <a:lnTo>
                  <a:pt x="0" y="0"/>
                </a:lnTo>
                <a:lnTo>
                  <a:pt x="0" y="65"/>
                </a:lnTo>
                <a:lnTo>
                  <a:pt x="43" y="65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1310400" y="3560040"/>
            <a:ext cx="15480" cy="23400"/>
          </a:xfrm>
          <a:custGeom>
            <a:avLst/>
            <a:gdLst/>
            <a:ahLst/>
            <a:rect l="0" t="0" r="r" b="b"/>
            <a:pathLst>
              <a:path w="43" h="65">
                <a:moveTo>
                  <a:pt x="30" y="0"/>
                </a:moveTo>
                <a:lnTo>
                  <a:pt x="0" y="0"/>
                </a:lnTo>
                <a:lnTo>
                  <a:pt x="0" y="65"/>
                </a:lnTo>
                <a:lnTo>
                  <a:pt x="43" y="65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1321200" y="356040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1381320" y="35589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1381320" y="35589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1392120" y="355932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1247760" y="35589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1247760" y="35589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1258560" y="355932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1248120" y="35895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29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29" y="0"/>
                </a:lnTo>
                <a:moveTo>
                  <a:pt x="29" y="0"/>
                </a:moveTo>
                <a:lnTo>
                  <a:pt x="43" y="16"/>
                </a:lnTo>
                <a:lnTo>
                  <a:pt x="29" y="16"/>
                </a:lnTo>
                <a:lnTo>
                  <a:pt x="2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1248120" y="35895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29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29" y="0"/>
                </a:lnTo>
                <a:moveTo>
                  <a:pt x="29" y="0"/>
                </a:moveTo>
                <a:lnTo>
                  <a:pt x="43" y="16"/>
                </a:lnTo>
                <a:lnTo>
                  <a:pt x="29" y="16"/>
                </a:lnTo>
                <a:lnTo>
                  <a:pt x="29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1258560" y="358956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1247760" y="361872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1247760" y="361872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1258560" y="361872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1247760" y="364896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0" y="0"/>
                </a:lnTo>
                <a:moveTo>
                  <a:pt x="30" y="0"/>
                </a:moveTo>
                <a:lnTo>
                  <a:pt x="44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247760" y="364896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0" y="0"/>
                </a:lnTo>
                <a:moveTo>
                  <a:pt x="30" y="0"/>
                </a:moveTo>
                <a:lnTo>
                  <a:pt x="44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258560" y="364932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1451160" y="355932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1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1" y="0"/>
                </a:lnTo>
                <a:moveTo>
                  <a:pt x="31" y="0"/>
                </a:moveTo>
                <a:lnTo>
                  <a:pt x="43" y="16"/>
                </a:lnTo>
                <a:lnTo>
                  <a:pt x="31" y="16"/>
                </a:lnTo>
                <a:lnTo>
                  <a:pt x="31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1451160" y="355932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1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1" y="0"/>
                </a:lnTo>
                <a:moveTo>
                  <a:pt x="31" y="0"/>
                </a:moveTo>
                <a:lnTo>
                  <a:pt x="43" y="16"/>
                </a:lnTo>
                <a:lnTo>
                  <a:pt x="31" y="16"/>
                </a:lnTo>
                <a:lnTo>
                  <a:pt x="31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1461960" y="355968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1688760" y="355608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29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29" y="0"/>
                </a:lnTo>
                <a:moveTo>
                  <a:pt x="29" y="0"/>
                </a:moveTo>
                <a:lnTo>
                  <a:pt x="43" y="16"/>
                </a:lnTo>
                <a:lnTo>
                  <a:pt x="29" y="16"/>
                </a:lnTo>
                <a:lnTo>
                  <a:pt x="2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1688760" y="355608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29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29" y="0"/>
                </a:lnTo>
                <a:moveTo>
                  <a:pt x="29" y="0"/>
                </a:moveTo>
                <a:lnTo>
                  <a:pt x="43" y="16"/>
                </a:lnTo>
                <a:lnTo>
                  <a:pt x="29" y="16"/>
                </a:lnTo>
                <a:lnTo>
                  <a:pt x="29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1699200" y="355644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1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1755000" y="355680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1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1" y="0"/>
                </a:lnTo>
                <a:moveTo>
                  <a:pt x="31" y="0"/>
                </a:moveTo>
                <a:lnTo>
                  <a:pt x="44" y="16"/>
                </a:lnTo>
                <a:lnTo>
                  <a:pt x="31" y="16"/>
                </a:lnTo>
                <a:lnTo>
                  <a:pt x="31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1755000" y="355680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1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1" y="0"/>
                </a:lnTo>
                <a:moveTo>
                  <a:pt x="31" y="0"/>
                </a:moveTo>
                <a:lnTo>
                  <a:pt x="44" y="16"/>
                </a:lnTo>
                <a:lnTo>
                  <a:pt x="31" y="16"/>
                </a:lnTo>
                <a:lnTo>
                  <a:pt x="31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1765800" y="3556800"/>
            <a:ext cx="4680" cy="6120"/>
          </a:xfrm>
          <a:custGeom>
            <a:avLst/>
            <a:gdLst/>
            <a:ahLst/>
            <a:rect l="0" t="0" r="r" b="b"/>
            <a:pathLst>
              <a:path w="13" h="17">
                <a:moveTo>
                  <a:pt x="0" y="0"/>
                </a:moveTo>
                <a:lnTo>
                  <a:pt x="0" y="16"/>
                </a:lnTo>
                <a:lnTo>
                  <a:pt x="13" y="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1310400" y="360288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0" y="0"/>
                </a:lnTo>
                <a:moveTo>
                  <a:pt x="30" y="0"/>
                </a:moveTo>
                <a:lnTo>
                  <a:pt x="44" y="16"/>
                </a:lnTo>
                <a:lnTo>
                  <a:pt x="30" y="15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1310400" y="360288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0" y="0"/>
                </a:lnTo>
                <a:moveTo>
                  <a:pt x="30" y="0"/>
                </a:moveTo>
                <a:lnTo>
                  <a:pt x="44" y="16"/>
                </a:lnTo>
                <a:lnTo>
                  <a:pt x="30" y="15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1321200" y="360288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1310400" y="364536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0" y="0"/>
                </a:lnTo>
                <a:moveTo>
                  <a:pt x="30" y="0"/>
                </a:moveTo>
                <a:lnTo>
                  <a:pt x="44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1310400" y="3645360"/>
            <a:ext cx="15840" cy="23040"/>
          </a:xfrm>
          <a:custGeom>
            <a:avLst/>
            <a:gdLst/>
            <a:ahLst/>
            <a:rect l="0" t="0" r="r" b="b"/>
            <a:pathLst>
              <a:path w="44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4" y="64"/>
                </a:lnTo>
                <a:lnTo>
                  <a:pt x="44" y="16"/>
                </a:lnTo>
                <a:lnTo>
                  <a:pt x="30" y="0"/>
                </a:lnTo>
                <a:moveTo>
                  <a:pt x="30" y="0"/>
                </a:moveTo>
                <a:lnTo>
                  <a:pt x="44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1321200" y="364572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511720" y="369540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5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511720" y="369540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5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522520" y="3695400"/>
            <a:ext cx="4680" cy="5760"/>
          </a:xfrm>
          <a:custGeom>
            <a:avLst/>
            <a:gdLst/>
            <a:ahLst/>
            <a:rect l="0" t="0" r="r" b="b"/>
            <a:pathLst>
              <a:path w="13" h="16">
                <a:moveTo>
                  <a:pt x="0" y="0"/>
                </a:moveTo>
                <a:lnTo>
                  <a:pt x="0" y="16"/>
                </a:lnTo>
                <a:lnTo>
                  <a:pt x="13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1673640" y="392544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29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5"/>
                </a:lnTo>
                <a:lnTo>
                  <a:pt x="29" y="0"/>
                </a:lnTo>
                <a:moveTo>
                  <a:pt x="29" y="0"/>
                </a:moveTo>
                <a:lnTo>
                  <a:pt x="43" y="15"/>
                </a:lnTo>
                <a:lnTo>
                  <a:pt x="29" y="15"/>
                </a:lnTo>
                <a:lnTo>
                  <a:pt x="2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1673640" y="392544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29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5"/>
                </a:lnTo>
                <a:lnTo>
                  <a:pt x="29" y="0"/>
                </a:lnTo>
                <a:moveTo>
                  <a:pt x="29" y="0"/>
                </a:moveTo>
                <a:lnTo>
                  <a:pt x="43" y="15"/>
                </a:lnTo>
                <a:lnTo>
                  <a:pt x="29" y="15"/>
                </a:lnTo>
                <a:lnTo>
                  <a:pt x="29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684440" y="3925440"/>
            <a:ext cx="4320" cy="5760"/>
          </a:xfrm>
          <a:custGeom>
            <a:avLst/>
            <a:gdLst/>
            <a:ahLst/>
            <a:rect l="0" t="0" r="r" b="b"/>
            <a:pathLst>
              <a:path w="12" h="16">
                <a:moveTo>
                  <a:pt x="0" y="0"/>
                </a:moveTo>
                <a:lnTo>
                  <a:pt x="0" y="16"/>
                </a:lnTo>
                <a:lnTo>
                  <a:pt x="12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775160" y="39243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1775160" y="3924360"/>
            <a:ext cx="15480" cy="23040"/>
          </a:xfrm>
          <a:custGeom>
            <a:avLst/>
            <a:gdLst/>
            <a:ahLst/>
            <a:rect l="0" t="0" r="r" b="b"/>
            <a:pathLst>
              <a:path w="43" h="64">
                <a:moveTo>
                  <a:pt x="30" y="0"/>
                </a:moveTo>
                <a:lnTo>
                  <a:pt x="0" y="0"/>
                </a:lnTo>
                <a:lnTo>
                  <a:pt x="0" y="64"/>
                </a:lnTo>
                <a:lnTo>
                  <a:pt x="43" y="64"/>
                </a:lnTo>
                <a:lnTo>
                  <a:pt x="43" y="16"/>
                </a:lnTo>
                <a:lnTo>
                  <a:pt x="30" y="0"/>
                </a:lnTo>
                <a:moveTo>
                  <a:pt x="30" y="0"/>
                </a:moveTo>
                <a:lnTo>
                  <a:pt x="43" y="16"/>
                </a:lnTo>
                <a:lnTo>
                  <a:pt x="30" y="16"/>
                </a:lnTo>
                <a:lnTo>
                  <a:pt x="3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1785960" y="3924720"/>
            <a:ext cx="4320" cy="5760"/>
          </a:xfrm>
          <a:custGeom>
            <a:avLst/>
            <a:gdLst/>
            <a:ahLst/>
            <a:rect l="0" t="0" r="r" b="b"/>
            <a:pathLst>
              <a:path w="12" h="16">
                <a:moveTo>
                  <a:pt x="0" y="0"/>
                </a:moveTo>
                <a:lnTo>
                  <a:pt x="0" y="16"/>
                </a:lnTo>
                <a:lnTo>
                  <a:pt x="12" y="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1601640" y="3557880"/>
            <a:ext cx="1800" cy="16920"/>
          </a:xfrm>
          <a:custGeom>
            <a:avLst/>
            <a:gdLst/>
            <a:ahLst/>
            <a:rect l="0" t="0" r="r" b="b"/>
            <a:pathLst>
              <a:path fill="none" w="5" h="47">
                <a:moveTo>
                  <a:pt x="5" y="47"/>
                </a:moveTo>
                <a:lnTo>
                  <a:pt x="0" y="47"/>
                </a:lnTo>
                <a:lnTo>
                  <a:pt x="0" y="0"/>
                </a:lnTo>
                <a:lnTo>
                  <a:pt x="5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794600" y="3557520"/>
            <a:ext cx="2520" cy="24120"/>
          </a:xfrm>
          <a:custGeom>
            <a:avLst/>
            <a:gdLst/>
            <a:ahLst/>
            <a:rect l="0" t="0" r="r" b="b"/>
            <a:pathLst>
              <a:path fill="none" w="7" h="67">
                <a:moveTo>
                  <a:pt x="7" y="67"/>
                </a:moveTo>
                <a:lnTo>
                  <a:pt x="0" y="67"/>
                </a:lnTo>
                <a:lnTo>
                  <a:pt x="0" y="0"/>
                </a:lnTo>
                <a:lnTo>
                  <a:pt x="7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654280" y="36331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1"/>
                </a:moveTo>
                <a:cubicBezTo>
                  <a:pt x="44" y="25"/>
                  <a:pt x="43" y="29"/>
                  <a:pt x="41" y="32"/>
                </a:cubicBezTo>
                <a:cubicBezTo>
                  <a:pt x="39" y="37"/>
                  <a:pt x="37" y="39"/>
                  <a:pt x="33" y="41"/>
                </a:cubicBezTo>
                <a:cubicBezTo>
                  <a:pt x="30" y="43"/>
                  <a:pt x="26" y="44"/>
                  <a:pt x="22" y="44"/>
                </a:cubicBezTo>
                <a:cubicBezTo>
                  <a:pt x="18" y="44"/>
                  <a:pt x="15" y="43"/>
                  <a:pt x="11" y="41"/>
                </a:cubicBezTo>
                <a:cubicBezTo>
                  <a:pt x="8" y="39"/>
                  <a:pt x="6" y="37"/>
                  <a:pt x="4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4" y="11"/>
                </a:cubicBezTo>
                <a:cubicBezTo>
                  <a:pt x="6" y="7"/>
                  <a:pt x="8" y="5"/>
                  <a:pt x="12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7"/>
                  <a:pt x="41" y="11"/>
                </a:cubicBezTo>
                <a:cubicBezTo>
                  <a:pt x="43" y="14"/>
                  <a:pt x="44" y="17"/>
                  <a:pt x="44" y="21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654280" y="36331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1"/>
                </a:moveTo>
                <a:cubicBezTo>
                  <a:pt x="44" y="25"/>
                  <a:pt x="43" y="29"/>
                  <a:pt x="41" y="32"/>
                </a:cubicBezTo>
                <a:cubicBezTo>
                  <a:pt x="39" y="37"/>
                  <a:pt x="37" y="39"/>
                  <a:pt x="33" y="41"/>
                </a:cubicBezTo>
                <a:cubicBezTo>
                  <a:pt x="30" y="43"/>
                  <a:pt x="26" y="44"/>
                  <a:pt x="22" y="44"/>
                </a:cubicBezTo>
                <a:cubicBezTo>
                  <a:pt x="18" y="44"/>
                  <a:pt x="15" y="43"/>
                  <a:pt x="11" y="41"/>
                </a:cubicBezTo>
                <a:cubicBezTo>
                  <a:pt x="8" y="39"/>
                  <a:pt x="6" y="37"/>
                  <a:pt x="4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4" y="11"/>
                </a:cubicBezTo>
                <a:cubicBezTo>
                  <a:pt x="6" y="7"/>
                  <a:pt x="8" y="5"/>
                  <a:pt x="12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7"/>
                  <a:pt x="41" y="11"/>
                </a:cubicBezTo>
                <a:cubicBezTo>
                  <a:pt x="43" y="14"/>
                  <a:pt x="44" y="17"/>
                  <a:pt x="44" y="21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653920" y="3632760"/>
            <a:ext cx="16560" cy="16200"/>
          </a:xfrm>
          <a:custGeom>
            <a:avLst/>
            <a:gdLst/>
            <a:ahLst/>
            <a:rect l="0" t="0" r="r" b="b"/>
            <a:pathLst>
              <a:path w="46" h="45">
                <a:moveTo>
                  <a:pt x="22" y="42"/>
                </a:moveTo>
                <a:cubicBezTo>
                  <a:pt x="12" y="42"/>
                  <a:pt x="4" y="33"/>
                  <a:pt x="4" y="23"/>
                </a:cubicBezTo>
                <a:cubicBezTo>
                  <a:pt x="4" y="13"/>
                  <a:pt x="12" y="4"/>
                  <a:pt x="22" y="4"/>
                </a:cubicBezTo>
                <a:cubicBezTo>
                  <a:pt x="32" y="4"/>
                  <a:pt x="41" y="13"/>
                  <a:pt x="41" y="23"/>
                </a:cubicBezTo>
                <a:cubicBezTo>
                  <a:pt x="41" y="33"/>
                  <a:pt x="32" y="42"/>
                  <a:pt x="22" y="42"/>
                </a:cubicBezTo>
                <a:moveTo>
                  <a:pt x="22" y="6"/>
                </a:moveTo>
                <a:cubicBezTo>
                  <a:pt x="13" y="6"/>
                  <a:pt x="6" y="14"/>
                  <a:pt x="6" y="23"/>
                </a:cubicBezTo>
                <a:cubicBezTo>
                  <a:pt x="6" y="33"/>
                  <a:pt x="13" y="40"/>
                  <a:pt x="22" y="40"/>
                </a:cubicBezTo>
                <a:cubicBezTo>
                  <a:pt x="32" y="40"/>
                  <a:pt x="39" y="33"/>
                  <a:pt x="39" y="23"/>
                </a:cubicBezTo>
                <a:cubicBezTo>
                  <a:pt x="39" y="14"/>
                  <a:pt x="32" y="6"/>
                  <a:pt x="22" y="6"/>
                </a:cubicBezTo>
                <a:moveTo>
                  <a:pt x="22" y="2"/>
                </a:moveTo>
                <a:cubicBezTo>
                  <a:pt x="25" y="2"/>
                  <a:pt x="28" y="2"/>
                  <a:pt x="30" y="4"/>
                </a:cubicBezTo>
                <a:cubicBezTo>
                  <a:pt x="33" y="5"/>
                  <a:pt x="35" y="6"/>
                  <a:pt x="37" y="9"/>
                </a:cubicBezTo>
                <a:cubicBezTo>
                  <a:pt x="39" y="11"/>
                  <a:pt x="40" y="13"/>
                  <a:pt x="41" y="15"/>
                </a:cubicBezTo>
                <a:cubicBezTo>
                  <a:pt x="43" y="18"/>
                  <a:pt x="44" y="21"/>
                  <a:pt x="44" y="23"/>
                </a:cubicBezTo>
                <a:cubicBezTo>
                  <a:pt x="44" y="26"/>
                  <a:pt x="43" y="29"/>
                  <a:pt x="41" y="31"/>
                </a:cubicBezTo>
                <a:cubicBezTo>
                  <a:pt x="40" y="34"/>
                  <a:pt x="39" y="36"/>
                  <a:pt x="37" y="38"/>
                </a:cubicBezTo>
                <a:cubicBezTo>
                  <a:pt x="35" y="40"/>
                  <a:pt x="33" y="41"/>
                  <a:pt x="30" y="42"/>
                </a:cubicBezTo>
                <a:cubicBezTo>
                  <a:pt x="28" y="43"/>
                  <a:pt x="25" y="44"/>
                  <a:pt x="22" y="44"/>
                </a:cubicBezTo>
                <a:cubicBezTo>
                  <a:pt x="20" y="44"/>
                  <a:pt x="17" y="43"/>
                  <a:pt x="14" y="42"/>
                </a:cubicBezTo>
                <a:cubicBezTo>
                  <a:pt x="12" y="41"/>
                  <a:pt x="10" y="40"/>
                  <a:pt x="8" y="38"/>
                </a:cubicBezTo>
                <a:cubicBezTo>
                  <a:pt x="6" y="36"/>
                  <a:pt x="5" y="34"/>
                  <a:pt x="3" y="31"/>
                </a:cubicBezTo>
                <a:cubicBezTo>
                  <a:pt x="2" y="29"/>
                  <a:pt x="2" y="26"/>
                  <a:pt x="2" y="23"/>
                </a:cubicBezTo>
                <a:cubicBezTo>
                  <a:pt x="2" y="21"/>
                  <a:pt x="2" y="18"/>
                  <a:pt x="3" y="15"/>
                </a:cubicBezTo>
                <a:cubicBezTo>
                  <a:pt x="5" y="13"/>
                  <a:pt x="6" y="11"/>
                  <a:pt x="8" y="9"/>
                </a:cubicBezTo>
                <a:cubicBezTo>
                  <a:pt x="10" y="6"/>
                  <a:pt x="12" y="5"/>
                  <a:pt x="14" y="4"/>
                </a:cubicBezTo>
                <a:cubicBezTo>
                  <a:pt x="17" y="2"/>
                  <a:pt x="20" y="2"/>
                  <a:pt x="22" y="2"/>
                </a:cubicBezTo>
                <a:moveTo>
                  <a:pt x="22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6"/>
                  <a:pt x="10" y="45"/>
                  <a:pt x="22" y="45"/>
                </a:cubicBezTo>
                <a:cubicBezTo>
                  <a:pt x="35" y="45"/>
                  <a:pt x="46" y="36"/>
                  <a:pt x="46" y="23"/>
                </a:cubicBezTo>
                <a:cubicBezTo>
                  <a:pt x="46" y="11"/>
                  <a:pt x="35" y="0"/>
                  <a:pt x="22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653920" y="3632760"/>
            <a:ext cx="16560" cy="16200"/>
          </a:xfrm>
          <a:custGeom>
            <a:avLst/>
            <a:gdLst/>
            <a:ahLst/>
            <a:rect l="0" t="0" r="r" b="b"/>
            <a:pathLst>
              <a:path fill="none" w="46" h="45">
                <a:moveTo>
                  <a:pt x="22" y="42"/>
                </a:moveTo>
                <a:cubicBezTo>
                  <a:pt x="12" y="42"/>
                  <a:pt x="4" y="33"/>
                  <a:pt x="4" y="23"/>
                </a:cubicBezTo>
                <a:cubicBezTo>
                  <a:pt x="4" y="13"/>
                  <a:pt x="12" y="4"/>
                  <a:pt x="22" y="4"/>
                </a:cubicBezTo>
                <a:cubicBezTo>
                  <a:pt x="32" y="4"/>
                  <a:pt x="41" y="13"/>
                  <a:pt x="41" y="23"/>
                </a:cubicBezTo>
                <a:cubicBezTo>
                  <a:pt x="41" y="33"/>
                  <a:pt x="32" y="42"/>
                  <a:pt x="22" y="42"/>
                </a:cubicBezTo>
                <a:moveTo>
                  <a:pt x="22" y="6"/>
                </a:moveTo>
                <a:cubicBezTo>
                  <a:pt x="13" y="6"/>
                  <a:pt x="6" y="14"/>
                  <a:pt x="6" y="23"/>
                </a:cubicBezTo>
                <a:cubicBezTo>
                  <a:pt x="6" y="33"/>
                  <a:pt x="13" y="40"/>
                  <a:pt x="22" y="40"/>
                </a:cubicBezTo>
                <a:cubicBezTo>
                  <a:pt x="32" y="40"/>
                  <a:pt x="39" y="33"/>
                  <a:pt x="39" y="23"/>
                </a:cubicBezTo>
                <a:cubicBezTo>
                  <a:pt x="39" y="14"/>
                  <a:pt x="32" y="6"/>
                  <a:pt x="22" y="6"/>
                </a:cubicBezTo>
                <a:moveTo>
                  <a:pt x="22" y="2"/>
                </a:moveTo>
                <a:cubicBezTo>
                  <a:pt x="25" y="2"/>
                  <a:pt x="28" y="2"/>
                  <a:pt x="30" y="4"/>
                </a:cubicBezTo>
                <a:cubicBezTo>
                  <a:pt x="33" y="5"/>
                  <a:pt x="35" y="6"/>
                  <a:pt x="37" y="9"/>
                </a:cubicBezTo>
                <a:cubicBezTo>
                  <a:pt x="39" y="11"/>
                  <a:pt x="40" y="13"/>
                  <a:pt x="41" y="15"/>
                </a:cubicBezTo>
                <a:cubicBezTo>
                  <a:pt x="43" y="18"/>
                  <a:pt x="44" y="21"/>
                  <a:pt x="44" y="23"/>
                </a:cubicBezTo>
                <a:cubicBezTo>
                  <a:pt x="44" y="26"/>
                  <a:pt x="43" y="29"/>
                  <a:pt x="41" y="31"/>
                </a:cubicBezTo>
                <a:cubicBezTo>
                  <a:pt x="40" y="34"/>
                  <a:pt x="39" y="36"/>
                  <a:pt x="37" y="38"/>
                </a:cubicBezTo>
                <a:cubicBezTo>
                  <a:pt x="35" y="40"/>
                  <a:pt x="33" y="41"/>
                  <a:pt x="30" y="42"/>
                </a:cubicBezTo>
                <a:cubicBezTo>
                  <a:pt x="28" y="43"/>
                  <a:pt x="25" y="44"/>
                  <a:pt x="22" y="44"/>
                </a:cubicBezTo>
                <a:cubicBezTo>
                  <a:pt x="20" y="44"/>
                  <a:pt x="17" y="43"/>
                  <a:pt x="14" y="42"/>
                </a:cubicBezTo>
                <a:cubicBezTo>
                  <a:pt x="12" y="41"/>
                  <a:pt x="10" y="40"/>
                  <a:pt x="8" y="38"/>
                </a:cubicBezTo>
                <a:cubicBezTo>
                  <a:pt x="6" y="36"/>
                  <a:pt x="5" y="34"/>
                  <a:pt x="3" y="31"/>
                </a:cubicBezTo>
                <a:cubicBezTo>
                  <a:pt x="2" y="29"/>
                  <a:pt x="2" y="26"/>
                  <a:pt x="2" y="23"/>
                </a:cubicBezTo>
                <a:cubicBezTo>
                  <a:pt x="2" y="21"/>
                  <a:pt x="2" y="18"/>
                  <a:pt x="3" y="15"/>
                </a:cubicBezTo>
                <a:cubicBezTo>
                  <a:pt x="5" y="13"/>
                  <a:pt x="6" y="11"/>
                  <a:pt x="8" y="9"/>
                </a:cubicBezTo>
                <a:cubicBezTo>
                  <a:pt x="10" y="6"/>
                  <a:pt x="12" y="5"/>
                  <a:pt x="14" y="4"/>
                </a:cubicBezTo>
                <a:cubicBezTo>
                  <a:pt x="17" y="2"/>
                  <a:pt x="20" y="2"/>
                  <a:pt x="22" y="2"/>
                </a:cubicBezTo>
                <a:moveTo>
                  <a:pt x="22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6"/>
                  <a:pt x="10" y="45"/>
                  <a:pt x="22" y="45"/>
                </a:cubicBezTo>
                <a:cubicBezTo>
                  <a:pt x="35" y="45"/>
                  <a:pt x="46" y="36"/>
                  <a:pt x="46" y="23"/>
                </a:cubicBezTo>
                <a:cubicBezTo>
                  <a:pt x="46" y="11"/>
                  <a:pt x="35" y="0"/>
                  <a:pt x="22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657880" y="363672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1" y="0"/>
                </a:moveTo>
                <a:cubicBezTo>
                  <a:pt x="10" y="0"/>
                  <a:pt x="10" y="1"/>
                  <a:pt x="10" y="1"/>
                </a:cubicBezTo>
                <a:lnTo>
                  <a:pt x="1" y="19"/>
                </a:lnTo>
                <a:cubicBezTo>
                  <a:pt x="0" y="20"/>
                  <a:pt x="0" y="20"/>
                  <a:pt x="1" y="21"/>
                </a:cubicBezTo>
                <a:lnTo>
                  <a:pt x="2" y="22"/>
                </a:lnTo>
                <a:lnTo>
                  <a:pt x="22" y="22"/>
                </a:lnTo>
                <a:cubicBezTo>
                  <a:pt x="22" y="22"/>
                  <a:pt x="22" y="21"/>
                  <a:pt x="23" y="21"/>
                </a:cubicBezTo>
                <a:cubicBezTo>
                  <a:pt x="24" y="20"/>
                  <a:pt x="24" y="20"/>
                  <a:pt x="23" y="19"/>
                </a:cubicBezTo>
                <a:lnTo>
                  <a:pt x="13" y="1"/>
                </a:lnTo>
                <a:cubicBezTo>
                  <a:pt x="13" y="1"/>
                  <a:pt x="13" y="0"/>
                  <a:pt x="12" y="0"/>
                </a:cubicBezTo>
                <a:lnTo>
                  <a:pt x="11" y="0"/>
                </a:ln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657880" y="3636720"/>
            <a:ext cx="8640" cy="7920"/>
          </a:xfrm>
          <a:custGeom>
            <a:avLst/>
            <a:gdLst/>
            <a:ahLst/>
            <a:rect l="0" t="0" r="r" b="b"/>
            <a:pathLst>
              <a:path w="24" h="22">
                <a:moveTo>
                  <a:pt x="11" y="0"/>
                </a:moveTo>
                <a:cubicBezTo>
                  <a:pt x="10" y="0"/>
                  <a:pt x="10" y="1"/>
                  <a:pt x="10" y="1"/>
                </a:cubicBezTo>
                <a:lnTo>
                  <a:pt x="1" y="19"/>
                </a:lnTo>
                <a:cubicBezTo>
                  <a:pt x="0" y="20"/>
                  <a:pt x="0" y="20"/>
                  <a:pt x="1" y="21"/>
                </a:cubicBezTo>
                <a:lnTo>
                  <a:pt x="2" y="22"/>
                </a:lnTo>
                <a:lnTo>
                  <a:pt x="22" y="22"/>
                </a:lnTo>
                <a:cubicBezTo>
                  <a:pt x="22" y="22"/>
                  <a:pt x="22" y="21"/>
                  <a:pt x="23" y="21"/>
                </a:cubicBezTo>
                <a:cubicBezTo>
                  <a:pt x="24" y="20"/>
                  <a:pt x="24" y="20"/>
                  <a:pt x="23" y="19"/>
                </a:cubicBezTo>
                <a:lnTo>
                  <a:pt x="13" y="1"/>
                </a:lnTo>
                <a:cubicBezTo>
                  <a:pt x="13" y="1"/>
                  <a:pt x="13" y="0"/>
                  <a:pt x="12" y="0"/>
                </a:cubicBezTo>
                <a:lnTo>
                  <a:pt x="11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 flipV="1">
            <a:off x="1490760" y="3506400"/>
            <a:ext cx="5328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543680" y="350496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1" y="9"/>
                </a:moveTo>
                <a:lnTo>
                  <a:pt x="0" y="0"/>
                </a:lnTo>
                <a:lnTo>
                  <a:pt x="13" y="4"/>
                </a:lnTo>
                <a:lnTo>
                  <a:pt x="1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1573200" y="3520080"/>
            <a:ext cx="0" cy="468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1571760" y="3524760"/>
            <a:ext cx="2880" cy="4680"/>
          </a:xfrm>
          <a:custGeom>
            <a:avLst/>
            <a:gdLst/>
            <a:ahLst/>
            <a:rect l="0" t="0" r="r" b="b"/>
            <a:pathLst>
              <a:path w="8" h="13">
                <a:moveTo>
                  <a:pt x="0" y="0"/>
                </a:moveTo>
                <a:lnTo>
                  <a:pt x="8" y="0"/>
                </a:lnTo>
                <a:lnTo>
                  <a:pt x="3" y="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1557720" y="3536640"/>
            <a:ext cx="7200" cy="360"/>
          </a:xfrm>
          <a:custGeom>
            <a:avLst/>
            <a:gdLst/>
            <a:ahLst/>
            <a:rect l="0" t="0" r="r" b="b"/>
            <a:pathLst>
              <a:path w="20" h="1">
                <a:moveTo>
                  <a:pt x="20" y="1"/>
                </a:moveTo>
                <a:lnTo>
                  <a:pt x="19" y="1"/>
                </a:lnTo>
                <a:lnTo>
                  <a:pt x="19" y="0"/>
                </a:lnTo>
                <a:lnTo>
                  <a:pt x="20" y="0"/>
                </a:lnTo>
                <a:lnTo>
                  <a:pt x="20" y="1"/>
                </a:lnTo>
                <a:moveTo>
                  <a:pt x="14" y="1"/>
                </a:moveTo>
                <a:lnTo>
                  <a:pt x="12" y="1"/>
                </a:lnTo>
                <a:lnTo>
                  <a:pt x="12" y="0"/>
                </a:lnTo>
                <a:lnTo>
                  <a:pt x="14" y="0"/>
                </a:lnTo>
                <a:lnTo>
                  <a:pt x="14" y="1"/>
                </a:lnTo>
                <a:moveTo>
                  <a:pt x="8" y="1"/>
                </a:moveTo>
                <a:lnTo>
                  <a:pt x="6" y="1"/>
                </a:lnTo>
                <a:lnTo>
                  <a:pt x="6" y="0"/>
                </a:lnTo>
                <a:lnTo>
                  <a:pt x="8" y="0"/>
                </a:lnTo>
                <a:lnTo>
                  <a:pt x="8" y="1"/>
                </a:lnTo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 flipV="1">
            <a:off x="1598040" y="3504600"/>
            <a:ext cx="468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1602720" y="350316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1" y="9"/>
                </a:moveTo>
                <a:lnTo>
                  <a:pt x="0" y="0"/>
                </a:lnTo>
                <a:lnTo>
                  <a:pt x="13" y="4"/>
                </a:lnTo>
                <a:lnTo>
                  <a:pt x="1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 flipV="1">
            <a:off x="1622880" y="3503520"/>
            <a:ext cx="4608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1668960" y="3502080"/>
            <a:ext cx="5040" cy="3240"/>
          </a:xfrm>
          <a:custGeom>
            <a:avLst/>
            <a:gdLst/>
            <a:ahLst/>
            <a:rect l="0" t="0" r="r" b="b"/>
            <a:pathLst>
              <a:path w="14" h="9">
                <a:moveTo>
                  <a:pt x="0" y="9"/>
                </a:moveTo>
                <a:lnTo>
                  <a:pt x="0" y="0"/>
                </a:lnTo>
                <a:lnTo>
                  <a:pt x="14" y="4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717200" y="3503520"/>
            <a:ext cx="183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1735560" y="350208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4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1783800" y="3503520"/>
            <a:ext cx="183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1802160" y="350208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4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 flipV="1">
            <a:off x="1822320" y="3503160"/>
            <a:ext cx="4536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867680" y="350172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4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19520" y="3502440"/>
            <a:ext cx="1188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1931400" y="350100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0" y="9"/>
                </a:moveTo>
                <a:lnTo>
                  <a:pt x="0" y="0"/>
                </a:lnTo>
                <a:lnTo>
                  <a:pt x="12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979280" y="3502080"/>
            <a:ext cx="183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1997640" y="3500640"/>
            <a:ext cx="5040" cy="3240"/>
          </a:xfrm>
          <a:custGeom>
            <a:avLst/>
            <a:gdLst/>
            <a:ahLst/>
            <a:rect l="0" t="0" r="r" b="b"/>
            <a:pathLst>
              <a:path w="14" h="9">
                <a:moveTo>
                  <a:pt x="0" y="9"/>
                </a:moveTo>
                <a:lnTo>
                  <a:pt x="0" y="0"/>
                </a:lnTo>
                <a:lnTo>
                  <a:pt x="14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018160" y="3502080"/>
            <a:ext cx="53640" cy="127440"/>
          </a:xfrm>
          <a:custGeom>
            <a:avLst/>
            <a:gdLst/>
            <a:ahLst/>
            <a:rect l="0" t="0" r="r" b="b"/>
            <a:pathLst>
              <a:path fill="none" w="149" h="354">
                <a:moveTo>
                  <a:pt x="0" y="0"/>
                </a:moveTo>
                <a:lnTo>
                  <a:pt x="149" y="0"/>
                </a:lnTo>
                <a:lnTo>
                  <a:pt x="149" y="354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070000" y="3629160"/>
            <a:ext cx="3600" cy="5040"/>
          </a:xfrm>
          <a:custGeom>
            <a:avLst/>
            <a:gdLst/>
            <a:ahLst/>
            <a:rect l="0" t="0" r="r" b="b"/>
            <a:pathLst>
              <a:path w="10" h="14">
                <a:moveTo>
                  <a:pt x="0" y="0"/>
                </a:moveTo>
                <a:lnTo>
                  <a:pt x="10" y="0"/>
                </a:lnTo>
                <a:lnTo>
                  <a:pt x="5" y="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 flipV="1">
            <a:off x="2079360" y="3641040"/>
            <a:ext cx="1296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092320" y="363960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40560" y="3641040"/>
            <a:ext cx="1764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58200" y="363960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 flipV="1">
            <a:off x="2330280" y="3640680"/>
            <a:ext cx="26280" cy="72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356200" y="363924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0" y="9"/>
                </a:moveTo>
                <a:lnTo>
                  <a:pt x="0" y="0"/>
                </a:lnTo>
                <a:lnTo>
                  <a:pt x="12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376360" y="3640680"/>
            <a:ext cx="1159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492280" y="36392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540160" y="3640680"/>
            <a:ext cx="187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558880" y="36392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606760" y="3640680"/>
            <a:ext cx="169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623680" y="36392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643840" y="3640680"/>
            <a:ext cx="57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649600" y="36392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1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661840" y="3648600"/>
            <a:ext cx="720" cy="9720"/>
          </a:xfrm>
          <a:custGeom>
            <a:avLst/>
            <a:gdLst/>
            <a:ahLst/>
            <a:rect l="0" t="0" r="r" b="b"/>
            <a:pathLst>
              <a:path w="2" h="27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moveTo>
                  <a:pt x="2" y="8"/>
                </a:moveTo>
                <a:lnTo>
                  <a:pt x="2" y="9"/>
                </a:lnTo>
                <a:lnTo>
                  <a:pt x="0" y="9"/>
                </a:lnTo>
                <a:lnTo>
                  <a:pt x="0" y="8"/>
                </a:lnTo>
                <a:lnTo>
                  <a:pt x="2" y="8"/>
                </a:lnTo>
                <a:moveTo>
                  <a:pt x="0" y="14"/>
                </a:moveTo>
                <a:lnTo>
                  <a:pt x="0" y="16"/>
                </a:lnTo>
                <a:lnTo>
                  <a:pt x="0" y="14"/>
                </a:lnTo>
                <a:moveTo>
                  <a:pt x="0" y="20"/>
                </a:moveTo>
                <a:lnTo>
                  <a:pt x="0" y="22"/>
                </a:lnTo>
                <a:lnTo>
                  <a:pt x="0" y="20"/>
                </a:lnTo>
                <a:moveTo>
                  <a:pt x="0" y="27"/>
                </a:moveTo>
                <a:lnTo>
                  <a:pt x="0" y="2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 flipV="1">
            <a:off x="2635920" y="3625920"/>
            <a:ext cx="0" cy="684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634480" y="3621600"/>
            <a:ext cx="3600" cy="4680"/>
          </a:xfrm>
          <a:custGeom>
            <a:avLst/>
            <a:gdLst/>
            <a:ahLst/>
            <a:rect l="0" t="0" r="r" b="b"/>
            <a:pathLst>
              <a:path w="10" h="13">
                <a:moveTo>
                  <a:pt x="10" y="13"/>
                </a:moveTo>
                <a:lnTo>
                  <a:pt x="0" y="13"/>
                </a:lnTo>
                <a:lnTo>
                  <a:pt x="5" y="0"/>
                </a:lnTo>
                <a:lnTo>
                  <a:pt x="10" y="13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 flipV="1">
            <a:off x="2635920" y="3514320"/>
            <a:ext cx="0" cy="9144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634480" y="3510000"/>
            <a:ext cx="3600" cy="4680"/>
          </a:xfrm>
          <a:custGeom>
            <a:avLst/>
            <a:gdLst/>
            <a:ahLst/>
            <a:rect l="0" t="0" r="r" b="b"/>
            <a:pathLst>
              <a:path w="10" h="13">
                <a:moveTo>
                  <a:pt x="10" y="13"/>
                </a:moveTo>
                <a:lnTo>
                  <a:pt x="0" y="13"/>
                </a:lnTo>
                <a:lnTo>
                  <a:pt x="5" y="0"/>
                </a:lnTo>
                <a:lnTo>
                  <a:pt x="10" y="13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643840" y="3502080"/>
            <a:ext cx="381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682000" y="35006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1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702520" y="3502440"/>
            <a:ext cx="5940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761920" y="350100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0" y="9"/>
                </a:moveTo>
                <a:lnTo>
                  <a:pt x="0" y="0"/>
                </a:lnTo>
                <a:lnTo>
                  <a:pt x="12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694240" y="3510360"/>
            <a:ext cx="1440" cy="19080"/>
          </a:xfrm>
          <a:custGeom>
            <a:avLst/>
            <a:gdLst/>
            <a:ahLst/>
            <a:rect l="0" t="0" r="r" b="b"/>
            <a:pathLst>
              <a:path w="4" h="53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moveTo>
                  <a:pt x="2" y="6"/>
                </a:moveTo>
                <a:lnTo>
                  <a:pt x="2" y="8"/>
                </a:lnTo>
                <a:lnTo>
                  <a:pt x="0" y="8"/>
                </a:lnTo>
                <a:lnTo>
                  <a:pt x="0" y="6"/>
                </a:lnTo>
                <a:lnTo>
                  <a:pt x="2" y="6"/>
                </a:lnTo>
                <a:moveTo>
                  <a:pt x="2" y="12"/>
                </a:moveTo>
                <a:lnTo>
                  <a:pt x="2" y="14"/>
                </a:lnTo>
                <a:lnTo>
                  <a:pt x="2" y="12"/>
                </a:lnTo>
                <a:moveTo>
                  <a:pt x="2" y="19"/>
                </a:moveTo>
                <a:lnTo>
                  <a:pt x="2" y="20"/>
                </a:lnTo>
                <a:lnTo>
                  <a:pt x="2" y="19"/>
                </a:lnTo>
                <a:moveTo>
                  <a:pt x="2" y="25"/>
                </a:moveTo>
                <a:lnTo>
                  <a:pt x="2" y="26"/>
                </a:lnTo>
                <a:lnTo>
                  <a:pt x="2" y="25"/>
                </a:lnTo>
                <a:moveTo>
                  <a:pt x="4" y="31"/>
                </a:moveTo>
                <a:lnTo>
                  <a:pt x="4" y="33"/>
                </a:lnTo>
                <a:lnTo>
                  <a:pt x="2" y="33"/>
                </a:lnTo>
                <a:lnTo>
                  <a:pt x="2" y="31"/>
                </a:lnTo>
                <a:lnTo>
                  <a:pt x="4" y="31"/>
                </a:lnTo>
                <a:moveTo>
                  <a:pt x="4" y="37"/>
                </a:moveTo>
                <a:lnTo>
                  <a:pt x="4" y="39"/>
                </a:lnTo>
                <a:lnTo>
                  <a:pt x="2" y="39"/>
                </a:lnTo>
                <a:lnTo>
                  <a:pt x="2" y="37"/>
                </a:lnTo>
                <a:lnTo>
                  <a:pt x="4" y="37"/>
                </a:lnTo>
                <a:moveTo>
                  <a:pt x="4" y="44"/>
                </a:moveTo>
                <a:lnTo>
                  <a:pt x="4" y="45"/>
                </a:lnTo>
                <a:lnTo>
                  <a:pt x="2" y="45"/>
                </a:lnTo>
                <a:lnTo>
                  <a:pt x="2" y="44"/>
                </a:lnTo>
                <a:lnTo>
                  <a:pt x="4" y="44"/>
                </a:lnTo>
                <a:moveTo>
                  <a:pt x="4" y="50"/>
                </a:moveTo>
                <a:lnTo>
                  <a:pt x="4" y="53"/>
                </a:lnTo>
                <a:lnTo>
                  <a:pt x="2" y="53"/>
                </a:lnTo>
                <a:lnTo>
                  <a:pt x="2" y="50"/>
                </a:lnTo>
                <a:lnTo>
                  <a:pt x="4" y="5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643840" y="35096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0" y="0"/>
                </a:moveTo>
                <a:lnTo>
                  <a:pt x="1" y="1"/>
                </a:lnTo>
                <a:lnTo>
                  <a:pt x="0" y="0"/>
                </a:lnTo>
                <a:moveTo>
                  <a:pt x="6" y="5"/>
                </a:moveTo>
                <a:lnTo>
                  <a:pt x="7" y="6"/>
                </a:lnTo>
                <a:lnTo>
                  <a:pt x="6" y="7"/>
                </a:lnTo>
                <a:lnTo>
                  <a:pt x="5" y="6"/>
                </a:lnTo>
                <a:lnTo>
                  <a:pt x="6" y="5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611440" y="3613320"/>
            <a:ext cx="16920" cy="720"/>
          </a:xfrm>
          <a:custGeom>
            <a:avLst/>
            <a:gdLst/>
            <a:ahLst/>
            <a:rect l="0" t="0" r="r" b="b"/>
            <a:pathLst>
              <a:path w="47" h="2">
                <a:moveTo>
                  <a:pt x="47" y="2"/>
                </a:moveTo>
                <a:lnTo>
                  <a:pt x="45" y="2"/>
                </a:lnTo>
                <a:lnTo>
                  <a:pt x="45" y="0"/>
                </a:lnTo>
                <a:lnTo>
                  <a:pt x="47" y="0"/>
                </a:lnTo>
                <a:lnTo>
                  <a:pt x="47" y="2"/>
                </a:lnTo>
                <a:moveTo>
                  <a:pt x="40" y="2"/>
                </a:moveTo>
                <a:lnTo>
                  <a:pt x="39" y="2"/>
                </a:lnTo>
                <a:lnTo>
                  <a:pt x="39" y="0"/>
                </a:lnTo>
                <a:lnTo>
                  <a:pt x="40" y="0"/>
                </a:lnTo>
                <a:lnTo>
                  <a:pt x="40" y="2"/>
                </a:lnTo>
                <a:moveTo>
                  <a:pt x="34" y="2"/>
                </a:moveTo>
                <a:lnTo>
                  <a:pt x="32" y="2"/>
                </a:lnTo>
                <a:lnTo>
                  <a:pt x="32" y="0"/>
                </a:lnTo>
                <a:lnTo>
                  <a:pt x="34" y="0"/>
                </a:lnTo>
                <a:lnTo>
                  <a:pt x="34" y="2"/>
                </a:lnTo>
                <a:moveTo>
                  <a:pt x="28" y="2"/>
                </a:moveTo>
                <a:lnTo>
                  <a:pt x="26" y="2"/>
                </a:lnTo>
                <a:lnTo>
                  <a:pt x="26" y="0"/>
                </a:lnTo>
                <a:lnTo>
                  <a:pt x="28" y="0"/>
                </a:lnTo>
                <a:lnTo>
                  <a:pt x="28" y="2"/>
                </a:lnTo>
                <a:moveTo>
                  <a:pt x="21" y="2"/>
                </a:moveTo>
                <a:lnTo>
                  <a:pt x="20" y="2"/>
                </a:lnTo>
                <a:lnTo>
                  <a:pt x="20" y="0"/>
                </a:lnTo>
                <a:lnTo>
                  <a:pt x="21" y="0"/>
                </a:lnTo>
                <a:lnTo>
                  <a:pt x="21" y="2"/>
                </a:lnTo>
                <a:moveTo>
                  <a:pt x="15" y="2"/>
                </a:moveTo>
                <a:lnTo>
                  <a:pt x="12" y="2"/>
                </a:lnTo>
                <a:lnTo>
                  <a:pt x="12" y="0"/>
                </a:lnTo>
                <a:lnTo>
                  <a:pt x="15" y="0"/>
                </a:lnTo>
                <a:lnTo>
                  <a:pt x="15" y="2"/>
                </a:lnTo>
                <a:moveTo>
                  <a:pt x="8" y="2"/>
                </a:moveTo>
                <a:lnTo>
                  <a:pt x="6" y="2"/>
                </a:lnTo>
                <a:lnTo>
                  <a:pt x="6" y="0"/>
                </a:lnTo>
                <a:lnTo>
                  <a:pt x="8" y="0"/>
                </a:lnTo>
                <a:lnTo>
                  <a:pt x="8" y="2"/>
                </a:lnTo>
                <a:moveTo>
                  <a:pt x="1" y="2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 flipV="1">
            <a:off x="2368440" y="3515040"/>
            <a:ext cx="1080" cy="11808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367720" y="3510720"/>
            <a:ext cx="3240" cy="4680"/>
          </a:xfrm>
          <a:custGeom>
            <a:avLst/>
            <a:gdLst/>
            <a:ahLst/>
            <a:rect l="0" t="0" r="r" b="b"/>
            <a:pathLst>
              <a:path w="9" h="13">
                <a:moveTo>
                  <a:pt x="9" y="13"/>
                </a:moveTo>
                <a:lnTo>
                  <a:pt x="0" y="13"/>
                </a:lnTo>
                <a:lnTo>
                  <a:pt x="4" y="0"/>
                </a:lnTo>
                <a:lnTo>
                  <a:pt x="9" y="13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346480" y="3509280"/>
            <a:ext cx="15120" cy="12240"/>
          </a:xfrm>
          <a:custGeom>
            <a:avLst/>
            <a:gdLst/>
            <a:ahLst/>
            <a:rect l="0" t="0" r="r" b="b"/>
            <a:pathLst>
              <a:path w="42" h="34">
                <a:moveTo>
                  <a:pt x="42" y="0"/>
                </a:moveTo>
                <a:lnTo>
                  <a:pt x="41" y="1"/>
                </a:lnTo>
                <a:lnTo>
                  <a:pt x="40" y="1"/>
                </a:lnTo>
                <a:lnTo>
                  <a:pt x="42" y="0"/>
                </a:lnTo>
                <a:moveTo>
                  <a:pt x="37" y="5"/>
                </a:moveTo>
                <a:lnTo>
                  <a:pt x="36" y="6"/>
                </a:lnTo>
                <a:lnTo>
                  <a:pt x="35" y="6"/>
                </a:lnTo>
                <a:lnTo>
                  <a:pt x="37" y="5"/>
                </a:lnTo>
                <a:moveTo>
                  <a:pt x="32" y="9"/>
                </a:moveTo>
                <a:lnTo>
                  <a:pt x="31" y="10"/>
                </a:lnTo>
                <a:lnTo>
                  <a:pt x="32" y="9"/>
                </a:lnTo>
                <a:moveTo>
                  <a:pt x="27" y="13"/>
                </a:moveTo>
                <a:lnTo>
                  <a:pt x="26" y="14"/>
                </a:lnTo>
                <a:lnTo>
                  <a:pt x="27" y="13"/>
                </a:lnTo>
                <a:moveTo>
                  <a:pt x="21" y="17"/>
                </a:moveTo>
                <a:lnTo>
                  <a:pt x="20" y="18"/>
                </a:lnTo>
                <a:lnTo>
                  <a:pt x="21" y="17"/>
                </a:lnTo>
                <a:moveTo>
                  <a:pt x="17" y="21"/>
                </a:moveTo>
                <a:lnTo>
                  <a:pt x="15" y="22"/>
                </a:lnTo>
                <a:lnTo>
                  <a:pt x="16" y="21"/>
                </a:lnTo>
                <a:lnTo>
                  <a:pt x="17" y="21"/>
                </a:lnTo>
                <a:moveTo>
                  <a:pt x="12" y="25"/>
                </a:moveTo>
                <a:lnTo>
                  <a:pt x="10" y="26"/>
                </a:lnTo>
                <a:lnTo>
                  <a:pt x="11" y="25"/>
                </a:lnTo>
                <a:lnTo>
                  <a:pt x="12" y="25"/>
                </a:lnTo>
                <a:moveTo>
                  <a:pt x="7" y="29"/>
                </a:moveTo>
                <a:lnTo>
                  <a:pt x="5" y="30"/>
                </a:lnTo>
                <a:lnTo>
                  <a:pt x="6" y="29"/>
                </a:lnTo>
                <a:lnTo>
                  <a:pt x="7" y="29"/>
                </a:lnTo>
                <a:moveTo>
                  <a:pt x="2" y="33"/>
                </a:moveTo>
                <a:lnTo>
                  <a:pt x="1" y="34"/>
                </a:lnTo>
                <a:lnTo>
                  <a:pt x="0" y="34"/>
                </a:lnTo>
                <a:lnTo>
                  <a:pt x="1" y="33"/>
                </a:lnTo>
                <a:lnTo>
                  <a:pt x="2" y="3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322000" y="3648960"/>
            <a:ext cx="360" cy="9360"/>
          </a:xfrm>
          <a:custGeom>
            <a:avLst/>
            <a:gdLst/>
            <a:ahLst/>
            <a:rect l="0" t="0" r="r" b="b"/>
            <a:pathLst>
              <a:path w="1" h="26">
                <a:moveTo>
                  <a:pt x="1" y="0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moveTo>
                  <a:pt x="1" y="7"/>
                </a:move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moveTo>
                  <a:pt x="1" y="13"/>
                </a:move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moveTo>
                  <a:pt x="1" y="19"/>
                </a:moveTo>
                <a:lnTo>
                  <a:pt x="1" y="21"/>
                </a:lnTo>
                <a:lnTo>
                  <a:pt x="0" y="21"/>
                </a:lnTo>
                <a:lnTo>
                  <a:pt x="0" y="19"/>
                </a:lnTo>
                <a:lnTo>
                  <a:pt x="1" y="19"/>
                </a:lnTo>
                <a:moveTo>
                  <a:pt x="1" y="26"/>
                </a:moveTo>
                <a:lnTo>
                  <a:pt x="0" y="26"/>
                </a:lnTo>
                <a:lnTo>
                  <a:pt x="1" y="2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071440" y="3649320"/>
            <a:ext cx="0" cy="2880"/>
          </a:xfrm>
          <a:custGeom>
            <a:avLst/>
            <a:gdLst/>
            <a:ahLst/>
            <a:rect l="0" t="0" r="r" b="b"/>
            <a:pathLst>
              <a:path w="0" h="8">
                <a:moveTo>
                  <a:pt x="0" y="0"/>
                </a:moveTo>
                <a:lnTo>
                  <a:pt x="0" y="2"/>
                </a:lnTo>
                <a:lnTo>
                  <a:pt x="0" y="0"/>
                </a:lnTo>
                <a:moveTo>
                  <a:pt x="0" y="6"/>
                </a:moveTo>
                <a:lnTo>
                  <a:pt x="0" y="8"/>
                </a:lnTo>
                <a:lnTo>
                  <a:pt x="0" y="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009880" y="3510000"/>
            <a:ext cx="360" cy="7200"/>
          </a:xfrm>
          <a:custGeom>
            <a:avLst/>
            <a:gdLst/>
            <a:ahLst/>
            <a:rect l="0" t="0" r="r" b="b"/>
            <a:pathLst>
              <a:path w="1" h="20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moveTo>
                  <a:pt x="1" y="6"/>
                </a:move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moveTo>
                  <a:pt x="1" y="12"/>
                </a:move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moveTo>
                  <a:pt x="1" y="19"/>
                </a:move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1" y="1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814040" y="3511440"/>
            <a:ext cx="720" cy="45720"/>
          </a:xfrm>
          <a:custGeom>
            <a:avLst/>
            <a:gdLst/>
            <a:ahLst/>
            <a:rect l="0" t="0" r="r" b="b"/>
            <a:pathLst>
              <a:path w="2" h="127">
                <a:moveTo>
                  <a:pt x="2" y="0"/>
                </a:moveTo>
                <a:lnTo>
                  <a:pt x="2" y="1"/>
                </a:lnTo>
                <a:lnTo>
                  <a:pt x="2" y="0"/>
                </a:lnTo>
                <a:moveTo>
                  <a:pt x="2" y="6"/>
                </a:moveTo>
                <a:lnTo>
                  <a:pt x="2" y="8"/>
                </a:lnTo>
                <a:lnTo>
                  <a:pt x="2" y="6"/>
                </a:lnTo>
                <a:moveTo>
                  <a:pt x="2" y="13"/>
                </a:moveTo>
                <a:lnTo>
                  <a:pt x="2" y="15"/>
                </a:lnTo>
                <a:lnTo>
                  <a:pt x="2" y="13"/>
                </a:lnTo>
                <a:moveTo>
                  <a:pt x="2" y="20"/>
                </a:moveTo>
                <a:lnTo>
                  <a:pt x="2" y="21"/>
                </a:lnTo>
                <a:lnTo>
                  <a:pt x="2" y="20"/>
                </a:lnTo>
                <a:moveTo>
                  <a:pt x="2" y="26"/>
                </a:moveTo>
                <a:lnTo>
                  <a:pt x="2" y="28"/>
                </a:lnTo>
                <a:lnTo>
                  <a:pt x="2" y="26"/>
                </a:lnTo>
                <a:moveTo>
                  <a:pt x="2" y="32"/>
                </a:moveTo>
                <a:lnTo>
                  <a:pt x="2" y="34"/>
                </a:lnTo>
                <a:lnTo>
                  <a:pt x="0" y="34"/>
                </a:lnTo>
                <a:lnTo>
                  <a:pt x="0" y="32"/>
                </a:lnTo>
                <a:lnTo>
                  <a:pt x="2" y="32"/>
                </a:lnTo>
                <a:moveTo>
                  <a:pt x="2" y="39"/>
                </a:moveTo>
                <a:lnTo>
                  <a:pt x="2" y="40"/>
                </a:lnTo>
                <a:lnTo>
                  <a:pt x="0" y="40"/>
                </a:lnTo>
                <a:lnTo>
                  <a:pt x="0" y="39"/>
                </a:lnTo>
                <a:lnTo>
                  <a:pt x="2" y="39"/>
                </a:lnTo>
                <a:moveTo>
                  <a:pt x="2" y="45"/>
                </a:moveTo>
                <a:lnTo>
                  <a:pt x="2" y="46"/>
                </a:lnTo>
                <a:lnTo>
                  <a:pt x="0" y="46"/>
                </a:lnTo>
                <a:lnTo>
                  <a:pt x="0" y="45"/>
                </a:lnTo>
                <a:lnTo>
                  <a:pt x="2" y="45"/>
                </a:lnTo>
                <a:moveTo>
                  <a:pt x="2" y="51"/>
                </a:moveTo>
                <a:lnTo>
                  <a:pt x="2" y="53"/>
                </a:lnTo>
                <a:lnTo>
                  <a:pt x="0" y="53"/>
                </a:lnTo>
                <a:lnTo>
                  <a:pt x="0" y="51"/>
                </a:lnTo>
                <a:lnTo>
                  <a:pt x="2" y="51"/>
                </a:lnTo>
                <a:moveTo>
                  <a:pt x="2" y="57"/>
                </a:moveTo>
                <a:lnTo>
                  <a:pt x="2" y="59"/>
                </a:lnTo>
                <a:lnTo>
                  <a:pt x="0" y="59"/>
                </a:lnTo>
                <a:lnTo>
                  <a:pt x="0" y="57"/>
                </a:lnTo>
                <a:lnTo>
                  <a:pt x="2" y="57"/>
                </a:lnTo>
                <a:moveTo>
                  <a:pt x="2" y="64"/>
                </a:moveTo>
                <a:lnTo>
                  <a:pt x="2" y="65"/>
                </a:lnTo>
                <a:lnTo>
                  <a:pt x="0" y="65"/>
                </a:lnTo>
                <a:lnTo>
                  <a:pt x="0" y="64"/>
                </a:lnTo>
                <a:lnTo>
                  <a:pt x="2" y="64"/>
                </a:lnTo>
                <a:moveTo>
                  <a:pt x="2" y="70"/>
                </a:moveTo>
                <a:lnTo>
                  <a:pt x="2" y="72"/>
                </a:lnTo>
                <a:lnTo>
                  <a:pt x="0" y="72"/>
                </a:lnTo>
                <a:lnTo>
                  <a:pt x="0" y="70"/>
                </a:lnTo>
                <a:lnTo>
                  <a:pt x="2" y="70"/>
                </a:lnTo>
                <a:moveTo>
                  <a:pt x="2" y="76"/>
                </a:moveTo>
                <a:lnTo>
                  <a:pt x="2" y="78"/>
                </a:lnTo>
                <a:lnTo>
                  <a:pt x="0" y="78"/>
                </a:lnTo>
                <a:lnTo>
                  <a:pt x="0" y="76"/>
                </a:lnTo>
                <a:lnTo>
                  <a:pt x="2" y="76"/>
                </a:lnTo>
                <a:moveTo>
                  <a:pt x="2" y="83"/>
                </a:moveTo>
                <a:lnTo>
                  <a:pt x="2" y="84"/>
                </a:lnTo>
                <a:lnTo>
                  <a:pt x="0" y="84"/>
                </a:lnTo>
                <a:lnTo>
                  <a:pt x="0" y="83"/>
                </a:lnTo>
                <a:lnTo>
                  <a:pt x="2" y="83"/>
                </a:lnTo>
                <a:moveTo>
                  <a:pt x="2" y="89"/>
                </a:moveTo>
                <a:lnTo>
                  <a:pt x="2" y="91"/>
                </a:lnTo>
                <a:lnTo>
                  <a:pt x="0" y="91"/>
                </a:lnTo>
                <a:lnTo>
                  <a:pt x="0" y="89"/>
                </a:lnTo>
                <a:lnTo>
                  <a:pt x="2" y="89"/>
                </a:lnTo>
                <a:moveTo>
                  <a:pt x="2" y="95"/>
                </a:moveTo>
                <a:lnTo>
                  <a:pt x="2" y="97"/>
                </a:lnTo>
                <a:lnTo>
                  <a:pt x="0" y="97"/>
                </a:lnTo>
                <a:lnTo>
                  <a:pt x="0" y="95"/>
                </a:lnTo>
                <a:lnTo>
                  <a:pt x="2" y="95"/>
                </a:lnTo>
                <a:moveTo>
                  <a:pt x="2" y="102"/>
                </a:moveTo>
                <a:lnTo>
                  <a:pt x="2" y="103"/>
                </a:lnTo>
                <a:lnTo>
                  <a:pt x="0" y="103"/>
                </a:lnTo>
                <a:lnTo>
                  <a:pt x="0" y="102"/>
                </a:lnTo>
                <a:lnTo>
                  <a:pt x="2" y="102"/>
                </a:lnTo>
                <a:moveTo>
                  <a:pt x="2" y="108"/>
                </a:moveTo>
                <a:lnTo>
                  <a:pt x="2" y="110"/>
                </a:lnTo>
                <a:lnTo>
                  <a:pt x="0" y="110"/>
                </a:lnTo>
                <a:lnTo>
                  <a:pt x="0" y="108"/>
                </a:lnTo>
                <a:lnTo>
                  <a:pt x="2" y="108"/>
                </a:lnTo>
                <a:moveTo>
                  <a:pt x="2" y="114"/>
                </a:moveTo>
                <a:lnTo>
                  <a:pt x="2" y="116"/>
                </a:lnTo>
                <a:lnTo>
                  <a:pt x="0" y="116"/>
                </a:lnTo>
                <a:lnTo>
                  <a:pt x="0" y="114"/>
                </a:lnTo>
                <a:lnTo>
                  <a:pt x="2" y="114"/>
                </a:lnTo>
                <a:moveTo>
                  <a:pt x="2" y="121"/>
                </a:moveTo>
                <a:lnTo>
                  <a:pt x="2" y="122"/>
                </a:lnTo>
                <a:lnTo>
                  <a:pt x="0" y="122"/>
                </a:lnTo>
                <a:lnTo>
                  <a:pt x="0" y="121"/>
                </a:lnTo>
                <a:lnTo>
                  <a:pt x="2" y="121"/>
                </a:lnTo>
                <a:moveTo>
                  <a:pt x="2" y="127"/>
                </a:moveTo>
                <a:lnTo>
                  <a:pt x="0" y="127"/>
                </a:lnTo>
                <a:lnTo>
                  <a:pt x="2" y="12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1614960" y="3511800"/>
            <a:ext cx="360" cy="45720"/>
          </a:xfrm>
          <a:custGeom>
            <a:avLst/>
            <a:gdLst/>
            <a:ahLst/>
            <a:rect l="0" t="0" r="r" b="b"/>
            <a:pathLst>
              <a:path w="1" h="127">
                <a:moveTo>
                  <a:pt x="1" y="0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moveTo>
                  <a:pt x="1" y="6"/>
                </a:move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moveTo>
                  <a:pt x="1" y="13"/>
                </a:move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moveTo>
                  <a:pt x="1" y="19"/>
                </a:move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1" y="19"/>
                </a:lnTo>
                <a:moveTo>
                  <a:pt x="1" y="25"/>
                </a:moveTo>
                <a:lnTo>
                  <a:pt x="1" y="27"/>
                </a:lnTo>
                <a:lnTo>
                  <a:pt x="0" y="27"/>
                </a:lnTo>
                <a:lnTo>
                  <a:pt x="0" y="25"/>
                </a:lnTo>
                <a:lnTo>
                  <a:pt x="1" y="25"/>
                </a:lnTo>
                <a:moveTo>
                  <a:pt x="1" y="31"/>
                </a:moveTo>
                <a:lnTo>
                  <a:pt x="1" y="33"/>
                </a:lnTo>
                <a:lnTo>
                  <a:pt x="0" y="33"/>
                </a:lnTo>
                <a:lnTo>
                  <a:pt x="0" y="31"/>
                </a:lnTo>
                <a:lnTo>
                  <a:pt x="1" y="31"/>
                </a:lnTo>
                <a:moveTo>
                  <a:pt x="1" y="38"/>
                </a:moveTo>
                <a:lnTo>
                  <a:pt x="1" y="39"/>
                </a:lnTo>
                <a:lnTo>
                  <a:pt x="0" y="39"/>
                </a:lnTo>
                <a:lnTo>
                  <a:pt x="0" y="38"/>
                </a:lnTo>
                <a:lnTo>
                  <a:pt x="1" y="38"/>
                </a:lnTo>
                <a:moveTo>
                  <a:pt x="1" y="44"/>
                </a:moveTo>
                <a:lnTo>
                  <a:pt x="1" y="46"/>
                </a:lnTo>
                <a:lnTo>
                  <a:pt x="0" y="46"/>
                </a:lnTo>
                <a:lnTo>
                  <a:pt x="0" y="44"/>
                </a:lnTo>
                <a:lnTo>
                  <a:pt x="1" y="44"/>
                </a:lnTo>
                <a:moveTo>
                  <a:pt x="1" y="50"/>
                </a:moveTo>
                <a:lnTo>
                  <a:pt x="1" y="52"/>
                </a:lnTo>
                <a:lnTo>
                  <a:pt x="0" y="52"/>
                </a:lnTo>
                <a:lnTo>
                  <a:pt x="0" y="50"/>
                </a:lnTo>
                <a:lnTo>
                  <a:pt x="1" y="50"/>
                </a:lnTo>
                <a:moveTo>
                  <a:pt x="1" y="57"/>
                </a:moveTo>
                <a:lnTo>
                  <a:pt x="1" y="58"/>
                </a:lnTo>
                <a:lnTo>
                  <a:pt x="0" y="58"/>
                </a:lnTo>
                <a:lnTo>
                  <a:pt x="0" y="57"/>
                </a:lnTo>
                <a:lnTo>
                  <a:pt x="1" y="57"/>
                </a:lnTo>
                <a:moveTo>
                  <a:pt x="1" y="63"/>
                </a:moveTo>
                <a:lnTo>
                  <a:pt x="1" y="65"/>
                </a:lnTo>
                <a:lnTo>
                  <a:pt x="0" y="65"/>
                </a:lnTo>
                <a:lnTo>
                  <a:pt x="0" y="63"/>
                </a:lnTo>
                <a:lnTo>
                  <a:pt x="1" y="63"/>
                </a:lnTo>
                <a:moveTo>
                  <a:pt x="1" y="69"/>
                </a:moveTo>
                <a:lnTo>
                  <a:pt x="1" y="71"/>
                </a:lnTo>
                <a:lnTo>
                  <a:pt x="0" y="71"/>
                </a:lnTo>
                <a:lnTo>
                  <a:pt x="0" y="69"/>
                </a:lnTo>
                <a:lnTo>
                  <a:pt x="1" y="69"/>
                </a:lnTo>
                <a:moveTo>
                  <a:pt x="1" y="76"/>
                </a:moveTo>
                <a:lnTo>
                  <a:pt x="1" y="77"/>
                </a:lnTo>
                <a:lnTo>
                  <a:pt x="0" y="77"/>
                </a:lnTo>
                <a:lnTo>
                  <a:pt x="0" y="76"/>
                </a:lnTo>
                <a:lnTo>
                  <a:pt x="1" y="76"/>
                </a:lnTo>
                <a:moveTo>
                  <a:pt x="1" y="82"/>
                </a:moveTo>
                <a:lnTo>
                  <a:pt x="1" y="84"/>
                </a:lnTo>
                <a:lnTo>
                  <a:pt x="0" y="84"/>
                </a:lnTo>
                <a:lnTo>
                  <a:pt x="0" y="82"/>
                </a:lnTo>
                <a:lnTo>
                  <a:pt x="1" y="82"/>
                </a:lnTo>
                <a:moveTo>
                  <a:pt x="1" y="88"/>
                </a:moveTo>
                <a:lnTo>
                  <a:pt x="1" y="90"/>
                </a:lnTo>
                <a:lnTo>
                  <a:pt x="0" y="90"/>
                </a:lnTo>
                <a:lnTo>
                  <a:pt x="0" y="88"/>
                </a:lnTo>
                <a:lnTo>
                  <a:pt x="1" y="88"/>
                </a:lnTo>
                <a:moveTo>
                  <a:pt x="1" y="95"/>
                </a:moveTo>
                <a:lnTo>
                  <a:pt x="1" y="96"/>
                </a:lnTo>
                <a:lnTo>
                  <a:pt x="0" y="96"/>
                </a:lnTo>
                <a:lnTo>
                  <a:pt x="0" y="95"/>
                </a:lnTo>
                <a:lnTo>
                  <a:pt x="1" y="95"/>
                </a:lnTo>
                <a:moveTo>
                  <a:pt x="1" y="101"/>
                </a:moveTo>
                <a:lnTo>
                  <a:pt x="1" y="102"/>
                </a:lnTo>
                <a:lnTo>
                  <a:pt x="0" y="102"/>
                </a:lnTo>
                <a:lnTo>
                  <a:pt x="0" y="101"/>
                </a:lnTo>
                <a:lnTo>
                  <a:pt x="1" y="101"/>
                </a:lnTo>
                <a:moveTo>
                  <a:pt x="1" y="107"/>
                </a:moveTo>
                <a:lnTo>
                  <a:pt x="1" y="109"/>
                </a:lnTo>
                <a:lnTo>
                  <a:pt x="0" y="109"/>
                </a:lnTo>
                <a:lnTo>
                  <a:pt x="0" y="107"/>
                </a:lnTo>
                <a:lnTo>
                  <a:pt x="1" y="107"/>
                </a:lnTo>
                <a:moveTo>
                  <a:pt x="1" y="113"/>
                </a:moveTo>
                <a:lnTo>
                  <a:pt x="1" y="115"/>
                </a:lnTo>
                <a:lnTo>
                  <a:pt x="0" y="115"/>
                </a:lnTo>
                <a:lnTo>
                  <a:pt x="0" y="113"/>
                </a:lnTo>
                <a:lnTo>
                  <a:pt x="1" y="113"/>
                </a:lnTo>
                <a:moveTo>
                  <a:pt x="1" y="120"/>
                </a:moveTo>
                <a:lnTo>
                  <a:pt x="1" y="121"/>
                </a:lnTo>
                <a:lnTo>
                  <a:pt x="0" y="121"/>
                </a:lnTo>
                <a:lnTo>
                  <a:pt x="0" y="120"/>
                </a:lnTo>
                <a:lnTo>
                  <a:pt x="1" y="120"/>
                </a:lnTo>
                <a:moveTo>
                  <a:pt x="1" y="126"/>
                </a:moveTo>
                <a:lnTo>
                  <a:pt x="1" y="127"/>
                </a:lnTo>
                <a:lnTo>
                  <a:pt x="0" y="127"/>
                </a:lnTo>
                <a:lnTo>
                  <a:pt x="0" y="126"/>
                </a:lnTo>
                <a:lnTo>
                  <a:pt x="1" y="12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 flipV="1">
            <a:off x="1268280" y="3503880"/>
            <a:ext cx="1512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1283400" y="35024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4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312200" y="3517560"/>
            <a:ext cx="0" cy="684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1310760" y="3524400"/>
            <a:ext cx="3240" cy="4680"/>
          </a:xfrm>
          <a:custGeom>
            <a:avLst/>
            <a:gdLst/>
            <a:ahLst/>
            <a:rect l="0" t="0" r="r" b="b"/>
            <a:pathLst>
              <a:path w="9" h="13">
                <a:moveTo>
                  <a:pt x="0" y="0"/>
                </a:moveTo>
                <a:lnTo>
                  <a:pt x="9" y="0"/>
                </a:lnTo>
                <a:lnTo>
                  <a:pt x="5" y="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1303920" y="3536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336320" y="3503520"/>
            <a:ext cx="2052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356840" y="35024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4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414080" y="3503520"/>
            <a:ext cx="205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434600" y="3502080"/>
            <a:ext cx="4680" cy="2880"/>
          </a:xfrm>
          <a:custGeom>
            <a:avLst/>
            <a:gdLst/>
            <a:ahLst/>
            <a:rect l="0" t="0" r="r" b="b"/>
            <a:pathLst>
              <a:path w="13" h="8">
                <a:moveTo>
                  <a:pt x="0" y="8"/>
                </a:moveTo>
                <a:lnTo>
                  <a:pt x="0" y="0"/>
                </a:lnTo>
                <a:lnTo>
                  <a:pt x="13" y="3"/>
                </a:lnTo>
                <a:lnTo>
                  <a:pt x="0" y="8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1200600" y="3507480"/>
            <a:ext cx="1080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1211400" y="3506040"/>
            <a:ext cx="4680" cy="3240"/>
          </a:xfrm>
          <a:custGeom>
            <a:avLst/>
            <a:gdLst/>
            <a:ahLst/>
            <a:rect l="0" t="0" r="r" b="b"/>
            <a:pathLst>
              <a:path w="13" h="9">
                <a:moveTo>
                  <a:pt x="0" y="9"/>
                </a:moveTo>
                <a:lnTo>
                  <a:pt x="0" y="0"/>
                </a:lnTo>
                <a:lnTo>
                  <a:pt x="13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1613520" y="3725280"/>
            <a:ext cx="1287000" cy="95400"/>
          </a:xfrm>
          <a:custGeom>
            <a:avLst/>
            <a:gdLst/>
            <a:ahLst/>
            <a:rect l="0" t="0" r="r" b="b"/>
            <a:pathLst>
              <a:path w="3575" h="265">
                <a:moveTo>
                  <a:pt x="0" y="0"/>
                </a:moveTo>
                <a:lnTo>
                  <a:pt x="3575" y="0"/>
                </a:lnTo>
                <a:lnTo>
                  <a:pt x="357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1613520" y="3725280"/>
            <a:ext cx="1287000" cy="95400"/>
          </a:xfrm>
          <a:custGeom>
            <a:avLst/>
            <a:gdLst/>
            <a:ahLst/>
            <a:rect l="0" t="0" r="r" b="b"/>
            <a:pathLst>
              <a:path w="3575" h="265">
                <a:moveTo>
                  <a:pt x="0" y="0"/>
                </a:moveTo>
                <a:lnTo>
                  <a:pt x="3575" y="0"/>
                </a:lnTo>
                <a:lnTo>
                  <a:pt x="357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1613520" y="3725280"/>
            <a:ext cx="1287000" cy="95400"/>
          </a:xfrm>
          <a:custGeom>
            <a:avLst/>
            <a:gdLst/>
            <a:ahLst/>
            <a:rect l="0" t="0" r="r" b="b"/>
            <a:pathLst>
              <a:path w="3575" h="265">
                <a:moveTo>
                  <a:pt x="0" y="0"/>
                </a:moveTo>
                <a:lnTo>
                  <a:pt x="3575" y="0"/>
                </a:lnTo>
                <a:lnTo>
                  <a:pt x="357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759400" y="37591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6"/>
                  <a:pt x="43" y="30"/>
                  <a:pt x="41" y="34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3"/>
                  <a:pt x="26" y="44"/>
                  <a:pt x="22" y="44"/>
                </a:cubicBezTo>
                <a:cubicBezTo>
                  <a:pt x="19" y="44"/>
                  <a:pt x="15" y="43"/>
                  <a:pt x="12" y="42"/>
                </a:cubicBezTo>
                <a:cubicBezTo>
                  <a:pt x="7" y="40"/>
                  <a:pt x="5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7" y="5"/>
                  <a:pt x="12" y="3"/>
                </a:cubicBezTo>
                <a:cubicBezTo>
                  <a:pt x="15" y="1"/>
                  <a:pt x="19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759400" y="375912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2"/>
                </a:moveTo>
                <a:cubicBezTo>
                  <a:pt x="44" y="26"/>
                  <a:pt x="43" y="30"/>
                  <a:pt x="41" y="34"/>
                </a:cubicBezTo>
                <a:cubicBezTo>
                  <a:pt x="39" y="37"/>
                  <a:pt x="37" y="40"/>
                  <a:pt x="33" y="42"/>
                </a:cubicBezTo>
                <a:cubicBezTo>
                  <a:pt x="30" y="43"/>
                  <a:pt x="26" y="44"/>
                  <a:pt x="22" y="44"/>
                </a:cubicBezTo>
                <a:cubicBezTo>
                  <a:pt x="19" y="44"/>
                  <a:pt x="15" y="43"/>
                  <a:pt x="12" y="42"/>
                </a:cubicBezTo>
                <a:cubicBezTo>
                  <a:pt x="7" y="40"/>
                  <a:pt x="5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7" y="5"/>
                  <a:pt x="12" y="3"/>
                </a:cubicBezTo>
                <a:cubicBezTo>
                  <a:pt x="15" y="1"/>
                  <a:pt x="19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759040" y="3759120"/>
            <a:ext cx="16560" cy="16200"/>
          </a:xfrm>
          <a:custGeom>
            <a:avLst/>
            <a:gdLst/>
            <a:ahLst/>
            <a:rect l="0" t="0" r="r" b="b"/>
            <a:pathLst>
              <a:path w="46" h="45">
                <a:moveTo>
                  <a:pt x="23" y="41"/>
                </a:moveTo>
                <a:cubicBezTo>
                  <a:pt x="12" y="41"/>
                  <a:pt x="4" y="33"/>
                  <a:pt x="4" y="23"/>
                </a:cubicBezTo>
                <a:cubicBezTo>
                  <a:pt x="4" y="13"/>
                  <a:pt x="12" y="4"/>
                  <a:pt x="23" y="4"/>
                </a:cubicBezTo>
                <a:cubicBezTo>
                  <a:pt x="34" y="4"/>
                  <a:pt x="42" y="13"/>
                  <a:pt x="42" y="23"/>
                </a:cubicBezTo>
                <a:cubicBezTo>
                  <a:pt x="42" y="33"/>
                  <a:pt x="34" y="41"/>
                  <a:pt x="23" y="41"/>
                </a:cubicBezTo>
                <a:moveTo>
                  <a:pt x="23" y="5"/>
                </a:moveTo>
                <a:cubicBezTo>
                  <a:pt x="13" y="5"/>
                  <a:pt x="6" y="14"/>
                  <a:pt x="6" y="23"/>
                </a:cubicBezTo>
                <a:cubicBezTo>
                  <a:pt x="6" y="32"/>
                  <a:pt x="13" y="39"/>
                  <a:pt x="23" y="39"/>
                </a:cubicBezTo>
                <a:cubicBezTo>
                  <a:pt x="33" y="39"/>
                  <a:pt x="40" y="32"/>
                  <a:pt x="40" y="23"/>
                </a:cubicBezTo>
                <a:cubicBezTo>
                  <a:pt x="40" y="14"/>
                  <a:pt x="33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10"/>
                  <a:pt x="41" y="12"/>
                  <a:pt x="42" y="15"/>
                </a:cubicBezTo>
                <a:cubicBezTo>
                  <a:pt x="43" y="17"/>
                  <a:pt x="44" y="20"/>
                  <a:pt x="44" y="23"/>
                </a:cubicBezTo>
                <a:cubicBezTo>
                  <a:pt x="44" y="26"/>
                  <a:pt x="43" y="28"/>
                  <a:pt x="42" y="31"/>
                </a:cubicBezTo>
                <a:cubicBezTo>
                  <a:pt x="41" y="33"/>
                  <a:pt x="40" y="35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1" y="43"/>
                  <a:pt x="18" y="43"/>
                  <a:pt x="15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5"/>
                  <a:pt x="5" y="33"/>
                  <a:pt x="4" y="31"/>
                </a:cubicBezTo>
                <a:cubicBezTo>
                  <a:pt x="2" y="28"/>
                  <a:pt x="2" y="26"/>
                  <a:pt x="2" y="23"/>
                </a:cubicBezTo>
                <a:cubicBezTo>
                  <a:pt x="2" y="20"/>
                  <a:pt x="2" y="17"/>
                  <a:pt x="4" y="15"/>
                </a:cubicBezTo>
                <a:cubicBezTo>
                  <a:pt x="5" y="12"/>
                  <a:pt x="6" y="10"/>
                  <a:pt x="8" y="7"/>
                </a:cubicBezTo>
                <a:cubicBezTo>
                  <a:pt x="10" y="5"/>
                  <a:pt x="12" y="4"/>
                  <a:pt x="15" y="3"/>
                </a:cubicBezTo>
                <a:cubicBezTo>
                  <a:pt x="18" y="2"/>
                  <a:pt x="21" y="1"/>
                  <a:pt x="23" y="1"/>
                </a:cubicBezTo>
                <a:moveTo>
                  <a:pt x="23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3" y="45"/>
                </a:cubicBezTo>
                <a:cubicBezTo>
                  <a:pt x="36" y="45"/>
                  <a:pt x="46" y="35"/>
                  <a:pt x="46" y="23"/>
                </a:cubicBezTo>
                <a:cubicBezTo>
                  <a:pt x="46" y="11"/>
                  <a:pt x="36" y="0"/>
                  <a:pt x="23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763720" y="3763440"/>
            <a:ext cx="7200" cy="7200"/>
          </a:xfrm>
          <a:custGeom>
            <a:avLst/>
            <a:gdLst/>
            <a:ahLst/>
            <a:rect l="0" t="0" r="r" b="b"/>
            <a:pathLst>
              <a:path w="20" h="20">
                <a:moveTo>
                  <a:pt x="11" y="5"/>
                </a:moveTo>
                <a:lnTo>
                  <a:pt x="11" y="11"/>
                </a:lnTo>
                <a:lnTo>
                  <a:pt x="7" y="11"/>
                </a:lnTo>
                <a:lnTo>
                  <a:pt x="6" y="11"/>
                </a:lnTo>
                <a:lnTo>
                  <a:pt x="6" y="10"/>
                </a:lnTo>
                <a:cubicBezTo>
                  <a:pt x="7" y="9"/>
                  <a:pt x="7" y="9"/>
                  <a:pt x="7" y="9"/>
                </a:cubicBezTo>
                <a:lnTo>
                  <a:pt x="10" y="9"/>
                </a:lnTo>
                <a:lnTo>
                  <a:pt x="10" y="5"/>
                </a:lnTo>
                <a:lnTo>
                  <a:pt x="11" y="5"/>
                </a:lnTo>
                <a:moveTo>
                  <a:pt x="17" y="9"/>
                </a:moveTo>
                <a:cubicBezTo>
                  <a:pt x="17" y="8"/>
                  <a:pt x="17" y="7"/>
                  <a:pt x="16" y="6"/>
                </a:cubicBezTo>
                <a:cubicBezTo>
                  <a:pt x="15" y="5"/>
                  <a:pt x="14" y="4"/>
                  <a:pt x="13" y="3"/>
                </a:cubicBezTo>
                <a:cubicBezTo>
                  <a:pt x="12" y="2"/>
                  <a:pt x="11" y="2"/>
                  <a:pt x="10" y="2"/>
                </a:cubicBezTo>
                <a:cubicBezTo>
                  <a:pt x="8" y="2"/>
                  <a:pt x="7" y="2"/>
                  <a:pt x="6" y="3"/>
                </a:cubicBezTo>
                <a:cubicBezTo>
                  <a:pt x="5" y="4"/>
                  <a:pt x="4" y="5"/>
                  <a:pt x="3" y="6"/>
                </a:cubicBezTo>
                <a:cubicBezTo>
                  <a:pt x="2" y="7"/>
                  <a:pt x="2" y="8"/>
                  <a:pt x="2" y="9"/>
                </a:cubicBezTo>
                <a:cubicBezTo>
                  <a:pt x="2" y="11"/>
                  <a:pt x="2" y="12"/>
                  <a:pt x="3" y="14"/>
                </a:cubicBezTo>
                <a:cubicBezTo>
                  <a:pt x="4" y="15"/>
                  <a:pt x="5" y="16"/>
                  <a:pt x="6" y="17"/>
                </a:cubicBezTo>
                <a:cubicBezTo>
                  <a:pt x="7" y="18"/>
                  <a:pt x="8" y="18"/>
                  <a:pt x="10" y="18"/>
                </a:cubicBezTo>
                <a:cubicBezTo>
                  <a:pt x="11" y="18"/>
                  <a:pt x="12" y="18"/>
                  <a:pt x="13" y="17"/>
                </a:cubicBezTo>
                <a:cubicBezTo>
                  <a:pt x="14" y="16"/>
                  <a:pt x="15" y="15"/>
                  <a:pt x="16" y="14"/>
                </a:cubicBezTo>
                <a:cubicBezTo>
                  <a:pt x="17" y="12"/>
                  <a:pt x="17" y="11"/>
                  <a:pt x="17" y="9"/>
                </a:cubicBezTo>
                <a:moveTo>
                  <a:pt x="20" y="9"/>
                </a:moveTo>
                <a:cubicBezTo>
                  <a:pt x="20" y="11"/>
                  <a:pt x="20" y="14"/>
                  <a:pt x="19" y="15"/>
                </a:cubicBezTo>
                <a:cubicBezTo>
                  <a:pt x="17" y="17"/>
                  <a:pt x="16" y="18"/>
                  <a:pt x="14" y="19"/>
                </a:cubicBezTo>
                <a:cubicBezTo>
                  <a:pt x="13" y="19"/>
                  <a:pt x="11" y="20"/>
                  <a:pt x="10" y="20"/>
                </a:cubicBezTo>
                <a:cubicBezTo>
                  <a:pt x="8" y="20"/>
                  <a:pt x="6" y="19"/>
                  <a:pt x="5" y="19"/>
                </a:cubicBezTo>
                <a:cubicBezTo>
                  <a:pt x="3" y="18"/>
                  <a:pt x="2" y="17"/>
                  <a:pt x="1" y="15"/>
                </a:cubicBezTo>
                <a:cubicBezTo>
                  <a:pt x="0" y="14"/>
                  <a:pt x="0" y="11"/>
                  <a:pt x="0" y="9"/>
                </a:cubicBezTo>
                <a:cubicBezTo>
                  <a:pt x="0" y="8"/>
                  <a:pt x="0" y="6"/>
                  <a:pt x="1" y="5"/>
                </a:cubicBezTo>
                <a:cubicBezTo>
                  <a:pt x="2" y="3"/>
                  <a:pt x="3" y="2"/>
                  <a:pt x="5" y="1"/>
                </a:cubicBezTo>
                <a:cubicBezTo>
                  <a:pt x="6" y="0"/>
                  <a:pt x="8" y="0"/>
                  <a:pt x="10" y="0"/>
                </a:cubicBezTo>
                <a:cubicBezTo>
                  <a:pt x="11" y="0"/>
                  <a:pt x="13" y="0"/>
                  <a:pt x="14" y="1"/>
                </a:cubicBezTo>
                <a:cubicBezTo>
                  <a:pt x="16" y="2"/>
                  <a:pt x="17" y="3"/>
                  <a:pt x="19" y="5"/>
                </a:cubicBezTo>
                <a:cubicBezTo>
                  <a:pt x="20" y="6"/>
                  <a:pt x="20" y="8"/>
                  <a:pt x="20" y="9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763720" y="3763440"/>
            <a:ext cx="7200" cy="7200"/>
          </a:xfrm>
          <a:custGeom>
            <a:avLst/>
            <a:gdLst/>
            <a:ahLst/>
            <a:rect l="0" t="0" r="r" b="b"/>
            <a:pathLst>
              <a:path w="20" h="20">
                <a:moveTo>
                  <a:pt x="11" y="5"/>
                </a:moveTo>
                <a:lnTo>
                  <a:pt x="11" y="11"/>
                </a:lnTo>
                <a:lnTo>
                  <a:pt x="7" y="11"/>
                </a:lnTo>
                <a:lnTo>
                  <a:pt x="6" y="11"/>
                </a:lnTo>
                <a:lnTo>
                  <a:pt x="6" y="10"/>
                </a:lnTo>
                <a:cubicBezTo>
                  <a:pt x="7" y="9"/>
                  <a:pt x="7" y="9"/>
                  <a:pt x="7" y="9"/>
                </a:cubicBezTo>
                <a:lnTo>
                  <a:pt x="10" y="9"/>
                </a:lnTo>
                <a:lnTo>
                  <a:pt x="10" y="5"/>
                </a:lnTo>
                <a:lnTo>
                  <a:pt x="11" y="5"/>
                </a:lnTo>
                <a:moveTo>
                  <a:pt x="17" y="9"/>
                </a:moveTo>
                <a:cubicBezTo>
                  <a:pt x="17" y="8"/>
                  <a:pt x="17" y="7"/>
                  <a:pt x="16" y="6"/>
                </a:cubicBezTo>
                <a:cubicBezTo>
                  <a:pt x="15" y="5"/>
                  <a:pt x="14" y="4"/>
                  <a:pt x="13" y="3"/>
                </a:cubicBezTo>
                <a:cubicBezTo>
                  <a:pt x="12" y="2"/>
                  <a:pt x="11" y="2"/>
                  <a:pt x="10" y="2"/>
                </a:cubicBezTo>
                <a:cubicBezTo>
                  <a:pt x="8" y="2"/>
                  <a:pt x="7" y="2"/>
                  <a:pt x="6" y="3"/>
                </a:cubicBezTo>
                <a:cubicBezTo>
                  <a:pt x="5" y="4"/>
                  <a:pt x="4" y="5"/>
                  <a:pt x="3" y="6"/>
                </a:cubicBezTo>
                <a:cubicBezTo>
                  <a:pt x="2" y="7"/>
                  <a:pt x="2" y="8"/>
                  <a:pt x="2" y="9"/>
                </a:cubicBezTo>
                <a:cubicBezTo>
                  <a:pt x="2" y="11"/>
                  <a:pt x="2" y="12"/>
                  <a:pt x="3" y="14"/>
                </a:cubicBezTo>
                <a:cubicBezTo>
                  <a:pt x="4" y="15"/>
                  <a:pt x="5" y="16"/>
                  <a:pt x="6" y="17"/>
                </a:cubicBezTo>
                <a:cubicBezTo>
                  <a:pt x="7" y="18"/>
                  <a:pt x="8" y="18"/>
                  <a:pt x="10" y="18"/>
                </a:cubicBezTo>
                <a:cubicBezTo>
                  <a:pt x="11" y="18"/>
                  <a:pt x="12" y="18"/>
                  <a:pt x="13" y="17"/>
                </a:cubicBezTo>
                <a:cubicBezTo>
                  <a:pt x="14" y="16"/>
                  <a:pt x="15" y="15"/>
                  <a:pt x="16" y="14"/>
                </a:cubicBezTo>
                <a:cubicBezTo>
                  <a:pt x="17" y="12"/>
                  <a:pt x="17" y="11"/>
                  <a:pt x="17" y="9"/>
                </a:cubicBezTo>
                <a:moveTo>
                  <a:pt x="20" y="9"/>
                </a:moveTo>
                <a:cubicBezTo>
                  <a:pt x="20" y="11"/>
                  <a:pt x="20" y="14"/>
                  <a:pt x="19" y="15"/>
                </a:cubicBezTo>
                <a:cubicBezTo>
                  <a:pt x="17" y="17"/>
                  <a:pt x="16" y="18"/>
                  <a:pt x="14" y="19"/>
                </a:cubicBezTo>
                <a:cubicBezTo>
                  <a:pt x="13" y="19"/>
                  <a:pt x="11" y="20"/>
                  <a:pt x="10" y="20"/>
                </a:cubicBezTo>
                <a:cubicBezTo>
                  <a:pt x="8" y="20"/>
                  <a:pt x="6" y="19"/>
                  <a:pt x="5" y="19"/>
                </a:cubicBezTo>
                <a:cubicBezTo>
                  <a:pt x="3" y="18"/>
                  <a:pt x="2" y="17"/>
                  <a:pt x="1" y="15"/>
                </a:cubicBezTo>
                <a:cubicBezTo>
                  <a:pt x="0" y="14"/>
                  <a:pt x="0" y="11"/>
                  <a:pt x="0" y="9"/>
                </a:cubicBezTo>
                <a:cubicBezTo>
                  <a:pt x="0" y="8"/>
                  <a:pt x="0" y="6"/>
                  <a:pt x="1" y="5"/>
                </a:cubicBezTo>
                <a:cubicBezTo>
                  <a:pt x="2" y="3"/>
                  <a:pt x="3" y="2"/>
                  <a:pt x="5" y="1"/>
                </a:cubicBezTo>
                <a:cubicBezTo>
                  <a:pt x="6" y="0"/>
                  <a:pt x="8" y="0"/>
                  <a:pt x="10" y="0"/>
                </a:cubicBezTo>
                <a:cubicBezTo>
                  <a:pt x="11" y="0"/>
                  <a:pt x="13" y="0"/>
                  <a:pt x="14" y="1"/>
                </a:cubicBezTo>
                <a:cubicBezTo>
                  <a:pt x="16" y="2"/>
                  <a:pt x="17" y="3"/>
                  <a:pt x="19" y="5"/>
                </a:cubicBezTo>
                <a:cubicBezTo>
                  <a:pt x="20" y="6"/>
                  <a:pt x="20" y="8"/>
                  <a:pt x="20" y="9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753640" y="3783600"/>
            <a:ext cx="1800" cy="16560"/>
          </a:xfrm>
          <a:custGeom>
            <a:avLst/>
            <a:gdLst/>
            <a:ahLst/>
            <a:rect l="0" t="0" r="r" b="b"/>
            <a:pathLst>
              <a:path fill="none" w="5" h="46">
                <a:moveTo>
                  <a:pt x="5" y="46"/>
                </a:moveTo>
                <a:lnTo>
                  <a:pt x="0" y="46"/>
                </a:lnTo>
                <a:lnTo>
                  <a:pt x="0" y="0"/>
                </a:lnTo>
                <a:lnTo>
                  <a:pt x="5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712240" y="375912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45" y="22"/>
                </a:moveTo>
                <a:cubicBezTo>
                  <a:pt x="45" y="26"/>
                  <a:pt x="44" y="30"/>
                  <a:pt x="42" y="34"/>
                </a:cubicBezTo>
                <a:cubicBezTo>
                  <a:pt x="40" y="37"/>
                  <a:pt x="37" y="40"/>
                  <a:pt x="34" y="42"/>
                </a:cubicBezTo>
                <a:cubicBezTo>
                  <a:pt x="31" y="43"/>
                  <a:pt x="27" y="44"/>
                  <a:pt x="23" y="44"/>
                </a:cubicBezTo>
                <a:cubicBezTo>
                  <a:pt x="19" y="44"/>
                  <a:pt x="16" y="43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6" y="1"/>
                  <a:pt x="19" y="0"/>
                  <a:pt x="23" y="0"/>
                </a:cubicBezTo>
                <a:cubicBezTo>
                  <a:pt x="27" y="0"/>
                  <a:pt x="31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4" y="14"/>
                  <a:pt x="45" y="18"/>
                  <a:pt x="45" y="22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712240" y="375912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45" y="22"/>
                </a:moveTo>
                <a:cubicBezTo>
                  <a:pt x="45" y="26"/>
                  <a:pt x="44" y="30"/>
                  <a:pt x="42" y="34"/>
                </a:cubicBezTo>
                <a:cubicBezTo>
                  <a:pt x="40" y="37"/>
                  <a:pt x="37" y="40"/>
                  <a:pt x="34" y="42"/>
                </a:cubicBezTo>
                <a:cubicBezTo>
                  <a:pt x="31" y="43"/>
                  <a:pt x="27" y="44"/>
                  <a:pt x="23" y="44"/>
                </a:cubicBezTo>
                <a:cubicBezTo>
                  <a:pt x="19" y="44"/>
                  <a:pt x="16" y="43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0"/>
                  <a:pt x="0" y="26"/>
                  <a:pt x="0" y="22"/>
                </a:cubicBezTo>
                <a:cubicBezTo>
                  <a:pt x="0" y="18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6" y="1"/>
                  <a:pt x="19" y="0"/>
                  <a:pt x="23" y="0"/>
                </a:cubicBezTo>
                <a:cubicBezTo>
                  <a:pt x="27" y="0"/>
                  <a:pt x="31" y="1"/>
                  <a:pt x="34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4" y="14"/>
                  <a:pt x="45" y="18"/>
                  <a:pt x="45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712240" y="37591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3" y="41"/>
                  <a:pt x="4" y="33"/>
                  <a:pt x="4" y="23"/>
                </a:cubicBezTo>
                <a:cubicBezTo>
                  <a:pt x="4" y="13"/>
                  <a:pt x="13" y="4"/>
                  <a:pt x="23" y="4"/>
                </a:cubicBezTo>
                <a:cubicBezTo>
                  <a:pt x="33" y="4"/>
                  <a:pt x="41" y="13"/>
                  <a:pt x="41" y="23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6" y="14"/>
                  <a:pt x="6" y="23"/>
                </a:cubicBezTo>
                <a:cubicBezTo>
                  <a:pt x="6" y="32"/>
                  <a:pt x="14" y="39"/>
                  <a:pt x="23" y="39"/>
                </a:cubicBezTo>
                <a:cubicBezTo>
                  <a:pt x="32" y="39"/>
                  <a:pt x="40" y="32"/>
                  <a:pt x="40" y="23"/>
                </a:cubicBezTo>
                <a:cubicBezTo>
                  <a:pt x="40" y="14"/>
                  <a:pt x="32" y="5"/>
                  <a:pt x="23" y="5"/>
                </a:cubicBezTo>
                <a:moveTo>
                  <a:pt x="23" y="1"/>
                </a:moveTo>
                <a:cubicBezTo>
                  <a:pt x="26" y="1"/>
                  <a:pt x="29" y="2"/>
                  <a:pt x="31" y="3"/>
                </a:cubicBezTo>
                <a:cubicBezTo>
                  <a:pt x="34" y="4"/>
                  <a:pt x="36" y="5"/>
                  <a:pt x="38" y="7"/>
                </a:cubicBezTo>
                <a:cubicBezTo>
                  <a:pt x="40" y="10"/>
                  <a:pt x="41" y="12"/>
                  <a:pt x="42" y="15"/>
                </a:cubicBezTo>
                <a:cubicBezTo>
                  <a:pt x="43" y="17"/>
                  <a:pt x="44" y="20"/>
                  <a:pt x="44" y="23"/>
                </a:cubicBezTo>
                <a:cubicBezTo>
                  <a:pt x="44" y="26"/>
                  <a:pt x="43" y="28"/>
                  <a:pt x="42" y="31"/>
                </a:cubicBezTo>
                <a:cubicBezTo>
                  <a:pt x="41" y="33"/>
                  <a:pt x="40" y="35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0" y="43"/>
                  <a:pt x="18" y="43"/>
                  <a:pt x="15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5"/>
                  <a:pt x="4" y="33"/>
                  <a:pt x="3" y="31"/>
                </a:cubicBezTo>
                <a:cubicBezTo>
                  <a:pt x="2" y="28"/>
                  <a:pt x="2" y="26"/>
                  <a:pt x="2" y="23"/>
                </a:cubicBezTo>
                <a:cubicBezTo>
                  <a:pt x="2" y="20"/>
                  <a:pt x="2" y="17"/>
                  <a:pt x="3" y="15"/>
                </a:cubicBezTo>
                <a:cubicBezTo>
                  <a:pt x="4" y="12"/>
                  <a:pt x="6" y="10"/>
                  <a:pt x="8" y="7"/>
                </a:cubicBezTo>
                <a:cubicBezTo>
                  <a:pt x="10" y="5"/>
                  <a:pt x="12" y="4"/>
                  <a:pt x="15" y="3"/>
                </a:cubicBezTo>
                <a:cubicBezTo>
                  <a:pt x="18" y="2"/>
                  <a:pt x="20" y="1"/>
                  <a:pt x="23" y="1"/>
                </a:cubicBezTo>
                <a:moveTo>
                  <a:pt x="23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3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1"/>
                  <a:pt x="35" y="0"/>
                  <a:pt x="23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716200" y="376272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11" y="2"/>
                </a:moveTo>
                <a:lnTo>
                  <a:pt x="22" y="20"/>
                </a:lnTo>
                <a:lnTo>
                  <a:pt x="2" y="20"/>
                </a:lnTo>
                <a:lnTo>
                  <a:pt x="11" y="2"/>
                </a:lnTo>
                <a:moveTo>
                  <a:pt x="11" y="0"/>
                </a:moveTo>
                <a:lnTo>
                  <a:pt x="10" y="1"/>
                </a:lnTo>
                <a:lnTo>
                  <a:pt x="0" y="20"/>
                </a:lnTo>
                <a:lnTo>
                  <a:pt x="0" y="21"/>
                </a:lnTo>
                <a:cubicBezTo>
                  <a:pt x="1" y="21"/>
                  <a:pt x="1" y="22"/>
                  <a:pt x="1" y="22"/>
                </a:cubicBezTo>
                <a:lnTo>
                  <a:pt x="2" y="22"/>
                </a:lnTo>
                <a:lnTo>
                  <a:pt x="22" y="22"/>
                </a:lnTo>
                <a:cubicBezTo>
                  <a:pt x="23" y="22"/>
                  <a:pt x="23" y="21"/>
                  <a:pt x="23" y="21"/>
                </a:cubicBezTo>
                <a:lnTo>
                  <a:pt x="23" y="20"/>
                </a:lnTo>
                <a:lnTo>
                  <a:pt x="14" y="1"/>
                </a:lnTo>
                <a:cubicBezTo>
                  <a:pt x="12" y="1"/>
                  <a:pt x="13" y="1"/>
                  <a:pt x="13" y="1"/>
                </a:cubicBezTo>
                <a:cubicBezTo>
                  <a:pt x="13" y="0"/>
                  <a:pt x="13" y="0"/>
                  <a:pt x="11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716200" y="3762720"/>
            <a:ext cx="8280" cy="7920"/>
          </a:xfrm>
          <a:custGeom>
            <a:avLst/>
            <a:gdLst/>
            <a:ahLst/>
            <a:rect l="0" t="0" r="r" b="b"/>
            <a:pathLst>
              <a:path fill="none" w="23" h="22">
                <a:moveTo>
                  <a:pt x="11" y="2"/>
                </a:moveTo>
                <a:lnTo>
                  <a:pt x="22" y="20"/>
                </a:lnTo>
                <a:lnTo>
                  <a:pt x="2" y="20"/>
                </a:lnTo>
                <a:lnTo>
                  <a:pt x="11" y="2"/>
                </a:lnTo>
                <a:moveTo>
                  <a:pt x="11" y="0"/>
                </a:moveTo>
                <a:lnTo>
                  <a:pt x="10" y="1"/>
                </a:lnTo>
                <a:lnTo>
                  <a:pt x="0" y="20"/>
                </a:lnTo>
                <a:lnTo>
                  <a:pt x="0" y="21"/>
                </a:lnTo>
                <a:cubicBezTo>
                  <a:pt x="1" y="21"/>
                  <a:pt x="1" y="22"/>
                  <a:pt x="1" y="22"/>
                </a:cubicBezTo>
                <a:lnTo>
                  <a:pt x="2" y="22"/>
                </a:lnTo>
                <a:lnTo>
                  <a:pt x="22" y="22"/>
                </a:lnTo>
                <a:cubicBezTo>
                  <a:pt x="23" y="22"/>
                  <a:pt x="23" y="21"/>
                  <a:pt x="23" y="21"/>
                </a:cubicBezTo>
                <a:lnTo>
                  <a:pt x="23" y="20"/>
                </a:lnTo>
                <a:lnTo>
                  <a:pt x="14" y="1"/>
                </a:lnTo>
                <a:cubicBezTo>
                  <a:pt x="12" y="1"/>
                  <a:pt x="13" y="1"/>
                  <a:pt x="13" y="1"/>
                </a:cubicBezTo>
                <a:cubicBezTo>
                  <a:pt x="13" y="0"/>
                  <a:pt x="13" y="0"/>
                  <a:pt x="11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864520" y="375912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44" y="22"/>
                </a:moveTo>
                <a:cubicBezTo>
                  <a:pt x="44" y="26"/>
                  <a:pt x="43" y="31"/>
                  <a:pt x="41" y="34"/>
                </a:cubicBezTo>
                <a:cubicBezTo>
                  <a:pt x="39" y="37"/>
                  <a:pt x="36" y="40"/>
                  <a:pt x="33" y="42"/>
                </a:cubicBezTo>
                <a:cubicBezTo>
                  <a:pt x="30" y="44"/>
                  <a:pt x="26" y="45"/>
                  <a:pt x="22" y="45"/>
                </a:cubicBezTo>
                <a:cubicBezTo>
                  <a:pt x="17" y="45"/>
                  <a:pt x="14" y="44"/>
                  <a:pt x="10" y="42"/>
                </a:cubicBezTo>
                <a:cubicBezTo>
                  <a:pt x="7" y="40"/>
                  <a:pt x="4" y="37"/>
                  <a:pt x="2" y="34"/>
                </a:cubicBezTo>
                <a:cubicBezTo>
                  <a:pt x="1" y="31"/>
                  <a:pt x="0" y="26"/>
                  <a:pt x="0" y="22"/>
                </a:cubicBezTo>
                <a:cubicBezTo>
                  <a:pt x="0" y="18"/>
                  <a:pt x="0" y="15"/>
                  <a:pt x="2" y="11"/>
                </a:cubicBezTo>
                <a:cubicBezTo>
                  <a:pt x="4" y="8"/>
                  <a:pt x="7" y="5"/>
                  <a:pt x="10" y="3"/>
                </a:cubicBezTo>
                <a:cubicBezTo>
                  <a:pt x="14" y="1"/>
                  <a:pt x="17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6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solidFill>
            <a:srgbClr val="fc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864520" y="375912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44" y="22"/>
                </a:moveTo>
                <a:cubicBezTo>
                  <a:pt x="44" y="26"/>
                  <a:pt x="43" y="31"/>
                  <a:pt x="41" y="34"/>
                </a:cubicBezTo>
                <a:cubicBezTo>
                  <a:pt x="39" y="37"/>
                  <a:pt x="36" y="40"/>
                  <a:pt x="33" y="42"/>
                </a:cubicBezTo>
                <a:cubicBezTo>
                  <a:pt x="30" y="44"/>
                  <a:pt x="26" y="45"/>
                  <a:pt x="22" y="45"/>
                </a:cubicBezTo>
                <a:cubicBezTo>
                  <a:pt x="17" y="45"/>
                  <a:pt x="14" y="44"/>
                  <a:pt x="10" y="42"/>
                </a:cubicBezTo>
                <a:cubicBezTo>
                  <a:pt x="7" y="40"/>
                  <a:pt x="4" y="37"/>
                  <a:pt x="2" y="34"/>
                </a:cubicBezTo>
                <a:cubicBezTo>
                  <a:pt x="1" y="31"/>
                  <a:pt x="0" y="26"/>
                  <a:pt x="0" y="22"/>
                </a:cubicBezTo>
                <a:cubicBezTo>
                  <a:pt x="0" y="18"/>
                  <a:pt x="0" y="15"/>
                  <a:pt x="2" y="11"/>
                </a:cubicBezTo>
                <a:cubicBezTo>
                  <a:pt x="4" y="8"/>
                  <a:pt x="7" y="5"/>
                  <a:pt x="10" y="3"/>
                </a:cubicBezTo>
                <a:cubicBezTo>
                  <a:pt x="14" y="1"/>
                  <a:pt x="17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6" y="5"/>
                  <a:pt x="39" y="8"/>
                  <a:pt x="41" y="11"/>
                </a:cubicBezTo>
                <a:cubicBezTo>
                  <a:pt x="43" y="14"/>
                  <a:pt x="44" y="18"/>
                  <a:pt x="44" y="22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864160" y="37591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2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2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1"/>
                  <a:pt x="35" y="0"/>
                  <a:pt x="22" y="0"/>
                </a:cubicBezTo>
                <a:moveTo>
                  <a:pt x="22" y="40"/>
                </a:moveTo>
                <a:cubicBezTo>
                  <a:pt x="13" y="40"/>
                  <a:pt x="5" y="33"/>
                  <a:pt x="5" y="23"/>
                </a:cubicBezTo>
                <a:cubicBezTo>
                  <a:pt x="5" y="13"/>
                  <a:pt x="13" y="5"/>
                  <a:pt x="22" y="5"/>
                </a:cubicBezTo>
                <a:cubicBezTo>
                  <a:pt x="33" y="5"/>
                  <a:pt x="41" y="13"/>
                  <a:pt x="41" y="23"/>
                </a:cubicBezTo>
                <a:cubicBezTo>
                  <a:pt x="41" y="33"/>
                  <a:pt x="33" y="40"/>
                  <a:pt x="22" y="40"/>
                </a:cubicBezTo>
                <a:close/>
              </a:path>
            </a:pathLst>
          </a:custGeom>
          <a:solidFill>
            <a:srgbClr val="a3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864160" y="37591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2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2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1"/>
                  <a:pt x="35" y="0"/>
                  <a:pt x="22" y="0"/>
                </a:cubicBezTo>
                <a:moveTo>
                  <a:pt x="22" y="40"/>
                </a:moveTo>
                <a:cubicBezTo>
                  <a:pt x="13" y="40"/>
                  <a:pt x="5" y="33"/>
                  <a:pt x="5" y="23"/>
                </a:cubicBezTo>
                <a:cubicBezTo>
                  <a:pt x="5" y="13"/>
                  <a:pt x="13" y="5"/>
                  <a:pt x="22" y="5"/>
                </a:cubicBezTo>
                <a:cubicBezTo>
                  <a:pt x="33" y="5"/>
                  <a:pt x="41" y="13"/>
                  <a:pt x="41" y="23"/>
                </a:cubicBezTo>
                <a:cubicBezTo>
                  <a:pt x="41" y="33"/>
                  <a:pt x="33" y="40"/>
                  <a:pt x="22" y="4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799720" y="3753360"/>
            <a:ext cx="43920" cy="29160"/>
          </a:xfrm>
          <a:custGeom>
            <a:avLst/>
            <a:gdLst/>
            <a:ahLst/>
            <a:rect l="0" t="0" r="r" b="b"/>
            <a:pathLst>
              <a:path w="122" h="81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0"/>
                  <a:pt x="122" y="1"/>
                </a:cubicBezTo>
                <a:lnTo>
                  <a:pt x="122" y="80"/>
                </a:lnTo>
                <a:cubicBezTo>
                  <a:pt x="122" y="81"/>
                  <a:pt x="122" y="81"/>
                  <a:pt x="121" y="81"/>
                </a:cubicBezTo>
                <a:lnTo>
                  <a:pt x="1" y="81"/>
                </a:lnTo>
                <a:cubicBezTo>
                  <a:pt x="0" y="81"/>
                  <a:pt x="0" y="81"/>
                  <a:pt x="0" y="80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799720" y="3753360"/>
            <a:ext cx="43920" cy="29160"/>
          </a:xfrm>
          <a:custGeom>
            <a:avLst/>
            <a:gdLst/>
            <a:ahLst/>
            <a:rect l="0" t="0" r="r" b="b"/>
            <a:pathLst>
              <a:path w="122" h="81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0"/>
                  <a:pt x="122" y="1"/>
                </a:cubicBezTo>
                <a:lnTo>
                  <a:pt x="122" y="80"/>
                </a:lnTo>
                <a:cubicBezTo>
                  <a:pt x="122" y="81"/>
                  <a:pt x="122" y="81"/>
                  <a:pt x="121" y="81"/>
                </a:cubicBezTo>
                <a:lnTo>
                  <a:pt x="1" y="81"/>
                </a:lnTo>
                <a:cubicBezTo>
                  <a:pt x="0" y="81"/>
                  <a:pt x="0" y="81"/>
                  <a:pt x="0" y="80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857240" y="3769200"/>
            <a:ext cx="15840" cy="16560"/>
          </a:xfrm>
          <a:custGeom>
            <a:avLst/>
            <a:gdLst/>
            <a:ahLst/>
            <a:rect l="0" t="0" r="r" b="b"/>
            <a:pathLst>
              <a:path w="44" h="46">
                <a:moveTo>
                  <a:pt x="44" y="23"/>
                </a:moveTo>
                <a:cubicBezTo>
                  <a:pt x="44" y="27"/>
                  <a:pt x="44" y="31"/>
                  <a:pt x="42" y="34"/>
                </a:cubicBezTo>
                <a:cubicBezTo>
                  <a:pt x="40" y="37"/>
                  <a:pt x="37" y="40"/>
                  <a:pt x="34" y="42"/>
                </a:cubicBezTo>
                <a:cubicBezTo>
                  <a:pt x="30" y="44"/>
                  <a:pt x="27" y="46"/>
                  <a:pt x="22" y="46"/>
                </a:cubicBezTo>
                <a:cubicBezTo>
                  <a:pt x="18" y="46"/>
                  <a:pt x="14" y="44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1"/>
                  <a:pt x="0" y="27"/>
                  <a:pt x="0" y="23"/>
                </a:cubicBezTo>
                <a:cubicBezTo>
                  <a:pt x="0" y="19"/>
                  <a:pt x="1" y="15"/>
                  <a:pt x="3" y="12"/>
                </a:cubicBezTo>
                <a:cubicBezTo>
                  <a:pt x="5" y="9"/>
                  <a:pt x="8" y="6"/>
                  <a:pt x="11" y="4"/>
                </a:cubicBezTo>
                <a:cubicBezTo>
                  <a:pt x="14" y="2"/>
                  <a:pt x="18" y="0"/>
                  <a:pt x="22" y="0"/>
                </a:cubicBezTo>
                <a:cubicBezTo>
                  <a:pt x="27" y="0"/>
                  <a:pt x="30" y="2"/>
                  <a:pt x="34" y="4"/>
                </a:cubicBezTo>
                <a:cubicBezTo>
                  <a:pt x="37" y="6"/>
                  <a:pt x="40" y="9"/>
                  <a:pt x="42" y="12"/>
                </a:cubicBezTo>
                <a:cubicBezTo>
                  <a:pt x="44" y="15"/>
                  <a:pt x="44" y="19"/>
                  <a:pt x="44" y="23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1857240" y="3769200"/>
            <a:ext cx="15840" cy="16560"/>
          </a:xfrm>
          <a:custGeom>
            <a:avLst/>
            <a:gdLst/>
            <a:ahLst/>
            <a:rect l="0" t="0" r="r" b="b"/>
            <a:pathLst>
              <a:path w="44" h="46">
                <a:moveTo>
                  <a:pt x="44" y="23"/>
                </a:moveTo>
                <a:cubicBezTo>
                  <a:pt x="44" y="27"/>
                  <a:pt x="44" y="31"/>
                  <a:pt x="42" y="34"/>
                </a:cubicBezTo>
                <a:cubicBezTo>
                  <a:pt x="40" y="37"/>
                  <a:pt x="37" y="40"/>
                  <a:pt x="34" y="42"/>
                </a:cubicBezTo>
                <a:cubicBezTo>
                  <a:pt x="30" y="44"/>
                  <a:pt x="27" y="46"/>
                  <a:pt x="22" y="46"/>
                </a:cubicBezTo>
                <a:cubicBezTo>
                  <a:pt x="18" y="46"/>
                  <a:pt x="14" y="44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1"/>
                  <a:pt x="0" y="27"/>
                  <a:pt x="0" y="23"/>
                </a:cubicBezTo>
                <a:cubicBezTo>
                  <a:pt x="0" y="19"/>
                  <a:pt x="1" y="15"/>
                  <a:pt x="3" y="12"/>
                </a:cubicBezTo>
                <a:cubicBezTo>
                  <a:pt x="5" y="9"/>
                  <a:pt x="8" y="6"/>
                  <a:pt x="11" y="4"/>
                </a:cubicBezTo>
                <a:cubicBezTo>
                  <a:pt x="14" y="2"/>
                  <a:pt x="18" y="0"/>
                  <a:pt x="22" y="0"/>
                </a:cubicBezTo>
                <a:cubicBezTo>
                  <a:pt x="27" y="0"/>
                  <a:pt x="30" y="2"/>
                  <a:pt x="34" y="4"/>
                </a:cubicBezTo>
                <a:cubicBezTo>
                  <a:pt x="37" y="6"/>
                  <a:pt x="40" y="9"/>
                  <a:pt x="42" y="12"/>
                </a:cubicBezTo>
                <a:cubicBezTo>
                  <a:pt x="44" y="15"/>
                  <a:pt x="44" y="19"/>
                  <a:pt x="44" y="23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1857240" y="376920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3" y="41"/>
                  <a:pt x="4" y="33"/>
                  <a:pt x="4" y="22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1" y="12"/>
                  <a:pt x="41" y="22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5"/>
                </a:moveTo>
                <a:cubicBezTo>
                  <a:pt x="14" y="5"/>
                  <a:pt x="5" y="13"/>
                  <a:pt x="5" y="22"/>
                </a:cubicBezTo>
                <a:cubicBezTo>
                  <a:pt x="5" y="32"/>
                  <a:pt x="14" y="40"/>
                  <a:pt x="23" y="40"/>
                </a:cubicBezTo>
                <a:cubicBezTo>
                  <a:pt x="32" y="40"/>
                  <a:pt x="39" y="32"/>
                  <a:pt x="39" y="22"/>
                </a:cubicBezTo>
                <a:cubicBezTo>
                  <a:pt x="39" y="13"/>
                  <a:pt x="32" y="5"/>
                  <a:pt x="23" y="5"/>
                </a:cubicBezTo>
                <a:moveTo>
                  <a:pt x="23" y="1"/>
                </a:moveTo>
                <a:cubicBezTo>
                  <a:pt x="26" y="1"/>
                  <a:pt x="28" y="2"/>
                  <a:pt x="31" y="3"/>
                </a:cubicBezTo>
                <a:cubicBezTo>
                  <a:pt x="33" y="4"/>
                  <a:pt x="35" y="6"/>
                  <a:pt x="37" y="7"/>
                </a:cubicBezTo>
                <a:cubicBezTo>
                  <a:pt x="39" y="9"/>
                  <a:pt x="41" y="12"/>
                  <a:pt x="42" y="14"/>
                </a:cubicBezTo>
                <a:cubicBezTo>
                  <a:pt x="43" y="16"/>
                  <a:pt x="43" y="19"/>
                  <a:pt x="43" y="22"/>
                </a:cubicBezTo>
                <a:cubicBezTo>
                  <a:pt x="43" y="26"/>
                  <a:pt x="43" y="28"/>
                  <a:pt x="42" y="31"/>
                </a:cubicBezTo>
                <a:cubicBezTo>
                  <a:pt x="41" y="33"/>
                  <a:pt x="39" y="36"/>
                  <a:pt x="37" y="37"/>
                </a:cubicBezTo>
                <a:cubicBezTo>
                  <a:pt x="35" y="39"/>
                  <a:pt x="33" y="41"/>
                  <a:pt x="31" y="42"/>
                </a:cubicBezTo>
                <a:cubicBezTo>
                  <a:pt x="28" y="43"/>
                  <a:pt x="26" y="43"/>
                  <a:pt x="23" y="43"/>
                </a:cubicBezTo>
                <a:cubicBezTo>
                  <a:pt x="20" y="43"/>
                  <a:pt x="17" y="43"/>
                  <a:pt x="15" y="42"/>
                </a:cubicBezTo>
                <a:cubicBezTo>
                  <a:pt x="12" y="41"/>
                  <a:pt x="9" y="39"/>
                  <a:pt x="7" y="37"/>
                </a:cubicBezTo>
                <a:cubicBezTo>
                  <a:pt x="5" y="36"/>
                  <a:pt x="4" y="33"/>
                  <a:pt x="3" y="31"/>
                </a:cubicBezTo>
                <a:cubicBezTo>
                  <a:pt x="2" y="28"/>
                  <a:pt x="1" y="26"/>
                  <a:pt x="1" y="22"/>
                </a:cubicBezTo>
                <a:cubicBezTo>
                  <a:pt x="1" y="19"/>
                  <a:pt x="2" y="16"/>
                  <a:pt x="3" y="14"/>
                </a:cubicBezTo>
                <a:cubicBezTo>
                  <a:pt x="4" y="12"/>
                  <a:pt x="5" y="9"/>
                  <a:pt x="7" y="7"/>
                </a:cubicBezTo>
                <a:cubicBezTo>
                  <a:pt x="9" y="6"/>
                  <a:pt x="12" y="4"/>
                  <a:pt x="15" y="3"/>
                </a:cubicBezTo>
                <a:cubicBezTo>
                  <a:pt x="17" y="2"/>
                  <a:pt x="20" y="1"/>
                  <a:pt x="23" y="1"/>
                </a:cubicBezTo>
                <a:moveTo>
                  <a:pt x="23" y="0"/>
                </a:moveTo>
                <a:cubicBezTo>
                  <a:pt x="10" y="0"/>
                  <a:pt x="0" y="10"/>
                  <a:pt x="0" y="22"/>
                </a:cubicBezTo>
                <a:cubicBezTo>
                  <a:pt x="0" y="35"/>
                  <a:pt x="10" y="45"/>
                  <a:pt x="23" y="45"/>
                </a:cubicBezTo>
                <a:cubicBezTo>
                  <a:pt x="35" y="45"/>
                  <a:pt x="45" y="35"/>
                  <a:pt x="45" y="22"/>
                </a:cubicBezTo>
                <a:cubicBezTo>
                  <a:pt x="45" y="10"/>
                  <a:pt x="35" y="0"/>
                  <a:pt x="23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1861200" y="377316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2" y="1"/>
                </a:moveTo>
                <a:lnTo>
                  <a:pt x="21" y="20"/>
                </a:lnTo>
                <a:lnTo>
                  <a:pt x="1" y="20"/>
                </a:lnTo>
                <a:lnTo>
                  <a:pt x="12" y="1"/>
                </a:lnTo>
                <a:moveTo>
                  <a:pt x="12" y="0"/>
                </a:moveTo>
                <a:lnTo>
                  <a:pt x="10" y="0"/>
                </a:lnTo>
                <a:lnTo>
                  <a:pt x="9" y="0"/>
                </a:lnTo>
                <a:lnTo>
                  <a:pt x="0" y="19"/>
                </a:lnTo>
                <a:lnTo>
                  <a:pt x="0" y="20"/>
                </a:lnTo>
                <a:cubicBezTo>
                  <a:pt x="0" y="21"/>
                  <a:pt x="0" y="21"/>
                  <a:pt x="1" y="21"/>
                </a:cubicBezTo>
                <a:lnTo>
                  <a:pt x="21" y="21"/>
                </a:lnTo>
                <a:cubicBezTo>
                  <a:pt x="22" y="21"/>
                  <a:pt x="22" y="21"/>
                  <a:pt x="22" y="21"/>
                </a:cubicBezTo>
                <a:cubicBezTo>
                  <a:pt x="22" y="21"/>
                  <a:pt x="23" y="21"/>
                  <a:pt x="23" y="20"/>
                </a:cubicBezTo>
                <a:lnTo>
                  <a:pt x="23" y="19"/>
                </a:lnTo>
                <a:lnTo>
                  <a:pt x="13" y="0"/>
                </a:lnTo>
                <a:cubicBezTo>
                  <a:pt x="11" y="0"/>
                  <a:pt x="12" y="0"/>
                  <a:pt x="12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861200" y="3773160"/>
            <a:ext cx="8280" cy="7560"/>
          </a:xfrm>
          <a:custGeom>
            <a:avLst/>
            <a:gdLst/>
            <a:ahLst/>
            <a:rect l="0" t="0" r="r" b="b"/>
            <a:pathLst>
              <a:path fill="none" w="23" h="21">
                <a:moveTo>
                  <a:pt x="12" y="1"/>
                </a:moveTo>
                <a:lnTo>
                  <a:pt x="21" y="20"/>
                </a:lnTo>
                <a:lnTo>
                  <a:pt x="1" y="20"/>
                </a:lnTo>
                <a:lnTo>
                  <a:pt x="12" y="1"/>
                </a:lnTo>
                <a:moveTo>
                  <a:pt x="12" y="0"/>
                </a:moveTo>
                <a:lnTo>
                  <a:pt x="10" y="0"/>
                </a:lnTo>
                <a:lnTo>
                  <a:pt x="9" y="0"/>
                </a:lnTo>
                <a:lnTo>
                  <a:pt x="0" y="19"/>
                </a:lnTo>
                <a:lnTo>
                  <a:pt x="0" y="20"/>
                </a:lnTo>
                <a:cubicBezTo>
                  <a:pt x="0" y="21"/>
                  <a:pt x="0" y="21"/>
                  <a:pt x="1" y="21"/>
                </a:cubicBezTo>
                <a:lnTo>
                  <a:pt x="21" y="21"/>
                </a:lnTo>
                <a:cubicBezTo>
                  <a:pt x="22" y="21"/>
                  <a:pt x="22" y="21"/>
                  <a:pt x="22" y="21"/>
                </a:cubicBezTo>
                <a:cubicBezTo>
                  <a:pt x="22" y="21"/>
                  <a:pt x="23" y="21"/>
                  <a:pt x="23" y="20"/>
                </a:cubicBezTo>
                <a:lnTo>
                  <a:pt x="23" y="19"/>
                </a:lnTo>
                <a:lnTo>
                  <a:pt x="13" y="0"/>
                </a:lnTo>
                <a:cubicBezTo>
                  <a:pt x="11" y="0"/>
                  <a:pt x="12" y="0"/>
                  <a:pt x="12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1888560" y="3758400"/>
            <a:ext cx="2160" cy="36720"/>
          </a:xfrm>
          <a:custGeom>
            <a:avLst/>
            <a:gdLst/>
            <a:ahLst/>
            <a:rect l="0" t="0" r="r" b="b"/>
            <a:pathLst>
              <a:path fill="none" w="6" h="102">
                <a:moveTo>
                  <a:pt x="6" y="102"/>
                </a:moveTo>
                <a:lnTo>
                  <a:pt x="0" y="102"/>
                </a:lnTo>
                <a:lnTo>
                  <a:pt x="0" y="0"/>
                </a:lnTo>
                <a:lnTo>
                  <a:pt x="6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707200" y="3783600"/>
            <a:ext cx="1440" cy="16920"/>
          </a:xfrm>
          <a:custGeom>
            <a:avLst/>
            <a:gdLst/>
            <a:ahLst/>
            <a:rect l="0" t="0" r="r" b="b"/>
            <a:pathLst>
              <a:path fill="none" w="4" h="47">
                <a:moveTo>
                  <a:pt x="4" y="47"/>
                </a:moveTo>
                <a:lnTo>
                  <a:pt x="0" y="47"/>
                </a:lnTo>
                <a:lnTo>
                  <a:pt x="0" y="0"/>
                </a:lnTo>
                <a:lnTo>
                  <a:pt x="4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728080" y="3767040"/>
            <a:ext cx="2700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755080" y="376560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0" y="9"/>
                </a:moveTo>
                <a:lnTo>
                  <a:pt x="0" y="0"/>
                </a:lnTo>
                <a:lnTo>
                  <a:pt x="12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775240" y="3767040"/>
            <a:ext cx="2016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795400" y="376596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0" y="10"/>
                </a:moveTo>
                <a:lnTo>
                  <a:pt x="0" y="0"/>
                </a:lnTo>
                <a:lnTo>
                  <a:pt x="13" y="5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766960" y="3774960"/>
            <a:ext cx="360" cy="7200"/>
          </a:xfrm>
          <a:custGeom>
            <a:avLst/>
            <a:gdLst/>
            <a:ahLst/>
            <a:rect l="0" t="0" r="r" b="b"/>
            <a:pathLst>
              <a:path w="1" h="20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moveTo>
                  <a:pt x="1" y="6"/>
                </a:move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6"/>
                </a:lnTo>
                <a:moveTo>
                  <a:pt x="1" y="12"/>
                </a:moveTo>
                <a:lnTo>
                  <a:pt x="1" y="14"/>
                </a:lnTo>
                <a:lnTo>
                  <a:pt x="0" y="14"/>
                </a:lnTo>
                <a:lnTo>
                  <a:pt x="0" y="12"/>
                </a:lnTo>
                <a:lnTo>
                  <a:pt x="1" y="12"/>
                </a:lnTo>
                <a:moveTo>
                  <a:pt x="1" y="19"/>
                </a:moveTo>
                <a:lnTo>
                  <a:pt x="1" y="20"/>
                </a:lnTo>
                <a:lnTo>
                  <a:pt x="0" y="20"/>
                </a:lnTo>
                <a:lnTo>
                  <a:pt x="0" y="19"/>
                </a:lnTo>
                <a:lnTo>
                  <a:pt x="1" y="1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670120" y="3640680"/>
            <a:ext cx="50400" cy="114480"/>
          </a:xfrm>
          <a:custGeom>
            <a:avLst/>
            <a:gdLst/>
            <a:ahLst/>
            <a:rect l="0" t="0" r="r" b="b"/>
            <a:pathLst>
              <a:path fill="none" w="140" h="318">
                <a:moveTo>
                  <a:pt x="0" y="0"/>
                </a:moveTo>
                <a:lnTo>
                  <a:pt x="136" y="0"/>
                </a:lnTo>
                <a:lnTo>
                  <a:pt x="140" y="318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718720" y="3754800"/>
            <a:ext cx="3240" cy="4680"/>
          </a:xfrm>
          <a:custGeom>
            <a:avLst/>
            <a:gdLst/>
            <a:ahLst/>
            <a:rect l="0" t="0" r="r" b="b"/>
            <a:pathLst>
              <a:path w="9" h="13">
                <a:moveTo>
                  <a:pt x="0" y="0"/>
                </a:moveTo>
                <a:lnTo>
                  <a:pt x="9" y="0"/>
                </a:lnTo>
                <a:lnTo>
                  <a:pt x="4" y="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843280" y="3767400"/>
            <a:ext cx="165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859840" y="3765960"/>
            <a:ext cx="4680" cy="2880"/>
          </a:xfrm>
          <a:custGeom>
            <a:avLst/>
            <a:gdLst/>
            <a:ahLst/>
            <a:rect l="0" t="0" r="r" b="b"/>
            <a:pathLst>
              <a:path w="13" h="8">
                <a:moveTo>
                  <a:pt x="0" y="8"/>
                </a:moveTo>
                <a:lnTo>
                  <a:pt x="0" y="0"/>
                </a:lnTo>
                <a:lnTo>
                  <a:pt x="13" y="4"/>
                </a:lnTo>
                <a:lnTo>
                  <a:pt x="0" y="8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809800" y="3501720"/>
            <a:ext cx="62640" cy="253440"/>
          </a:xfrm>
          <a:custGeom>
            <a:avLst/>
            <a:gdLst/>
            <a:ahLst/>
            <a:rect l="0" t="0" r="r" b="b"/>
            <a:pathLst>
              <a:path fill="none" w="174" h="704">
                <a:moveTo>
                  <a:pt x="0" y="1"/>
                </a:moveTo>
                <a:lnTo>
                  <a:pt x="170" y="0"/>
                </a:lnTo>
                <a:lnTo>
                  <a:pt x="174" y="704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870640" y="3754800"/>
            <a:ext cx="3240" cy="4680"/>
          </a:xfrm>
          <a:custGeom>
            <a:avLst/>
            <a:gdLst/>
            <a:ahLst/>
            <a:rect l="0" t="0" r="r" b="b"/>
            <a:pathLst>
              <a:path w="9" h="13">
                <a:moveTo>
                  <a:pt x="0" y="0"/>
                </a:moveTo>
                <a:lnTo>
                  <a:pt x="9" y="0"/>
                </a:lnTo>
                <a:lnTo>
                  <a:pt x="5" y="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1873080" y="3776760"/>
            <a:ext cx="14400" cy="720"/>
          </a:xfrm>
          <a:custGeom>
            <a:avLst/>
            <a:gdLst/>
            <a:ahLst/>
            <a:rect l="0" t="0" r="r" b="b"/>
            <a:pathLst>
              <a:path w="40" h="2">
                <a:moveTo>
                  <a:pt x="0" y="0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moveTo>
                  <a:pt x="7" y="0"/>
                </a:moveTo>
                <a:lnTo>
                  <a:pt x="9" y="0"/>
                </a:lnTo>
                <a:lnTo>
                  <a:pt x="9" y="2"/>
                </a:lnTo>
                <a:lnTo>
                  <a:pt x="7" y="2"/>
                </a:lnTo>
                <a:lnTo>
                  <a:pt x="7" y="0"/>
                </a:lnTo>
                <a:moveTo>
                  <a:pt x="14" y="0"/>
                </a:moveTo>
                <a:lnTo>
                  <a:pt x="15" y="0"/>
                </a:lnTo>
                <a:lnTo>
                  <a:pt x="15" y="2"/>
                </a:lnTo>
                <a:lnTo>
                  <a:pt x="14" y="2"/>
                </a:lnTo>
                <a:lnTo>
                  <a:pt x="14" y="0"/>
                </a:lnTo>
                <a:moveTo>
                  <a:pt x="20" y="0"/>
                </a:moveTo>
                <a:lnTo>
                  <a:pt x="21" y="0"/>
                </a:lnTo>
                <a:lnTo>
                  <a:pt x="21" y="2"/>
                </a:lnTo>
                <a:lnTo>
                  <a:pt x="20" y="2"/>
                </a:lnTo>
                <a:lnTo>
                  <a:pt x="20" y="0"/>
                </a:lnTo>
                <a:moveTo>
                  <a:pt x="26" y="0"/>
                </a:moveTo>
                <a:lnTo>
                  <a:pt x="28" y="0"/>
                </a:lnTo>
                <a:lnTo>
                  <a:pt x="28" y="2"/>
                </a:lnTo>
                <a:lnTo>
                  <a:pt x="26" y="2"/>
                </a:lnTo>
                <a:lnTo>
                  <a:pt x="26" y="0"/>
                </a:lnTo>
                <a:moveTo>
                  <a:pt x="32" y="0"/>
                </a:moveTo>
                <a:lnTo>
                  <a:pt x="34" y="0"/>
                </a:lnTo>
                <a:lnTo>
                  <a:pt x="34" y="2"/>
                </a:lnTo>
                <a:lnTo>
                  <a:pt x="32" y="2"/>
                </a:lnTo>
                <a:lnTo>
                  <a:pt x="32" y="0"/>
                </a:lnTo>
                <a:moveTo>
                  <a:pt x="39" y="0"/>
                </a:moveTo>
                <a:lnTo>
                  <a:pt x="40" y="0"/>
                </a:lnTo>
                <a:lnTo>
                  <a:pt x="40" y="2"/>
                </a:lnTo>
                <a:lnTo>
                  <a:pt x="39" y="2"/>
                </a:lnTo>
                <a:lnTo>
                  <a:pt x="39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 flipV="1">
            <a:off x="2230560" y="3640680"/>
            <a:ext cx="1260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243160" y="3639240"/>
            <a:ext cx="5040" cy="3240"/>
          </a:xfrm>
          <a:custGeom>
            <a:avLst/>
            <a:gdLst/>
            <a:ahLst/>
            <a:rect l="0" t="0" r="r" b="b"/>
            <a:pathLst>
              <a:path w="14" h="9">
                <a:moveTo>
                  <a:pt x="0" y="9"/>
                </a:moveTo>
                <a:lnTo>
                  <a:pt x="0" y="0"/>
                </a:lnTo>
                <a:lnTo>
                  <a:pt x="14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291400" y="3641040"/>
            <a:ext cx="187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310120" y="363960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0" y="9"/>
                </a:moveTo>
                <a:lnTo>
                  <a:pt x="0" y="0"/>
                </a:lnTo>
                <a:lnTo>
                  <a:pt x="12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441520" y="3503520"/>
            <a:ext cx="21240" cy="720"/>
          </a:xfrm>
          <a:custGeom>
            <a:avLst/>
            <a:gdLst/>
            <a:ahLst/>
            <a:rect l="0" t="0" r="r" b="b"/>
            <a:pathLst>
              <a:path w="59" h="2">
                <a:moveTo>
                  <a:pt x="0" y="0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moveTo>
                  <a:pt x="6" y="0"/>
                </a:moveTo>
                <a:lnTo>
                  <a:pt x="7" y="0"/>
                </a:lnTo>
                <a:lnTo>
                  <a:pt x="7" y="2"/>
                </a:lnTo>
                <a:lnTo>
                  <a:pt x="6" y="2"/>
                </a:lnTo>
                <a:lnTo>
                  <a:pt x="6" y="0"/>
                </a:lnTo>
                <a:moveTo>
                  <a:pt x="12" y="0"/>
                </a:moveTo>
                <a:lnTo>
                  <a:pt x="14" y="0"/>
                </a:lnTo>
                <a:lnTo>
                  <a:pt x="14" y="2"/>
                </a:lnTo>
                <a:lnTo>
                  <a:pt x="12" y="2"/>
                </a:lnTo>
                <a:lnTo>
                  <a:pt x="12" y="0"/>
                </a:lnTo>
                <a:moveTo>
                  <a:pt x="18" y="0"/>
                </a:moveTo>
                <a:lnTo>
                  <a:pt x="20" y="0"/>
                </a:lnTo>
                <a:lnTo>
                  <a:pt x="20" y="2"/>
                </a:lnTo>
                <a:lnTo>
                  <a:pt x="18" y="2"/>
                </a:lnTo>
                <a:lnTo>
                  <a:pt x="18" y="0"/>
                </a:lnTo>
                <a:moveTo>
                  <a:pt x="25" y="0"/>
                </a:moveTo>
                <a:lnTo>
                  <a:pt x="26" y="0"/>
                </a:lnTo>
                <a:lnTo>
                  <a:pt x="26" y="2"/>
                </a:lnTo>
                <a:lnTo>
                  <a:pt x="25" y="2"/>
                </a:lnTo>
                <a:lnTo>
                  <a:pt x="25" y="0"/>
                </a:lnTo>
                <a:moveTo>
                  <a:pt x="31" y="0"/>
                </a:moveTo>
                <a:lnTo>
                  <a:pt x="33" y="0"/>
                </a:lnTo>
                <a:lnTo>
                  <a:pt x="33" y="2"/>
                </a:lnTo>
                <a:lnTo>
                  <a:pt x="31" y="2"/>
                </a:lnTo>
                <a:lnTo>
                  <a:pt x="31" y="0"/>
                </a:lnTo>
                <a:moveTo>
                  <a:pt x="38" y="0"/>
                </a:moveTo>
                <a:lnTo>
                  <a:pt x="40" y="0"/>
                </a:lnTo>
                <a:lnTo>
                  <a:pt x="40" y="2"/>
                </a:lnTo>
                <a:lnTo>
                  <a:pt x="38" y="2"/>
                </a:lnTo>
                <a:lnTo>
                  <a:pt x="38" y="0"/>
                </a:lnTo>
                <a:moveTo>
                  <a:pt x="45" y="0"/>
                </a:moveTo>
                <a:lnTo>
                  <a:pt x="46" y="0"/>
                </a:lnTo>
                <a:lnTo>
                  <a:pt x="46" y="2"/>
                </a:lnTo>
                <a:lnTo>
                  <a:pt x="45" y="2"/>
                </a:lnTo>
                <a:lnTo>
                  <a:pt x="45" y="0"/>
                </a:lnTo>
                <a:moveTo>
                  <a:pt x="51" y="0"/>
                </a:moveTo>
                <a:lnTo>
                  <a:pt x="53" y="0"/>
                </a:lnTo>
                <a:lnTo>
                  <a:pt x="53" y="2"/>
                </a:lnTo>
                <a:lnTo>
                  <a:pt x="51" y="2"/>
                </a:lnTo>
                <a:lnTo>
                  <a:pt x="51" y="0"/>
                </a:lnTo>
                <a:moveTo>
                  <a:pt x="57" y="0"/>
                </a:moveTo>
                <a:lnTo>
                  <a:pt x="59" y="0"/>
                </a:lnTo>
                <a:lnTo>
                  <a:pt x="59" y="2"/>
                </a:lnTo>
                <a:lnTo>
                  <a:pt x="57" y="2"/>
                </a:lnTo>
                <a:lnTo>
                  <a:pt x="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720160" y="3774960"/>
            <a:ext cx="720" cy="7560"/>
          </a:xfrm>
          <a:custGeom>
            <a:avLst/>
            <a:gdLst/>
            <a:ahLst/>
            <a:rect l="0" t="0" r="r" b="b"/>
            <a:pathLst>
              <a:path w="2" h="21">
                <a:moveTo>
                  <a:pt x="2" y="0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moveTo>
                  <a:pt x="2" y="7"/>
                </a:moveTo>
                <a:lnTo>
                  <a:pt x="2" y="9"/>
                </a:lnTo>
                <a:lnTo>
                  <a:pt x="0" y="9"/>
                </a:lnTo>
                <a:lnTo>
                  <a:pt x="0" y="7"/>
                </a:lnTo>
                <a:lnTo>
                  <a:pt x="2" y="7"/>
                </a:lnTo>
                <a:moveTo>
                  <a:pt x="2" y="13"/>
                </a:moveTo>
                <a:lnTo>
                  <a:pt x="2" y="15"/>
                </a:lnTo>
                <a:lnTo>
                  <a:pt x="0" y="15"/>
                </a:lnTo>
                <a:lnTo>
                  <a:pt x="0" y="13"/>
                </a:lnTo>
                <a:lnTo>
                  <a:pt x="2" y="13"/>
                </a:lnTo>
                <a:moveTo>
                  <a:pt x="2" y="20"/>
                </a:moveTo>
                <a:lnTo>
                  <a:pt x="2" y="21"/>
                </a:lnTo>
                <a:lnTo>
                  <a:pt x="0" y="21"/>
                </a:lnTo>
                <a:lnTo>
                  <a:pt x="0" y="20"/>
                </a:lnTo>
                <a:lnTo>
                  <a:pt x="2" y="2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1484640" y="3832560"/>
            <a:ext cx="1317600" cy="88200"/>
          </a:xfrm>
          <a:custGeom>
            <a:avLst/>
            <a:gdLst/>
            <a:ahLst/>
            <a:rect l="0" t="0" r="r" b="b"/>
            <a:pathLst>
              <a:path w="3660" h="245">
                <a:moveTo>
                  <a:pt x="0" y="0"/>
                </a:moveTo>
                <a:lnTo>
                  <a:pt x="3660" y="0"/>
                </a:lnTo>
                <a:lnTo>
                  <a:pt x="3660" y="245"/>
                </a:lnTo>
                <a:lnTo>
                  <a:pt x="0" y="245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1484640" y="3832560"/>
            <a:ext cx="1317600" cy="88200"/>
          </a:xfrm>
          <a:custGeom>
            <a:avLst/>
            <a:gdLst/>
            <a:ahLst/>
            <a:rect l="0" t="0" r="r" b="b"/>
            <a:pathLst>
              <a:path w="3660" h="245">
                <a:moveTo>
                  <a:pt x="0" y="0"/>
                </a:moveTo>
                <a:lnTo>
                  <a:pt x="3660" y="0"/>
                </a:lnTo>
                <a:lnTo>
                  <a:pt x="3660" y="245"/>
                </a:lnTo>
                <a:lnTo>
                  <a:pt x="0" y="245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1484640" y="3832560"/>
            <a:ext cx="1317600" cy="88200"/>
          </a:xfrm>
          <a:custGeom>
            <a:avLst/>
            <a:gdLst/>
            <a:ahLst/>
            <a:rect l="0" t="0" r="r" b="b"/>
            <a:pathLst>
              <a:path w="3660" h="245">
                <a:moveTo>
                  <a:pt x="0" y="0"/>
                </a:moveTo>
                <a:lnTo>
                  <a:pt x="3660" y="0"/>
                </a:lnTo>
                <a:lnTo>
                  <a:pt x="3660" y="245"/>
                </a:lnTo>
                <a:lnTo>
                  <a:pt x="0" y="245"/>
                </a:ln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564920" y="38656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1"/>
                </a:moveTo>
                <a:cubicBezTo>
                  <a:pt x="44" y="25"/>
                  <a:pt x="43" y="29"/>
                  <a:pt x="41" y="32"/>
                </a:cubicBezTo>
                <a:cubicBezTo>
                  <a:pt x="39" y="36"/>
                  <a:pt x="37" y="39"/>
                  <a:pt x="33" y="41"/>
                </a:cubicBezTo>
                <a:cubicBezTo>
                  <a:pt x="30" y="43"/>
                  <a:pt x="26" y="44"/>
                  <a:pt x="22" y="44"/>
                </a:cubicBezTo>
                <a:cubicBezTo>
                  <a:pt x="17" y="44"/>
                  <a:pt x="14" y="43"/>
                  <a:pt x="10" y="41"/>
                </a:cubicBezTo>
                <a:cubicBezTo>
                  <a:pt x="7" y="39"/>
                  <a:pt x="4" y="36"/>
                  <a:pt x="3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3" y="10"/>
                </a:cubicBezTo>
                <a:cubicBezTo>
                  <a:pt x="5" y="7"/>
                  <a:pt x="7" y="4"/>
                  <a:pt x="10" y="3"/>
                </a:cubicBezTo>
                <a:cubicBezTo>
                  <a:pt x="14" y="1"/>
                  <a:pt x="17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4"/>
                  <a:pt x="39" y="7"/>
                  <a:pt x="41" y="10"/>
                </a:cubicBezTo>
                <a:cubicBezTo>
                  <a:pt x="43" y="14"/>
                  <a:pt x="44" y="17"/>
                  <a:pt x="44" y="21"/>
                </a:cubicBezTo>
                <a:close/>
              </a:path>
            </a:pathLst>
          </a:custGeom>
          <a:solidFill>
            <a:srgbClr val="fbe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1564920" y="38656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21"/>
                </a:moveTo>
                <a:cubicBezTo>
                  <a:pt x="44" y="25"/>
                  <a:pt x="43" y="29"/>
                  <a:pt x="41" y="32"/>
                </a:cubicBezTo>
                <a:cubicBezTo>
                  <a:pt x="39" y="36"/>
                  <a:pt x="37" y="39"/>
                  <a:pt x="33" y="41"/>
                </a:cubicBezTo>
                <a:cubicBezTo>
                  <a:pt x="30" y="43"/>
                  <a:pt x="26" y="44"/>
                  <a:pt x="22" y="44"/>
                </a:cubicBezTo>
                <a:cubicBezTo>
                  <a:pt x="17" y="44"/>
                  <a:pt x="14" y="43"/>
                  <a:pt x="10" y="41"/>
                </a:cubicBezTo>
                <a:cubicBezTo>
                  <a:pt x="7" y="39"/>
                  <a:pt x="4" y="36"/>
                  <a:pt x="3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3" y="10"/>
                </a:cubicBezTo>
                <a:cubicBezTo>
                  <a:pt x="5" y="7"/>
                  <a:pt x="7" y="4"/>
                  <a:pt x="10" y="3"/>
                </a:cubicBezTo>
                <a:cubicBezTo>
                  <a:pt x="14" y="1"/>
                  <a:pt x="17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4"/>
                  <a:pt x="39" y="7"/>
                  <a:pt x="41" y="10"/>
                </a:cubicBezTo>
                <a:cubicBezTo>
                  <a:pt x="43" y="14"/>
                  <a:pt x="44" y="17"/>
                  <a:pt x="44" y="21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1564560" y="38653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2" y="41"/>
                </a:moveTo>
                <a:cubicBezTo>
                  <a:pt x="12" y="41"/>
                  <a:pt x="4" y="33"/>
                  <a:pt x="4" y="23"/>
                </a:cubicBezTo>
                <a:cubicBezTo>
                  <a:pt x="4" y="12"/>
                  <a:pt x="12" y="4"/>
                  <a:pt x="22" y="4"/>
                </a:cubicBezTo>
                <a:cubicBezTo>
                  <a:pt x="33" y="4"/>
                  <a:pt x="42" y="12"/>
                  <a:pt x="42" y="23"/>
                </a:cubicBezTo>
                <a:cubicBezTo>
                  <a:pt x="42" y="33"/>
                  <a:pt x="33" y="41"/>
                  <a:pt x="22" y="41"/>
                </a:cubicBezTo>
                <a:moveTo>
                  <a:pt x="22" y="6"/>
                </a:moveTo>
                <a:cubicBezTo>
                  <a:pt x="13" y="6"/>
                  <a:pt x="6" y="13"/>
                  <a:pt x="6" y="23"/>
                </a:cubicBezTo>
                <a:cubicBezTo>
                  <a:pt x="6" y="32"/>
                  <a:pt x="13" y="40"/>
                  <a:pt x="22" y="40"/>
                </a:cubicBezTo>
                <a:cubicBezTo>
                  <a:pt x="31" y="40"/>
                  <a:pt x="40" y="32"/>
                  <a:pt x="40" y="23"/>
                </a:cubicBezTo>
                <a:cubicBezTo>
                  <a:pt x="40" y="13"/>
                  <a:pt x="31" y="6"/>
                  <a:pt x="22" y="6"/>
                </a:cubicBezTo>
                <a:moveTo>
                  <a:pt x="22" y="2"/>
                </a:moveTo>
                <a:cubicBezTo>
                  <a:pt x="25" y="2"/>
                  <a:pt x="28" y="2"/>
                  <a:pt x="30" y="3"/>
                </a:cubicBezTo>
                <a:cubicBezTo>
                  <a:pt x="34" y="4"/>
                  <a:pt x="36" y="6"/>
                  <a:pt x="38" y="8"/>
                </a:cubicBezTo>
                <a:cubicBezTo>
                  <a:pt x="40" y="10"/>
                  <a:pt x="41" y="12"/>
                  <a:pt x="42" y="14"/>
                </a:cubicBezTo>
                <a:cubicBezTo>
                  <a:pt x="43" y="17"/>
                  <a:pt x="44" y="20"/>
                  <a:pt x="44" y="23"/>
                </a:cubicBezTo>
                <a:cubicBezTo>
                  <a:pt x="44" y="26"/>
                  <a:pt x="43" y="29"/>
                  <a:pt x="42" y="31"/>
                </a:cubicBezTo>
                <a:cubicBezTo>
                  <a:pt x="41" y="34"/>
                  <a:pt x="40" y="36"/>
                  <a:pt x="38" y="38"/>
                </a:cubicBezTo>
                <a:cubicBezTo>
                  <a:pt x="36" y="40"/>
                  <a:pt x="34" y="41"/>
                  <a:pt x="30" y="42"/>
                </a:cubicBezTo>
                <a:cubicBezTo>
                  <a:pt x="28" y="43"/>
                  <a:pt x="25" y="44"/>
                  <a:pt x="22" y="44"/>
                </a:cubicBezTo>
                <a:cubicBezTo>
                  <a:pt x="20" y="44"/>
                  <a:pt x="17" y="43"/>
                  <a:pt x="14" y="42"/>
                </a:cubicBezTo>
                <a:cubicBezTo>
                  <a:pt x="12" y="41"/>
                  <a:pt x="10" y="40"/>
                  <a:pt x="8" y="38"/>
                </a:cubicBezTo>
                <a:cubicBezTo>
                  <a:pt x="6" y="36"/>
                  <a:pt x="4" y="34"/>
                  <a:pt x="3" y="31"/>
                </a:cubicBezTo>
                <a:cubicBezTo>
                  <a:pt x="2" y="29"/>
                  <a:pt x="2" y="26"/>
                  <a:pt x="2" y="23"/>
                </a:cubicBezTo>
                <a:cubicBezTo>
                  <a:pt x="2" y="20"/>
                  <a:pt x="2" y="17"/>
                  <a:pt x="3" y="14"/>
                </a:cubicBezTo>
                <a:cubicBezTo>
                  <a:pt x="4" y="12"/>
                  <a:pt x="6" y="10"/>
                  <a:pt x="8" y="8"/>
                </a:cubicBezTo>
                <a:cubicBezTo>
                  <a:pt x="10" y="6"/>
                  <a:pt x="12" y="4"/>
                  <a:pt x="14" y="3"/>
                </a:cubicBezTo>
                <a:cubicBezTo>
                  <a:pt x="17" y="2"/>
                  <a:pt x="20" y="2"/>
                  <a:pt x="22" y="2"/>
                </a:cubicBezTo>
                <a:moveTo>
                  <a:pt x="22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5"/>
                  <a:pt x="10" y="45"/>
                  <a:pt x="22" y="45"/>
                </a:cubicBezTo>
                <a:cubicBezTo>
                  <a:pt x="36" y="45"/>
                  <a:pt x="45" y="35"/>
                  <a:pt x="45" y="23"/>
                </a:cubicBezTo>
                <a:cubicBezTo>
                  <a:pt x="45" y="10"/>
                  <a:pt x="36" y="0"/>
                  <a:pt x="22" y="0"/>
                </a:cubicBez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568520" y="3869280"/>
            <a:ext cx="8640" cy="7560"/>
          </a:xfrm>
          <a:custGeom>
            <a:avLst/>
            <a:gdLst/>
            <a:ahLst/>
            <a:rect l="0" t="0" r="r" b="b"/>
            <a:pathLst>
              <a:path w="24" h="21">
                <a:moveTo>
                  <a:pt x="12" y="3"/>
                </a:moveTo>
                <a:lnTo>
                  <a:pt x="22" y="20"/>
                </a:lnTo>
                <a:lnTo>
                  <a:pt x="2" y="20"/>
                </a:lnTo>
                <a:lnTo>
                  <a:pt x="12" y="3"/>
                </a:lnTo>
                <a:moveTo>
                  <a:pt x="12" y="0"/>
                </a:moveTo>
                <a:cubicBezTo>
                  <a:pt x="10" y="0"/>
                  <a:pt x="11" y="0"/>
                  <a:pt x="11" y="1"/>
                </a:cubicBezTo>
                <a:lnTo>
                  <a:pt x="1" y="19"/>
                </a:lnTo>
                <a:cubicBezTo>
                  <a:pt x="0" y="20"/>
                  <a:pt x="0" y="20"/>
                  <a:pt x="1" y="21"/>
                </a:cubicBezTo>
                <a:lnTo>
                  <a:pt x="2" y="21"/>
                </a:lnTo>
                <a:lnTo>
                  <a:pt x="22" y="21"/>
                </a:lnTo>
                <a:lnTo>
                  <a:pt x="23" y="21"/>
                </a:lnTo>
                <a:cubicBezTo>
                  <a:pt x="24" y="20"/>
                  <a:pt x="24" y="20"/>
                  <a:pt x="23" y="19"/>
                </a:cubicBezTo>
                <a:lnTo>
                  <a:pt x="14" y="1"/>
                </a:lnTo>
                <a:cubicBezTo>
                  <a:pt x="14" y="0"/>
                  <a:pt x="13" y="0"/>
                  <a:pt x="13" y="0"/>
                </a:cubicBezTo>
                <a:lnTo>
                  <a:pt x="12" y="0"/>
                </a:lnTo>
                <a:close/>
              </a:path>
            </a:pathLst>
          </a:custGeom>
          <a:solidFill>
            <a:srgbClr val="e5a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568520" y="3869280"/>
            <a:ext cx="8640" cy="7560"/>
          </a:xfrm>
          <a:custGeom>
            <a:avLst/>
            <a:gdLst/>
            <a:ahLst/>
            <a:rect l="0" t="0" r="r" b="b"/>
            <a:pathLst>
              <a:path fill="none" w="24" h="21">
                <a:moveTo>
                  <a:pt x="12" y="3"/>
                </a:moveTo>
                <a:lnTo>
                  <a:pt x="22" y="20"/>
                </a:lnTo>
                <a:lnTo>
                  <a:pt x="2" y="20"/>
                </a:lnTo>
                <a:lnTo>
                  <a:pt x="12" y="3"/>
                </a:lnTo>
                <a:moveTo>
                  <a:pt x="12" y="0"/>
                </a:moveTo>
                <a:cubicBezTo>
                  <a:pt x="10" y="0"/>
                  <a:pt x="11" y="0"/>
                  <a:pt x="11" y="1"/>
                </a:cubicBezTo>
                <a:lnTo>
                  <a:pt x="1" y="19"/>
                </a:lnTo>
                <a:cubicBezTo>
                  <a:pt x="0" y="20"/>
                  <a:pt x="0" y="20"/>
                  <a:pt x="1" y="21"/>
                </a:cubicBezTo>
                <a:lnTo>
                  <a:pt x="2" y="21"/>
                </a:lnTo>
                <a:lnTo>
                  <a:pt x="22" y="21"/>
                </a:lnTo>
                <a:lnTo>
                  <a:pt x="23" y="21"/>
                </a:lnTo>
                <a:cubicBezTo>
                  <a:pt x="24" y="20"/>
                  <a:pt x="24" y="20"/>
                  <a:pt x="23" y="19"/>
                </a:cubicBezTo>
                <a:lnTo>
                  <a:pt x="14" y="1"/>
                </a:lnTo>
                <a:cubicBezTo>
                  <a:pt x="14" y="0"/>
                  <a:pt x="13" y="0"/>
                  <a:pt x="13" y="0"/>
                </a:cubicBezTo>
                <a:lnTo>
                  <a:pt x="12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1625040" y="3859200"/>
            <a:ext cx="114120" cy="28800"/>
          </a:xfrm>
          <a:custGeom>
            <a:avLst/>
            <a:gdLst/>
            <a:ahLst/>
            <a:rect l="0" t="0" r="r" b="b"/>
            <a:pathLst>
              <a:path w="317" h="80">
                <a:moveTo>
                  <a:pt x="1" y="0"/>
                </a:moveTo>
                <a:lnTo>
                  <a:pt x="315" y="0"/>
                </a:lnTo>
                <a:cubicBezTo>
                  <a:pt x="316" y="0"/>
                  <a:pt x="317" y="0"/>
                  <a:pt x="317" y="1"/>
                </a:cubicBezTo>
                <a:lnTo>
                  <a:pt x="317" y="79"/>
                </a:lnTo>
                <a:cubicBezTo>
                  <a:pt x="317" y="80"/>
                  <a:pt x="316" y="80"/>
                  <a:pt x="315" y="80"/>
                </a:cubicBezTo>
                <a:lnTo>
                  <a:pt x="1" y="80"/>
                </a:lnTo>
                <a:cubicBezTo>
                  <a:pt x="0" y="80"/>
                  <a:pt x="0" y="80"/>
                  <a:pt x="0" y="79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1625040" y="3859200"/>
            <a:ext cx="114120" cy="28800"/>
          </a:xfrm>
          <a:custGeom>
            <a:avLst/>
            <a:gdLst/>
            <a:ahLst/>
            <a:rect l="0" t="0" r="r" b="b"/>
            <a:pathLst>
              <a:path w="317" h="80">
                <a:moveTo>
                  <a:pt x="1" y="0"/>
                </a:moveTo>
                <a:lnTo>
                  <a:pt x="315" y="0"/>
                </a:lnTo>
                <a:cubicBezTo>
                  <a:pt x="316" y="0"/>
                  <a:pt x="317" y="0"/>
                  <a:pt x="317" y="1"/>
                </a:cubicBezTo>
                <a:lnTo>
                  <a:pt x="317" y="79"/>
                </a:lnTo>
                <a:cubicBezTo>
                  <a:pt x="317" y="80"/>
                  <a:pt x="316" y="80"/>
                  <a:pt x="315" y="80"/>
                </a:cubicBezTo>
                <a:lnTo>
                  <a:pt x="1" y="80"/>
                </a:lnTo>
                <a:cubicBezTo>
                  <a:pt x="0" y="80"/>
                  <a:pt x="0" y="80"/>
                  <a:pt x="0" y="79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1543320" y="3894480"/>
            <a:ext cx="3600" cy="18360"/>
          </a:xfrm>
          <a:custGeom>
            <a:avLst/>
            <a:gdLst/>
            <a:ahLst/>
            <a:rect l="0" t="0" r="r" b="b"/>
            <a:pathLst>
              <a:path fill="none" w="10" h="51">
                <a:moveTo>
                  <a:pt x="10" y="51"/>
                </a:moveTo>
                <a:lnTo>
                  <a:pt x="0" y="51"/>
                </a:lnTo>
                <a:lnTo>
                  <a:pt x="0" y="0"/>
                </a:lnTo>
                <a:lnTo>
                  <a:pt x="10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46120" y="3866040"/>
            <a:ext cx="43920" cy="29160"/>
          </a:xfrm>
          <a:custGeom>
            <a:avLst/>
            <a:gdLst/>
            <a:ahLst/>
            <a:rect l="0" t="0" r="r" b="b"/>
            <a:pathLst>
              <a:path w="122" h="81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0"/>
                  <a:pt x="122" y="1"/>
                </a:cubicBezTo>
                <a:lnTo>
                  <a:pt x="122" y="80"/>
                </a:lnTo>
                <a:cubicBezTo>
                  <a:pt x="122" y="81"/>
                  <a:pt x="122" y="81"/>
                  <a:pt x="121" y="81"/>
                </a:cubicBezTo>
                <a:lnTo>
                  <a:pt x="1" y="81"/>
                </a:lnTo>
                <a:cubicBezTo>
                  <a:pt x="0" y="81"/>
                  <a:pt x="0" y="81"/>
                  <a:pt x="0" y="80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346120" y="3866040"/>
            <a:ext cx="43920" cy="29160"/>
          </a:xfrm>
          <a:custGeom>
            <a:avLst/>
            <a:gdLst/>
            <a:ahLst/>
            <a:rect l="0" t="0" r="r" b="b"/>
            <a:pathLst>
              <a:path w="122" h="81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0"/>
                  <a:pt x="122" y="1"/>
                </a:cubicBezTo>
                <a:lnTo>
                  <a:pt x="122" y="80"/>
                </a:lnTo>
                <a:cubicBezTo>
                  <a:pt x="122" y="81"/>
                  <a:pt x="122" y="81"/>
                  <a:pt x="121" y="81"/>
                </a:cubicBezTo>
                <a:lnTo>
                  <a:pt x="1" y="81"/>
                </a:lnTo>
                <a:cubicBezTo>
                  <a:pt x="0" y="81"/>
                  <a:pt x="0" y="81"/>
                  <a:pt x="0" y="80"/>
                </a:cubicBezTo>
                <a:lnTo>
                  <a:pt x="0" y="1"/>
                </a:lnTo>
                <a:cubicBezTo>
                  <a:pt x="0" y="0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350800" y="387072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0"/>
                </a:moveTo>
                <a:lnTo>
                  <a:pt x="0" y="4"/>
                </a:lnTo>
                <a:lnTo>
                  <a:pt x="0" y="5"/>
                </a:lnTo>
                <a:lnTo>
                  <a:pt x="4" y="7"/>
                </a:lnTo>
                <a:cubicBezTo>
                  <a:pt x="5" y="7"/>
                  <a:pt x="5" y="7"/>
                  <a:pt x="4" y="7"/>
                </a:cubicBezTo>
                <a:lnTo>
                  <a:pt x="1" y="4"/>
                </a:lnTo>
                <a:lnTo>
                  <a:pt x="4" y="1"/>
                </a:lnTo>
                <a:cubicBezTo>
                  <a:pt x="5" y="1"/>
                  <a:pt x="5" y="0"/>
                  <a:pt x="4" y="0"/>
                </a:cubicBezTo>
                <a:close/>
              </a:path>
            </a:pathLst>
          </a:custGeom>
          <a:solidFill>
            <a:srgbClr val="393f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350800" y="387072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4" y="0"/>
                </a:moveTo>
                <a:lnTo>
                  <a:pt x="0" y="4"/>
                </a:lnTo>
                <a:lnTo>
                  <a:pt x="0" y="5"/>
                </a:lnTo>
                <a:lnTo>
                  <a:pt x="4" y="7"/>
                </a:lnTo>
                <a:cubicBezTo>
                  <a:pt x="5" y="7"/>
                  <a:pt x="5" y="7"/>
                  <a:pt x="4" y="7"/>
                </a:cubicBezTo>
                <a:lnTo>
                  <a:pt x="1" y="4"/>
                </a:lnTo>
                <a:lnTo>
                  <a:pt x="4" y="1"/>
                </a:lnTo>
                <a:cubicBezTo>
                  <a:pt x="5" y="1"/>
                  <a:pt x="5" y="0"/>
                  <a:pt x="4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352960" y="387072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0" y="0"/>
                </a:moveTo>
                <a:lnTo>
                  <a:pt x="0" y="1"/>
                </a:lnTo>
                <a:lnTo>
                  <a:pt x="2" y="4"/>
                </a:lnTo>
                <a:lnTo>
                  <a:pt x="0" y="7"/>
                </a:lnTo>
                <a:lnTo>
                  <a:pt x="4" y="5"/>
                </a:lnTo>
                <a:cubicBezTo>
                  <a:pt x="4" y="4"/>
                  <a:pt x="4" y="4"/>
                  <a:pt x="4" y="4"/>
                </a:cubicBezTo>
                <a:lnTo>
                  <a:pt x="0" y="0"/>
                </a:lnTo>
                <a:close/>
              </a:path>
            </a:pathLst>
          </a:custGeom>
          <a:solidFill>
            <a:srgbClr val="393f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352960" y="387072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0" y="0"/>
                </a:moveTo>
                <a:lnTo>
                  <a:pt x="0" y="1"/>
                </a:lnTo>
                <a:lnTo>
                  <a:pt x="2" y="4"/>
                </a:lnTo>
                <a:lnTo>
                  <a:pt x="0" y="7"/>
                </a:lnTo>
                <a:lnTo>
                  <a:pt x="4" y="5"/>
                </a:lnTo>
                <a:cubicBezTo>
                  <a:pt x="4" y="4"/>
                  <a:pt x="4" y="4"/>
                  <a:pt x="4" y="4"/>
                </a:cubicBezTo>
                <a:lnTo>
                  <a:pt x="0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348640" y="3869280"/>
            <a:ext cx="7920" cy="6840"/>
          </a:xfrm>
          <a:custGeom>
            <a:avLst/>
            <a:gdLst/>
            <a:ahLst/>
            <a:rect l="0" t="0" r="r" b="b"/>
            <a:pathLst>
              <a:path w="22" h="19">
                <a:moveTo>
                  <a:pt x="20" y="0"/>
                </a:moveTo>
                <a:cubicBezTo>
                  <a:pt x="20" y="0"/>
                  <a:pt x="7" y="0"/>
                  <a:pt x="6" y="0"/>
                </a:cubicBezTo>
                <a:cubicBezTo>
                  <a:pt x="3" y="0"/>
                  <a:pt x="3" y="3"/>
                  <a:pt x="3" y="3"/>
                </a:cubicBezTo>
                <a:lnTo>
                  <a:pt x="3" y="13"/>
                </a:lnTo>
                <a:lnTo>
                  <a:pt x="0" y="13"/>
                </a:lnTo>
                <a:cubicBezTo>
                  <a:pt x="0" y="13"/>
                  <a:pt x="0" y="19"/>
                  <a:pt x="4" y="19"/>
                </a:cubicBezTo>
                <a:lnTo>
                  <a:pt x="15" y="19"/>
                </a:lnTo>
                <a:cubicBezTo>
                  <a:pt x="17" y="19"/>
                  <a:pt x="19" y="17"/>
                  <a:pt x="19" y="15"/>
                </a:cubicBezTo>
                <a:cubicBezTo>
                  <a:pt x="19" y="14"/>
                  <a:pt x="19" y="10"/>
                  <a:pt x="19" y="6"/>
                </a:cubicBezTo>
                <a:lnTo>
                  <a:pt x="22" y="6"/>
                </a:lnTo>
                <a:lnTo>
                  <a:pt x="22" y="3"/>
                </a:lnTo>
                <a:cubicBezTo>
                  <a:pt x="22" y="3"/>
                  <a:pt x="22" y="0"/>
                  <a:pt x="20" y="0"/>
                </a:cubicBezTo>
                <a:moveTo>
                  <a:pt x="4" y="17"/>
                </a:moveTo>
                <a:cubicBezTo>
                  <a:pt x="3" y="17"/>
                  <a:pt x="3" y="17"/>
                  <a:pt x="3" y="17"/>
                </a:cubicBezTo>
                <a:cubicBezTo>
                  <a:pt x="2" y="16"/>
                  <a:pt x="2" y="15"/>
                  <a:pt x="2" y="14"/>
                </a:cubicBezTo>
                <a:lnTo>
                  <a:pt x="12" y="14"/>
                </a:lnTo>
                <a:lnTo>
                  <a:pt x="12" y="15"/>
                </a:lnTo>
                <a:cubicBezTo>
                  <a:pt x="12" y="16"/>
                  <a:pt x="13" y="17"/>
                  <a:pt x="13" y="17"/>
                </a:cubicBezTo>
                <a:lnTo>
                  <a:pt x="4" y="17"/>
                </a:lnTo>
                <a:moveTo>
                  <a:pt x="17" y="15"/>
                </a:moveTo>
                <a:cubicBezTo>
                  <a:pt x="17" y="16"/>
                  <a:pt x="17" y="16"/>
                  <a:pt x="16" y="17"/>
                </a:cubicBezTo>
                <a:lnTo>
                  <a:pt x="15" y="17"/>
                </a:lnTo>
                <a:cubicBezTo>
                  <a:pt x="14" y="17"/>
                  <a:pt x="14" y="13"/>
                  <a:pt x="14" y="13"/>
                </a:cubicBezTo>
                <a:lnTo>
                  <a:pt x="5" y="13"/>
                </a:lnTo>
                <a:lnTo>
                  <a:pt x="5" y="3"/>
                </a:lnTo>
                <a:cubicBezTo>
                  <a:pt x="5" y="2"/>
                  <a:pt x="5" y="2"/>
                  <a:pt x="5" y="2"/>
                </a:cubicBezTo>
                <a:cubicBezTo>
                  <a:pt x="5" y="1"/>
                  <a:pt x="5" y="1"/>
                  <a:pt x="6" y="1"/>
                </a:cubicBezTo>
                <a:lnTo>
                  <a:pt x="17" y="1"/>
                </a:lnTo>
                <a:cubicBezTo>
                  <a:pt x="17" y="2"/>
                  <a:pt x="17" y="2"/>
                  <a:pt x="17" y="2"/>
                </a:cubicBezTo>
                <a:lnTo>
                  <a:pt x="17" y="3"/>
                </a:lnTo>
                <a:lnTo>
                  <a:pt x="17" y="6"/>
                </a:lnTo>
                <a:lnTo>
                  <a:pt x="17" y="15"/>
                </a:lnTo>
                <a:close/>
              </a:path>
            </a:pathLst>
          </a:custGeom>
          <a:solidFill>
            <a:srgbClr val="393f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348640" y="3869280"/>
            <a:ext cx="7920" cy="6840"/>
          </a:xfrm>
          <a:custGeom>
            <a:avLst/>
            <a:gdLst/>
            <a:ahLst/>
            <a:rect l="0" t="0" r="r" b="b"/>
            <a:pathLst>
              <a:path w="22" h="19">
                <a:moveTo>
                  <a:pt x="20" y="0"/>
                </a:moveTo>
                <a:cubicBezTo>
                  <a:pt x="20" y="0"/>
                  <a:pt x="7" y="0"/>
                  <a:pt x="6" y="0"/>
                </a:cubicBezTo>
                <a:cubicBezTo>
                  <a:pt x="3" y="0"/>
                  <a:pt x="3" y="3"/>
                  <a:pt x="3" y="3"/>
                </a:cubicBezTo>
                <a:lnTo>
                  <a:pt x="3" y="13"/>
                </a:lnTo>
                <a:lnTo>
                  <a:pt x="0" y="13"/>
                </a:lnTo>
                <a:cubicBezTo>
                  <a:pt x="0" y="13"/>
                  <a:pt x="0" y="19"/>
                  <a:pt x="4" y="19"/>
                </a:cubicBezTo>
                <a:lnTo>
                  <a:pt x="15" y="19"/>
                </a:lnTo>
                <a:cubicBezTo>
                  <a:pt x="17" y="19"/>
                  <a:pt x="19" y="17"/>
                  <a:pt x="19" y="15"/>
                </a:cubicBezTo>
                <a:cubicBezTo>
                  <a:pt x="19" y="14"/>
                  <a:pt x="19" y="10"/>
                  <a:pt x="19" y="6"/>
                </a:cubicBezTo>
                <a:lnTo>
                  <a:pt x="22" y="6"/>
                </a:lnTo>
                <a:lnTo>
                  <a:pt x="22" y="3"/>
                </a:lnTo>
                <a:cubicBezTo>
                  <a:pt x="22" y="3"/>
                  <a:pt x="22" y="0"/>
                  <a:pt x="20" y="0"/>
                </a:cubicBezTo>
                <a:moveTo>
                  <a:pt x="4" y="17"/>
                </a:moveTo>
                <a:cubicBezTo>
                  <a:pt x="3" y="17"/>
                  <a:pt x="3" y="17"/>
                  <a:pt x="3" y="17"/>
                </a:cubicBezTo>
                <a:cubicBezTo>
                  <a:pt x="2" y="16"/>
                  <a:pt x="2" y="15"/>
                  <a:pt x="2" y="14"/>
                </a:cubicBezTo>
                <a:lnTo>
                  <a:pt x="12" y="14"/>
                </a:lnTo>
                <a:lnTo>
                  <a:pt x="12" y="15"/>
                </a:lnTo>
                <a:cubicBezTo>
                  <a:pt x="12" y="16"/>
                  <a:pt x="13" y="17"/>
                  <a:pt x="13" y="17"/>
                </a:cubicBezTo>
                <a:lnTo>
                  <a:pt x="4" y="17"/>
                </a:lnTo>
                <a:moveTo>
                  <a:pt x="17" y="15"/>
                </a:moveTo>
                <a:cubicBezTo>
                  <a:pt x="17" y="16"/>
                  <a:pt x="17" y="16"/>
                  <a:pt x="16" y="17"/>
                </a:cubicBezTo>
                <a:lnTo>
                  <a:pt x="15" y="17"/>
                </a:lnTo>
                <a:cubicBezTo>
                  <a:pt x="14" y="17"/>
                  <a:pt x="14" y="13"/>
                  <a:pt x="14" y="13"/>
                </a:cubicBezTo>
                <a:lnTo>
                  <a:pt x="5" y="13"/>
                </a:lnTo>
                <a:lnTo>
                  <a:pt x="5" y="3"/>
                </a:lnTo>
                <a:cubicBezTo>
                  <a:pt x="5" y="2"/>
                  <a:pt x="5" y="2"/>
                  <a:pt x="5" y="2"/>
                </a:cubicBezTo>
                <a:cubicBezTo>
                  <a:pt x="5" y="1"/>
                  <a:pt x="5" y="1"/>
                  <a:pt x="6" y="1"/>
                </a:cubicBezTo>
                <a:lnTo>
                  <a:pt x="17" y="1"/>
                </a:lnTo>
                <a:cubicBezTo>
                  <a:pt x="17" y="2"/>
                  <a:pt x="17" y="2"/>
                  <a:pt x="17" y="2"/>
                </a:cubicBezTo>
                <a:lnTo>
                  <a:pt x="17" y="3"/>
                </a:lnTo>
                <a:lnTo>
                  <a:pt x="17" y="6"/>
                </a:lnTo>
                <a:lnTo>
                  <a:pt x="17" y="15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1761480" y="3858840"/>
            <a:ext cx="43920" cy="29520"/>
          </a:xfrm>
          <a:custGeom>
            <a:avLst/>
            <a:gdLst/>
            <a:ahLst/>
            <a:rect l="0" t="0" r="r" b="b"/>
            <a:pathLst>
              <a:path w="122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1"/>
                  <a:pt x="122" y="2"/>
                </a:cubicBezTo>
                <a:lnTo>
                  <a:pt x="122" y="80"/>
                </a:lnTo>
                <a:cubicBezTo>
                  <a:pt x="122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1761480" y="3858840"/>
            <a:ext cx="43920" cy="29520"/>
          </a:xfrm>
          <a:custGeom>
            <a:avLst/>
            <a:gdLst/>
            <a:ahLst/>
            <a:rect l="0" t="0" r="r" b="b"/>
            <a:pathLst>
              <a:path w="122" h="82">
                <a:moveTo>
                  <a:pt x="1" y="0"/>
                </a:moveTo>
                <a:lnTo>
                  <a:pt x="121" y="0"/>
                </a:lnTo>
                <a:cubicBezTo>
                  <a:pt x="122" y="0"/>
                  <a:pt x="122" y="1"/>
                  <a:pt x="122" y="2"/>
                </a:cubicBezTo>
                <a:lnTo>
                  <a:pt x="122" y="80"/>
                </a:lnTo>
                <a:cubicBezTo>
                  <a:pt x="122" y="81"/>
                  <a:pt x="122" y="82"/>
                  <a:pt x="121" y="82"/>
                </a:cubicBezTo>
                <a:lnTo>
                  <a:pt x="1" y="82"/>
                </a:lnTo>
                <a:cubicBezTo>
                  <a:pt x="0" y="82"/>
                  <a:pt x="0" y="81"/>
                  <a:pt x="0" y="80"/>
                </a:cubicBezTo>
                <a:lnTo>
                  <a:pt x="0" y="2"/>
                </a:lnTo>
                <a:cubicBezTo>
                  <a:pt x="0" y="1"/>
                  <a:pt x="0" y="0"/>
                  <a:pt x="1" y="0"/>
                </a:cubicBezTo>
                <a:close/>
              </a:path>
            </a:pathLst>
          </a:custGeom>
          <a:noFill/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414880" y="3896640"/>
            <a:ext cx="2160" cy="19800"/>
          </a:xfrm>
          <a:custGeom>
            <a:avLst/>
            <a:gdLst/>
            <a:ahLst/>
            <a:rect l="0" t="0" r="r" b="b"/>
            <a:pathLst>
              <a:path fill="none" w="6" h="55">
                <a:moveTo>
                  <a:pt x="6" y="55"/>
                </a:moveTo>
                <a:lnTo>
                  <a:pt x="0" y="55"/>
                </a:lnTo>
                <a:lnTo>
                  <a:pt x="0" y="0"/>
                </a:lnTo>
                <a:lnTo>
                  <a:pt x="6" y="0"/>
                </a:ln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1839240" y="3889440"/>
            <a:ext cx="3240" cy="18000"/>
          </a:xfrm>
          <a:custGeom>
            <a:avLst/>
            <a:gdLst/>
            <a:ahLst/>
            <a:rect l="0" t="0" r="r" b="b"/>
            <a:pathLst>
              <a:path fill="none" w="9" h="50">
                <a:moveTo>
                  <a:pt x="9" y="50"/>
                </a:moveTo>
                <a:lnTo>
                  <a:pt x="0" y="50"/>
                </a:lnTo>
                <a:lnTo>
                  <a:pt x="0" y="0"/>
                </a:lnTo>
                <a:lnTo>
                  <a:pt x="9" y="0"/>
                </a:lnTo>
              </a:path>
            </a:pathLst>
          </a:custGeom>
          <a:ln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1856880" y="386568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45" y="21"/>
                </a:moveTo>
                <a:cubicBezTo>
                  <a:pt x="45" y="25"/>
                  <a:pt x="44" y="29"/>
                  <a:pt x="42" y="32"/>
                </a:cubicBezTo>
                <a:cubicBezTo>
                  <a:pt x="40" y="36"/>
                  <a:pt x="37" y="39"/>
                  <a:pt x="34" y="41"/>
                </a:cubicBezTo>
                <a:cubicBezTo>
                  <a:pt x="30" y="43"/>
                  <a:pt x="27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8" y="39"/>
                  <a:pt x="5" y="36"/>
                  <a:pt x="3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3" y="10"/>
                </a:cubicBezTo>
                <a:cubicBezTo>
                  <a:pt x="5" y="7"/>
                  <a:pt x="8" y="4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7" y="0"/>
                  <a:pt x="30" y="1"/>
                  <a:pt x="34" y="3"/>
                </a:cubicBezTo>
                <a:cubicBezTo>
                  <a:pt x="37" y="4"/>
                  <a:pt x="40" y="7"/>
                  <a:pt x="42" y="10"/>
                </a:cubicBezTo>
                <a:cubicBezTo>
                  <a:pt x="44" y="14"/>
                  <a:pt x="45" y="17"/>
                  <a:pt x="45" y="21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1856880" y="3865680"/>
            <a:ext cx="16200" cy="15840"/>
          </a:xfrm>
          <a:custGeom>
            <a:avLst/>
            <a:gdLst/>
            <a:ahLst/>
            <a:rect l="0" t="0" r="r" b="b"/>
            <a:pathLst>
              <a:path w="45" h="44">
                <a:moveTo>
                  <a:pt x="45" y="21"/>
                </a:moveTo>
                <a:cubicBezTo>
                  <a:pt x="45" y="25"/>
                  <a:pt x="44" y="29"/>
                  <a:pt x="42" y="32"/>
                </a:cubicBezTo>
                <a:cubicBezTo>
                  <a:pt x="40" y="36"/>
                  <a:pt x="37" y="39"/>
                  <a:pt x="34" y="41"/>
                </a:cubicBezTo>
                <a:cubicBezTo>
                  <a:pt x="30" y="43"/>
                  <a:pt x="27" y="44"/>
                  <a:pt x="22" y="44"/>
                </a:cubicBezTo>
                <a:cubicBezTo>
                  <a:pt x="18" y="44"/>
                  <a:pt x="14" y="43"/>
                  <a:pt x="11" y="41"/>
                </a:cubicBezTo>
                <a:cubicBezTo>
                  <a:pt x="8" y="39"/>
                  <a:pt x="5" y="36"/>
                  <a:pt x="3" y="32"/>
                </a:cubicBezTo>
                <a:cubicBezTo>
                  <a:pt x="1" y="29"/>
                  <a:pt x="0" y="25"/>
                  <a:pt x="0" y="21"/>
                </a:cubicBezTo>
                <a:cubicBezTo>
                  <a:pt x="0" y="17"/>
                  <a:pt x="1" y="14"/>
                  <a:pt x="3" y="10"/>
                </a:cubicBezTo>
                <a:cubicBezTo>
                  <a:pt x="5" y="7"/>
                  <a:pt x="8" y="4"/>
                  <a:pt x="11" y="3"/>
                </a:cubicBezTo>
                <a:cubicBezTo>
                  <a:pt x="14" y="1"/>
                  <a:pt x="18" y="0"/>
                  <a:pt x="22" y="0"/>
                </a:cubicBezTo>
                <a:cubicBezTo>
                  <a:pt x="27" y="0"/>
                  <a:pt x="30" y="1"/>
                  <a:pt x="34" y="3"/>
                </a:cubicBezTo>
                <a:cubicBezTo>
                  <a:pt x="37" y="4"/>
                  <a:pt x="40" y="7"/>
                  <a:pt x="42" y="10"/>
                </a:cubicBezTo>
                <a:cubicBezTo>
                  <a:pt x="44" y="14"/>
                  <a:pt x="45" y="17"/>
                  <a:pt x="45" y="21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1856880" y="38653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3" y="41"/>
                  <a:pt x="4" y="33"/>
                  <a:pt x="4" y="23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1" y="12"/>
                  <a:pt x="41" y="23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6"/>
                </a:moveTo>
                <a:cubicBezTo>
                  <a:pt x="14" y="6"/>
                  <a:pt x="5" y="13"/>
                  <a:pt x="5" y="23"/>
                </a:cubicBezTo>
                <a:cubicBezTo>
                  <a:pt x="5" y="32"/>
                  <a:pt x="14" y="40"/>
                  <a:pt x="23" y="40"/>
                </a:cubicBezTo>
                <a:cubicBezTo>
                  <a:pt x="32" y="40"/>
                  <a:pt x="39" y="32"/>
                  <a:pt x="39" y="23"/>
                </a:cubicBezTo>
                <a:cubicBezTo>
                  <a:pt x="39" y="13"/>
                  <a:pt x="32" y="6"/>
                  <a:pt x="23" y="6"/>
                </a:cubicBezTo>
                <a:moveTo>
                  <a:pt x="23" y="2"/>
                </a:moveTo>
                <a:cubicBezTo>
                  <a:pt x="26" y="2"/>
                  <a:pt x="28" y="2"/>
                  <a:pt x="31" y="3"/>
                </a:cubicBezTo>
                <a:cubicBezTo>
                  <a:pt x="33" y="4"/>
                  <a:pt x="35" y="6"/>
                  <a:pt x="37" y="8"/>
                </a:cubicBezTo>
                <a:cubicBezTo>
                  <a:pt x="39" y="10"/>
                  <a:pt x="41" y="12"/>
                  <a:pt x="42" y="14"/>
                </a:cubicBezTo>
                <a:cubicBezTo>
                  <a:pt x="43" y="17"/>
                  <a:pt x="43" y="20"/>
                  <a:pt x="43" y="23"/>
                </a:cubicBezTo>
                <a:cubicBezTo>
                  <a:pt x="43" y="26"/>
                  <a:pt x="43" y="29"/>
                  <a:pt x="42" y="31"/>
                </a:cubicBezTo>
                <a:cubicBezTo>
                  <a:pt x="41" y="34"/>
                  <a:pt x="39" y="36"/>
                  <a:pt x="37" y="38"/>
                </a:cubicBezTo>
                <a:cubicBezTo>
                  <a:pt x="35" y="40"/>
                  <a:pt x="33" y="41"/>
                  <a:pt x="31" y="42"/>
                </a:cubicBezTo>
                <a:cubicBezTo>
                  <a:pt x="28" y="43"/>
                  <a:pt x="26" y="44"/>
                  <a:pt x="23" y="44"/>
                </a:cubicBezTo>
                <a:cubicBezTo>
                  <a:pt x="20" y="44"/>
                  <a:pt x="17" y="43"/>
                  <a:pt x="15" y="42"/>
                </a:cubicBezTo>
                <a:cubicBezTo>
                  <a:pt x="11" y="41"/>
                  <a:pt x="9" y="40"/>
                  <a:pt x="7" y="38"/>
                </a:cubicBezTo>
                <a:cubicBezTo>
                  <a:pt x="5" y="36"/>
                  <a:pt x="4" y="34"/>
                  <a:pt x="3" y="31"/>
                </a:cubicBezTo>
                <a:cubicBezTo>
                  <a:pt x="2" y="29"/>
                  <a:pt x="1" y="26"/>
                  <a:pt x="1" y="23"/>
                </a:cubicBezTo>
                <a:cubicBezTo>
                  <a:pt x="1" y="20"/>
                  <a:pt x="2" y="17"/>
                  <a:pt x="3" y="14"/>
                </a:cubicBezTo>
                <a:cubicBezTo>
                  <a:pt x="4" y="12"/>
                  <a:pt x="5" y="10"/>
                  <a:pt x="7" y="8"/>
                </a:cubicBezTo>
                <a:cubicBezTo>
                  <a:pt x="9" y="6"/>
                  <a:pt x="11" y="4"/>
                  <a:pt x="15" y="3"/>
                </a:cubicBezTo>
                <a:cubicBezTo>
                  <a:pt x="17" y="2"/>
                  <a:pt x="20" y="2"/>
                  <a:pt x="23" y="2"/>
                </a:cubicBezTo>
                <a:moveTo>
                  <a:pt x="23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5"/>
                  <a:pt x="10" y="45"/>
                  <a:pt x="23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0"/>
                  <a:pt x="35" y="0"/>
                  <a:pt x="2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1856880" y="3865320"/>
            <a:ext cx="16200" cy="16200"/>
          </a:xfrm>
          <a:custGeom>
            <a:avLst/>
            <a:gdLst/>
            <a:ahLst/>
            <a:rect l="0" t="0" r="r" b="b"/>
            <a:pathLst>
              <a:path fill="none" w="45" h="45">
                <a:moveTo>
                  <a:pt x="23" y="41"/>
                </a:moveTo>
                <a:cubicBezTo>
                  <a:pt x="13" y="41"/>
                  <a:pt x="4" y="33"/>
                  <a:pt x="4" y="23"/>
                </a:cubicBezTo>
                <a:cubicBezTo>
                  <a:pt x="4" y="12"/>
                  <a:pt x="13" y="4"/>
                  <a:pt x="23" y="4"/>
                </a:cubicBezTo>
                <a:cubicBezTo>
                  <a:pt x="33" y="4"/>
                  <a:pt x="41" y="12"/>
                  <a:pt x="41" y="23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6"/>
                </a:moveTo>
                <a:cubicBezTo>
                  <a:pt x="14" y="6"/>
                  <a:pt x="5" y="13"/>
                  <a:pt x="5" y="23"/>
                </a:cubicBezTo>
                <a:cubicBezTo>
                  <a:pt x="5" y="32"/>
                  <a:pt x="14" y="40"/>
                  <a:pt x="23" y="40"/>
                </a:cubicBezTo>
                <a:cubicBezTo>
                  <a:pt x="32" y="40"/>
                  <a:pt x="39" y="32"/>
                  <a:pt x="39" y="23"/>
                </a:cubicBezTo>
                <a:cubicBezTo>
                  <a:pt x="39" y="13"/>
                  <a:pt x="32" y="6"/>
                  <a:pt x="23" y="6"/>
                </a:cubicBezTo>
                <a:moveTo>
                  <a:pt x="23" y="2"/>
                </a:moveTo>
                <a:cubicBezTo>
                  <a:pt x="26" y="2"/>
                  <a:pt x="28" y="2"/>
                  <a:pt x="31" y="3"/>
                </a:cubicBezTo>
                <a:cubicBezTo>
                  <a:pt x="33" y="4"/>
                  <a:pt x="35" y="6"/>
                  <a:pt x="37" y="8"/>
                </a:cubicBezTo>
                <a:cubicBezTo>
                  <a:pt x="39" y="10"/>
                  <a:pt x="41" y="12"/>
                  <a:pt x="42" y="14"/>
                </a:cubicBezTo>
                <a:cubicBezTo>
                  <a:pt x="43" y="17"/>
                  <a:pt x="43" y="20"/>
                  <a:pt x="43" y="23"/>
                </a:cubicBezTo>
                <a:cubicBezTo>
                  <a:pt x="43" y="26"/>
                  <a:pt x="43" y="29"/>
                  <a:pt x="42" y="31"/>
                </a:cubicBezTo>
                <a:cubicBezTo>
                  <a:pt x="41" y="34"/>
                  <a:pt x="39" y="36"/>
                  <a:pt x="37" y="38"/>
                </a:cubicBezTo>
                <a:cubicBezTo>
                  <a:pt x="35" y="40"/>
                  <a:pt x="33" y="41"/>
                  <a:pt x="31" y="42"/>
                </a:cubicBezTo>
                <a:cubicBezTo>
                  <a:pt x="28" y="43"/>
                  <a:pt x="26" y="44"/>
                  <a:pt x="23" y="44"/>
                </a:cubicBezTo>
                <a:cubicBezTo>
                  <a:pt x="20" y="44"/>
                  <a:pt x="17" y="43"/>
                  <a:pt x="15" y="42"/>
                </a:cubicBezTo>
                <a:cubicBezTo>
                  <a:pt x="11" y="41"/>
                  <a:pt x="9" y="40"/>
                  <a:pt x="7" y="38"/>
                </a:cubicBezTo>
                <a:cubicBezTo>
                  <a:pt x="5" y="36"/>
                  <a:pt x="4" y="34"/>
                  <a:pt x="3" y="31"/>
                </a:cubicBezTo>
                <a:cubicBezTo>
                  <a:pt x="2" y="29"/>
                  <a:pt x="1" y="26"/>
                  <a:pt x="1" y="23"/>
                </a:cubicBezTo>
                <a:cubicBezTo>
                  <a:pt x="1" y="20"/>
                  <a:pt x="2" y="17"/>
                  <a:pt x="3" y="14"/>
                </a:cubicBezTo>
                <a:cubicBezTo>
                  <a:pt x="4" y="12"/>
                  <a:pt x="5" y="10"/>
                  <a:pt x="7" y="8"/>
                </a:cubicBezTo>
                <a:cubicBezTo>
                  <a:pt x="9" y="6"/>
                  <a:pt x="11" y="4"/>
                  <a:pt x="15" y="3"/>
                </a:cubicBezTo>
                <a:cubicBezTo>
                  <a:pt x="17" y="2"/>
                  <a:pt x="20" y="2"/>
                  <a:pt x="23" y="2"/>
                </a:cubicBezTo>
                <a:moveTo>
                  <a:pt x="23" y="0"/>
                </a:moveTo>
                <a:cubicBezTo>
                  <a:pt x="10" y="0"/>
                  <a:pt x="0" y="10"/>
                  <a:pt x="0" y="23"/>
                </a:cubicBezTo>
                <a:cubicBezTo>
                  <a:pt x="0" y="35"/>
                  <a:pt x="10" y="45"/>
                  <a:pt x="23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0"/>
                  <a:pt x="35" y="0"/>
                  <a:pt x="23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1860840" y="38692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0"/>
                </a:moveTo>
                <a:lnTo>
                  <a:pt x="10" y="0"/>
                </a:lnTo>
                <a:lnTo>
                  <a:pt x="9" y="1"/>
                </a:lnTo>
                <a:lnTo>
                  <a:pt x="0" y="19"/>
                </a:lnTo>
                <a:cubicBezTo>
                  <a:pt x="0" y="20"/>
                  <a:pt x="0" y="20"/>
                  <a:pt x="0" y="21"/>
                </a:cubicBezTo>
                <a:lnTo>
                  <a:pt x="1" y="21"/>
                </a:lnTo>
                <a:lnTo>
                  <a:pt x="21" y="21"/>
                </a:lnTo>
                <a:cubicBezTo>
                  <a:pt x="22" y="21"/>
                  <a:pt x="22" y="21"/>
                  <a:pt x="22" y="21"/>
                </a:cubicBezTo>
                <a:lnTo>
                  <a:pt x="23" y="21"/>
                </a:lnTo>
                <a:cubicBezTo>
                  <a:pt x="23" y="20"/>
                  <a:pt x="23" y="20"/>
                  <a:pt x="23" y="19"/>
                </a:cubicBezTo>
                <a:lnTo>
                  <a:pt x="13" y="1"/>
                </a:ln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1860840" y="38692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0"/>
                </a:moveTo>
                <a:lnTo>
                  <a:pt x="10" y="0"/>
                </a:lnTo>
                <a:lnTo>
                  <a:pt x="9" y="1"/>
                </a:lnTo>
                <a:lnTo>
                  <a:pt x="0" y="19"/>
                </a:lnTo>
                <a:cubicBezTo>
                  <a:pt x="0" y="20"/>
                  <a:pt x="0" y="20"/>
                  <a:pt x="0" y="21"/>
                </a:cubicBezTo>
                <a:lnTo>
                  <a:pt x="1" y="21"/>
                </a:lnTo>
                <a:lnTo>
                  <a:pt x="21" y="21"/>
                </a:lnTo>
                <a:cubicBezTo>
                  <a:pt x="22" y="21"/>
                  <a:pt x="22" y="21"/>
                  <a:pt x="22" y="21"/>
                </a:cubicBezTo>
                <a:lnTo>
                  <a:pt x="23" y="21"/>
                </a:lnTo>
                <a:cubicBezTo>
                  <a:pt x="23" y="20"/>
                  <a:pt x="23" y="20"/>
                  <a:pt x="23" y="19"/>
                </a:cubicBezTo>
                <a:lnTo>
                  <a:pt x="13" y="1"/>
                </a:ln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425680" y="38725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7"/>
                  <a:pt x="44" y="31"/>
                  <a:pt x="42" y="34"/>
                </a:cubicBezTo>
                <a:cubicBezTo>
                  <a:pt x="40" y="37"/>
                  <a:pt x="37" y="40"/>
                  <a:pt x="33" y="42"/>
                </a:cubicBezTo>
                <a:cubicBezTo>
                  <a:pt x="30" y="44"/>
                  <a:pt x="26" y="45"/>
                  <a:pt x="22" y="45"/>
                </a:cubicBezTo>
                <a:cubicBezTo>
                  <a:pt x="18" y="45"/>
                  <a:pt x="15" y="44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1"/>
                  <a:pt x="0" y="27"/>
                  <a:pt x="0" y="23"/>
                </a:cubicBezTo>
                <a:cubicBezTo>
                  <a:pt x="0" y="19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4" y="14"/>
                  <a:pt x="45" y="19"/>
                  <a:pt x="45" y="23"/>
                </a:cubicBezTo>
                <a:close/>
              </a:path>
            </a:pathLst>
          </a:custGeom>
          <a:solidFill>
            <a:srgbClr val="bede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425680" y="38725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7"/>
                  <a:pt x="44" y="31"/>
                  <a:pt x="42" y="34"/>
                </a:cubicBezTo>
                <a:cubicBezTo>
                  <a:pt x="40" y="37"/>
                  <a:pt x="37" y="40"/>
                  <a:pt x="33" y="42"/>
                </a:cubicBezTo>
                <a:cubicBezTo>
                  <a:pt x="30" y="44"/>
                  <a:pt x="26" y="45"/>
                  <a:pt x="22" y="45"/>
                </a:cubicBezTo>
                <a:cubicBezTo>
                  <a:pt x="18" y="45"/>
                  <a:pt x="15" y="44"/>
                  <a:pt x="11" y="42"/>
                </a:cubicBezTo>
                <a:cubicBezTo>
                  <a:pt x="8" y="40"/>
                  <a:pt x="5" y="37"/>
                  <a:pt x="3" y="34"/>
                </a:cubicBezTo>
                <a:cubicBezTo>
                  <a:pt x="1" y="31"/>
                  <a:pt x="0" y="27"/>
                  <a:pt x="0" y="23"/>
                </a:cubicBezTo>
                <a:cubicBezTo>
                  <a:pt x="0" y="19"/>
                  <a:pt x="1" y="14"/>
                  <a:pt x="3" y="11"/>
                </a:cubicBezTo>
                <a:cubicBezTo>
                  <a:pt x="5" y="8"/>
                  <a:pt x="8" y="5"/>
                  <a:pt x="11" y="3"/>
                </a:cubicBezTo>
                <a:cubicBezTo>
                  <a:pt x="15" y="1"/>
                  <a:pt x="18" y="0"/>
                  <a:pt x="22" y="0"/>
                </a:cubicBezTo>
                <a:cubicBezTo>
                  <a:pt x="26" y="0"/>
                  <a:pt x="30" y="1"/>
                  <a:pt x="33" y="3"/>
                </a:cubicBezTo>
                <a:cubicBezTo>
                  <a:pt x="37" y="5"/>
                  <a:pt x="40" y="8"/>
                  <a:pt x="42" y="11"/>
                </a:cubicBezTo>
                <a:cubicBezTo>
                  <a:pt x="44" y="14"/>
                  <a:pt x="45" y="19"/>
                  <a:pt x="45" y="23"/>
                </a:cubicBez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425680" y="387252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23" y="41"/>
                </a:moveTo>
                <a:cubicBezTo>
                  <a:pt x="12" y="41"/>
                  <a:pt x="4" y="33"/>
                  <a:pt x="4" y="23"/>
                </a:cubicBezTo>
                <a:cubicBezTo>
                  <a:pt x="4" y="13"/>
                  <a:pt x="12" y="5"/>
                  <a:pt x="23" y="5"/>
                </a:cubicBezTo>
                <a:cubicBezTo>
                  <a:pt x="33" y="5"/>
                  <a:pt x="41" y="13"/>
                  <a:pt x="41" y="23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6"/>
                </a:moveTo>
                <a:cubicBezTo>
                  <a:pt x="13" y="6"/>
                  <a:pt x="6" y="14"/>
                  <a:pt x="6" y="23"/>
                </a:cubicBezTo>
                <a:cubicBezTo>
                  <a:pt x="6" y="32"/>
                  <a:pt x="13" y="40"/>
                  <a:pt x="23" y="40"/>
                </a:cubicBezTo>
                <a:cubicBezTo>
                  <a:pt x="32" y="40"/>
                  <a:pt x="40" y="32"/>
                  <a:pt x="40" y="23"/>
                </a:cubicBezTo>
                <a:cubicBezTo>
                  <a:pt x="40" y="14"/>
                  <a:pt x="32" y="6"/>
                  <a:pt x="23" y="6"/>
                </a:cubicBezTo>
                <a:moveTo>
                  <a:pt x="23" y="2"/>
                </a:moveTo>
                <a:cubicBezTo>
                  <a:pt x="26" y="2"/>
                  <a:pt x="29" y="3"/>
                  <a:pt x="31" y="4"/>
                </a:cubicBezTo>
                <a:cubicBezTo>
                  <a:pt x="34" y="5"/>
                  <a:pt x="36" y="7"/>
                  <a:pt x="38" y="8"/>
                </a:cubicBezTo>
                <a:cubicBezTo>
                  <a:pt x="40" y="10"/>
                  <a:pt x="41" y="13"/>
                  <a:pt x="42" y="15"/>
                </a:cubicBezTo>
                <a:cubicBezTo>
                  <a:pt x="43" y="18"/>
                  <a:pt x="44" y="20"/>
                  <a:pt x="44" y="23"/>
                </a:cubicBezTo>
                <a:cubicBezTo>
                  <a:pt x="44" y="26"/>
                  <a:pt x="43" y="28"/>
                  <a:pt x="42" y="31"/>
                </a:cubicBezTo>
                <a:cubicBezTo>
                  <a:pt x="41" y="33"/>
                  <a:pt x="40" y="36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0" y="43"/>
                  <a:pt x="18" y="43"/>
                  <a:pt x="14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6"/>
                  <a:pt x="4" y="33"/>
                  <a:pt x="3" y="31"/>
                </a:cubicBezTo>
                <a:cubicBezTo>
                  <a:pt x="2" y="28"/>
                  <a:pt x="2" y="26"/>
                  <a:pt x="2" y="23"/>
                </a:cubicBezTo>
                <a:cubicBezTo>
                  <a:pt x="2" y="20"/>
                  <a:pt x="2" y="18"/>
                  <a:pt x="3" y="15"/>
                </a:cubicBezTo>
                <a:cubicBezTo>
                  <a:pt x="4" y="13"/>
                  <a:pt x="6" y="10"/>
                  <a:pt x="8" y="8"/>
                </a:cubicBezTo>
                <a:cubicBezTo>
                  <a:pt x="10" y="7"/>
                  <a:pt x="12" y="5"/>
                  <a:pt x="14" y="4"/>
                </a:cubicBezTo>
                <a:cubicBezTo>
                  <a:pt x="18" y="3"/>
                  <a:pt x="20" y="2"/>
                  <a:pt x="23" y="2"/>
                </a:cubicBezTo>
                <a:moveTo>
                  <a:pt x="23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3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1"/>
                  <a:pt x="35" y="0"/>
                  <a:pt x="23" y="0"/>
                </a:cubicBez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425680" y="3872520"/>
            <a:ext cx="16200" cy="16200"/>
          </a:xfrm>
          <a:custGeom>
            <a:avLst/>
            <a:gdLst/>
            <a:ahLst/>
            <a:rect l="0" t="0" r="r" b="b"/>
            <a:pathLst>
              <a:path fill="none" w="45" h="45">
                <a:moveTo>
                  <a:pt x="23" y="41"/>
                </a:moveTo>
                <a:cubicBezTo>
                  <a:pt x="12" y="41"/>
                  <a:pt x="4" y="33"/>
                  <a:pt x="4" y="23"/>
                </a:cubicBezTo>
                <a:cubicBezTo>
                  <a:pt x="4" y="13"/>
                  <a:pt x="12" y="5"/>
                  <a:pt x="23" y="5"/>
                </a:cubicBezTo>
                <a:cubicBezTo>
                  <a:pt x="33" y="5"/>
                  <a:pt x="41" y="13"/>
                  <a:pt x="41" y="23"/>
                </a:cubicBezTo>
                <a:cubicBezTo>
                  <a:pt x="41" y="33"/>
                  <a:pt x="33" y="41"/>
                  <a:pt x="23" y="41"/>
                </a:cubicBezTo>
                <a:moveTo>
                  <a:pt x="23" y="6"/>
                </a:moveTo>
                <a:cubicBezTo>
                  <a:pt x="13" y="6"/>
                  <a:pt x="6" y="14"/>
                  <a:pt x="6" y="23"/>
                </a:cubicBezTo>
                <a:cubicBezTo>
                  <a:pt x="6" y="32"/>
                  <a:pt x="13" y="40"/>
                  <a:pt x="23" y="40"/>
                </a:cubicBezTo>
                <a:cubicBezTo>
                  <a:pt x="32" y="40"/>
                  <a:pt x="40" y="32"/>
                  <a:pt x="40" y="23"/>
                </a:cubicBezTo>
                <a:cubicBezTo>
                  <a:pt x="40" y="14"/>
                  <a:pt x="32" y="6"/>
                  <a:pt x="23" y="6"/>
                </a:cubicBezTo>
                <a:moveTo>
                  <a:pt x="23" y="2"/>
                </a:moveTo>
                <a:cubicBezTo>
                  <a:pt x="26" y="2"/>
                  <a:pt x="29" y="3"/>
                  <a:pt x="31" y="4"/>
                </a:cubicBezTo>
                <a:cubicBezTo>
                  <a:pt x="34" y="5"/>
                  <a:pt x="36" y="7"/>
                  <a:pt x="38" y="8"/>
                </a:cubicBezTo>
                <a:cubicBezTo>
                  <a:pt x="40" y="10"/>
                  <a:pt x="41" y="13"/>
                  <a:pt x="42" y="15"/>
                </a:cubicBezTo>
                <a:cubicBezTo>
                  <a:pt x="43" y="18"/>
                  <a:pt x="44" y="20"/>
                  <a:pt x="44" y="23"/>
                </a:cubicBezTo>
                <a:cubicBezTo>
                  <a:pt x="44" y="26"/>
                  <a:pt x="43" y="28"/>
                  <a:pt x="42" y="31"/>
                </a:cubicBezTo>
                <a:cubicBezTo>
                  <a:pt x="41" y="33"/>
                  <a:pt x="40" y="36"/>
                  <a:pt x="38" y="37"/>
                </a:cubicBezTo>
                <a:cubicBezTo>
                  <a:pt x="36" y="39"/>
                  <a:pt x="34" y="41"/>
                  <a:pt x="31" y="42"/>
                </a:cubicBezTo>
                <a:cubicBezTo>
                  <a:pt x="29" y="43"/>
                  <a:pt x="26" y="43"/>
                  <a:pt x="23" y="43"/>
                </a:cubicBezTo>
                <a:cubicBezTo>
                  <a:pt x="20" y="43"/>
                  <a:pt x="18" y="43"/>
                  <a:pt x="14" y="42"/>
                </a:cubicBezTo>
                <a:cubicBezTo>
                  <a:pt x="12" y="41"/>
                  <a:pt x="10" y="39"/>
                  <a:pt x="8" y="37"/>
                </a:cubicBezTo>
                <a:cubicBezTo>
                  <a:pt x="6" y="36"/>
                  <a:pt x="4" y="33"/>
                  <a:pt x="3" y="31"/>
                </a:cubicBezTo>
                <a:cubicBezTo>
                  <a:pt x="2" y="28"/>
                  <a:pt x="2" y="26"/>
                  <a:pt x="2" y="23"/>
                </a:cubicBezTo>
                <a:cubicBezTo>
                  <a:pt x="2" y="20"/>
                  <a:pt x="2" y="18"/>
                  <a:pt x="3" y="15"/>
                </a:cubicBezTo>
                <a:cubicBezTo>
                  <a:pt x="4" y="13"/>
                  <a:pt x="6" y="10"/>
                  <a:pt x="8" y="8"/>
                </a:cubicBezTo>
                <a:cubicBezTo>
                  <a:pt x="10" y="7"/>
                  <a:pt x="12" y="5"/>
                  <a:pt x="14" y="4"/>
                </a:cubicBezTo>
                <a:cubicBezTo>
                  <a:pt x="18" y="3"/>
                  <a:pt x="20" y="2"/>
                  <a:pt x="23" y="2"/>
                </a:cubicBezTo>
                <a:moveTo>
                  <a:pt x="23" y="0"/>
                </a:moveTo>
                <a:cubicBezTo>
                  <a:pt x="10" y="0"/>
                  <a:pt x="0" y="11"/>
                  <a:pt x="0" y="23"/>
                </a:cubicBezTo>
                <a:cubicBezTo>
                  <a:pt x="0" y="35"/>
                  <a:pt x="10" y="45"/>
                  <a:pt x="23" y="45"/>
                </a:cubicBezTo>
                <a:cubicBezTo>
                  <a:pt x="35" y="45"/>
                  <a:pt x="45" y="35"/>
                  <a:pt x="45" y="23"/>
                </a:cubicBezTo>
                <a:cubicBezTo>
                  <a:pt x="45" y="11"/>
                  <a:pt x="35" y="0"/>
                  <a:pt x="23" y="0"/>
                </a:cubicBezTo>
              </a:path>
            </a:pathLst>
          </a:custGeom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429640" y="38764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0"/>
                </a:moveTo>
                <a:lnTo>
                  <a:pt x="10" y="0"/>
                </a:lnTo>
                <a:lnTo>
                  <a:pt x="0" y="19"/>
                </a:lnTo>
                <a:lnTo>
                  <a:pt x="0" y="20"/>
                </a:lnTo>
                <a:cubicBezTo>
                  <a:pt x="1" y="21"/>
                  <a:pt x="1" y="21"/>
                  <a:pt x="1" y="21"/>
                </a:cubicBezTo>
                <a:lnTo>
                  <a:pt x="2" y="21"/>
                </a:lnTo>
                <a:lnTo>
                  <a:pt x="22" y="21"/>
                </a:lnTo>
                <a:lnTo>
                  <a:pt x="23" y="21"/>
                </a:lnTo>
                <a:lnTo>
                  <a:pt x="23" y="20"/>
                </a:lnTo>
                <a:lnTo>
                  <a:pt x="23" y="19"/>
                </a:lnTo>
                <a:lnTo>
                  <a:pt x="13" y="0"/>
                </a:lnTo>
                <a:cubicBezTo>
                  <a:pt x="12" y="0"/>
                  <a:pt x="12" y="0"/>
                  <a:pt x="12" y="0"/>
                </a:cubicBezTo>
                <a:lnTo>
                  <a:pt x="11" y="0"/>
                </a:lnTo>
                <a:close/>
              </a:path>
            </a:pathLst>
          </a:custGeom>
          <a:solidFill>
            <a:srgbClr val="007a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429640" y="3876480"/>
            <a:ext cx="8280" cy="7560"/>
          </a:xfrm>
          <a:custGeom>
            <a:avLst/>
            <a:gdLst/>
            <a:ahLst/>
            <a:rect l="0" t="0" r="r" b="b"/>
            <a:pathLst>
              <a:path w="23" h="21">
                <a:moveTo>
                  <a:pt x="11" y="0"/>
                </a:moveTo>
                <a:lnTo>
                  <a:pt x="10" y="0"/>
                </a:lnTo>
                <a:lnTo>
                  <a:pt x="0" y="19"/>
                </a:lnTo>
                <a:lnTo>
                  <a:pt x="0" y="20"/>
                </a:lnTo>
                <a:cubicBezTo>
                  <a:pt x="1" y="21"/>
                  <a:pt x="1" y="21"/>
                  <a:pt x="1" y="21"/>
                </a:cubicBezTo>
                <a:lnTo>
                  <a:pt x="2" y="21"/>
                </a:lnTo>
                <a:lnTo>
                  <a:pt x="22" y="21"/>
                </a:lnTo>
                <a:lnTo>
                  <a:pt x="23" y="21"/>
                </a:lnTo>
                <a:lnTo>
                  <a:pt x="23" y="20"/>
                </a:lnTo>
                <a:lnTo>
                  <a:pt x="23" y="19"/>
                </a:lnTo>
                <a:lnTo>
                  <a:pt x="13" y="0"/>
                </a:lnTo>
                <a:cubicBezTo>
                  <a:pt x="12" y="0"/>
                  <a:pt x="12" y="0"/>
                  <a:pt x="12" y="0"/>
                </a:cubicBezTo>
                <a:lnTo>
                  <a:pt x="11" y="0"/>
                </a:lnTo>
                <a:close/>
              </a:path>
            </a:pathLst>
          </a:custGeom>
          <a:noFill/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 flipH="1">
            <a:off x="1572480" y="3544920"/>
            <a:ext cx="720" cy="31644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1571040" y="3861000"/>
            <a:ext cx="3600" cy="4680"/>
          </a:xfrm>
          <a:custGeom>
            <a:avLst/>
            <a:gdLst/>
            <a:ahLst/>
            <a:rect l="0" t="0" r="r" b="b"/>
            <a:pathLst>
              <a:path w="10" h="13">
                <a:moveTo>
                  <a:pt x="0" y="0"/>
                </a:moveTo>
                <a:lnTo>
                  <a:pt x="10" y="0"/>
                </a:lnTo>
                <a:lnTo>
                  <a:pt x="5" y="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1580400" y="3873240"/>
            <a:ext cx="403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1620720" y="387180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0" y="10"/>
                </a:moveTo>
                <a:lnTo>
                  <a:pt x="0" y="0"/>
                </a:lnTo>
                <a:lnTo>
                  <a:pt x="13" y="5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1571400" y="3881160"/>
            <a:ext cx="1440" cy="12240"/>
          </a:xfrm>
          <a:custGeom>
            <a:avLst/>
            <a:gdLst/>
            <a:ahLst/>
            <a:rect l="0" t="0" r="r" b="b"/>
            <a:pathLst>
              <a:path w="4" h="34">
                <a:moveTo>
                  <a:pt x="4" y="0"/>
                </a:move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moveTo>
                  <a:pt x="3" y="7"/>
                </a:moveTo>
                <a:lnTo>
                  <a:pt x="3" y="8"/>
                </a:lnTo>
                <a:lnTo>
                  <a:pt x="1" y="8"/>
                </a:lnTo>
                <a:lnTo>
                  <a:pt x="1" y="7"/>
                </a:lnTo>
                <a:lnTo>
                  <a:pt x="3" y="7"/>
                </a:lnTo>
                <a:moveTo>
                  <a:pt x="3" y="13"/>
                </a:moveTo>
                <a:lnTo>
                  <a:pt x="3" y="15"/>
                </a:lnTo>
                <a:lnTo>
                  <a:pt x="1" y="15"/>
                </a:lnTo>
                <a:lnTo>
                  <a:pt x="1" y="13"/>
                </a:lnTo>
                <a:lnTo>
                  <a:pt x="3" y="13"/>
                </a:lnTo>
                <a:moveTo>
                  <a:pt x="3" y="19"/>
                </a:moveTo>
                <a:lnTo>
                  <a:pt x="1" y="21"/>
                </a:lnTo>
                <a:lnTo>
                  <a:pt x="1" y="19"/>
                </a:lnTo>
                <a:lnTo>
                  <a:pt x="3" y="19"/>
                </a:lnTo>
                <a:moveTo>
                  <a:pt x="1" y="26"/>
                </a:moveTo>
                <a:lnTo>
                  <a:pt x="1" y="28"/>
                </a:lnTo>
                <a:lnTo>
                  <a:pt x="0" y="28"/>
                </a:lnTo>
                <a:lnTo>
                  <a:pt x="0" y="26"/>
                </a:lnTo>
                <a:lnTo>
                  <a:pt x="1" y="26"/>
                </a:lnTo>
                <a:moveTo>
                  <a:pt x="1" y="33"/>
                </a:moveTo>
                <a:lnTo>
                  <a:pt x="1" y="34"/>
                </a:lnTo>
                <a:lnTo>
                  <a:pt x="0" y="34"/>
                </a:lnTo>
                <a:lnTo>
                  <a:pt x="0" y="33"/>
                </a:lnTo>
                <a:lnTo>
                  <a:pt x="1" y="3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1738800" y="3873240"/>
            <a:ext cx="1836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1757160" y="3872160"/>
            <a:ext cx="4680" cy="2880"/>
          </a:xfrm>
          <a:custGeom>
            <a:avLst/>
            <a:gdLst/>
            <a:ahLst/>
            <a:rect l="0" t="0" r="r" b="b"/>
            <a:pathLst>
              <a:path w="13" h="8">
                <a:moveTo>
                  <a:pt x="0" y="8"/>
                </a:moveTo>
                <a:lnTo>
                  <a:pt x="0" y="0"/>
                </a:lnTo>
                <a:lnTo>
                  <a:pt x="13" y="3"/>
                </a:lnTo>
                <a:lnTo>
                  <a:pt x="0" y="8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 flipH="1">
            <a:off x="2367720" y="3648600"/>
            <a:ext cx="1440" cy="21348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366280" y="3861720"/>
            <a:ext cx="3240" cy="4680"/>
          </a:xfrm>
          <a:custGeom>
            <a:avLst/>
            <a:gdLst/>
            <a:ahLst/>
            <a:rect l="0" t="0" r="r" b="b"/>
            <a:pathLst>
              <a:path w="9" h="13">
                <a:moveTo>
                  <a:pt x="0" y="0"/>
                </a:moveTo>
                <a:lnTo>
                  <a:pt x="9" y="0"/>
                </a:lnTo>
                <a:lnTo>
                  <a:pt x="5" y="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389680" y="3880440"/>
            <a:ext cx="3168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421360" y="3879000"/>
            <a:ext cx="5040" cy="3240"/>
          </a:xfrm>
          <a:custGeom>
            <a:avLst/>
            <a:gdLst/>
            <a:ahLst/>
            <a:rect l="0" t="0" r="r" b="b"/>
            <a:pathLst>
              <a:path w="14" h="9">
                <a:moveTo>
                  <a:pt x="0" y="9"/>
                </a:moveTo>
                <a:lnTo>
                  <a:pt x="0" y="0"/>
                </a:lnTo>
                <a:lnTo>
                  <a:pt x="14" y="5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1805040" y="3873240"/>
            <a:ext cx="47520" cy="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1852560" y="387180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0" y="10"/>
                </a:moveTo>
                <a:lnTo>
                  <a:pt x="0" y="0"/>
                </a:lnTo>
                <a:lnTo>
                  <a:pt x="13" y="5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432880" y="3888360"/>
            <a:ext cx="720" cy="7920"/>
          </a:xfrm>
          <a:custGeom>
            <a:avLst/>
            <a:gdLst/>
            <a:ahLst/>
            <a:rect l="0" t="0" r="r" b="b"/>
            <a:pathLst>
              <a:path w="2" h="2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moveTo>
                  <a:pt x="2" y="6"/>
                </a:moveTo>
                <a:lnTo>
                  <a:pt x="2" y="8"/>
                </a:lnTo>
                <a:lnTo>
                  <a:pt x="0" y="8"/>
                </a:lnTo>
                <a:lnTo>
                  <a:pt x="0" y="6"/>
                </a:lnTo>
                <a:lnTo>
                  <a:pt x="2" y="6"/>
                </a:lnTo>
                <a:moveTo>
                  <a:pt x="2" y="14"/>
                </a:moveTo>
                <a:lnTo>
                  <a:pt x="2" y="15"/>
                </a:lnTo>
                <a:lnTo>
                  <a:pt x="0" y="15"/>
                </a:lnTo>
                <a:lnTo>
                  <a:pt x="0" y="14"/>
                </a:lnTo>
                <a:lnTo>
                  <a:pt x="2" y="14"/>
                </a:lnTo>
                <a:moveTo>
                  <a:pt x="2" y="20"/>
                </a:moveTo>
                <a:lnTo>
                  <a:pt x="0" y="22"/>
                </a:lnTo>
                <a:lnTo>
                  <a:pt x="0" y="20"/>
                </a:lnTo>
                <a:lnTo>
                  <a:pt x="2" y="2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1864440" y="3881160"/>
            <a:ext cx="360" cy="7560"/>
          </a:xfrm>
          <a:custGeom>
            <a:avLst/>
            <a:gdLst/>
            <a:ahLst/>
            <a:rect l="0" t="0" r="r" b="b"/>
            <a:pathLst>
              <a:path w="1" h="21">
                <a:moveTo>
                  <a:pt x="1" y="0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moveTo>
                  <a:pt x="1" y="7"/>
                </a:move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moveTo>
                  <a:pt x="1" y="13"/>
                </a:moveTo>
                <a:lnTo>
                  <a:pt x="1" y="15"/>
                </a:lnTo>
                <a:lnTo>
                  <a:pt x="0" y="15"/>
                </a:lnTo>
                <a:lnTo>
                  <a:pt x="0" y="13"/>
                </a:lnTo>
                <a:lnTo>
                  <a:pt x="1" y="13"/>
                </a:lnTo>
                <a:moveTo>
                  <a:pt x="1" y="19"/>
                </a:moveTo>
                <a:lnTo>
                  <a:pt x="1" y="21"/>
                </a:lnTo>
                <a:lnTo>
                  <a:pt x="0" y="21"/>
                </a:lnTo>
                <a:lnTo>
                  <a:pt x="0" y="19"/>
                </a:lnTo>
                <a:lnTo>
                  <a:pt x="1" y="1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 flipV="1">
            <a:off x="1864800" y="3789360"/>
            <a:ext cx="360" cy="759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1863720" y="3785040"/>
            <a:ext cx="3240" cy="4680"/>
          </a:xfrm>
          <a:custGeom>
            <a:avLst/>
            <a:gdLst/>
            <a:ahLst/>
            <a:rect l="0" t="0" r="r" b="b"/>
            <a:pathLst>
              <a:path w="9" h="13">
                <a:moveTo>
                  <a:pt x="9" y="13"/>
                </a:moveTo>
                <a:lnTo>
                  <a:pt x="0" y="13"/>
                </a:lnTo>
                <a:lnTo>
                  <a:pt x="4" y="0"/>
                </a:lnTo>
                <a:lnTo>
                  <a:pt x="9" y="13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 flipH="1" flipV="1">
            <a:off x="2433240" y="3515760"/>
            <a:ext cx="360" cy="3567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431800" y="3511800"/>
            <a:ext cx="3240" cy="4320"/>
          </a:xfrm>
          <a:custGeom>
            <a:avLst/>
            <a:gdLst/>
            <a:ahLst/>
            <a:rect l="0" t="0" r="r" b="b"/>
            <a:pathLst>
              <a:path w="9" h="12">
                <a:moveTo>
                  <a:pt x="9" y="12"/>
                </a:moveTo>
                <a:lnTo>
                  <a:pt x="0" y="12"/>
                </a:lnTo>
                <a:lnTo>
                  <a:pt x="5" y="0"/>
                </a:lnTo>
                <a:lnTo>
                  <a:pt x="9" y="12"/>
                </a:lnTo>
                <a:close/>
              </a:path>
            </a:pathLst>
          </a:custGeom>
          <a:solidFill>
            <a:srgbClr val="000000"/>
          </a:solidFill>
          <a:ln w="0">
            <a:solidFill>
              <a:srgbClr val="000000"/>
            </a:solidFill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1400400" y="2994840"/>
            <a:ext cx="1572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Leerroute 1, acht fasen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919440" y="4014000"/>
            <a:ext cx="2681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Procesbeeld: rollen en stappen per fase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4167000" y="1633320"/>
            <a:ext cx="4705560" cy="2210040"/>
          </a:xfrm>
          <a:custGeom>
            <a:avLst/>
            <a:gdLst/>
            <a:ahLst/>
            <a:rect l="0" t="0" r="r" b="b"/>
            <a:pathLst>
              <a:path w="13071" h="6139">
                <a:moveTo>
                  <a:pt x="0" y="5888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2820" y="0"/>
                </a:lnTo>
                <a:cubicBezTo>
                  <a:pt x="12837" y="0"/>
                  <a:pt x="12853" y="2"/>
                  <a:pt x="12869" y="5"/>
                </a:cubicBezTo>
                <a:cubicBezTo>
                  <a:pt x="12885" y="8"/>
                  <a:pt x="12901" y="13"/>
                  <a:pt x="12916" y="19"/>
                </a:cubicBezTo>
                <a:cubicBezTo>
                  <a:pt x="12932" y="26"/>
                  <a:pt x="12946" y="33"/>
                  <a:pt x="12960" y="42"/>
                </a:cubicBezTo>
                <a:cubicBezTo>
                  <a:pt x="12973" y="52"/>
                  <a:pt x="12986" y="62"/>
                  <a:pt x="12998" y="74"/>
                </a:cubicBezTo>
                <a:cubicBezTo>
                  <a:pt x="13009" y="85"/>
                  <a:pt x="13020" y="98"/>
                  <a:pt x="13029" y="112"/>
                </a:cubicBezTo>
                <a:cubicBezTo>
                  <a:pt x="13038" y="126"/>
                  <a:pt x="13046" y="140"/>
                  <a:pt x="13052" y="155"/>
                </a:cubicBezTo>
                <a:cubicBezTo>
                  <a:pt x="13059" y="171"/>
                  <a:pt x="13063" y="186"/>
                  <a:pt x="13067" y="202"/>
                </a:cubicBezTo>
                <a:cubicBezTo>
                  <a:pt x="13070" y="219"/>
                  <a:pt x="13071" y="235"/>
                  <a:pt x="13071" y="251"/>
                </a:cubicBezTo>
                <a:lnTo>
                  <a:pt x="13071" y="5888"/>
                </a:lnTo>
                <a:cubicBezTo>
                  <a:pt x="13071" y="5905"/>
                  <a:pt x="13070" y="5921"/>
                  <a:pt x="13067" y="5937"/>
                </a:cubicBezTo>
                <a:cubicBezTo>
                  <a:pt x="13063" y="5953"/>
                  <a:pt x="13059" y="5969"/>
                  <a:pt x="13052" y="5984"/>
                </a:cubicBezTo>
                <a:cubicBezTo>
                  <a:pt x="13046" y="6000"/>
                  <a:pt x="13038" y="6014"/>
                  <a:pt x="13029" y="6028"/>
                </a:cubicBezTo>
                <a:cubicBezTo>
                  <a:pt x="13020" y="6041"/>
                  <a:pt x="13009" y="6054"/>
                  <a:pt x="12998" y="6066"/>
                </a:cubicBezTo>
                <a:cubicBezTo>
                  <a:pt x="12986" y="6077"/>
                  <a:pt x="12973" y="6088"/>
                  <a:pt x="12960" y="6097"/>
                </a:cubicBezTo>
                <a:cubicBezTo>
                  <a:pt x="12946" y="6106"/>
                  <a:pt x="12932" y="6114"/>
                  <a:pt x="12916" y="6120"/>
                </a:cubicBezTo>
                <a:cubicBezTo>
                  <a:pt x="12901" y="6127"/>
                  <a:pt x="12885" y="6131"/>
                  <a:pt x="12869" y="6135"/>
                </a:cubicBezTo>
                <a:cubicBezTo>
                  <a:pt x="12853" y="6138"/>
                  <a:pt x="12837" y="6139"/>
                  <a:pt x="12820" y="6139"/>
                </a:cubicBezTo>
                <a:lnTo>
                  <a:pt x="251" y="6139"/>
                </a:lnTo>
                <a:cubicBezTo>
                  <a:pt x="235" y="6139"/>
                  <a:pt x="219" y="6138"/>
                  <a:pt x="202" y="6135"/>
                </a:cubicBezTo>
                <a:cubicBezTo>
                  <a:pt x="186" y="6131"/>
                  <a:pt x="170" y="6127"/>
                  <a:pt x="155" y="6120"/>
                </a:cubicBezTo>
                <a:cubicBezTo>
                  <a:pt x="140" y="6114"/>
                  <a:pt x="125" y="6106"/>
                  <a:pt x="112" y="6097"/>
                </a:cubicBezTo>
                <a:cubicBezTo>
                  <a:pt x="98" y="6088"/>
                  <a:pt x="85" y="6077"/>
                  <a:pt x="74" y="6066"/>
                </a:cubicBezTo>
                <a:cubicBezTo>
                  <a:pt x="62" y="6054"/>
                  <a:pt x="52" y="6041"/>
                  <a:pt x="42" y="6028"/>
                </a:cubicBezTo>
                <a:cubicBezTo>
                  <a:pt x="33" y="6014"/>
                  <a:pt x="25" y="6000"/>
                  <a:pt x="19" y="5984"/>
                </a:cubicBezTo>
                <a:cubicBezTo>
                  <a:pt x="13" y="5969"/>
                  <a:pt x="8" y="5953"/>
                  <a:pt x="5" y="5937"/>
                </a:cubicBezTo>
                <a:cubicBezTo>
                  <a:pt x="2" y="5921"/>
                  <a:pt x="0" y="5905"/>
                  <a:pt x="0" y="588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4167000" y="1633320"/>
            <a:ext cx="4705560" cy="2210040"/>
          </a:xfrm>
          <a:custGeom>
            <a:avLst/>
            <a:gdLst/>
            <a:ahLst/>
            <a:rect l="0" t="0" r="r" b="b"/>
            <a:pathLst>
              <a:path w="13071" h="6139">
                <a:moveTo>
                  <a:pt x="0" y="5888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2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2820" y="0"/>
                </a:lnTo>
                <a:cubicBezTo>
                  <a:pt x="12837" y="0"/>
                  <a:pt x="12853" y="2"/>
                  <a:pt x="12869" y="5"/>
                </a:cubicBezTo>
                <a:cubicBezTo>
                  <a:pt x="12885" y="8"/>
                  <a:pt x="12901" y="13"/>
                  <a:pt x="12916" y="19"/>
                </a:cubicBezTo>
                <a:cubicBezTo>
                  <a:pt x="12932" y="26"/>
                  <a:pt x="12946" y="33"/>
                  <a:pt x="12960" y="42"/>
                </a:cubicBezTo>
                <a:cubicBezTo>
                  <a:pt x="12973" y="52"/>
                  <a:pt x="12986" y="62"/>
                  <a:pt x="12998" y="74"/>
                </a:cubicBezTo>
                <a:cubicBezTo>
                  <a:pt x="13009" y="85"/>
                  <a:pt x="13020" y="98"/>
                  <a:pt x="13029" y="112"/>
                </a:cubicBezTo>
                <a:cubicBezTo>
                  <a:pt x="13038" y="126"/>
                  <a:pt x="13046" y="140"/>
                  <a:pt x="13052" y="155"/>
                </a:cubicBezTo>
                <a:cubicBezTo>
                  <a:pt x="13059" y="171"/>
                  <a:pt x="13063" y="186"/>
                  <a:pt x="13067" y="202"/>
                </a:cubicBezTo>
                <a:cubicBezTo>
                  <a:pt x="13070" y="219"/>
                  <a:pt x="13071" y="235"/>
                  <a:pt x="13071" y="251"/>
                </a:cubicBezTo>
                <a:lnTo>
                  <a:pt x="13071" y="5888"/>
                </a:lnTo>
                <a:cubicBezTo>
                  <a:pt x="13071" y="5905"/>
                  <a:pt x="13070" y="5921"/>
                  <a:pt x="13067" y="5937"/>
                </a:cubicBezTo>
                <a:cubicBezTo>
                  <a:pt x="13063" y="5953"/>
                  <a:pt x="13059" y="5969"/>
                  <a:pt x="13052" y="5984"/>
                </a:cubicBezTo>
                <a:cubicBezTo>
                  <a:pt x="13046" y="6000"/>
                  <a:pt x="13038" y="6014"/>
                  <a:pt x="13029" y="6028"/>
                </a:cubicBezTo>
                <a:cubicBezTo>
                  <a:pt x="13020" y="6041"/>
                  <a:pt x="13009" y="6054"/>
                  <a:pt x="12998" y="6066"/>
                </a:cubicBezTo>
                <a:cubicBezTo>
                  <a:pt x="12986" y="6077"/>
                  <a:pt x="12973" y="6088"/>
                  <a:pt x="12960" y="6097"/>
                </a:cubicBezTo>
                <a:cubicBezTo>
                  <a:pt x="12946" y="6106"/>
                  <a:pt x="12932" y="6114"/>
                  <a:pt x="12916" y="6120"/>
                </a:cubicBezTo>
                <a:cubicBezTo>
                  <a:pt x="12901" y="6127"/>
                  <a:pt x="12885" y="6131"/>
                  <a:pt x="12869" y="6135"/>
                </a:cubicBezTo>
                <a:cubicBezTo>
                  <a:pt x="12853" y="6138"/>
                  <a:pt x="12837" y="6139"/>
                  <a:pt x="12820" y="6139"/>
                </a:cubicBezTo>
                <a:lnTo>
                  <a:pt x="251" y="6139"/>
                </a:lnTo>
                <a:cubicBezTo>
                  <a:pt x="235" y="6139"/>
                  <a:pt x="219" y="6138"/>
                  <a:pt x="202" y="6135"/>
                </a:cubicBezTo>
                <a:cubicBezTo>
                  <a:pt x="186" y="6131"/>
                  <a:pt x="170" y="6127"/>
                  <a:pt x="155" y="6120"/>
                </a:cubicBezTo>
                <a:cubicBezTo>
                  <a:pt x="140" y="6114"/>
                  <a:pt x="125" y="6106"/>
                  <a:pt x="112" y="6097"/>
                </a:cubicBezTo>
                <a:cubicBezTo>
                  <a:pt x="98" y="6088"/>
                  <a:pt x="85" y="6077"/>
                  <a:pt x="74" y="6066"/>
                </a:cubicBezTo>
                <a:cubicBezTo>
                  <a:pt x="62" y="6054"/>
                  <a:pt x="52" y="6041"/>
                  <a:pt x="42" y="6028"/>
                </a:cubicBezTo>
                <a:cubicBezTo>
                  <a:pt x="33" y="6014"/>
                  <a:pt x="25" y="6000"/>
                  <a:pt x="19" y="5984"/>
                </a:cubicBezTo>
                <a:cubicBezTo>
                  <a:pt x="13" y="5969"/>
                  <a:pt x="8" y="5953"/>
                  <a:pt x="5" y="5937"/>
                </a:cubicBezTo>
                <a:cubicBezTo>
                  <a:pt x="2" y="5921"/>
                  <a:pt x="0" y="5905"/>
                  <a:pt x="0" y="588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4250880" y="1716840"/>
            <a:ext cx="4538160" cy="1852560"/>
          </a:xfrm>
          <a:custGeom>
            <a:avLst/>
            <a:gdLst/>
            <a:ahLst/>
            <a:rect l="0" t="0" r="r" b="b"/>
            <a:pathLst>
              <a:path w="12606" h="5146">
                <a:moveTo>
                  <a:pt x="147" y="0"/>
                </a:moveTo>
                <a:lnTo>
                  <a:pt x="12458" y="0"/>
                </a:lnTo>
                <a:cubicBezTo>
                  <a:pt x="12468" y="0"/>
                  <a:pt x="12478" y="1"/>
                  <a:pt x="12487" y="3"/>
                </a:cubicBezTo>
                <a:cubicBezTo>
                  <a:pt x="12497" y="5"/>
                  <a:pt x="12506" y="8"/>
                  <a:pt x="12515" y="12"/>
                </a:cubicBezTo>
                <a:cubicBezTo>
                  <a:pt x="12524" y="15"/>
                  <a:pt x="12532" y="20"/>
                  <a:pt x="12540" y="25"/>
                </a:cubicBezTo>
                <a:cubicBezTo>
                  <a:pt x="12548" y="31"/>
                  <a:pt x="12556" y="37"/>
                  <a:pt x="12563" y="44"/>
                </a:cubicBezTo>
                <a:cubicBezTo>
                  <a:pt x="12570" y="50"/>
                  <a:pt x="12576" y="58"/>
                  <a:pt x="12581" y="66"/>
                </a:cubicBezTo>
                <a:cubicBezTo>
                  <a:pt x="12586" y="74"/>
                  <a:pt x="12591" y="82"/>
                  <a:pt x="12595" y="91"/>
                </a:cubicBezTo>
                <a:cubicBezTo>
                  <a:pt x="12598" y="100"/>
                  <a:pt x="12601" y="110"/>
                  <a:pt x="12603" y="119"/>
                </a:cubicBezTo>
                <a:cubicBezTo>
                  <a:pt x="12605" y="129"/>
                  <a:pt x="12606" y="138"/>
                  <a:pt x="12606" y="148"/>
                </a:cubicBezTo>
                <a:lnTo>
                  <a:pt x="12606" y="4999"/>
                </a:lnTo>
                <a:cubicBezTo>
                  <a:pt x="12606" y="5008"/>
                  <a:pt x="12605" y="5018"/>
                  <a:pt x="12603" y="5027"/>
                </a:cubicBezTo>
                <a:cubicBezTo>
                  <a:pt x="12601" y="5037"/>
                  <a:pt x="12598" y="5046"/>
                  <a:pt x="12595" y="5055"/>
                </a:cubicBezTo>
                <a:cubicBezTo>
                  <a:pt x="12591" y="5064"/>
                  <a:pt x="12586" y="5072"/>
                  <a:pt x="12581" y="5080"/>
                </a:cubicBezTo>
                <a:cubicBezTo>
                  <a:pt x="12576" y="5089"/>
                  <a:pt x="12570" y="5096"/>
                  <a:pt x="12563" y="5103"/>
                </a:cubicBezTo>
                <a:cubicBezTo>
                  <a:pt x="12556" y="5110"/>
                  <a:pt x="12548" y="5116"/>
                  <a:pt x="12540" y="5121"/>
                </a:cubicBezTo>
                <a:cubicBezTo>
                  <a:pt x="12532" y="5127"/>
                  <a:pt x="12524" y="5131"/>
                  <a:pt x="12515" y="5135"/>
                </a:cubicBezTo>
                <a:cubicBezTo>
                  <a:pt x="12506" y="5138"/>
                  <a:pt x="12497" y="5141"/>
                  <a:pt x="12487" y="5143"/>
                </a:cubicBezTo>
                <a:cubicBezTo>
                  <a:pt x="12478" y="5145"/>
                  <a:pt x="12468" y="5146"/>
                  <a:pt x="12458" y="5146"/>
                </a:cubicBezTo>
                <a:lnTo>
                  <a:pt x="147" y="5146"/>
                </a:lnTo>
                <a:cubicBezTo>
                  <a:pt x="137" y="5146"/>
                  <a:pt x="128" y="5145"/>
                  <a:pt x="118" y="5143"/>
                </a:cubicBezTo>
                <a:cubicBezTo>
                  <a:pt x="109" y="5141"/>
                  <a:pt x="100" y="5138"/>
                  <a:pt x="91" y="5135"/>
                </a:cubicBezTo>
                <a:cubicBezTo>
                  <a:pt x="82" y="5131"/>
                  <a:pt x="73" y="5127"/>
                  <a:pt x="65" y="5121"/>
                </a:cubicBezTo>
                <a:cubicBezTo>
                  <a:pt x="57" y="5116"/>
                  <a:pt x="50" y="5110"/>
                  <a:pt x="43" y="5103"/>
                </a:cubicBezTo>
                <a:cubicBezTo>
                  <a:pt x="36" y="5096"/>
                  <a:pt x="30" y="5089"/>
                  <a:pt x="24" y="5080"/>
                </a:cubicBezTo>
                <a:cubicBezTo>
                  <a:pt x="19" y="5072"/>
                  <a:pt x="14" y="5064"/>
                  <a:pt x="11" y="5055"/>
                </a:cubicBezTo>
                <a:cubicBezTo>
                  <a:pt x="7" y="5046"/>
                  <a:pt x="4" y="5037"/>
                  <a:pt x="2" y="5027"/>
                </a:cubicBezTo>
                <a:cubicBezTo>
                  <a:pt x="0" y="5018"/>
                  <a:pt x="0" y="5008"/>
                  <a:pt x="0" y="4999"/>
                </a:cubicBezTo>
                <a:lnTo>
                  <a:pt x="0" y="148"/>
                </a:lnTo>
                <a:cubicBezTo>
                  <a:pt x="0" y="138"/>
                  <a:pt x="0" y="129"/>
                  <a:pt x="2" y="119"/>
                </a:cubicBezTo>
                <a:cubicBezTo>
                  <a:pt x="4" y="110"/>
                  <a:pt x="7" y="100"/>
                  <a:pt x="11" y="91"/>
                </a:cubicBezTo>
                <a:cubicBezTo>
                  <a:pt x="14" y="82"/>
                  <a:pt x="19" y="74"/>
                  <a:pt x="24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50" y="37"/>
                  <a:pt x="57" y="31"/>
                  <a:pt x="65" y="25"/>
                </a:cubicBezTo>
                <a:cubicBezTo>
                  <a:pt x="73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4250880" y="1716840"/>
            <a:ext cx="4538160" cy="1852560"/>
          </a:xfrm>
          <a:custGeom>
            <a:avLst/>
            <a:gdLst/>
            <a:ahLst/>
            <a:rect l="0" t="0" r="r" b="b"/>
            <a:pathLst>
              <a:path w="12606" h="5146">
                <a:moveTo>
                  <a:pt x="147" y="0"/>
                </a:moveTo>
                <a:lnTo>
                  <a:pt x="12458" y="0"/>
                </a:lnTo>
                <a:cubicBezTo>
                  <a:pt x="12468" y="0"/>
                  <a:pt x="12478" y="1"/>
                  <a:pt x="12487" y="3"/>
                </a:cubicBezTo>
                <a:cubicBezTo>
                  <a:pt x="12497" y="5"/>
                  <a:pt x="12506" y="8"/>
                  <a:pt x="12515" y="12"/>
                </a:cubicBezTo>
                <a:cubicBezTo>
                  <a:pt x="12524" y="15"/>
                  <a:pt x="12532" y="20"/>
                  <a:pt x="12540" y="25"/>
                </a:cubicBezTo>
                <a:cubicBezTo>
                  <a:pt x="12548" y="31"/>
                  <a:pt x="12556" y="37"/>
                  <a:pt x="12563" y="44"/>
                </a:cubicBezTo>
                <a:cubicBezTo>
                  <a:pt x="12570" y="50"/>
                  <a:pt x="12576" y="58"/>
                  <a:pt x="12581" y="66"/>
                </a:cubicBezTo>
                <a:cubicBezTo>
                  <a:pt x="12586" y="74"/>
                  <a:pt x="12591" y="82"/>
                  <a:pt x="12595" y="91"/>
                </a:cubicBezTo>
                <a:cubicBezTo>
                  <a:pt x="12598" y="100"/>
                  <a:pt x="12601" y="110"/>
                  <a:pt x="12603" y="119"/>
                </a:cubicBezTo>
                <a:cubicBezTo>
                  <a:pt x="12605" y="129"/>
                  <a:pt x="12606" y="138"/>
                  <a:pt x="12606" y="148"/>
                </a:cubicBezTo>
                <a:lnTo>
                  <a:pt x="12606" y="4999"/>
                </a:lnTo>
                <a:cubicBezTo>
                  <a:pt x="12606" y="5008"/>
                  <a:pt x="12605" y="5018"/>
                  <a:pt x="12603" y="5027"/>
                </a:cubicBezTo>
                <a:cubicBezTo>
                  <a:pt x="12601" y="5037"/>
                  <a:pt x="12598" y="5046"/>
                  <a:pt x="12595" y="5055"/>
                </a:cubicBezTo>
                <a:cubicBezTo>
                  <a:pt x="12591" y="5064"/>
                  <a:pt x="12586" y="5072"/>
                  <a:pt x="12581" y="5080"/>
                </a:cubicBezTo>
                <a:cubicBezTo>
                  <a:pt x="12576" y="5089"/>
                  <a:pt x="12570" y="5096"/>
                  <a:pt x="12563" y="5103"/>
                </a:cubicBezTo>
                <a:cubicBezTo>
                  <a:pt x="12556" y="5110"/>
                  <a:pt x="12548" y="5116"/>
                  <a:pt x="12540" y="5121"/>
                </a:cubicBezTo>
                <a:cubicBezTo>
                  <a:pt x="12532" y="5127"/>
                  <a:pt x="12524" y="5131"/>
                  <a:pt x="12515" y="5135"/>
                </a:cubicBezTo>
                <a:cubicBezTo>
                  <a:pt x="12506" y="5138"/>
                  <a:pt x="12497" y="5141"/>
                  <a:pt x="12487" y="5143"/>
                </a:cubicBezTo>
                <a:cubicBezTo>
                  <a:pt x="12478" y="5145"/>
                  <a:pt x="12468" y="5146"/>
                  <a:pt x="12458" y="5146"/>
                </a:cubicBezTo>
                <a:lnTo>
                  <a:pt x="147" y="5146"/>
                </a:lnTo>
                <a:cubicBezTo>
                  <a:pt x="137" y="5146"/>
                  <a:pt x="128" y="5145"/>
                  <a:pt x="118" y="5143"/>
                </a:cubicBezTo>
                <a:cubicBezTo>
                  <a:pt x="109" y="5141"/>
                  <a:pt x="100" y="5138"/>
                  <a:pt x="91" y="5135"/>
                </a:cubicBezTo>
                <a:cubicBezTo>
                  <a:pt x="82" y="5131"/>
                  <a:pt x="73" y="5127"/>
                  <a:pt x="65" y="5121"/>
                </a:cubicBezTo>
                <a:cubicBezTo>
                  <a:pt x="57" y="5116"/>
                  <a:pt x="50" y="5110"/>
                  <a:pt x="43" y="5103"/>
                </a:cubicBezTo>
                <a:cubicBezTo>
                  <a:pt x="36" y="5096"/>
                  <a:pt x="30" y="5089"/>
                  <a:pt x="24" y="5080"/>
                </a:cubicBezTo>
                <a:cubicBezTo>
                  <a:pt x="19" y="5072"/>
                  <a:pt x="14" y="5064"/>
                  <a:pt x="11" y="5055"/>
                </a:cubicBezTo>
                <a:cubicBezTo>
                  <a:pt x="7" y="5046"/>
                  <a:pt x="4" y="5037"/>
                  <a:pt x="2" y="5027"/>
                </a:cubicBezTo>
                <a:cubicBezTo>
                  <a:pt x="0" y="5018"/>
                  <a:pt x="0" y="5008"/>
                  <a:pt x="0" y="4999"/>
                </a:cubicBezTo>
                <a:lnTo>
                  <a:pt x="0" y="148"/>
                </a:lnTo>
                <a:cubicBezTo>
                  <a:pt x="0" y="138"/>
                  <a:pt x="0" y="129"/>
                  <a:pt x="2" y="119"/>
                </a:cubicBezTo>
                <a:cubicBezTo>
                  <a:pt x="4" y="110"/>
                  <a:pt x="7" y="100"/>
                  <a:pt x="11" y="91"/>
                </a:cubicBezTo>
                <a:cubicBezTo>
                  <a:pt x="14" y="82"/>
                  <a:pt x="19" y="74"/>
                  <a:pt x="24" y="66"/>
                </a:cubicBezTo>
                <a:cubicBezTo>
                  <a:pt x="30" y="58"/>
                  <a:pt x="36" y="50"/>
                  <a:pt x="43" y="44"/>
                </a:cubicBezTo>
                <a:cubicBezTo>
                  <a:pt x="50" y="37"/>
                  <a:pt x="57" y="31"/>
                  <a:pt x="65" y="25"/>
                </a:cubicBezTo>
                <a:cubicBezTo>
                  <a:pt x="73" y="20"/>
                  <a:pt x="82" y="15"/>
                  <a:pt x="91" y="12"/>
                </a:cubicBezTo>
                <a:cubicBezTo>
                  <a:pt x="100" y="8"/>
                  <a:pt x="109" y="5"/>
                  <a:pt x="118" y="3"/>
                </a:cubicBezTo>
                <a:cubicBezTo>
                  <a:pt x="128" y="1"/>
                  <a:pt x="137" y="0"/>
                  <a:pt x="147" y="0"/>
                </a:cubicBezTo>
                <a:close/>
              </a:path>
            </a:pathLst>
          </a:custGeom>
          <a:noFill/>
          <a:ln w="504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3766320" y="258372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4311720" y="1926720"/>
            <a:ext cx="1104480" cy="254880"/>
          </a:xfrm>
          <a:custGeom>
            <a:avLst/>
            <a:gdLst/>
            <a:ahLst/>
            <a:rect l="0" t="0" r="r" b="b"/>
            <a:pathLst>
              <a:path w="3068" h="708">
                <a:moveTo>
                  <a:pt x="118" y="0"/>
                </a:moveTo>
                <a:lnTo>
                  <a:pt x="2950" y="0"/>
                </a:lnTo>
                <a:cubicBezTo>
                  <a:pt x="2965" y="0"/>
                  <a:pt x="2980" y="3"/>
                  <a:pt x="2995" y="9"/>
                </a:cubicBezTo>
                <a:cubicBezTo>
                  <a:pt x="3009" y="15"/>
                  <a:pt x="3022" y="23"/>
                  <a:pt x="3033" y="34"/>
                </a:cubicBezTo>
                <a:cubicBezTo>
                  <a:pt x="3044" y="45"/>
                  <a:pt x="3053" y="58"/>
                  <a:pt x="3059" y="72"/>
                </a:cubicBezTo>
                <a:cubicBezTo>
                  <a:pt x="3065" y="87"/>
                  <a:pt x="3068" y="102"/>
                  <a:pt x="3068" y="118"/>
                </a:cubicBezTo>
                <a:lnTo>
                  <a:pt x="3068" y="589"/>
                </a:lnTo>
                <a:cubicBezTo>
                  <a:pt x="3068" y="605"/>
                  <a:pt x="3065" y="620"/>
                  <a:pt x="3059" y="634"/>
                </a:cubicBezTo>
                <a:cubicBezTo>
                  <a:pt x="3053" y="649"/>
                  <a:pt x="3044" y="663"/>
                  <a:pt x="3033" y="674"/>
                </a:cubicBezTo>
                <a:cubicBezTo>
                  <a:pt x="3022" y="685"/>
                  <a:pt x="3009" y="693"/>
                  <a:pt x="2995" y="699"/>
                </a:cubicBezTo>
                <a:cubicBezTo>
                  <a:pt x="2980" y="705"/>
                  <a:pt x="2965" y="708"/>
                  <a:pt x="2950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4311720" y="1926720"/>
            <a:ext cx="1104480" cy="254880"/>
          </a:xfrm>
          <a:custGeom>
            <a:avLst/>
            <a:gdLst/>
            <a:ahLst/>
            <a:rect l="0" t="0" r="r" b="b"/>
            <a:pathLst>
              <a:path w="3068" h="708">
                <a:moveTo>
                  <a:pt x="118" y="0"/>
                </a:moveTo>
                <a:lnTo>
                  <a:pt x="2950" y="0"/>
                </a:lnTo>
                <a:cubicBezTo>
                  <a:pt x="2965" y="0"/>
                  <a:pt x="2980" y="3"/>
                  <a:pt x="2995" y="9"/>
                </a:cubicBezTo>
                <a:cubicBezTo>
                  <a:pt x="3009" y="15"/>
                  <a:pt x="3022" y="23"/>
                  <a:pt x="3033" y="34"/>
                </a:cubicBezTo>
                <a:cubicBezTo>
                  <a:pt x="3044" y="45"/>
                  <a:pt x="3053" y="58"/>
                  <a:pt x="3059" y="72"/>
                </a:cubicBezTo>
                <a:cubicBezTo>
                  <a:pt x="3065" y="87"/>
                  <a:pt x="3068" y="102"/>
                  <a:pt x="3068" y="118"/>
                </a:cubicBezTo>
                <a:lnTo>
                  <a:pt x="3068" y="589"/>
                </a:lnTo>
                <a:cubicBezTo>
                  <a:pt x="3068" y="605"/>
                  <a:pt x="3065" y="620"/>
                  <a:pt x="3059" y="634"/>
                </a:cubicBezTo>
                <a:cubicBezTo>
                  <a:pt x="3053" y="649"/>
                  <a:pt x="3044" y="663"/>
                  <a:pt x="3033" y="674"/>
                </a:cubicBezTo>
                <a:cubicBezTo>
                  <a:pt x="3022" y="685"/>
                  <a:pt x="3009" y="693"/>
                  <a:pt x="2995" y="699"/>
                </a:cubicBezTo>
                <a:cubicBezTo>
                  <a:pt x="2980" y="705"/>
                  <a:pt x="2965" y="708"/>
                  <a:pt x="2950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5309640" y="1979640"/>
            <a:ext cx="53280" cy="32040"/>
          </a:xfrm>
          <a:custGeom>
            <a:avLst/>
            <a:gdLst/>
            <a:ahLst/>
            <a:rect l="0" t="0" r="r" b="b"/>
            <a:pathLst>
              <a:path w="148" h="89">
                <a:moveTo>
                  <a:pt x="45" y="0"/>
                </a:moveTo>
                <a:lnTo>
                  <a:pt x="104" y="0"/>
                </a:lnTo>
                <a:cubicBezTo>
                  <a:pt x="110" y="0"/>
                  <a:pt x="116" y="2"/>
                  <a:pt x="121" y="4"/>
                </a:cubicBezTo>
                <a:cubicBezTo>
                  <a:pt x="126" y="7"/>
                  <a:pt x="131" y="10"/>
                  <a:pt x="135" y="14"/>
                </a:cubicBezTo>
                <a:cubicBezTo>
                  <a:pt x="139" y="18"/>
                  <a:pt x="143" y="23"/>
                  <a:pt x="145" y="28"/>
                </a:cubicBezTo>
                <a:cubicBezTo>
                  <a:pt x="147" y="34"/>
                  <a:pt x="148" y="39"/>
                  <a:pt x="148" y="45"/>
                </a:cubicBezTo>
                <a:cubicBezTo>
                  <a:pt x="148" y="51"/>
                  <a:pt x="147" y="57"/>
                  <a:pt x="145" y="62"/>
                </a:cubicBezTo>
                <a:cubicBezTo>
                  <a:pt x="143" y="68"/>
                  <a:pt x="139" y="72"/>
                  <a:pt x="135" y="77"/>
                </a:cubicBezTo>
                <a:cubicBezTo>
                  <a:pt x="131" y="81"/>
                  <a:pt x="126" y="84"/>
                  <a:pt x="121" y="86"/>
                </a:cubicBezTo>
                <a:cubicBezTo>
                  <a:pt x="116" y="88"/>
                  <a:pt x="110" y="89"/>
                  <a:pt x="104" y="89"/>
                </a:cubicBezTo>
                <a:lnTo>
                  <a:pt x="45" y="89"/>
                </a:lnTo>
                <a:cubicBezTo>
                  <a:pt x="39" y="89"/>
                  <a:pt x="34" y="88"/>
                  <a:pt x="28" y="86"/>
                </a:cubicBezTo>
                <a:cubicBezTo>
                  <a:pt x="22" y="84"/>
                  <a:pt x="17" y="81"/>
                  <a:pt x="13" y="77"/>
                </a:cubicBezTo>
                <a:cubicBezTo>
                  <a:pt x="9" y="72"/>
                  <a:pt x="5" y="68"/>
                  <a:pt x="3" y="62"/>
                </a:cubicBezTo>
                <a:cubicBezTo>
                  <a:pt x="1" y="57"/>
                  <a:pt x="0" y="51"/>
                  <a:pt x="0" y="45"/>
                </a:cubicBezTo>
                <a:cubicBezTo>
                  <a:pt x="0" y="39"/>
                  <a:pt x="1" y="34"/>
                  <a:pt x="3" y="28"/>
                </a:cubicBezTo>
                <a:cubicBezTo>
                  <a:pt x="5" y="23"/>
                  <a:pt x="9" y="18"/>
                  <a:pt x="13" y="14"/>
                </a:cubicBezTo>
                <a:cubicBezTo>
                  <a:pt x="17" y="10"/>
                  <a:pt x="22" y="7"/>
                  <a:pt x="28" y="4"/>
                </a:cubicBezTo>
                <a:cubicBezTo>
                  <a:pt x="34" y="2"/>
                  <a:pt x="39" y="0"/>
                  <a:pt x="45" y="0"/>
                </a:cubicBez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5352120" y="1979640"/>
            <a:ext cx="21600" cy="32040"/>
          </a:xfrm>
          <a:custGeom>
            <a:avLst/>
            <a:gdLst/>
            <a:ahLst/>
            <a:rect l="0" t="0" r="r" b="b"/>
            <a:pathLst>
              <a:path w="60" h="89">
                <a:moveTo>
                  <a:pt x="60" y="45"/>
                </a:moveTo>
                <a:cubicBezTo>
                  <a:pt x="60" y="51"/>
                  <a:pt x="59" y="57"/>
                  <a:pt x="57" y="62"/>
                </a:cubicBezTo>
                <a:cubicBezTo>
                  <a:pt x="56" y="68"/>
                  <a:pt x="54" y="72"/>
                  <a:pt x="51" y="77"/>
                </a:cubicBezTo>
                <a:cubicBezTo>
                  <a:pt x="48" y="81"/>
                  <a:pt x="45" y="84"/>
                  <a:pt x="42" y="86"/>
                </a:cubicBezTo>
                <a:cubicBezTo>
                  <a:pt x="38" y="88"/>
                  <a:pt x="34" y="89"/>
                  <a:pt x="30" y="89"/>
                </a:cubicBezTo>
                <a:cubicBezTo>
                  <a:pt x="26" y="89"/>
                  <a:pt x="23" y="88"/>
                  <a:pt x="19" y="86"/>
                </a:cubicBezTo>
                <a:cubicBezTo>
                  <a:pt x="15" y="84"/>
                  <a:pt x="12" y="81"/>
                  <a:pt x="8" y="77"/>
                </a:cubicBezTo>
                <a:cubicBezTo>
                  <a:pt x="6" y="72"/>
                  <a:pt x="3" y="68"/>
                  <a:pt x="2" y="62"/>
                </a:cubicBezTo>
                <a:cubicBezTo>
                  <a:pt x="0" y="57"/>
                  <a:pt x="0" y="51"/>
                  <a:pt x="0" y="45"/>
                </a:cubicBezTo>
                <a:cubicBezTo>
                  <a:pt x="0" y="39"/>
                  <a:pt x="0" y="34"/>
                  <a:pt x="2" y="28"/>
                </a:cubicBezTo>
                <a:cubicBezTo>
                  <a:pt x="3" y="23"/>
                  <a:pt x="6" y="18"/>
                  <a:pt x="8" y="14"/>
                </a:cubicBezTo>
                <a:cubicBezTo>
                  <a:pt x="12" y="10"/>
                  <a:pt x="15" y="7"/>
                  <a:pt x="19" y="4"/>
                </a:cubicBezTo>
                <a:cubicBezTo>
                  <a:pt x="23" y="2"/>
                  <a:pt x="26" y="0"/>
                  <a:pt x="30" y="0"/>
                </a:cubicBezTo>
                <a:cubicBezTo>
                  <a:pt x="34" y="0"/>
                  <a:pt x="38" y="2"/>
                  <a:pt x="42" y="4"/>
                </a:cubicBezTo>
                <a:cubicBezTo>
                  <a:pt x="45" y="7"/>
                  <a:pt x="48" y="10"/>
                  <a:pt x="51" y="14"/>
                </a:cubicBezTo>
                <a:cubicBezTo>
                  <a:pt x="54" y="18"/>
                  <a:pt x="56" y="23"/>
                  <a:pt x="57" y="28"/>
                </a:cubicBezTo>
                <a:cubicBezTo>
                  <a:pt x="59" y="34"/>
                  <a:pt x="60" y="39"/>
                  <a:pt x="60" y="45"/>
                </a:cubicBez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312080" y="1757160"/>
            <a:ext cx="17352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365000" y="1963080"/>
            <a:ext cx="84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468760" y="1926720"/>
            <a:ext cx="1693440" cy="254880"/>
          </a:xfrm>
          <a:custGeom>
            <a:avLst/>
            <a:gdLst/>
            <a:ahLst/>
            <a:rect l="0" t="0" r="r" b="b"/>
            <a:pathLst>
              <a:path w="4704" h="708">
                <a:moveTo>
                  <a:pt x="118" y="0"/>
                </a:moveTo>
                <a:lnTo>
                  <a:pt x="4586" y="0"/>
                </a:lnTo>
                <a:cubicBezTo>
                  <a:pt x="4602" y="0"/>
                  <a:pt x="4617" y="3"/>
                  <a:pt x="4631" y="9"/>
                </a:cubicBezTo>
                <a:cubicBezTo>
                  <a:pt x="4646" y="15"/>
                  <a:pt x="4659" y="23"/>
                  <a:pt x="4670" y="34"/>
                </a:cubicBezTo>
                <a:cubicBezTo>
                  <a:pt x="4681" y="45"/>
                  <a:pt x="4689" y="58"/>
                  <a:pt x="4695" y="72"/>
                </a:cubicBezTo>
                <a:cubicBezTo>
                  <a:pt x="4701" y="87"/>
                  <a:pt x="4704" y="102"/>
                  <a:pt x="4704" y="118"/>
                </a:cubicBezTo>
                <a:lnTo>
                  <a:pt x="4704" y="589"/>
                </a:lnTo>
                <a:cubicBezTo>
                  <a:pt x="4704" y="605"/>
                  <a:pt x="4701" y="620"/>
                  <a:pt x="4695" y="634"/>
                </a:cubicBezTo>
                <a:cubicBezTo>
                  <a:pt x="4689" y="649"/>
                  <a:pt x="4681" y="663"/>
                  <a:pt x="4670" y="674"/>
                </a:cubicBezTo>
                <a:cubicBezTo>
                  <a:pt x="4659" y="685"/>
                  <a:pt x="4646" y="693"/>
                  <a:pt x="4631" y="699"/>
                </a:cubicBezTo>
                <a:cubicBezTo>
                  <a:pt x="4617" y="705"/>
                  <a:pt x="4602" y="708"/>
                  <a:pt x="4586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468760" y="1926720"/>
            <a:ext cx="1693440" cy="254880"/>
          </a:xfrm>
          <a:custGeom>
            <a:avLst/>
            <a:gdLst/>
            <a:ahLst/>
            <a:rect l="0" t="0" r="r" b="b"/>
            <a:pathLst>
              <a:path w="4704" h="708">
                <a:moveTo>
                  <a:pt x="118" y="0"/>
                </a:moveTo>
                <a:lnTo>
                  <a:pt x="4586" y="0"/>
                </a:lnTo>
                <a:cubicBezTo>
                  <a:pt x="4602" y="0"/>
                  <a:pt x="4617" y="3"/>
                  <a:pt x="4631" y="9"/>
                </a:cubicBezTo>
                <a:cubicBezTo>
                  <a:pt x="4646" y="15"/>
                  <a:pt x="4659" y="23"/>
                  <a:pt x="4670" y="34"/>
                </a:cubicBezTo>
                <a:cubicBezTo>
                  <a:pt x="4681" y="45"/>
                  <a:pt x="4689" y="58"/>
                  <a:pt x="4695" y="72"/>
                </a:cubicBezTo>
                <a:cubicBezTo>
                  <a:pt x="4701" y="87"/>
                  <a:pt x="4704" y="102"/>
                  <a:pt x="4704" y="118"/>
                </a:cubicBezTo>
                <a:lnTo>
                  <a:pt x="4704" y="589"/>
                </a:lnTo>
                <a:cubicBezTo>
                  <a:pt x="4704" y="605"/>
                  <a:pt x="4701" y="620"/>
                  <a:pt x="4695" y="634"/>
                </a:cubicBezTo>
                <a:cubicBezTo>
                  <a:pt x="4689" y="649"/>
                  <a:pt x="4681" y="663"/>
                  <a:pt x="4670" y="674"/>
                </a:cubicBezTo>
                <a:cubicBezTo>
                  <a:pt x="4659" y="685"/>
                  <a:pt x="4646" y="693"/>
                  <a:pt x="4631" y="699"/>
                </a:cubicBezTo>
                <a:cubicBezTo>
                  <a:pt x="4617" y="705"/>
                  <a:pt x="4602" y="708"/>
                  <a:pt x="4586" y="708"/>
                </a:cubicBezTo>
                <a:lnTo>
                  <a:pt x="118" y="708"/>
                </a:lnTo>
                <a:cubicBezTo>
                  <a:pt x="102" y="708"/>
                  <a:pt x="87" y="705"/>
                  <a:pt x="73" y="699"/>
                </a:cubicBezTo>
                <a:cubicBezTo>
                  <a:pt x="58" y="693"/>
                  <a:pt x="46" y="685"/>
                  <a:pt x="35" y="674"/>
                </a:cubicBezTo>
                <a:cubicBezTo>
                  <a:pt x="24" y="663"/>
                  <a:pt x="15" y="649"/>
                  <a:pt x="9" y="634"/>
                </a:cubicBezTo>
                <a:cubicBezTo>
                  <a:pt x="3" y="620"/>
                  <a:pt x="0" y="605"/>
                  <a:pt x="0" y="589"/>
                </a:cubicBezTo>
                <a:lnTo>
                  <a:pt x="0" y="118"/>
                </a:lnTo>
                <a:cubicBezTo>
                  <a:pt x="0" y="102"/>
                  <a:pt x="3" y="87"/>
                  <a:pt x="9" y="72"/>
                </a:cubicBezTo>
                <a:cubicBezTo>
                  <a:pt x="15" y="58"/>
                  <a:pt x="24" y="45"/>
                  <a:pt x="35" y="34"/>
                </a:cubicBezTo>
                <a:cubicBezTo>
                  <a:pt x="46" y="23"/>
                  <a:pt x="58" y="15"/>
                  <a:pt x="73" y="9"/>
                </a:cubicBezTo>
                <a:cubicBezTo>
                  <a:pt x="87" y="3"/>
                  <a:pt x="102" y="0"/>
                  <a:pt x="118" y="0"/>
                </a:cubicBez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061040" y="1963800"/>
            <a:ext cx="69480" cy="64080"/>
          </a:xfrm>
          <a:custGeom>
            <a:avLst/>
            <a:gdLst/>
            <a:ahLst/>
            <a:rect l="0" t="0" r="r" b="b"/>
            <a:pathLst>
              <a:path w="193" h="178">
                <a:moveTo>
                  <a:pt x="0" y="44"/>
                </a:moveTo>
                <a:lnTo>
                  <a:pt x="118" y="44"/>
                </a:lnTo>
                <a:lnTo>
                  <a:pt x="118" y="0"/>
                </a:lnTo>
                <a:lnTo>
                  <a:pt x="193" y="88"/>
                </a:lnTo>
                <a:lnTo>
                  <a:pt x="118" y="178"/>
                </a:lnTo>
                <a:lnTo>
                  <a:pt x="118" y="133"/>
                </a:lnTo>
                <a:lnTo>
                  <a:pt x="0" y="133"/>
                </a:lnTo>
                <a:lnTo>
                  <a:pt x="0" y="44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365000" y="2048760"/>
            <a:ext cx="84672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5522040" y="1963080"/>
            <a:ext cx="354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4583880" y="2181240"/>
            <a:ext cx="8280" cy="106560"/>
          </a:xfrm>
          <a:custGeom>
            <a:avLst/>
            <a:gdLst/>
            <a:ahLst/>
            <a:rect l="0" t="0" r="r" b="b"/>
            <a:pathLst>
              <a:path w="23" h="296">
                <a:moveTo>
                  <a:pt x="23" y="0"/>
                </a:moveTo>
                <a:lnTo>
                  <a:pt x="23" y="44"/>
                </a:lnTo>
                <a:lnTo>
                  <a:pt x="0" y="44"/>
                </a:lnTo>
                <a:lnTo>
                  <a:pt x="0" y="0"/>
                </a:lnTo>
                <a:lnTo>
                  <a:pt x="23" y="0"/>
                </a:lnTo>
                <a:moveTo>
                  <a:pt x="23" y="89"/>
                </a:moveTo>
                <a:lnTo>
                  <a:pt x="23" y="133"/>
                </a:lnTo>
                <a:lnTo>
                  <a:pt x="0" y="133"/>
                </a:lnTo>
                <a:lnTo>
                  <a:pt x="0" y="89"/>
                </a:lnTo>
                <a:lnTo>
                  <a:pt x="23" y="89"/>
                </a:lnTo>
                <a:moveTo>
                  <a:pt x="23" y="177"/>
                </a:moveTo>
                <a:lnTo>
                  <a:pt x="23" y="221"/>
                </a:lnTo>
                <a:lnTo>
                  <a:pt x="0" y="221"/>
                </a:lnTo>
                <a:lnTo>
                  <a:pt x="0" y="177"/>
                </a:lnTo>
                <a:lnTo>
                  <a:pt x="23" y="177"/>
                </a:lnTo>
                <a:moveTo>
                  <a:pt x="23" y="267"/>
                </a:moveTo>
                <a:lnTo>
                  <a:pt x="23" y="296"/>
                </a:lnTo>
                <a:lnTo>
                  <a:pt x="0" y="296"/>
                </a:lnTo>
                <a:lnTo>
                  <a:pt x="0" y="267"/>
                </a:lnTo>
                <a:lnTo>
                  <a:pt x="23" y="26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4561200" y="2255760"/>
            <a:ext cx="53280" cy="32040"/>
          </a:xfrm>
          <a:custGeom>
            <a:avLst/>
            <a:gdLst/>
            <a:ahLst/>
            <a:rect l="0" t="0" r="r" b="b"/>
            <a:pathLst>
              <a:path fill="none" w="148" h="89">
                <a:moveTo>
                  <a:pt x="0" y="0"/>
                </a:moveTo>
                <a:lnTo>
                  <a:pt x="75" y="89"/>
                </a:lnTo>
                <a:lnTo>
                  <a:pt x="148" y="0"/>
                </a:lnTo>
              </a:path>
            </a:pathLst>
          </a:custGeom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4460400" y="2308680"/>
            <a:ext cx="3057480" cy="1082880"/>
          </a:xfrm>
          <a:custGeom>
            <a:avLst/>
            <a:gdLst/>
            <a:ahLst/>
            <a:rect l="0" t="0" r="r" b="b"/>
            <a:pathLst>
              <a:path w="8493" h="3008">
                <a:moveTo>
                  <a:pt x="0" y="0"/>
                </a:moveTo>
                <a:lnTo>
                  <a:pt x="8493" y="0"/>
                </a:lnTo>
                <a:lnTo>
                  <a:pt x="8493" y="3008"/>
                </a:lnTo>
                <a:lnTo>
                  <a:pt x="0" y="30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4460400" y="2308680"/>
            <a:ext cx="3057480" cy="1082880"/>
          </a:xfrm>
          <a:custGeom>
            <a:avLst/>
            <a:gdLst/>
            <a:ahLst/>
            <a:rect l="0" t="0" r="r" b="b"/>
            <a:pathLst>
              <a:path w="8493" h="3008">
                <a:moveTo>
                  <a:pt x="0" y="0"/>
                </a:moveTo>
                <a:lnTo>
                  <a:pt x="8493" y="0"/>
                </a:lnTo>
                <a:lnTo>
                  <a:pt x="8493" y="3008"/>
                </a:lnTo>
                <a:lnTo>
                  <a:pt x="0" y="3008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411320" y="2351160"/>
            <a:ext cx="64080" cy="53280"/>
          </a:xfrm>
          <a:custGeom>
            <a:avLst/>
            <a:gdLst/>
            <a:ahLst/>
            <a:rect l="0" t="0" r="r" b="b"/>
            <a:pathLst>
              <a:path w="178" h="148">
                <a:moveTo>
                  <a:pt x="0" y="0"/>
                </a:moveTo>
                <a:lnTo>
                  <a:pt x="178" y="0"/>
                </a:lnTo>
                <a:lnTo>
                  <a:pt x="178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411320" y="236988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522040" y="2048760"/>
            <a:ext cx="128556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4513680" y="2345400"/>
            <a:ext cx="619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4534560" y="2531520"/>
            <a:ext cx="2930400" cy="807120"/>
          </a:xfrm>
          <a:custGeom>
            <a:avLst/>
            <a:gdLst/>
            <a:ahLst/>
            <a:rect l="0" t="0" r="r" b="b"/>
            <a:pathLst>
              <a:path w="8140" h="2242">
                <a:moveTo>
                  <a:pt x="0" y="0"/>
                </a:moveTo>
                <a:lnTo>
                  <a:pt x="8140" y="0"/>
                </a:lnTo>
                <a:lnTo>
                  <a:pt x="8140" y="2242"/>
                </a:lnTo>
                <a:lnTo>
                  <a:pt x="0" y="224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34560" y="2531520"/>
            <a:ext cx="2930400" cy="807120"/>
          </a:xfrm>
          <a:custGeom>
            <a:avLst/>
            <a:gdLst/>
            <a:ahLst/>
            <a:rect l="0" t="0" r="r" b="b"/>
            <a:pathLst>
              <a:path w="8140" h="2242">
                <a:moveTo>
                  <a:pt x="0" y="0"/>
                </a:moveTo>
                <a:lnTo>
                  <a:pt x="8140" y="0"/>
                </a:lnTo>
                <a:lnTo>
                  <a:pt x="8140" y="2242"/>
                </a:lnTo>
                <a:lnTo>
                  <a:pt x="0" y="224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7358400" y="2574000"/>
            <a:ext cx="64080" cy="53280"/>
          </a:xfrm>
          <a:custGeom>
            <a:avLst/>
            <a:gdLst/>
            <a:ahLst/>
            <a:rect l="0" t="0" r="r" b="b"/>
            <a:pathLst>
              <a:path w="178" h="148">
                <a:moveTo>
                  <a:pt x="0" y="0"/>
                </a:moveTo>
                <a:lnTo>
                  <a:pt x="178" y="0"/>
                </a:lnTo>
                <a:lnTo>
                  <a:pt x="178" y="148"/>
                </a:lnTo>
                <a:lnTo>
                  <a:pt x="0" y="14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7358400" y="259272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431080"/>
            <a:ext cx="144252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4587840" y="2568240"/>
            <a:ext cx="3679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4609080" y="2754360"/>
            <a:ext cx="2802600" cy="531000"/>
          </a:xfrm>
          <a:custGeom>
            <a:avLst/>
            <a:gdLst/>
            <a:ahLst/>
            <a:rect l="0" t="0" r="r" b="b"/>
            <a:pathLst>
              <a:path w="7785" h="1475">
                <a:moveTo>
                  <a:pt x="0" y="0"/>
                </a:moveTo>
                <a:lnTo>
                  <a:pt x="7785" y="0"/>
                </a:lnTo>
                <a:lnTo>
                  <a:pt x="7785" y="1475"/>
                </a:lnTo>
                <a:lnTo>
                  <a:pt x="0" y="147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4609080" y="2754360"/>
            <a:ext cx="2802600" cy="531000"/>
          </a:xfrm>
          <a:custGeom>
            <a:avLst/>
            <a:gdLst/>
            <a:ahLst/>
            <a:rect l="0" t="0" r="r" b="b"/>
            <a:pathLst>
              <a:path w="7785" h="1475">
                <a:moveTo>
                  <a:pt x="0" y="0"/>
                </a:moveTo>
                <a:lnTo>
                  <a:pt x="7785" y="0"/>
                </a:lnTo>
                <a:lnTo>
                  <a:pt x="7785" y="1475"/>
                </a:lnTo>
                <a:lnTo>
                  <a:pt x="0" y="147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7305120" y="2796840"/>
            <a:ext cx="64080" cy="53640"/>
          </a:xfrm>
          <a:custGeom>
            <a:avLst/>
            <a:gdLst/>
            <a:ahLst/>
            <a:rect l="0" t="0" r="r" b="b"/>
            <a:pathLst>
              <a:path w="178" h="149">
                <a:moveTo>
                  <a:pt x="0" y="0"/>
                </a:moveTo>
                <a:lnTo>
                  <a:pt x="178" y="0"/>
                </a:lnTo>
                <a:lnTo>
                  <a:pt x="178" y="149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7305120" y="281556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587840" y="2653920"/>
            <a:ext cx="118044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662000" y="2791080"/>
            <a:ext cx="2901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83240" y="2977200"/>
            <a:ext cx="2675520" cy="255240"/>
          </a:xfrm>
          <a:custGeom>
            <a:avLst/>
            <a:gdLst/>
            <a:ahLst/>
            <a:rect l="0" t="0" r="r" b="b"/>
            <a:pathLst>
              <a:path w="7432" h="709">
                <a:moveTo>
                  <a:pt x="0" y="0"/>
                </a:moveTo>
                <a:lnTo>
                  <a:pt x="7432" y="0"/>
                </a:lnTo>
                <a:lnTo>
                  <a:pt x="7432" y="709"/>
                </a:lnTo>
                <a:lnTo>
                  <a:pt x="0" y="70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83240" y="2977200"/>
            <a:ext cx="2675520" cy="255240"/>
          </a:xfrm>
          <a:custGeom>
            <a:avLst/>
            <a:gdLst/>
            <a:ahLst/>
            <a:rect l="0" t="0" r="r" b="b"/>
            <a:pathLst>
              <a:path w="7432" h="709">
                <a:moveTo>
                  <a:pt x="0" y="0"/>
                </a:moveTo>
                <a:lnTo>
                  <a:pt x="7432" y="0"/>
                </a:lnTo>
                <a:lnTo>
                  <a:pt x="7432" y="709"/>
                </a:lnTo>
                <a:lnTo>
                  <a:pt x="0" y="70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7252200" y="3019680"/>
            <a:ext cx="64080" cy="53640"/>
          </a:xfrm>
          <a:custGeom>
            <a:avLst/>
            <a:gdLst/>
            <a:ahLst/>
            <a:rect l="0" t="0" r="r" b="b"/>
            <a:pathLst>
              <a:path w="178" h="149">
                <a:moveTo>
                  <a:pt x="0" y="0"/>
                </a:moveTo>
                <a:lnTo>
                  <a:pt x="178" y="0"/>
                </a:lnTo>
                <a:lnTo>
                  <a:pt x="178" y="149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444444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7252200" y="3038400"/>
            <a:ext cx="63720" cy="0"/>
          </a:xfrm>
          <a:prstGeom prst="line">
            <a:avLst/>
          </a:prstGeom>
          <a:ln w="68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662000" y="2876760"/>
            <a:ext cx="178848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4736520" y="3013920"/>
            <a:ext cx="381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736520" y="3099600"/>
            <a:ext cx="228060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58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312080" y="3439080"/>
            <a:ext cx="3778560" cy="8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1842840" y="4386240"/>
            <a:ext cx="1391040" cy="285840"/>
          </a:xfrm>
          <a:custGeom>
            <a:avLst/>
            <a:gdLst/>
            <a:ahLst/>
            <a:rect l="0" t="0" r="r" b="b"/>
            <a:pathLst>
              <a:path w="3864" h="794">
                <a:moveTo>
                  <a:pt x="0" y="397"/>
                </a:moveTo>
                <a:cubicBezTo>
                  <a:pt x="0" y="371"/>
                  <a:pt x="3" y="346"/>
                  <a:pt x="8" y="320"/>
                </a:cubicBezTo>
                <a:cubicBezTo>
                  <a:pt x="13" y="294"/>
                  <a:pt x="20" y="270"/>
                  <a:pt x="30" y="246"/>
                </a:cubicBezTo>
                <a:cubicBezTo>
                  <a:pt x="40" y="221"/>
                  <a:pt x="53" y="199"/>
                  <a:pt x="67" y="177"/>
                </a:cubicBezTo>
                <a:cubicBezTo>
                  <a:pt x="82" y="155"/>
                  <a:pt x="98" y="135"/>
                  <a:pt x="116" y="117"/>
                </a:cubicBezTo>
                <a:cubicBezTo>
                  <a:pt x="135" y="97"/>
                  <a:pt x="155" y="81"/>
                  <a:pt x="177" y="66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3467" y="0"/>
                </a:lnTo>
                <a:cubicBezTo>
                  <a:pt x="3493" y="0"/>
                  <a:pt x="3519" y="2"/>
                  <a:pt x="3545" y="7"/>
                </a:cubicBezTo>
                <a:cubicBezTo>
                  <a:pt x="3570" y="12"/>
                  <a:pt x="3595" y="20"/>
                  <a:pt x="3619" y="30"/>
                </a:cubicBezTo>
                <a:cubicBezTo>
                  <a:pt x="3643" y="40"/>
                  <a:pt x="3666" y="52"/>
                  <a:pt x="3688" y="66"/>
                </a:cubicBezTo>
                <a:cubicBezTo>
                  <a:pt x="3709" y="81"/>
                  <a:pt x="3729" y="97"/>
                  <a:pt x="3748" y="117"/>
                </a:cubicBezTo>
                <a:cubicBezTo>
                  <a:pt x="3766" y="135"/>
                  <a:pt x="3783" y="155"/>
                  <a:pt x="3797" y="177"/>
                </a:cubicBezTo>
                <a:cubicBezTo>
                  <a:pt x="3812" y="199"/>
                  <a:pt x="3824" y="221"/>
                  <a:pt x="3834" y="246"/>
                </a:cubicBezTo>
                <a:cubicBezTo>
                  <a:pt x="3844" y="270"/>
                  <a:pt x="3851" y="294"/>
                  <a:pt x="3856" y="320"/>
                </a:cubicBezTo>
                <a:cubicBezTo>
                  <a:pt x="3862" y="346"/>
                  <a:pt x="3864" y="371"/>
                  <a:pt x="3864" y="397"/>
                </a:cubicBezTo>
                <a:cubicBezTo>
                  <a:pt x="3864" y="423"/>
                  <a:pt x="3862" y="449"/>
                  <a:pt x="3856" y="475"/>
                </a:cubicBezTo>
                <a:cubicBezTo>
                  <a:pt x="3851" y="500"/>
                  <a:pt x="3844" y="525"/>
                  <a:pt x="3834" y="549"/>
                </a:cubicBezTo>
                <a:cubicBezTo>
                  <a:pt x="3824" y="573"/>
                  <a:pt x="3812" y="596"/>
                  <a:pt x="3797" y="618"/>
                </a:cubicBezTo>
                <a:cubicBezTo>
                  <a:pt x="3783" y="640"/>
                  <a:pt x="3766" y="660"/>
                  <a:pt x="3748" y="678"/>
                </a:cubicBezTo>
                <a:cubicBezTo>
                  <a:pt x="3729" y="696"/>
                  <a:pt x="3709" y="713"/>
                  <a:pt x="3688" y="727"/>
                </a:cubicBezTo>
                <a:cubicBezTo>
                  <a:pt x="3666" y="742"/>
                  <a:pt x="3643" y="754"/>
                  <a:pt x="3619" y="764"/>
                </a:cubicBezTo>
                <a:cubicBezTo>
                  <a:pt x="3595" y="774"/>
                  <a:pt x="3570" y="782"/>
                  <a:pt x="3545" y="787"/>
                </a:cubicBezTo>
                <a:cubicBezTo>
                  <a:pt x="3519" y="792"/>
                  <a:pt x="3493" y="794"/>
                  <a:pt x="3467" y="794"/>
                </a:cubicBezTo>
                <a:lnTo>
                  <a:pt x="397" y="794"/>
                </a:lnTo>
                <a:cubicBezTo>
                  <a:pt x="371" y="794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7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60"/>
                  <a:pt x="82" y="640"/>
                  <a:pt x="67" y="618"/>
                </a:cubicBezTo>
                <a:cubicBezTo>
                  <a:pt x="53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1842840" y="4386240"/>
            <a:ext cx="1391040" cy="285840"/>
          </a:xfrm>
          <a:custGeom>
            <a:avLst/>
            <a:gdLst/>
            <a:ahLst/>
            <a:rect l="0" t="0" r="r" b="b"/>
            <a:pathLst>
              <a:path w="3864" h="794">
                <a:moveTo>
                  <a:pt x="0" y="397"/>
                </a:moveTo>
                <a:cubicBezTo>
                  <a:pt x="0" y="371"/>
                  <a:pt x="3" y="346"/>
                  <a:pt x="8" y="320"/>
                </a:cubicBezTo>
                <a:cubicBezTo>
                  <a:pt x="13" y="294"/>
                  <a:pt x="20" y="270"/>
                  <a:pt x="30" y="246"/>
                </a:cubicBezTo>
                <a:cubicBezTo>
                  <a:pt x="40" y="221"/>
                  <a:pt x="53" y="199"/>
                  <a:pt x="67" y="177"/>
                </a:cubicBezTo>
                <a:cubicBezTo>
                  <a:pt x="82" y="155"/>
                  <a:pt x="98" y="135"/>
                  <a:pt x="116" y="117"/>
                </a:cubicBezTo>
                <a:cubicBezTo>
                  <a:pt x="135" y="97"/>
                  <a:pt x="155" y="81"/>
                  <a:pt x="177" y="66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3467" y="0"/>
                </a:lnTo>
                <a:cubicBezTo>
                  <a:pt x="3493" y="0"/>
                  <a:pt x="3519" y="2"/>
                  <a:pt x="3545" y="7"/>
                </a:cubicBezTo>
                <a:cubicBezTo>
                  <a:pt x="3570" y="12"/>
                  <a:pt x="3595" y="20"/>
                  <a:pt x="3619" y="30"/>
                </a:cubicBezTo>
                <a:cubicBezTo>
                  <a:pt x="3643" y="40"/>
                  <a:pt x="3666" y="52"/>
                  <a:pt x="3688" y="66"/>
                </a:cubicBezTo>
                <a:cubicBezTo>
                  <a:pt x="3709" y="81"/>
                  <a:pt x="3729" y="97"/>
                  <a:pt x="3748" y="117"/>
                </a:cubicBezTo>
                <a:cubicBezTo>
                  <a:pt x="3766" y="135"/>
                  <a:pt x="3783" y="155"/>
                  <a:pt x="3797" y="177"/>
                </a:cubicBezTo>
                <a:cubicBezTo>
                  <a:pt x="3812" y="199"/>
                  <a:pt x="3824" y="221"/>
                  <a:pt x="3834" y="246"/>
                </a:cubicBezTo>
                <a:cubicBezTo>
                  <a:pt x="3844" y="270"/>
                  <a:pt x="3851" y="294"/>
                  <a:pt x="3856" y="320"/>
                </a:cubicBezTo>
                <a:cubicBezTo>
                  <a:pt x="3862" y="346"/>
                  <a:pt x="3864" y="371"/>
                  <a:pt x="3864" y="397"/>
                </a:cubicBezTo>
                <a:cubicBezTo>
                  <a:pt x="3864" y="423"/>
                  <a:pt x="3862" y="449"/>
                  <a:pt x="3856" y="475"/>
                </a:cubicBezTo>
                <a:cubicBezTo>
                  <a:pt x="3851" y="500"/>
                  <a:pt x="3844" y="525"/>
                  <a:pt x="3834" y="549"/>
                </a:cubicBezTo>
                <a:cubicBezTo>
                  <a:pt x="3824" y="573"/>
                  <a:pt x="3812" y="596"/>
                  <a:pt x="3797" y="618"/>
                </a:cubicBezTo>
                <a:cubicBezTo>
                  <a:pt x="3783" y="640"/>
                  <a:pt x="3766" y="660"/>
                  <a:pt x="3748" y="678"/>
                </a:cubicBezTo>
                <a:cubicBezTo>
                  <a:pt x="3729" y="696"/>
                  <a:pt x="3709" y="713"/>
                  <a:pt x="3688" y="727"/>
                </a:cubicBezTo>
                <a:cubicBezTo>
                  <a:pt x="3666" y="742"/>
                  <a:pt x="3643" y="754"/>
                  <a:pt x="3619" y="764"/>
                </a:cubicBezTo>
                <a:cubicBezTo>
                  <a:pt x="3595" y="774"/>
                  <a:pt x="3570" y="782"/>
                  <a:pt x="3545" y="787"/>
                </a:cubicBezTo>
                <a:cubicBezTo>
                  <a:pt x="3519" y="792"/>
                  <a:pt x="3493" y="794"/>
                  <a:pt x="3467" y="794"/>
                </a:cubicBezTo>
                <a:lnTo>
                  <a:pt x="397" y="794"/>
                </a:lnTo>
                <a:cubicBezTo>
                  <a:pt x="371" y="794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7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60"/>
                  <a:pt x="82" y="640"/>
                  <a:pt x="67" y="618"/>
                </a:cubicBezTo>
                <a:cubicBezTo>
                  <a:pt x="53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5162040" y="3623400"/>
            <a:ext cx="3243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Per stap een beeld, met Jochems eigen waarden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3319200" y="4386240"/>
            <a:ext cx="1619640" cy="285840"/>
          </a:xfrm>
          <a:custGeom>
            <a:avLst/>
            <a:gdLst/>
            <a:ahLst/>
            <a:rect l="0" t="0" r="r" b="b"/>
            <a:pathLst>
              <a:path w="4499" h="794">
                <a:moveTo>
                  <a:pt x="0" y="397"/>
                </a:moveTo>
                <a:cubicBezTo>
                  <a:pt x="0" y="371"/>
                  <a:pt x="3" y="346"/>
                  <a:pt x="8" y="320"/>
                </a:cubicBezTo>
                <a:cubicBezTo>
                  <a:pt x="13" y="294"/>
                  <a:pt x="20" y="270"/>
                  <a:pt x="30" y="246"/>
                </a:cubicBezTo>
                <a:cubicBezTo>
                  <a:pt x="40" y="221"/>
                  <a:pt x="53" y="199"/>
                  <a:pt x="67" y="177"/>
                </a:cubicBezTo>
                <a:cubicBezTo>
                  <a:pt x="82" y="155"/>
                  <a:pt x="98" y="135"/>
                  <a:pt x="116" y="117"/>
                </a:cubicBezTo>
                <a:cubicBezTo>
                  <a:pt x="135" y="97"/>
                  <a:pt x="155" y="81"/>
                  <a:pt x="177" y="66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4102" y="0"/>
                </a:lnTo>
                <a:cubicBezTo>
                  <a:pt x="4128" y="0"/>
                  <a:pt x="4154" y="2"/>
                  <a:pt x="4180" y="7"/>
                </a:cubicBezTo>
                <a:cubicBezTo>
                  <a:pt x="4205" y="12"/>
                  <a:pt x="4230" y="20"/>
                  <a:pt x="4254" y="30"/>
                </a:cubicBezTo>
                <a:cubicBezTo>
                  <a:pt x="4278" y="40"/>
                  <a:pt x="4301" y="52"/>
                  <a:pt x="4323" y="66"/>
                </a:cubicBezTo>
                <a:cubicBezTo>
                  <a:pt x="4344" y="81"/>
                  <a:pt x="4364" y="97"/>
                  <a:pt x="4383" y="117"/>
                </a:cubicBezTo>
                <a:cubicBezTo>
                  <a:pt x="4401" y="135"/>
                  <a:pt x="4418" y="155"/>
                  <a:pt x="4432" y="177"/>
                </a:cubicBezTo>
                <a:cubicBezTo>
                  <a:pt x="4447" y="199"/>
                  <a:pt x="4459" y="221"/>
                  <a:pt x="4469" y="246"/>
                </a:cubicBezTo>
                <a:cubicBezTo>
                  <a:pt x="4479" y="270"/>
                  <a:pt x="4486" y="294"/>
                  <a:pt x="4492" y="320"/>
                </a:cubicBezTo>
                <a:cubicBezTo>
                  <a:pt x="4497" y="346"/>
                  <a:pt x="4499" y="371"/>
                  <a:pt x="4499" y="397"/>
                </a:cubicBezTo>
                <a:cubicBezTo>
                  <a:pt x="4499" y="423"/>
                  <a:pt x="4497" y="449"/>
                  <a:pt x="4492" y="475"/>
                </a:cubicBezTo>
                <a:cubicBezTo>
                  <a:pt x="4486" y="500"/>
                  <a:pt x="4479" y="525"/>
                  <a:pt x="4469" y="549"/>
                </a:cubicBezTo>
                <a:cubicBezTo>
                  <a:pt x="4459" y="573"/>
                  <a:pt x="4447" y="596"/>
                  <a:pt x="4432" y="618"/>
                </a:cubicBezTo>
                <a:cubicBezTo>
                  <a:pt x="4418" y="640"/>
                  <a:pt x="4401" y="660"/>
                  <a:pt x="4383" y="678"/>
                </a:cubicBezTo>
                <a:cubicBezTo>
                  <a:pt x="4364" y="696"/>
                  <a:pt x="4344" y="713"/>
                  <a:pt x="4323" y="727"/>
                </a:cubicBezTo>
                <a:cubicBezTo>
                  <a:pt x="4301" y="742"/>
                  <a:pt x="4278" y="754"/>
                  <a:pt x="4254" y="764"/>
                </a:cubicBezTo>
                <a:cubicBezTo>
                  <a:pt x="4230" y="774"/>
                  <a:pt x="4205" y="782"/>
                  <a:pt x="4180" y="787"/>
                </a:cubicBezTo>
                <a:cubicBezTo>
                  <a:pt x="4154" y="792"/>
                  <a:pt x="4128" y="794"/>
                  <a:pt x="4102" y="794"/>
                </a:cubicBezTo>
                <a:lnTo>
                  <a:pt x="397" y="794"/>
                </a:lnTo>
                <a:cubicBezTo>
                  <a:pt x="371" y="794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7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60"/>
                  <a:pt x="82" y="640"/>
                  <a:pt x="67" y="618"/>
                </a:cubicBezTo>
                <a:cubicBezTo>
                  <a:pt x="53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3319200" y="4386240"/>
            <a:ext cx="1619640" cy="285840"/>
          </a:xfrm>
          <a:custGeom>
            <a:avLst/>
            <a:gdLst/>
            <a:ahLst/>
            <a:rect l="0" t="0" r="r" b="b"/>
            <a:pathLst>
              <a:path w="4499" h="794">
                <a:moveTo>
                  <a:pt x="0" y="397"/>
                </a:moveTo>
                <a:cubicBezTo>
                  <a:pt x="0" y="371"/>
                  <a:pt x="3" y="346"/>
                  <a:pt x="8" y="320"/>
                </a:cubicBezTo>
                <a:cubicBezTo>
                  <a:pt x="13" y="294"/>
                  <a:pt x="20" y="270"/>
                  <a:pt x="30" y="246"/>
                </a:cubicBezTo>
                <a:cubicBezTo>
                  <a:pt x="40" y="221"/>
                  <a:pt x="53" y="199"/>
                  <a:pt x="67" y="177"/>
                </a:cubicBezTo>
                <a:cubicBezTo>
                  <a:pt x="82" y="155"/>
                  <a:pt x="98" y="135"/>
                  <a:pt x="116" y="117"/>
                </a:cubicBezTo>
                <a:cubicBezTo>
                  <a:pt x="135" y="97"/>
                  <a:pt x="155" y="81"/>
                  <a:pt x="177" y="66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4102" y="0"/>
                </a:lnTo>
                <a:cubicBezTo>
                  <a:pt x="4128" y="0"/>
                  <a:pt x="4154" y="2"/>
                  <a:pt x="4180" y="7"/>
                </a:cubicBezTo>
                <a:cubicBezTo>
                  <a:pt x="4205" y="12"/>
                  <a:pt x="4230" y="20"/>
                  <a:pt x="4254" y="30"/>
                </a:cubicBezTo>
                <a:cubicBezTo>
                  <a:pt x="4278" y="40"/>
                  <a:pt x="4301" y="52"/>
                  <a:pt x="4323" y="66"/>
                </a:cubicBezTo>
                <a:cubicBezTo>
                  <a:pt x="4344" y="81"/>
                  <a:pt x="4364" y="97"/>
                  <a:pt x="4383" y="117"/>
                </a:cubicBezTo>
                <a:cubicBezTo>
                  <a:pt x="4401" y="135"/>
                  <a:pt x="4418" y="155"/>
                  <a:pt x="4432" y="177"/>
                </a:cubicBezTo>
                <a:cubicBezTo>
                  <a:pt x="4447" y="199"/>
                  <a:pt x="4459" y="221"/>
                  <a:pt x="4469" y="246"/>
                </a:cubicBezTo>
                <a:cubicBezTo>
                  <a:pt x="4479" y="270"/>
                  <a:pt x="4486" y="294"/>
                  <a:pt x="4492" y="320"/>
                </a:cubicBezTo>
                <a:cubicBezTo>
                  <a:pt x="4497" y="346"/>
                  <a:pt x="4499" y="371"/>
                  <a:pt x="4499" y="397"/>
                </a:cubicBezTo>
                <a:cubicBezTo>
                  <a:pt x="4499" y="423"/>
                  <a:pt x="4497" y="449"/>
                  <a:pt x="4492" y="475"/>
                </a:cubicBezTo>
                <a:cubicBezTo>
                  <a:pt x="4486" y="500"/>
                  <a:pt x="4479" y="525"/>
                  <a:pt x="4469" y="549"/>
                </a:cubicBezTo>
                <a:cubicBezTo>
                  <a:pt x="4459" y="573"/>
                  <a:pt x="4447" y="596"/>
                  <a:pt x="4432" y="618"/>
                </a:cubicBezTo>
                <a:cubicBezTo>
                  <a:pt x="4418" y="640"/>
                  <a:pt x="4401" y="660"/>
                  <a:pt x="4383" y="678"/>
                </a:cubicBezTo>
                <a:cubicBezTo>
                  <a:pt x="4364" y="696"/>
                  <a:pt x="4344" y="713"/>
                  <a:pt x="4323" y="727"/>
                </a:cubicBezTo>
                <a:cubicBezTo>
                  <a:pt x="4301" y="742"/>
                  <a:pt x="4278" y="754"/>
                  <a:pt x="4254" y="764"/>
                </a:cubicBezTo>
                <a:cubicBezTo>
                  <a:pt x="4230" y="774"/>
                  <a:pt x="4205" y="782"/>
                  <a:pt x="4180" y="787"/>
                </a:cubicBezTo>
                <a:cubicBezTo>
                  <a:pt x="4154" y="792"/>
                  <a:pt x="4128" y="794"/>
                  <a:pt x="4102" y="794"/>
                </a:cubicBezTo>
                <a:lnTo>
                  <a:pt x="397" y="794"/>
                </a:lnTo>
                <a:cubicBezTo>
                  <a:pt x="371" y="794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7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60"/>
                  <a:pt x="82" y="640"/>
                  <a:pt x="67" y="618"/>
                </a:cubicBezTo>
                <a:cubicBezTo>
                  <a:pt x="53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1989000" y="4456080"/>
            <a:ext cx="1215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1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samen doorlopen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5024160" y="4386240"/>
            <a:ext cx="2467440" cy="285840"/>
          </a:xfrm>
          <a:custGeom>
            <a:avLst/>
            <a:gdLst/>
            <a:ahLst/>
            <a:rect l="0" t="0" r="r" b="b"/>
            <a:pathLst>
              <a:path w="6854" h="794">
                <a:moveTo>
                  <a:pt x="0" y="397"/>
                </a:moveTo>
                <a:cubicBezTo>
                  <a:pt x="0" y="371"/>
                  <a:pt x="3" y="346"/>
                  <a:pt x="8" y="320"/>
                </a:cubicBezTo>
                <a:cubicBezTo>
                  <a:pt x="13" y="294"/>
                  <a:pt x="21" y="270"/>
                  <a:pt x="30" y="246"/>
                </a:cubicBezTo>
                <a:cubicBezTo>
                  <a:pt x="40" y="221"/>
                  <a:pt x="53" y="199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7"/>
                  <a:pt x="155" y="81"/>
                  <a:pt x="177" y="66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6457" y="0"/>
                </a:lnTo>
                <a:cubicBezTo>
                  <a:pt x="6483" y="0"/>
                  <a:pt x="6509" y="2"/>
                  <a:pt x="6535" y="7"/>
                </a:cubicBezTo>
                <a:cubicBezTo>
                  <a:pt x="6560" y="12"/>
                  <a:pt x="6585" y="20"/>
                  <a:pt x="6609" y="30"/>
                </a:cubicBezTo>
                <a:cubicBezTo>
                  <a:pt x="6633" y="40"/>
                  <a:pt x="6656" y="52"/>
                  <a:pt x="6678" y="66"/>
                </a:cubicBezTo>
                <a:cubicBezTo>
                  <a:pt x="6699" y="81"/>
                  <a:pt x="6719" y="97"/>
                  <a:pt x="6738" y="117"/>
                </a:cubicBezTo>
                <a:cubicBezTo>
                  <a:pt x="6756" y="135"/>
                  <a:pt x="6773" y="155"/>
                  <a:pt x="6787" y="177"/>
                </a:cubicBezTo>
                <a:cubicBezTo>
                  <a:pt x="6802" y="199"/>
                  <a:pt x="6814" y="221"/>
                  <a:pt x="6824" y="246"/>
                </a:cubicBezTo>
                <a:cubicBezTo>
                  <a:pt x="6834" y="270"/>
                  <a:pt x="6841" y="294"/>
                  <a:pt x="6846" y="320"/>
                </a:cubicBezTo>
                <a:cubicBezTo>
                  <a:pt x="6851" y="346"/>
                  <a:pt x="6854" y="371"/>
                  <a:pt x="6854" y="397"/>
                </a:cubicBezTo>
                <a:cubicBezTo>
                  <a:pt x="6854" y="423"/>
                  <a:pt x="6851" y="449"/>
                  <a:pt x="6846" y="475"/>
                </a:cubicBezTo>
                <a:cubicBezTo>
                  <a:pt x="6841" y="500"/>
                  <a:pt x="6834" y="525"/>
                  <a:pt x="6824" y="549"/>
                </a:cubicBezTo>
                <a:cubicBezTo>
                  <a:pt x="6814" y="573"/>
                  <a:pt x="6802" y="596"/>
                  <a:pt x="6787" y="618"/>
                </a:cubicBezTo>
                <a:cubicBezTo>
                  <a:pt x="6773" y="640"/>
                  <a:pt x="6756" y="660"/>
                  <a:pt x="6738" y="678"/>
                </a:cubicBezTo>
                <a:cubicBezTo>
                  <a:pt x="6719" y="696"/>
                  <a:pt x="6699" y="713"/>
                  <a:pt x="6678" y="727"/>
                </a:cubicBezTo>
                <a:cubicBezTo>
                  <a:pt x="6656" y="742"/>
                  <a:pt x="6633" y="754"/>
                  <a:pt x="6609" y="764"/>
                </a:cubicBezTo>
                <a:cubicBezTo>
                  <a:pt x="6585" y="774"/>
                  <a:pt x="6560" y="782"/>
                  <a:pt x="6535" y="787"/>
                </a:cubicBezTo>
                <a:cubicBezTo>
                  <a:pt x="6509" y="792"/>
                  <a:pt x="6483" y="794"/>
                  <a:pt x="6457" y="794"/>
                </a:cubicBezTo>
                <a:lnTo>
                  <a:pt x="397" y="794"/>
                </a:lnTo>
                <a:cubicBezTo>
                  <a:pt x="371" y="794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60"/>
                  <a:pt x="82" y="640"/>
                  <a:pt x="67" y="618"/>
                </a:cubicBezTo>
                <a:cubicBezTo>
                  <a:pt x="53" y="596"/>
                  <a:pt x="40" y="573"/>
                  <a:pt x="30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5024160" y="4386240"/>
            <a:ext cx="2467440" cy="285840"/>
          </a:xfrm>
          <a:custGeom>
            <a:avLst/>
            <a:gdLst/>
            <a:ahLst/>
            <a:rect l="0" t="0" r="r" b="b"/>
            <a:pathLst>
              <a:path w="6854" h="794">
                <a:moveTo>
                  <a:pt x="0" y="397"/>
                </a:moveTo>
                <a:cubicBezTo>
                  <a:pt x="0" y="371"/>
                  <a:pt x="3" y="346"/>
                  <a:pt x="8" y="320"/>
                </a:cubicBezTo>
                <a:cubicBezTo>
                  <a:pt x="13" y="294"/>
                  <a:pt x="21" y="270"/>
                  <a:pt x="30" y="246"/>
                </a:cubicBezTo>
                <a:cubicBezTo>
                  <a:pt x="40" y="221"/>
                  <a:pt x="53" y="199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7"/>
                  <a:pt x="155" y="81"/>
                  <a:pt x="177" y="66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6457" y="0"/>
                </a:lnTo>
                <a:cubicBezTo>
                  <a:pt x="6483" y="0"/>
                  <a:pt x="6509" y="2"/>
                  <a:pt x="6535" y="7"/>
                </a:cubicBezTo>
                <a:cubicBezTo>
                  <a:pt x="6560" y="12"/>
                  <a:pt x="6585" y="20"/>
                  <a:pt x="6609" y="30"/>
                </a:cubicBezTo>
                <a:cubicBezTo>
                  <a:pt x="6633" y="40"/>
                  <a:pt x="6656" y="52"/>
                  <a:pt x="6678" y="66"/>
                </a:cubicBezTo>
                <a:cubicBezTo>
                  <a:pt x="6699" y="81"/>
                  <a:pt x="6719" y="97"/>
                  <a:pt x="6738" y="117"/>
                </a:cubicBezTo>
                <a:cubicBezTo>
                  <a:pt x="6756" y="135"/>
                  <a:pt x="6773" y="155"/>
                  <a:pt x="6787" y="177"/>
                </a:cubicBezTo>
                <a:cubicBezTo>
                  <a:pt x="6802" y="199"/>
                  <a:pt x="6814" y="221"/>
                  <a:pt x="6824" y="246"/>
                </a:cubicBezTo>
                <a:cubicBezTo>
                  <a:pt x="6834" y="270"/>
                  <a:pt x="6841" y="294"/>
                  <a:pt x="6846" y="320"/>
                </a:cubicBezTo>
                <a:cubicBezTo>
                  <a:pt x="6851" y="346"/>
                  <a:pt x="6854" y="371"/>
                  <a:pt x="6854" y="397"/>
                </a:cubicBezTo>
                <a:cubicBezTo>
                  <a:pt x="6854" y="423"/>
                  <a:pt x="6851" y="449"/>
                  <a:pt x="6846" y="475"/>
                </a:cubicBezTo>
                <a:cubicBezTo>
                  <a:pt x="6841" y="500"/>
                  <a:pt x="6834" y="525"/>
                  <a:pt x="6824" y="549"/>
                </a:cubicBezTo>
                <a:cubicBezTo>
                  <a:pt x="6814" y="573"/>
                  <a:pt x="6802" y="596"/>
                  <a:pt x="6787" y="618"/>
                </a:cubicBezTo>
                <a:cubicBezTo>
                  <a:pt x="6773" y="640"/>
                  <a:pt x="6756" y="660"/>
                  <a:pt x="6738" y="678"/>
                </a:cubicBezTo>
                <a:cubicBezTo>
                  <a:pt x="6719" y="696"/>
                  <a:pt x="6699" y="713"/>
                  <a:pt x="6678" y="727"/>
                </a:cubicBezTo>
                <a:cubicBezTo>
                  <a:pt x="6656" y="742"/>
                  <a:pt x="6633" y="754"/>
                  <a:pt x="6609" y="764"/>
                </a:cubicBezTo>
                <a:cubicBezTo>
                  <a:pt x="6585" y="774"/>
                  <a:pt x="6560" y="782"/>
                  <a:pt x="6535" y="787"/>
                </a:cubicBezTo>
                <a:cubicBezTo>
                  <a:pt x="6509" y="792"/>
                  <a:pt x="6483" y="794"/>
                  <a:pt x="6457" y="794"/>
                </a:cubicBezTo>
                <a:lnTo>
                  <a:pt x="397" y="794"/>
                </a:lnTo>
                <a:cubicBezTo>
                  <a:pt x="371" y="794"/>
                  <a:pt x="345" y="792"/>
                  <a:pt x="320" y="787"/>
                </a:cubicBezTo>
                <a:cubicBezTo>
                  <a:pt x="294" y="782"/>
                  <a:pt x="269" y="774"/>
                  <a:pt x="245" y="764"/>
                </a:cubicBezTo>
                <a:cubicBezTo>
                  <a:pt x="221" y="754"/>
                  <a:pt x="198" y="742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60"/>
                  <a:pt x="82" y="640"/>
                  <a:pt x="67" y="618"/>
                </a:cubicBezTo>
                <a:cubicBezTo>
                  <a:pt x="53" y="596"/>
                  <a:pt x="40" y="573"/>
                  <a:pt x="30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459600" y="4456080"/>
            <a:ext cx="1480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2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opmerkingen noteren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5168160" y="4456080"/>
            <a:ext cx="241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3</a:t>
            </a:r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 discussie over vorm, detail en scope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66560" y="119052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14800" y="122292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1486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1478520" y="1387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1478520" y="1405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46480" y="141480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838800" y="137844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1582560" y="144324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3234600" y="142308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67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4042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034160" y="1387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4034160" y="1405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838800" y="144324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3322440" y="137844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514440" y="155124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1"/>
                  <a:pt x="4705" y="31"/>
                </a:cubicBezTo>
                <a:cubicBezTo>
                  <a:pt x="4714" y="40"/>
                  <a:pt x="4722" y="51"/>
                  <a:pt x="4727" y="63"/>
                </a:cubicBezTo>
                <a:cubicBezTo>
                  <a:pt x="4732" y="76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1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1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6"/>
                  <a:pt x="8" y="63"/>
                </a:cubicBezTo>
                <a:cubicBezTo>
                  <a:pt x="13" y="51"/>
                  <a:pt x="20" y="40"/>
                  <a:pt x="30" y="31"/>
                </a:cubicBezTo>
                <a:cubicBezTo>
                  <a:pt x="39" y="21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512640" y="154944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4"/>
                  <a:pt x="4699" y="18"/>
                  <a:pt x="4705" y="23"/>
                </a:cubicBezTo>
                <a:lnTo>
                  <a:pt x="4698" y="32"/>
                </a:lnTo>
                <a:cubicBezTo>
                  <a:pt x="4692" y="28"/>
                  <a:pt x="4686" y="23"/>
                  <a:pt x="4680" y="20"/>
                </a:cubicBezTo>
                <a:lnTo>
                  <a:pt x="4685" y="10"/>
                </a:lnTo>
                <a:moveTo>
                  <a:pt x="4722" y="41"/>
                </a:moveTo>
                <a:cubicBezTo>
                  <a:pt x="4727" y="47"/>
                  <a:pt x="4731" y="53"/>
                  <a:pt x="4734" y="61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8"/>
                </a:cubicBezTo>
                <a:lnTo>
                  <a:pt x="4722" y="41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9"/>
                </a:moveTo>
                <a:cubicBezTo>
                  <a:pt x="4744" y="137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2"/>
                  <a:pt x="4733" y="135"/>
                  <a:pt x="4733" y="127"/>
                </a:cubicBezTo>
                <a:lnTo>
                  <a:pt x="4744" y="129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4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5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3"/>
                </a:lnTo>
                <a:lnTo>
                  <a:pt x="4639" y="213"/>
                </a:lnTo>
                <a:cubicBezTo>
                  <a:pt x="4643" y="213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3"/>
                </a:lnTo>
                <a:lnTo>
                  <a:pt x="4607" y="213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3"/>
                </a:lnTo>
                <a:lnTo>
                  <a:pt x="4563" y="213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3"/>
                </a:lnTo>
                <a:lnTo>
                  <a:pt x="4518" y="213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3"/>
                </a:lnTo>
                <a:lnTo>
                  <a:pt x="4474" y="213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3"/>
                </a:lnTo>
                <a:lnTo>
                  <a:pt x="4429" y="213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3"/>
                </a:lnTo>
                <a:lnTo>
                  <a:pt x="4385" y="213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3"/>
                </a:lnTo>
                <a:lnTo>
                  <a:pt x="4340" y="213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3"/>
                </a:lnTo>
                <a:lnTo>
                  <a:pt x="4296" y="213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3"/>
                </a:lnTo>
                <a:lnTo>
                  <a:pt x="4252" y="213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3"/>
                </a:lnTo>
                <a:lnTo>
                  <a:pt x="4207" y="213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3"/>
                </a:lnTo>
                <a:lnTo>
                  <a:pt x="4163" y="213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3"/>
                </a:lnTo>
                <a:lnTo>
                  <a:pt x="4118" y="213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3"/>
                </a:lnTo>
                <a:lnTo>
                  <a:pt x="4074" y="213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3"/>
                </a:lnTo>
                <a:lnTo>
                  <a:pt x="4029" y="213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3"/>
                </a:lnTo>
                <a:lnTo>
                  <a:pt x="3985" y="213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3"/>
                </a:lnTo>
                <a:lnTo>
                  <a:pt x="3940" y="213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3"/>
                </a:lnTo>
                <a:lnTo>
                  <a:pt x="3896" y="213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3"/>
                </a:lnTo>
                <a:lnTo>
                  <a:pt x="3852" y="213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3"/>
                </a:lnTo>
                <a:lnTo>
                  <a:pt x="3807" y="213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3"/>
                </a:lnTo>
                <a:lnTo>
                  <a:pt x="3763" y="213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3"/>
                </a:lnTo>
                <a:lnTo>
                  <a:pt x="3718" y="213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3"/>
                </a:lnTo>
                <a:lnTo>
                  <a:pt x="3674" y="213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3"/>
                </a:lnTo>
                <a:lnTo>
                  <a:pt x="3629" y="213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3"/>
                </a:lnTo>
                <a:lnTo>
                  <a:pt x="3585" y="213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3"/>
                </a:lnTo>
                <a:lnTo>
                  <a:pt x="3540" y="213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3"/>
                </a:lnTo>
                <a:lnTo>
                  <a:pt x="3496" y="213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3"/>
                </a:lnTo>
                <a:lnTo>
                  <a:pt x="3452" y="213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3"/>
                </a:lnTo>
                <a:lnTo>
                  <a:pt x="3407" y="213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3"/>
                </a:lnTo>
                <a:lnTo>
                  <a:pt x="3363" y="213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3"/>
                </a:lnTo>
                <a:lnTo>
                  <a:pt x="3318" y="213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3"/>
                </a:lnTo>
                <a:lnTo>
                  <a:pt x="3274" y="213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3"/>
                </a:lnTo>
                <a:lnTo>
                  <a:pt x="3229" y="213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3"/>
                </a:lnTo>
                <a:lnTo>
                  <a:pt x="3185" y="213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3"/>
                </a:lnTo>
                <a:lnTo>
                  <a:pt x="3141" y="213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3"/>
                </a:lnTo>
                <a:lnTo>
                  <a:pt x="3096" y="213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3"/>
                </a:lnTo>
                <a:lnTo>
                  <a:pt x="3052" y="213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3"/>
                </a:lnTo>
                <a:lnTo>
                  <a:pt x="3007" y="213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3"/>
                </a:lnTo>
                <a:lnTo>
                  <a:pt x="2963" y="213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3"/>
                </a:lnTo>
                <a:lnTo>
                  <a:pt x="2918" y="213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3"/>
                </a:lnTo>
                <a:lnTo>
                  <a:pt x="2874" y="213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3"/>
                </a:lnTo>
                <a:lnTo>
                  <a:pt x="2829" y="213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3"/>
                </a:lnTo>
                <a:lnTo>
                  <a:pt x="2785" y="213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3"/>
                </a:lnTo>
                <a:lnTo>
                  <a:pt x="2741" y="213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3"/>
                </a:lnTo>
                <a:lnTo>
                  <a:pt x="2696" y="213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3"/>
                </a:lnTo>
                <a:lnTo>
                  <a:pt x="2652" y="213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3"/>
                </a:lnTo>
                <a:lnTo>
                  <a:pt x="2607" y="213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3"/>
                </a:lnTo>
                <a:lnTo>
                  <a:pt x="2563" y="213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3"/>
                </a:lnTo>
                <a:lnTo>
                  <a:pt x="2518" y="213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3"/>
                </a:lnTo>
                <a:lnTo>
                  <a:pt x="2474" y="213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3"/>
                </a:lnTo>
                <a:lnTo>
                  <a:pt x="2429" y="213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3"/>
                </a:lnTo>
                <a:lnTo>
                  <a:pt x="2385" y="213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3"/>
                </a:lnTo>
                <a:lnTo>
                  <a:pt x="2341" y="213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3"/>
                </a:lnTo>
                <a:lnTo>
                  <a:pt x="2296" y="213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3"/>
                </a:lnTo>
                <a:lnTo>
                  <a:pt x="2252" y="213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3"/>
                </a:lnTo>
                <a:lnTo>
                  <a:pt x="2207" y="213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3"/>
                </a:lnTo>
                <a:lnTo>
                  <a:pt x="2163" y="213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3"/>
                </a:lnTo>
                <a:lnTo>
                  <a:pt x="2118" y="213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3"/>
                </a:lnTo>
                <a:lnTo>
                  <a:pt x="2074" y="213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3"/>
                </a:lnTo>
                <a:lnTo>
                  <a:pt x="2029" y="213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3"/>
                </a:lnTo>
                <a:lnTo>
                  <a:pt x="1985" y="213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3"/>
                </a:lnTo>
                <a:lnTo>
                  <a:pt x="1941" y="213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3"/>
                </a:lnTo>
                <a:lnTo>
                  <a:pt x="1896" y="213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3"/>
                </a:lnTo>
                <a:lnTo>
                  <a:pt x="1852" y="213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3"/>
                </a:lnTo>
                <a:lnTo>
                  <a:pt x="1807" y="213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3"/>
                </a:lnTo>
                <a:lnTo>
                  <a:pt x="1763" y="213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3"/>
                </a:lnTo>
                <a:lnTo>
                  <a:pt x="1718" y="213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3"/>
                </a:lnTo>
                <a:lnTo>
                  <a:pt x="1674" y="213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3"/>
                </a:lnTo>
                <a:lnTo>
                  <a:pt x="1630" y="213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3"/>
                </a:lnTo>
                <a:lnTo>
                  <a:pt x="1585" y="213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3"/>
                </a:lnTo>
                <a:lnTo>
                  <a:pt x="1541" y="213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3"/>
                </a:lnTo>
                <a:lnTo>
                  <a:pt x="1496" y="213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3"/>
                </a:lnTo>
                <a:lnTo>
                  <a:pt x="1452" y="213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3"/>
                </a:lnTo>
                <a:lnTo>
                  <a:pt x="1407" y="213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3"/>
                </a:lnTo>
                <a:lnTo>
                  <a:pt x="1363" y="213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3"/>
                </a:lnTo>
                <a:lnTo>
                  <a:pt x="1318" y="213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3"/>
                </a:lnTo>
                <a:lnTo>
                  <a:pt x="1274" y="213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3"/>
                </a:lnTo>
                <a:lnTo>
                  <a:pt x="1230" y="213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3"/>
                </a:lnTo>
                <a:lnTo>
                  <a:pt x="1185" y="213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3"/>
                </a:lnTo>
                <a:lnTo>
                  <a:pt x="1141" y="213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3"/>
                </a:lnTo>
                <a:lnTo>
                  <a:pt x="1096" y="213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3"/>
                </a:lnTo>
                <a:lnTo>
                  <a:pt x="1052" y="213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3"/>
                </a:lnTo>
                <a:lnTo>
                  <a:pt x="1007" y="213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3"/>
                </a:lnTo>
                <a:lnTo>
                  <a:pt x="963" y="213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3"/>
                </a:lnTo>
                <a:lnTo>
                  <a:pt x="917" y="213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3"/>
                </a:lnTo>
                <a:lnTo>
                  <a:pt x="873" y="213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3"/>
                </a:lnTo>
                <a:lnTo>
                  <a:pt x="829" y="213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3"/>
                </a:lnTo>
                <a:lnTo>
                  <a:pt x="784" y="213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3"/>
                </a:lnTo>
                <a:lnTo>
                  <a:pt x="740" y="213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3"/>
                </a:lnTo>
                <a:lnTo>
                  <a:pt x="695" y="213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3"/>
                </a:lnTo>
                <a:lnTo>
                  <a:pt x="651" y="213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3"/>
                </a:lnTo>
                <a:lnTo>
                  <a:pt x="606" y="213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3"/>
                </a:lnTo>
                <a:lnTo>
                  <a:pt x="562" y="213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3"/>
                </a:lnTo>
                <a:lnTo>
                  <a:pt x="518" y="213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3"/>
                </a:lnTo>
                <a:lnTo>
                  <a:pt x="473" y="213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3"/>
                </a:lnTo>
                <a:lnTo>
                  <a:pt x="429" y="213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3"/>
                </a:lnTo>
                <a:lnTo>
                  <a:pt x="384" y="213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3"/>
                </a:lnTo>
                <a:lnTo>
                  <a:pt x="340" y="213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3"/>
                </a:lnTo>
                <a:lnTo>
                  <a:pt x="295" y="213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3"/>
                </a:lnTo>
                <a:lnTo>
                  <a:pt x="251" y="213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3"/>
                </a:lnTo>
                <a:lnTo>
                  <a:pt x="206" y="213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3"/>
                </a:lnTo>
                <a:lnTo>
                  <a:pt x="162" y="213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3"/>
                  <a:pt x="105" y="213"/>
                </a:cubicBezTo>
                <a:lnTo>
                  <a:pt x="118" y="213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7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100"/>
                  <a:pt x="1" y="92"/>
                  <a:pt x="2" y="85"/>
                </a:cubicBezTo>
                <a:lnTo>
                  <a:pt x="13" y="88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3"/>
                </a:moveTo>
                <a:cubicBezTo>
                  <a:pt x="13" y="55"/>
                  <a:pt x="17" y="49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3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9"/>
                  <a:pt x="45" y="34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3322440" y="144324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1635480" y="144720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7"/>
                </a:moveTo>
                <a:lnTo>
                  <a:pt x="18" y="100"/>
                </a:lnTo>
                <a:lnTo>
                  <a:pt x="0" y="100"/>
                </a:lnTo>
                <a:lnTo>
                  <a:pt x="0" y="67"/>
                </a:lnTo>
                <a:lnTo>
                  <a:pt x="18" y="67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8"/>
                </a:moveTo>
                <a:lnTo>
                  <a:pt x="18" y="302"/>
                </a:lnTo>
                <a:lnTo>
                  <a:pt x="0" y="302"/>
                </a:lnTo>
                <a:lnTo>
                  <a:pt x="0" y="268"/>
                </a:lnTo>
                <a:lnTo>
                  <a:pt x="18" y="268"/>
                </a:lnTo>
                <a:moveTo>
                  <a:pt x="18" y="335"/>
                </a:moveTo>
                <a:lnTo>
                  <a:pt x="18" y="368"/>
                </a:lnTo>
                <a:lnTo>
                  <a:pt x="0" y="368"/>
                </a:lnTo>
                <a:lnTo>
                  <a:pt x="0" y="335"/>
                </a:lnTo>
                <a:lnTo>
                  <a:pt x="18" y="335"/>
                </a:lnTo>
                <a:moveTo>
                  <a:pt x="18" y="402"/>
                </a:moveTo>
                <a:lnTo>
                  <a:pt x="18" y="435"/>
                </a:lnTo>
                <a:lnTo>
                  <a:pt x="0" y="435"/>
                </a:lnTo>
                <a:lnTo>
                  <a:pt x="0" y="402"/>
                </a:lnTo>
                <a:lnTo>
                  <a:pt x="18" y="402"/>
                </a:lnTo>
                <a:moveTo>
                  <a:pt x="18" y="469"/>
                </a:moveTo>
                <a:lnTo>
                  <a:pt x="18" y="502"/>
                </a:lnTo>
                <a:lnTo>
                  <a:pt x="0" y="502"/>
                </a:lnTo>
                <a:lnTo>
                  <a:pt x="0" y="469"/>
                </a:lnTo>
                <a:lnTo>
                  <a:pt x="18" y="469"/>
                </a:lnTo>
                <a:moveTo>
                  <a:pt x="18" y="536"/>
                </a:moveTo>
                <a:lnTo>
                  <a:pt x="18" y="569"/>
                </a:lnTo>
                <a:lnTo>
                  <a:pt x="0" y="569"/>
                </a:lnTo>
                <a:lnTo>
                  <a:pt x="0" y="536"/>
                </a:lnTo>
                <a:lnTo>
                  <a:pt x="18" y="53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719640" y="167976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4"/>
                </a:moveTo>
                <a:lnTo>
                  <a:pt x="17" y="167"/>
                </a:lnTo>
                <a:lnTo>
                  <a:pt x="0" y="167"/>
                </a:lnTo>
                <a:lnTo>
                  <a:pt x="0" y="134"/>
                </a:lnTo>
                <a:lnTo>
                  <a:pt x="17" y="134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8"/>
                </a:lnTo>
                <a:lnTo>
                  <a:pt x="0" y="368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9"/>
                </a:lnTo>
                <a:lnTo>
                  <a:pt x="0" y="769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3"/>
                </a:moveTo>
                <a:lnTo>
                  <a:pt x="17" y="1036"/>
                </a:lnTo>
                <a:lnTo>
                  <a:pt x="0" y="1036"/>
                </a:lnTo>
                <a:lnTo>
                  <a:pt x="0" y="1003"/>
                </a:lnTo>
                <a:lnTo>
                  <a:pt x="17" y="1003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4"/>
                </a:moveTo>
                <a:lnTo>
                  <a:pt x="17" y="1437"/>
                </a:lnTo>
                <a:lnTo>
                  <a:pt x="0" y="1437"/>
                </a:lnTo>
                <a:lnTo>
                  <a:pt x="0" y="1404"/>
                </a:lnTo>
                <a:lnTo>
                  <a:pt x="17" y="1404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8"/>
                </a:lnTo>
                <a:lnTo>
                  <a:pt x="0" y="1638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9"/>
                </a:lnTo>
                <a:lnTo>
                  <a:pt x="0" y="2039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3"/>
                </a:moveTo>
                <a:lnTo>
                  <a:pt x="17" y="2306"/>
                </a:lnTo>
                <a:lnTo>
                  <a:pt x="0" y="2306"/>
                </a:lnTo>
                <a:lnTo>
                  <a:pt x="0" y="2273"/>
                </a:lnTo>
                <a:lnTo>
                  <a:pt x="17" y="2273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4"/>
                </a:moveTo>
                <a:lnTo>
                  <a:pt x="17" y="2707"/>
                </a:lnTo>
                <a:lnTo>
                  <a:pt x="0" y="2707"/>
                </a:lnTo>
                <a:lnTo>
                  <a:pt x="0" y="2674"/>
                </a:lnTo>
                <a:lnTo>
                  <a:pt x="17" y="2674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8"/>
                </a:lnTo>
                <a:lnTo>
                  <a:pt x="0" y="2908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9"/>
                </a:lnTo>
                <a:lnTo>
                  <a:pt x="0" y="3309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3"/>
                </a:moveTo>
                <a:lnTo>
                  <a:pt x="17" y="3576"/>
                </a:lnTo>
                <a:lnTo>
                  <a:pt x="0" y="3576"/>
                </a:lnTo>
                <a:lnTo>
                  <a:pt x="0" y="3543"/>
                </a:lnTo>
                <a:lnTo>
                  <a:pt x="17" y="3543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1"/>
                </a:lnTo>
                <a:lnTo>
                  <a:pt x="0" y="3711"/>
                </a:lnTo>
                <a:lnTo>
                  <a:pt x="0" y="3676"/>
                </a:lnTo>
                <a:lnTo>
                  <a:pt x="17" y="3676"/>
                </a:lnTo>
                <a:moveTo>
                  <a:pt x="17" y="3744"/>
                </a:moveTo>
                <a:lnTo>
                  <a:pt x="17" y="3777"/>
                </a:lnTo>
                <a:lnTo>
                  <a:pt x="0" y="3777"/>
                </a:lnTo>
                <a:lnTo>
                  <a:pt x="0" y="3744"/>
                </a:lnTo>
                <a:lnTo>
                  <a:pt x="17" y="3744"/>
                </a:lnTo>
                <a:moveTo>
                  <a:pt x="17" y="3811"/>
                </a:moveTo>
                <a:lnTo>
                  <a:pt x="17" y="3844"/>
                </a:lnTo>
                <a:lnTo>
                  <a:pt x="0" y="3844"/>
                </a:lnTo>
                <a:lnTo>
                  <a:pt x="0" y="3811"/>
                </a:lnTo>
                <a:lnTo>
                  <a:pt x="17" y="3811"/>
                </a:lnTo>
                <a:moveTo>
                  <a:pt x="17" y="3878"/>
                </a:moveTo>
                <a:lnTo>
                  <a:pt x="17" y="3911"/>
                </a:lnTo>
                <a:lnTo>
                  <a:pt x="0" y="3911"/>
                </a:lnTo>
                <a:lnTo>
                  <a:pt x="0" y="3878"/>
                </a:lnTo>
                <a:lnTo>
                  <a:pt x="17" y="3878"/>
                </a:lnTo>
                <a:moveTo>
                  <a:pt x="17" y="3945"/>
                </a:moveTo>
                <a:lnTo>
                  <a:pt x="17" y="3978"/>
                </a:lnTo>
                <a:lnTo>
                  <a:pt x="0" y="3978"/>
                </a:lnTo>
                <a:lnTo>
                  <a:pt x="0" y="3945"/>
                </a:lnTo>
                <a:lnTo>
                  <a:pt x="17" y="3945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9"/>
                </a:lnTo>
                <a:lnTo>
                  <a:pt x="0" y="4179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80"/>
                </a:lnTo>
                <a:lnTo>
                  <a:pt x="0" y="4580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4"/>
                </a:moveTo>
                <a:lnTo>
                  <a:pt x="17" y="4847"/>
                </a:lnTo>
                <a:lnTo>
                  <a:pt x="0" y="4847"/>
                </a:lnTo>
                <a:lnTo>
                  <a:pt x="0" y="4814"/>
                </a:lnTo>
                <a:lnTo>
                  <a:pt x="17" y="4814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5"/>
                </a:moveTo>
                <a:lnTo>
                  <a:pt x="17" y="5248"/>
                </a:lnTo>
                <a:lnTo>
                  <a:pt x="0" y="5248"/>
                </a:lnTo>
                <a:lnTo>
                  <a:pt x="0" y="5215"/>
                </a:lnTo>
                <a:lnTo>
                  <a:pt x="17" y="5215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9"/>
                </a:lnTo>
                <a:lnTo>
                  <a:pt x="0" y="5449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4034160" y="171180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4034160" y="172584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546480" y="156312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666720" y="170748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3994200" y="194832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3994200" y="19623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666720" y="177228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22520" y="194400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3954240" y="232128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3954240" y="23353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722520" y="200880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78680" y="231696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3914280" y="269424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914280" y="270828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778680" y="238176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834480" y="268992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874320" y="30672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3874320" y="30812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834480" y="275472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890640" y="306288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890640" y="312768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890640" y="32032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890640" y="327132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90640" y="33397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34480" y="28303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834480" y="289872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834480" y="29667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778680" y="245736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778680" y="252540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778680" y="259380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22520" y="208440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22520" y="215244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22520" y="22208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650400" y="373716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650400" y="37512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666720" y="184788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66720" y="373284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66720" y="379728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66720" y="38728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66720" y="394128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66720" y="40093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514800" y="413856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514800" y="421452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514800" y="429084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0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04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05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1006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5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7200" y="732240"/>
            <a:ext cx="3889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O NTS TAAT  ·  H ET  KWALIFICATIEDO S S IER   O NTLEED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495520" y="1438200"/>
            <a:ext cx="95400" cy="57240"/>
          </a:xfrm>
          <a:custGeom>
            <a:avLst/>
            <a:gdLst/>
            <a:ahLst/>
            <a:rect l="0" t="0" r="r" b="b"/>
            <a:pathLst>
              <a:path w="265" h="159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0"/>
                  <a:pt x="234" y="16"/>
                  <a:pt x="242" y="23"/>
                </a:cubicBezTo>
                <a:cubicBezTo>
                  <a:pt x="249" y="30"/>
                  <a:pt x="255" y="40"/>
                  <a:pt x="259" y="50"/>
                </a:cubicBezTo>
                <a:cubicBezTo>
                  <a:pt x="263" y="59"/>
                  <a:pt x="265" y="70"/>
                  <a:pt x="265" y="80"/>
                </a:cubicBezTo>
                <a:cubicBezTo>
                  <a:pt x="265" y="91"/>
                  <a:pt x="263" y="101"/>
                  <a:pt x="259" y="110"/>
                </a:cubicBezTo>
                <a:cubicBezTo>
                  <a:pt x="255" y="120"/>
                  <a:pt x="249" y="129"/>
                  <a:pt x="242" y="136"/>
                </a:cubicBezTo>
                <a:cubicBezTo>
                  <a:pt x="234" y="144"/>
                  <a:pt x="226" y="149"/>
                  <a:pt x="216" y="153"/>
                </a:cubicBezTo>
                <a:cubicBezTo>
                  <a:pt x="206" y="157"/>
                  <a:pt x="196" y="159"/>
                  <a:pt x="186" y="159"/>
                </a:cubicBezTo>
                <a:lnTo>
                  <a:pt x="80" y="159"/>
                </a:lnTo>
                <a:cubicBezTo>
                  <a:pt x="69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571480" y="1438200"/>
            <a:ext cx="38520" cy="57240"/>
          </a:xfrm>
          <a:custGeom>
            <a:avLst/>
            <a:gdLst/>
            <a:ahLst/>
            <a:rect l="0" t="0" r="r" b="b"/>
            <a:pathLst>
              <a:path w="107" h="159">
                <a:moveTo>
                  <a:pt x="107" y="80"/>
                </a:moveTo>
                <a:cubicBezTo>
                  <a:pt x="107" y="91"/>
                  <a:pt x="106" y="101"/>
                  <a:pt x="103" y="110"/>
                </a:cubicBezTo>
                <a:cubicBezTo>
                  <a:pt x="100" y="120"/>
                  <a:pt x="97" y="129"/>
                  <a:pt x="92" y="136"/>
                </a:cubicBezTo>
                <a:cubicBezTo>
                  <a:pt x="87" y="144"/>
                  <a:pt x="81" y="149"/>
                  <a:pt x="74" y="153"/>
                </a:cubicBezTo>
                <a:cubicBezTo>
                  <a:pt x="68" y="157"/>
                  <a:pt x="61" y="159"/>
                  <a:pt x="54" y="159"/>
                </a:cubicBezTo>
                <a:cubicBezTo>
                  <a:pt x="46" y="159"/>
                  <a:pt x="39" y="157"/>
                  <a:pt x="33" y="153"/>
                </a:cubicBezTo>
                <a:cubicBezTo>
                  <a:pt x="26" y="149"/>
                  <a:pt x="21" y="144"/>
                  <a:pt x="16" y="136"/>
                </a:cubicBezTo>
                <a:cubicBezTo>
                  <a:pt x="11" y="129"/>
                  <a:pt x="7" y="120"/>
                  <a:pt x="4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4" y="50"/>
                </a:cubicBezTo>
                <a:cubicBezTo>
                  <a:pt x="7" y="40"/>
                  <a:pt x="11" y="30"/>
                  <a:pt x="16" y="23"/>
                </a:cubicBezTo>
                <a:cubicBezTo>
                  <a:pt x="21" y="16"/>
                  <a:pt x="26" y="10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0"/>
                  <a:pt x="87" y="16"/>
                  <a:pt x="92" y="23"/>
                </a:cubicBezTo>
                <a:cubicBezTo>
                  <a:pt x="97" y="30"/>
                  <a:pt x="100" y="40"/>
                  <a:pt x="103" y="50"/>
                </a:cubicBezTo>
                <a:cubicBezTo>
                  <a:pt x="106" y="59"/>
                  <a:pt x="107" y="70"/>
                  <a:pt x="107" y="8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04880" y="103896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799920" y="140832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5638680" y="140940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81"/>
                </a:moveTo>
                <a:lnTo>
                  <a:pt x="211" y="81"/>
                </a:lnTo>
                <a:lnTo>
                  <a:pt x="211" y="0"/>
                </a:lnTo>
                <a:lnTo>
                  <a:pt x="345" y="160"/>
                </a:lnTo>
                <a:lnTo>
                  <a:pt x="211" y="319"/>
                </a:lnTo>
                <a:lnTo>
                  <a:pt x="211" y="239"/>
                </a:lnTo>
                <a:lnTo>
                  <a:pt x="0" y="239"/>
                </a:lnTo>
                <a:lnTo>
                  <a:pt x="0" y="81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799920" y="156204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2876400" y="140832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1192680" y="180000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80"/>
                </a:lnTo>
                <a:lnTo>
                  <a:pt x="0" y="80"/>
                </a:lnTo>
                <a:lnTo>
                  <a:pt x="0" y="0"/>
                </a:lnTo>
                <a:lnTo>
                  <a:pt x="41" y="0"/>
                </a:lnTo>
                <a:moveTo>
                  <a:pt x="41" y="160"/>
                </a:moveTo>
                <a:lnTo>
                  <a:pt x="41" y="239"/>
                </a:lnTo>
                <a:lnTo>
                  <a:pt x="0" y="239"/>
                </a:lnTo>
                <a:lnTo>
                  <a:pt x="0" y="160"/>
                </a:lnTo>
                <a:lnTo>
                  <a:pt x="41" y="160"/>
                </a:lnTo>
                <a:moveTo>
                  <a:pt x="41" y="319"/>
                </a:moveTo>
                <a:lnTo>
                  <a:pt x="41" y="398"/>
                </a:lnTo>
                <a:lnTo>
                  <a:pt x="0" y="398"/>
                </a:lnTo>
                <a:lnTo>
                  <a:pt x="0" y="319"/>
                </a:lnTo>
                <a:lnTo>
                  <a:pt x="41" y="319"/>
                </a:lnTo>
                <a:moveTo>
                  <a:pt x="41" y="477"/>
                </a:moveTo>
                <a:lnTo>
                  <a:pt x="41" y="530"/>
                </a:lnTo>
                <a:lnTo>
                  <a:pt x="0" y="530"/>
                </a:lnTo>
                <a:lnTo>
                  <a:pt x="0" y="477"/>
                </a:lnTo>
                <a:lnTo>
                  <a:pt x="41" y="47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1152360" y="1933560"/>
            <a:ext cx="95760" cy="57240"/>
          </a:xfrm>
          <a:custGeom>
            <a:avLst/>
            <a:gdLst/>
            <a:ahLst/>
            <a:rect l="0" t="0" r="r" b="b"/>
            <a:pathLst>
              <a:path fill="none" w="266" h="159">
                <a:moveTo>
                  <a:pt x="0" y="0"/>
                </a:moveTo>
                <a:lnTo>
                  <a:pt x="133" y="159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6267240" y="210492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6267240" y="213804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2876400" y="156204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1066680" y="209412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6171840" y="25048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6171840" y="25383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066680" y="224784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1200240" y="249408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6076800" y="2904840"/>
            <a:ext cx="114480" cy="95760"/>
          </a:xfrm>
          <a:custGeom>
            <a:avLst/>
            <a:gdLst/>
            <a:ahLst/>
            <a:rect l="0" t="0" r="r" b="b"/>
            <a:pathLst>
              <a:path w="318" h="266">
                <a:moveTo>
                  <a:pt x="0" y="0"/>
                </a:moveTo>
                <a:lnTo>
                  <a:pt x="318" y="0"/>
                </a:lnTo>
                <a:lnTo>
                  <a:pt x="318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6076800" y="293832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1200240" y="264816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1333440" y="289440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5981400" y="330516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5981400" y="333828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333440" y="304812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1467000" y="329436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1467000" y="344808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704880" y="405756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3700440" y="438552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6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457200" y="436680"/>
            <a:ext cx="545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O NTS TAAT  ·  EX AM ENPLAN,  EER S TE  R ES ULTAATS TR UCTUUR   EN  CO H O R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1879560" y="1077120"/>
            <a:ext cx="82800" cy="49680"/>
          </a:xfrm>
          <a:custGeom>
            <a:avLst/>
            <a:gdLst/>
            <a:ahLst/>
            <a:rect l="0" t="0" r="r" b="b"/>
            <a:pathLst>
              <a:path w="230" h="138">
                <a:moveTo>
                  <a:pt x="69" y="0"/>
                </a:moveTo>
                <a:lnTo>
                  <a:pt x="161" y="0"/>
                </a:lnTo>
                <a:cubicBezTo>
                  <a:pt x="170" y="0"/>
                  <a:pt x="179" y="2"/>
                  <a:pt x="187" y="5"/>
                </a:cubicBezTo>
                <a:cubicBezTo>
                  <a:pt x="196" y="9"/>
                  <a:pt x="203" y="14"/>
                  <a:pt x="210" y="20"/>
                </a:cubicBezTo>
                <a:cubicBezTo>
                  <a:pt x="216" y="27"/>
                  <a:pt x="221" y="34"/>
                  <a:pt x="224" y="42"/>
                </a:cubicBezTo>
                <a:cubicBezTo>
                  <a:pt x="228" y="51"/>
                  <a:pt x="230" y="60"/>
                  <a:pt x="230" y="70"/>
                </a:cubicBezTo>
                <a:cubicBezTo>
                  <a:pt x="230" y="79"/>
                  <a:pt x="228" y="87"/>
                  <a:pt x="224" y="96"/>
                </a:cubicBezTo>
                <a:cubicBezTo>
                  <a:pt x="221" y="104"/>
                  <a:pt x="216" y="112"/>
                  <a:pt x="210" y="118"/>
                </a:cubicBezTo>
                <a:cubicBezTo>
                  <a:pt x="203" y="124"/>
                  <a:pt x="196" y="129"/>
                  <a:pt x="187" y="133"/>
                </a:cubicBezTo>
                <a:cubicBezTo>
                  <a:pt x="179" y="136"/>
                  <a:pt x="170" y="138"/>
                  <a:pt x="161" y="138"/>
                </a:cubicBezTo>
                <a:lnTo>
                  <a:pt x="69" y="138"/>
                </a:lnTo>
                <a:cubicBezTo>
                  <a:pt x="60" y="138"/>
                  <a:pt x="51" y="136"/>
                  <a:pt x="43" y="133"/>
                </a:cubicBezTo>
                <a:cubicBezTo>
                  <a:pt x="34" y="129"/>
                  <a:pt x="27" y="124"/>
                  <a:pt x="20" y="118"/>
                </a:cubicBezTo>
                <a:cubicBezTo>
                  <a:pt x="14" y="112"/>
                  <a:pt x="9" y="104"/>
                  <a:pt x="5" y="96"/>
                </a:cubicBezTo>
                <a:cubicBezTo>
                  <a:pt x="2" y="87"/>
                  <a:pt x="0" y="79"/>
                  <a:pt x="0" y="70"/>
                </a:cubicBezTo>
                <a:cubicBezTo>
                  <a:pt x="0" y="60"/>
                  <a:pt x="2" y="51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7" y="14"/>
                  <a:pt x="34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1945440" y="1077120"/>
            <a:ext cx="33120" cy="49680"/>
          </a:xfrm>
          <a:custGeom>
            <a:avLst/>
            <a:gdLst/>
            <a:ahLst/>
            <a:rect l="0" t="0" r="r" b="b"/>
            <a:pathLst>
              <a:path w="92" h="138">
                <a:moveTo>
                  <a:pt x="92" y="70"/>
                </a:moveTo>
                <a:cubicBezTo>
                  <a:pt x="92" y="79"/>
                  <a:pt x="91" y="87"/>
                  <a:pt x="89" y="96"/>
                </a:cubicBezTo>
                <a:cubicBezTo>
                  <a:pt x="87" y="104"/>
                  <a:pt x="83" y="112"/>
                  <a:pt x="79" y="118"/>
                </a:cubicBezTo>
                <a:cubicBezTo>
                  <a:pt x="75" y="124"/>
                  <a:pt x="70" y="129"/>
                  <a:pt x="64" y="133"/>
                </a:cubicBezTo>
                <a:cubicBezTo>
                  <a:pt x="59" y="136"/>
                  <a:pt x="53" y="138"/>
                  <a:pt x="47" y="138"/>
                </a:cubicBezTo>
                <a:cubicBezTo>
                  <a:pt x="41" y="138"/>
                  <a:pt x="35" y="136"/>
                  <a:pt x="29" y="133"/>
                </a:cubicBezTo>
                <a:cubicBezTo>
                  <a:pt x="24" y="129"/>
                  <a:pt x="19" y="124"/>
                  <a:pt x="14" y="118"/>
                </a:cubicBezTo>
                <a:cubicBezTo>
                  <a:pt x="9" y="112"/>
                  <a:pt x="6" y="104"/>
                  <a:pt x="3" y="96"/>
                </a:cubicBezTo>
                <a:cubicBezTo>
                  <a:pt x="1" y="87"/>
                  <a:pt x="0" y="79"/>
                  <a:pt x="0" y="70"/>
                </a:cubicBezTo>
                <a:cubicBezTo>
                  <a:pt x="0" y="60"/>
                  <a:pt x="1" y="51"/>
                  <a:pt x="3" y="42"/>
                </a:cubicBezTo>
                <a:cubicBezTo>
                  <a:pt x="6" y="34"/>
                  <a:pt x="9" y="27"/>
                  <a:pt x="14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9" y="2"/>
                  <a:pt x="64" y="5"/>
                </a:cubicBezTo>
                <a:cubicBezTo>
                  <a:pt x="70" y="9"/>
                  <a:pt x="75" y="14"/>
                  <a:pt x="79" y="20"/>
                </a:cubicBezTo>
                <a:cubicBezTo>
                  <a:pt x="83" y="27"/>
                  <a:pt x="87" y="34"/>
                  <a:pt x="89" y="42"/>
                </a:cubicBezTo>
                <a:cubicBezTo>
                  <a:pt x="91" y="51"/>
                  <a:pt x="92" y="60"/>
                  <a:pt x="92" y="7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555840" y="732960"/>
            <a:ext cx="39556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8280" y="10515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976200" y="1052640"/>
            <a:ext cx="107280" cy="99000"/>
          </a:xfrm>
          <a:custGeom>
            <a:avLst/>
            <a:gdLst/>
            <a:ahLst/>
            <a:rect l="0" t="0" r="r" b="b"/>
            <a:pathLst>
              <a:path w="298" h="275">
                <a:moveTo>
                  <a:pt x="0" y="68"/>
                </a:moveTo>
                <a:lnTo>
                  <a:pt x="184" y="68"/>
                </a:lnTo>
                <a:lnTo>
                  <a:pt x="184" y="0"/>
                </a:lnTo>
                <a:lnTo>
                  <a:pt x="298" y="137"/>
                </a:lnTo>
                <a:lnTo>
                  <a:pt x="184" y="275"/>
                </a:lnTo>
                <a:lnTo>
                  <a:pt x="184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638280" y="118404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2208600" y="10515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977400" y="1389240"/>
            <a:ext cx="12600" cy="164520"/>
          </a:xfrm>
          <a:custGeom>
            <a:avLst/>
            <a:gdLst/>
            <a:ahLst/>
            <a:rect l="0" t="0" r="r" b="b"/>
            <a:pathLst>
              <a:path w="35" h="457">
                <a:moveTo>
                  <a:pt x="35" y="0"/>
                </a:moveTo>
                <a:lnTo>
                  <a:pt x="35" y="70"/>
                </a:lnTo>
                <a:lnTo>
                  <a:pt x="0" y="70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57"/>
                </a:lnTo>
                <a:lnTo>
                  <a:pt x="0" y="457"/>
                </a:lnTo>
                <a:lnTo>
                  <a:pt x="0" y="412"/>
                </a:lnTo>
                <a:lnTo>
                  <a:pt x="35" y="41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942120" y="1504080"/>
            <a:ext cx="82800" cy="49680"/>
          </a:xfrm>
          <a:custGeom>
            <a:avLst/>
            <a:gdLst/>
            <a:ahLst/>
            <a:rect l="0" t="0" r="r" b="b"/>
            <a:pathLst>
              <a:path fill="none" w="230" h="138">
                <a:moveTo>
                  <a:pt x="0" y="0"/>
                </a:moveTo>
                <a:lnTo>
                  <a:pt x="116" y="138"/>
                </a:lnTo>
                <a:lnTo>
                  <a:pt x="230" y="0"/>
                </a:lnTo>
              </a:path>
            </a:pathLst>
          </a:custGeom>
          <a:ln w="12240">
            <a:solidFill>
              <a:srgbClr val="a8a85a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785880" y="1586520"/>
            <a:ext cx="3610080" cy="394560"/>
          </a:xfrm>
          <a:custGeom>
            <a:avLst/>
            <a:gdLst/>
            <a:ahLst/>
            <a:rect l="0" t="0" r="r" b="b"/>
            <a:pathLst>
              <a:path w="10028" h="1096">
                <a:moveTo>
                  <a:pt x="0" y="0"/>
                </a:moveTo>
                <a:lnTo>
                  <a:pt x="10028" y="0"/>
                </a:lnTo>
                <a:lnTo>
                  <a:pt x="1002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781920" y="1582200"/>
            <a:ext cx="3618360" cy="402840"/>
          </a:xfrm>
          <a:custGeom>
            <a:avLst/>
            <a:gdLst/>
            <a:ahLst/>
            <a:rect l="0" t="0" r="r" b="b"/>
            <a:pathLst>
              <a:path w="10051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8" y="0"/>
                </a:lnTo>
                <a:lnTo>
                  <a:pt x="2868" y="23"/>
                </a:lnTo>
                <a:lnTo>
                  <a:pt x="2752" y="23"/>
                </a:lnTo>
                <a:lnTo>
                  <a:pt x="2752" y="0"/>
                </a:lnTo>
                <a:moveTo>
                  <a:pt x="2936" y="0"/>
                </a:moveTo>
                <a:lnTo>
                  <a:pt x="3050" y="0"/>
                </a:lnTo>
                <a:lnTo>
                  <a:pt x="3050" y="23"/>
                </a:lnTo>
                <a:lnTo>
                  <a:pt x="2936" y="23"/>
                </a:lnTo>
                <a:lnTo>
                  <a:pt x="2936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51" y="34"/>
                </a:moveTo>
                <a:lnTo>
                  <a:pt x="10051" y="148"/>
                </a:lnTo>
                <a:lnTo>
                  <a:pt x="10028" y="148"/>
                </a:lnTo>
                <a:lnTo>
                  <a:pt x="10028" y="34"/>
                </a:lnTo>
                <a:lnTo>
                  <a:pt x="10051" y="34"/>
                </a:lnTo>
                <a:moveTo>
                  <a:pt x="10051" y="217"/>
                </a:moveTo>
                <a:lnTo>
                  <a:pt x="10051" y="331"/>
                </a:lnTo>
                <a:lnTo>
                  <a:pt x="10028" y="331"/>
                </a:lnTo>
                <a:lnTo>
                  <a:pt x="10028" y="217"/>
                </a:lnTo>
                <a:lnTo>
                  <a:pt x="10051" y="217"/>
                </a:lnTo>
                <a:moveTo>
                  <a:pt x="10051" y="399"/>
                </a:moveTo>
                <a:lnTo>
                  <a:pt x="10051" y="513"/>
                </a:lnTo>
                <a:lnTo>
                  <a:pt x="10028" y="513"/>
                </a:lnTo>
                <a:lnTo>
                  <a:pt x="10028" y="399"/>
                </a:lnTo>
                <a:lnTo>
                  <a:pt x="10051" y="399"/>
                </a:lnTo>
                <a:moveTo>
                  <a:pt x="10051" y="582"/>
                </a:moveTo>
                <a:lnTo>
                  <a:pt x="10051" y="697"/>
                </a:lnTo>
                <a:lnTo>
                  <a:pt x="10028" y="697"/>
                </a:lnTo>
                <a:lnTo>
                  <a:pt x="10028" y="582"/>
                </a:lnTo>
                <a:lnTo>
                  <a:pt x="10051" y="582"/>
                </a:lnTo>
                <a:moveTo>
                  <a:pt x="10051" y="765"/>
                </a:moveTo>
                <a:lnTo>
                  <a:pt x="10051" y="879"/>
                </a:lnTo>
                <a:lnTo>
                  <a:pt x="10028" y="879"/>
                </a:lnTo>
                <a:lnTo>
                  <a:pt x="10028" y="765"/>
                </a:lnTo>
                <a:lnTo>
                  <a:pt x="10051" y="765"/>
                </a:lnTo>
                <a:moveTo>
                  <a:pt x="10051" y="948"/>
                </a:moveTo>
                <a:lnTo>
                  <a:pt x="10051" y="1062"/>
                </a:lnTo>
                <a:lnTo>
                  <a:pt x="10028" y="1062"/>
                </a:lnTo>
                <a:lnTo>
                  <a:pt x="10028" y="948"/>
                </a:lnTo>
                <a:lnTo>
                  <a:pt x="10051" y="948"/>
                </a:lnTo>
                <a:moveTo>
                  <a:pt x="10017" y="1119"/>
                </a:moveTo>
                <a:lnTo>
                  <a:pt x="9902" y="1119"/>
                </a:lnTo>
                <a:lnTo>
                  <a:pt x="9902" y="1096"/>
                </a:lnTo>
                <a:lnTo>
                  <a:pt x="10017" y="1096"/>
                </a:lnTo>
                <a:lnTo>
                  <a:pt x="10017" y="1119"/>
                </a:lnTo>
                <a:moveTo>
                  <a:pt x="9834" y="1119"/>
                </a:moveTo>
                <a:lnTo>
                  <a:pt x="9720" y="1119"/>
                </a:lnTo>
                <a:lnTo>
                  <a:pt x="9720" y="1096"/>
                </a:lnTo>
                <a:lnTo>
                  <a:pt x="9834" y="1096"/>
                </a:lnTo>
                <a:lnTo>
                  <a:pt x="9834" y="1119"/>
                </a:lnTo>
                <a:moveTo>
                  <a:pt x="9651" y="1119"/>
                </a:moveTo>
                <a:lnTo>
                  <a:pt x="9537" y="1119"/>
                </a:lnTo>
                <a:lnTo>
                  <a:pt x="9537" y="1096"/>
                </a:lnTo>
                <a:lnTo>
                  <a:pt x="9651" y="1096"/>
                </a:lnTo>
                <a:lnTo>
                  <a:pt x="9651" y="1119"/>
                </a:lnTo>
                <a:moveTo>
                  <a:pt x="9468" y="1119"/>
                </a:moveTo>
                <a:lnTo>
                  <a:pt x="9354" y="1119"/>
                </a:lnTo>
                <a:lnTo>
                  <a:pt x="9354" y="1096"/>
                </a:lnTo>
                <a:lnTo>
                  <a:pt x="9468" y="1096"/>
                </a:lnTo>
                <a:lnTo>
                  <a:pt x="9468" y="1119"/>
                </a:lnTo>
                <a:moveTo>
                  <a:pt x="9286" y="1119"/>
                </a:moveTo>
                <a:lnTo>
                  <a:pt x="9171" y="1119"/>
                </a:lnTo>
                <a:lnTo>
                  <a:pt x="9171" y="1096"/>
                </a:lnTo>
                <a:lnTo>
                  <a:pt x="9286" y="1096"/>
                </a:lnTo>
                <a:lnTo>
                  <a:pt x="9286" y="1119"/>
                </a:lnTo>
                <a:moveTo>
                  <a:pt x="9103" y="1119"/>
                </a:moveTo>
                <a:lnTo>
                  <a:pt x="8989" y="1119"/>
                </a:lnTo>
                <a:lnTo>
                  <a:pt x="8989" y="1096"/>
                </a:lnTo>
                <a:lnTo>
                  <a:pt x="9103" y="1096"/>
                </a:lnTo>
                <a:lnTo>
                  <a:pt x="9103" y="1119"/>
                </a:lnTo>
                <a:moveTo>
                  <a:pt x="8920" y="1119"/>
                </a:moveTo>
                <a:lnTo>
                  <a:pt x="8806" y="1119"/>
                </a:lnTo>
                <a:lnTo>
                  <a:pt x="8806" y="1096"/>
                </a:lnTo>
                <a:lnTo>
                  <a:pt x="8920" y="1096"/>
                </a:lnTo>
                <a:lnTo>
                  <a:pt x="8920" y="1119"/>
                </a:lnTo>
                <a:moveTo>
                  <a:pt x="8737" y="1119"/>
                </a:moveTo>
                <a:lnTo>
                  <a:pt x="8623" y="1119"/>
                </a:lnTo>
                <a:lnTo>
                  <a:pt x="8623" y="1096"/>
                </a:lnTo>
                <a:lnTo>
                  <a:pt x="8737" y="1096"/>
                </a:lnTo>
                <a:lnTo>
                  <a:pt x="8737" y="1119"/>
                </a:lnTo>
                <a:moveTo>
                  <a:pt x="8555" y="1119"/>
                </a:moveTo>
                <a:lnTo>
                  <a:pt x="8441" y="1119"/>
                </a:lnTo>
                <a:lnTo>
                  <a:pt x="8441" y="1096"/>
                </a:lnTo>
                <a:lnTo>
                  <a:pt x="8555" y="1096"/>
                </a:lnTo>
                <a:lnTo>
                  <a:pt x="8555" y="1119"/>
                </a:lnTo>
                <a:moveTo>
                  <a:pt x="8372" y="1119"/>
                </a:moveTo>
                <a:lnTo>
                  <a:pt x="8258" y="1119"/>
                </a:lnTo>
                <a:lnTo>
                  <a:pt x="8258" y="1096"/>
                </a:lnTo>
                <a:lnTo>
                  <a:pt x="8372" y="1096"/>
                </a:lnTo>
                <a:lnTo>
                  <a:pt x="8372" y="1119"/>
                </a:lnTo>
                <a:moveTo>
                  <a:pt x="8189" y="1119"/>
                </a:moveTo>
                <a:lnTo>
                  <a:pt x="8075" y="1119"/>
                </a:lnTo>
                <a:lnTo>
                  <a:pt x="8075" y="1096"/>
                </a:lnTo>
                <a:lnTo>
                  <a:pt x="8189" y="1096"/>
                </a:lnTo>
                <a:lnTo>
                  <a:pt x="8189" y="1119"/>
                </a:lnTo>
                <a:moveTo>
                  <a:pt x="8007" y="1119"/>
                </a:moveTo>
                <a:lnTo>
                  <a:pt x="7892" y="1119"/>
                </a:lnTo>
                <a:lnTo>
                  <a:pt x="7892" y="1096"/>
                </a:lnTo>
                <a:lnTo>
                  <a:pt x="8007" y="1096"/>
                </a:lnTo>
                <a:lnTo>
                  <a:pt x="8007" y="1119"/>
                </a:lnTo>
                <a:moveTo>
                  <a:pt x="7824" y="1119"/>
                </a:moveTo>
                <a:lnTo>
                  <a:pt x="7710" y="1119"/>
                </a:lnTo>
                <a:lnTo>
                  <a:pt x="7710" y="1096"/>
                </a:lnTo>
                <a:lnTo>
                  <a:pt x="7824" y="1096"/>
                </a:lnTo>
                <a:lnTo>
                  <a:pt x="7824" y="1119"/>
                </a:lnTo>
                <a:moveTo>
                  <a:pt x="7641" y="1119"/>
                </a:moveTo>
                <a:lnTo>
                  <a:pt x="7527" y="1119"/>
                </a:lnTo>
                <a:lnTo>
                  <a:pt x="7527" y="1096"/>
                </a:lnTo>
                <a:lnTo>
                  <a:pt x="7641" y="1096"/>
                </a:lnTo>
                <a:lnTo>
                  <a:pt x="7641" y="1119"/>
                </a:lnTo>
                <a:moveTo>
                  <a:pt x="7458" y="1119"/>
                </a:moveTo>
                <a:lnTo>
                  <a:pt x="7344" y="1119"/>
                </a:lnTo>
                <a:lnTo>
                  <a:pt x="7344" y="1096"/>
                </a:lnTo>
                <a:lnTo>
                  <a:pt x="7458" y="1096"/>
                </a:lnTo>
                <a:lnTo>
                  <a:pt x="7458" y="1119"/>
                </a:lnTo>
                <a:moveTo>
                  <a:pt x="7276" y="1119"/>
                </a:moveTo>
                <a:lnTo>
                  <a:pt x="7161" y="1119"/>
                </a:lnTo>
                <a:lnTo>
                  <a:pt x="7161" y="1096"/>
                </a:lnTo>
                <a:lnTo>
                  <a:pt x="7276" y="1096"/>
                </a:lnTo>
                <a:lnTo>
                  <a:pt x="7276" y="1119"/>
                </a:lnTo>
                <a:moveTo>
                  <a:pt x="7093" y="1119"/>
                </a:moveTo>
                <a:lnTo>
                  <a:pt x="6979" y="1119"/>
                </a:lnTo>
                <a:lnTo>
                  <a:pt x="6979" y="1096"/>
                </a:lnTo>
                <a:lnTo>
                  <a:pt x="7093" y="1096"/>
                </a:lnTo>
                <a:lnTo>
                  <a:pt x="7093" y="1119"/>
                </a:lnTo>
                <a:moveTo>
                  <a:pt x="6910" y="1119"/>
                </a:moveTo>
                <a:lnTo>
                  <a:pt x="6796" y="1119"/>
                </a:lnTo>
                <a:lnTo>
                  <a:pt x="6796" y="1096"/>
                </a:lnTo>
                <a:lnTo>
                  <a:pt x="6910" y="1096"/>
                </a:lnTo>
                <a:lnTo>
                  <a:pt x="6910" y="1119"/>
                </a:lnTo>
                <a:moveTo>
                  <a:pt x="6728" y="1119"/>
                </a:moveTo>
                <a:lnTo>
                  <a:pt x="6613" y="1119"/>
                </a:lnTo>
                <a:lnTo>
                  <a:pt x="6613" y="1096"/>
                </a:lnTo>
                <a:lnTo>
                  <a:pt x="6728" y="1096"/>
                </a:lnTo>
                <a:lnTo>
                  <a:pt x="6728" y="1119"/>
                </a:lnTo>
                <a:moveTo>
                  <a:pt x="6545" y="1119"/>
                </a:moveTo>
                <a:lnTo>
                  <a:pt x="6431" y="1119"/>
                </a:lnTo>
                <a:lnTo>
                  <a:pt x="6431" y="1096"/>
                </a:lnTo>
                <a:lnTo>
                  <a:pt x="6545" y="1096"/>
                </a:lnTo>
                <a:lnTo>
                  <a:pt x="6545" y="1119"/>
                </a:lnTo>
                <a:moveTo>
                  <a:pt x="6362" y="1119"/>
                </a:moveTo>
                <a:lnTo>
                  <a:pt x="6248" y="1119"/>
                </a:lnTo>
                <a:lnTo>
                  <a:pt x="6248" y="1096"/>
                </a:lnTo>
                <a:lnTo>
                  <a:pt x="6362" y="1096"/>
                </a:lnTo>
                <a:lnTo>
                  <a:pt x="6362" y="1119"/>
                </a:lnTo>
                <a:moveTo>
                  <a:pt x="6179" y="1119"/>
                </a:moveTo>
                <a:lnTo>
                  <a:pt x="6065" y="1119"/>
                </a:lnTo>
                <a:lnTo>
                  <a:pt x="6065" y="1096"/>
                </a:lnTo>
                <a:lnTo>
                  <a:pt x="6179" y="1096"/>
                </a:lnTo>
                <a:lnTo>
                  <a:pt x="6179" y="1119"/>
                </a:lnTo>
                <a:moveTo>
                  <a:pt x="5997" y="1119"/>
                </a:moveTo>
                <a:lnTo>
                  <a:pt x="5882" y="1119"/>
                </a:lnTo>
                <a:lnTo>
                  <a:pt x="5882" y="1096"/>
                </a:lnTo>
                <a:lnTo>
                  <a:pt x="5997" y="1096"/>
                </a:lnTo>
                <a:lnTo>
                  <a:pt x="5997" y="1119"/>
                </a:lnTo>
                <a:moveTo>
                  <a:pt x="5814" y="1119"/>
                </a:moveTo>
                <a:lnTo>
                  <a:pt x="5700" y="1119"/>
                </a:lnTo>
                <a:lnTo>
                  <a:pt x="5700" y="1096"/>
                </a:lnTo>
                <a:lnTo>
                  <a:pt x="5814" y="1096"/>
                </a:lnTo>
                <a:lnTo>
                  <a:pt x="5814" y="1119"/>
                </a:lnTo>
                <a:moveTo>
                  <a:pt x="5631" y="1119"/>
                </a:moveTo>
                <a:lnTo>
                  <a:pt x="5517" y="1119"/>
                </a:lnTo>
                <a:lnTo>
                  <a:pt x="5517" y="1096"/>
                </a:lnTo>
                <a:lnTo>
                  <a:pt x="5631" y="1096"/>
                </a:lnTo>
                <a:lnTo>
                  <a:pt x="5631" y="1119"/>
                </a:lnTo>
                <a:moveTo>
                  <a:pt x="5448" y="1119"/>
                </a:moveTo>
                <a:lnTo>
                  <a:pt x="5334" y="1119"/>
                </a:lnTo>
                <a:lnTo>
                  <a:pt x="5334" y="1096"/>
                </a:lnTo>
                <a:lnTo>
                  <a:pt x="5448" y="1096"/>
                </a:lnTo>
                <a:lnTo>
                  <a:pt x="5448" y="1119"/>
                </a:lnTo>
                <a:moveTo>
                  <a:pt x="5266" y="1119"/>
                </a:moveTo>
                <a:lnTo>
                  <a:pt x="5152" y="1119"/>
                </a:lnTo>
                <a:lnTo>
                  <a:pt x="5152" y="1096"/>
                </a:lnTo>
                <a:lnTo>
                  <a:pt x="5266" y="1096"/>
                </a:lnTo>
                <a:lnTo>
                  <a:pt x="5266" y="1119"/>
                </a:lnTo>
                <a:moveTo>
                  <a:pt x="5083" y="1119"/>
                </a:moveTo>
                <a:lnTo>
                  <a:pt x="4969" y="1119"/>
                </a:lnTo>
                <a:lnTo>
                  <a:pt x="4969" y="1096"/>
                </a:lnTo>
                <a:lnTo>
                  <a:pt x="5083" y="1096"/>
                </a:lnTo>
                <a:lnTo>
                  <a:pt x="5083" y="1119"/>
                </a:lnTo>
                <a:moveTo>
                  <a:pt x="4900" y="1119"/>
                </a:moveTo>
                <a:lnTo>
                  <a:pt x="4786" y="1119"/>
                </a:lnTo>
                <a:lnTo>
                  <a:pt x="4786" y="1096"/>
                </a:lnTo>
                <a:lnTo>
                  <a:pt x="4900" y="1096"/>
                </a:lnTo>
                <a:lnTo>
                  <a:pt x="4900" y="1119"/>
                </a:lnTo>
                <a:moveTo>
                  <a:pt x="4718" y="1119"/>
                </a:moveTo>
                <a:lnTo>
                  <a:pt x="4603" y="1119"/>
                </a:lnTo>
                <a:lnTo>
                  <a:pt x="4603" y="1096"/>
                </a:lnTo>
                <a:lnTo>
                  <a:pt x="4718" y="1096"/>
                </a:lnTo>
                <a:lnTo>
                  <a:pt x="4718" y="1119"/>
                </a:lnTo>
                <a:moveTo>
                  <a:pt x="4535" y="1119"/>
                </a:moveTo>
                <a:lnTo>
                  <a:pt x="4421" y="1119"/>
                </a:lnTo>
                <a:lnTo>
                  <a:pt x="4421" y="1096"/>
                </a:lnTo>
                <a:lnTo>
                  <a:pt x="4535" y="1096"/>
                </a:lnTo>
                <a:lnTo>
                  <a:pt x="4535" y="1119"/>
                </a:lnTo>
                <a:moveTo>
                  <a:pt x="4352" y="1119"/>
                </a:moveTo>
                <a:lnTo>
                  <a:pt x="4238" y="1119"/>
                </a:lnTo>
                <a:lnTo>
                  <a:pt x="4238" y="1096"/>
                </a:lnTo>
                <a:lnTo>
                  <a:pt x="4352" y="1096"/>
                </a:lnTo>
                <a:lnTo>
                  <a:pt x="4352" y="1119"/>
                </a:lnTo>
                <a:moveTo>
                  <a:pt x="4169" y="1119"/>
                </a:moveTo>
                <a:lnTo>
                  <a:pt x="4055" y="1119"/>
                </a:lnTo>
                <a:lnTo>
                  <a:pt x="4055" y="1096"/>
                </a:lnTo>
                <a:lnTo>
                  <a:pt x="4169" y="1096"/>
                </a:lnTo>
                <a:lnTo>
                  <a:pt x="4169" y="1119"/>
                </a:lnTo>
                <a:moveTo>
                  <a:pt x="3987" y="1119"/>
                </a:moveTo>
                <a:lnTo>
                  <a:pt x="3872" y="1119"/>
                </a:lnTo>
                <a:lnTo>
                  <a:pt x="3872" y="1096"/>
                </a:lnTo>
                <a:lnTo>
                  <a:pt x="3987" y="1096"/>
                </a:lnTo>
                <a:lnTo>
                  <a:pt x="3987" y="1119"/>
                </a:lnTo>
                <a:moveTo>
                  <a:pt x="3804" y="1119"/>
                </a:moveTo>
                <a:lnTo>
                  <a:pt x="3690" y="1119"/>
                </a:lnTo>
                <a:lnTo>
                  <a:pt x="3690" y="1096"/>
                </a:lnTo>
                <a:lnTo>
                  <a:pt x="3804" y="1096"/>
                </a:lnTo>
                <a:lnTo>
                  <a:pt x="3804" y="1119"/>
                </a:lnTo>
                <a:moveTo>
                  <a:pt x="3621" y="1119"/>
                </a:moveTo>
                <a:lnTo>
                  <a:pt x="3507" y="1119"/>
                </a:lnTo>
                <a:lnTo>
                  <a:pt x="3507" y="1096"/>
                </a:lnTo>
                <a:lnTo>
                  <a:pt x="3621" y="1096"/>
                </a:lnTo>
                <a:lnTo>
                  <a:pt x="3621" y="1119"/>
                </a:lnTo>
                <a:moveTo>
                  <a:pt x="3439" y="1119"/>
                </a:moveTo>
                <a:lnTo>
                  <a:pt x="3324" y="1119"/>
                </a:lnTo>
                <a:lnTo>
                  <a:pt x="3324" y="1096"/>
                </a:lnTo>
                <a:lnTo>
                  <a:pt x="3439" y="1096"/>
                </a:lnTo>
                <a:lnTo>
                  <a:pt x="3439" y="1119"/>
                </a:lnTo>
                <a:moveTo>
                  <a:pt x="3256" y="1119"/>
                </a:moveTo>
                <a:lnTo>
                  <a:pt x="3142" y="1119"/>
                </a:lnTo>
                <a:lnTo>
                  <a:pt x="3142" y="1096"/>
                </a:lnTo>
                <a:lnTo>
                  <a:pt x="3256" y="1096"/>
                </a:lnTo>
                <a:lnTo>
                  <a:pt x="3256" y="1119"/>
                </a:lnTo>
                <a:moveTo>
                  <a:pt x="3073" y="1119"/>
                </a:moveTo>
                <a:lnTo>
                  <a:pt x="2959" y="1119"/>
                </a:lnTo>
                <a:lnTo>
                  <a:pt x="2959" y="1096"/>
                </a:lnTo>
                <a:lnTo>
                  <a:pt x="3073" y="1096"/>
                </a:lnTo>
                <a:lnTo>
                  <a:pt x="3073" y="1119"/>
                </a:lnTo>
                <a:moveTo>
                  <a:pt x="2890" y="1119"/>
                </a:moveTo>
                <a:lnTo>
                  <a:pt x="2775" y="1119"/>
                </a:lnTo>
                <a:lnTo>
                  <a:pt x="2775" y="1096"/>
                </a:lnTo>
                <a:lnTo>
                  <a:pt x="2890" y="1096"/>
                </a:lnTo>
                <a:lnTo>
                  <a:pt x="2890" y="1119"/>
                </a:lnTo>
                <a:moveTo>
                  <a:pt x="2707" y="1119"/>
                </a:moveTo>
                <a:lnTo>
                  <a:pt x="2592" y="1119"/>
                </a:lnTo>
                <a:lnTo>
                  <a:pt x="2592" y="1096"/>
                </a:lnTo>
                <a:lnTo>
                  <a:pt x="2707" y="1096"/>
                </a:lnTo>
                <a:lnTo>
                  <a:pt x="2707" y="1119"/>
                </a:lnTo>
                <a:moveTo>
                  <a:pt x="2524" y="1119"/>
                </a:moveTo>
                <a:lnTo>
                  <a:pt x="2410" y="1119"/>
                </a:lnTo>
                <a:lnTo>
                  <a:pt x="2410" y="1096"/>
                </a:lnTo>
                <a:lnTo>
                  <a:pt x="2524" y="1096"/>
                </a:lnTo>
                <a:lnTo>
                  <a:pt x="2524" y="1119"/>
                </a:lnTo>
                <a:moveTo>
                  <a:pt x="2341" y="1119"/>
                </a:moveTo>
                <a:lnTo>
                  <a:pt x="2227" y="1119"/>
                </a:lnTo>
                <a:lnTo>
                  <a:pt x="2227" y="1096"/>
                </a:lnTo>
                <a:lnTo>
                  <a:pt x="2341" y="1096"/>
                </a:lnTo>
                <a:lnTo>
                  <a:pt x="2341" y="1119"/>
                </a:lnTo>
                <a:moveTo>
                  <a:pt x="2158" y="1119"/>
                </a:moveTo>
                <a:lnTo>
                  <a:pt x="2044" y="1119"/>
                </a:lnTo>
                <a:lnTo>
                  <a:pt x="2044" y="1096"/>
                </a:lnTo>
                <a:lnTo>
                  <a:pt x="2158" y="1096"/>
                </a:lnTo>
                <a:lnTo>
                  <a:pt x="2158" y="1119"/>
                </a:lnTo>
                <a:moveTo>
                  <a:pt x="1976" y="1119"/>
                </a:moveTo>
                <a:lnTo>
                  <a:pt x="1862" y="1119"/>
                </a:lnTo>
                <a:lnTo>
                  <a:pt x="1862" y="1096"/>
                </a:lnTo>
                <a:lnTo>
                  <a:pt x="1976" y="1096"/>
                </a:lnTo>
                <a:lnTo>
                  <a:pt x="1976" y="1119"/>
                </a:lnTo>
                <a:moveTo>
                  <a:pt x="1793" y="1119"/>
                </a:moveTo>
                <a:lnTo>
                  <a:pt x="1679" y="1119"/>
                </a:lnTo>
                <a:lnTo>
                  <a:pt x="1679" y="1096"/>
                </a:lnTo>
                <a:lnTo>
                  <a:pt x="1793" y="1096"/>
                </a:lnTo>
                <a:lnTo>
                  <a:pt x="1793" y="1119"/>
                </a:lnTo>
                <a:moveTo>
                  <a:pt x="1610" y="1119"/>
                </a:moveTo>
                <a:lnTo>
                  <a:pt x="1496" y="1119"/>
                </a:lnTo>
                <a:lnTo>
                  <a:pt x="1496" y="1096"/>
                </a:lnTo>
                <a:lnTo>
                  <a:pt x="1610" y="1096"/>
                </a:lnTo>
                <a:lnTo>
                  <a:pt x="1610" y="1119"/>
                </a:lnTo>
                <a:moveTo>
                  <a:pt x="1428" y="1119"/>
                </a:moveTo>
                <a:lnTo>
                  <a:pt x="1313" y="1119"/>
                </a:lnTo>
                <a:lnTo>
                  <a:pt x="1313" y="1096"/>
                </a:lnTo>
                <a:lnTo>
                  <a:pt x="1428" y="1096"/>
                </a:lnTo>
                <a:lnTo>
                  <a:pt x="1428" y="1119"/>
                </a:lnTo>
                <a:moveTo>
                  <a:pt x="1245" y="1119"/>
                </a:moveTo>
                <a:lnTo>
                  <a:pt x="1131" y="1119"/>
                </a:lnTo>
                <a:lnTo>
                  <a:pt x="1131" y="1096"/>
                </a:lnTo>
                <a:lnTo>
                  <a:pt x="1245" y="1096"/>
                </a:lnTo>
                <a:lnTo>
                  <a:pt x="1245" y="1119"/>
                </a:lnTo>
                <a:moveTo>
                  <a:pt x="1062" y="1119"/>
                </a:moveTo>
                <a:lnTo>
                  <a:pt x="948" y="1119"/>
                </a:lnTo>
                <a:lnTo>
                  <a:pt x="948" y="1096"/>
                </a:lnTo>
                <a:lnTo>
                  <a:pt x="1062" y="1096"/>
                </a:lnTo>
                <a:lnTo>
                  <a:pt x="1062" y="1119"/>
                </a:lnTo>
                <a:moveTo>
                  <a:pt x="879" y="1119"/>
                </a:moveTo>
                <a:lnTo>
                  <a:pt x="765" y="1119"/>
                </a:lnTo>
                <a:lnTo>
                  <a:pt x="765" y="1096"/>
                </a:lnTo>
                <a:lnTo>
                  <a:pt x="879" y="1096"/>
                </a:lnTo>
                <a:lnTo>
                  <a:pt x="879" y="1119"/>
                </a:lnTo>
                <a:moveTo>
                  <a:pt x="697" y="1119"/>
                </a:moveTo>
                <a:lnTo>
                  <a:pt x="582" y="1119"/>
                </a:lnTo>
                <a:lnTo>
                  <a:pt x="582" y="1096"/>
                </a:lnTo>
                <a:lnTo>
                  <a:pt x="697" y="1096"/>
                </a:lnTo>
                <a:lnTo>
                  <a:pt x="697" y="1119"/>
                </a:lnTo>
                <a:moveTo>
                  <a:pt x="514" y="1119"/>
                </a:moveTo>
                <a:lnTo>
                  <a:pt x="400" y="1119"/>
                </a:lnTo>
                <a:lnTo>
                  <a:pt x="400" y="1096"/>
                </a:lnTo>
                <a:lnTo>
                  <a:pt x="514" y="1096"/>
                </a:lnTo>
                <a:lnTo>
                  <a:pt x="514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6"/>
                </a:lnTo>
                <a:lnTo>
                  <a:pt x="331" y="1096"/>
                </a:lnTo>
                <a:lnTo>
                  <a:pt x="331" y="1119"/>
                </a:lnTo>
                <a:moveTo>
                  <a:pt x="149" y="1119"/>
                </a:moveTo>
                <a:lnTo>
                  <a:pt x="34" y="1119"/>
                </a:lnTo>
                <a:lnTo>
                  <a:pt x="34" y="1096"/>
                </a:lnTo>
                <a:lnTo>
                  <a:pt x="149" y="1096"/>
                </a:lnTo>
                <a:lnTo>
                  <a:pt x="149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7"/>
                </a:moveTo>
                <a:lnTo>
                  <a:pt x="0" y="582"/>
                </a:lnTo>
                <a:lnTo>
                  <a:pt x="23" y="582"/>
                </a:lnTo>
                <a:lnTo>
                  <a:pt x="23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4231440" y="1652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4231440" y="1680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208600" y="1184040"/>
            <a:ext cx="1541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868320" y="164304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785880" y="2210400"/>
            <a:ext cx="4374720" cy="394560"/>
          </a:xfrm>
          <a:custGeom>
            <a:avLst/>
            <a:gdLst/>
            <a:ahLst/>
            <a:rect l="0" t="0" r="r" b="b"/>
            <a:pathLst>
              <a:path w="12152" h="1096">
                <a:moveTo>
                  <a:pt x="0" y="0"/>
                </a:moveTo>
                <a:lnTo>
                  <a:pt x="12152" y="0"/>
                </a:lnTo>
                <a:lnTo>
                  <a:pt x="121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781920" y="2206440"/>
            <a:ext cx="4383000" cy="402840"/>
          </a:xfrm>
          <a:custGeom>
            <a:avLst/>
            <a:gdLst/>
            <a:ahLst/>
            <a:rect l="0" t="0" r="r" b="b"/>
            <a:pathLst>
              <a:path w="12175" h="1119">
                <a:moveTo>
                  <a:pt x="194" y="0"/>
                </a:moveTo>
                <a:lnTo>
                  <a:pt x="308" y="0"/>
                </a:lnTo>
                <a:lnTo>
                  <a:pt x="308" y="24"/>
                </a:lnTo>
                <a:lnTo>
                  <a:pt x="194" y="24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4"/>
                </a:lnTo>
                <a:lnTo>
                  <a:pt x="377" y="24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4"/>
                </a:lnTo>
                <a:lnTo>
                  <a:pt x="560" y="24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4"/>
                </a:lnTo>
                <a:lnTo>
                  <a:pt x="742" y="24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4"/>
                </a:lnTo>
                <a:lnTo>
                  <a:pt x="925" y="24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4"/>
                </a:lnTo>
                <a:lnTo>
                  <a:pt x="1108" y="24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4"/>
                </a:lnTo>
                <a:lnTo>
                  <a:pt x="1291" y="24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4"/>
                </a:lnTo>
                <a:lnTo>
                  <a:pt x="1473" y="24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4"/>
                </a:lnTo>
                <a:lnTo>
                  <a:pt x="1656" y="24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4"/>
                </a:lnTo>
                <a:lnTo>
                  <a:pt x="1839" y="24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4"/>
                </a:lnTo>
                <a:lnTo>
                  <a:pt x="2021" y="24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4"/>
                </a:lnTo>
                <a:lnTo>
                  <a:pt x="2204" y="24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4"/>
                </a:lnTo>
                <a:lnTo>
                  <a:pt x="2387" y="24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4"/>
                </a:lnTo>
                <a:lnTo>
                  <a:pt x="2570" y="24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4"/>
                </a:lnTo>
                <a:lnTo>
                  <a:pt x="2752" y="24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4"/>
                </a:lnTo>
                <a:lnTo>
                  <a:pt x="2935" y="24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4"/>
                </a:lnTo>
                <a:lnTo>
                  <a:pt x="3118" y="24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4"/>
                </a:lnTo>
                <a:lnTo>
                  <a:pt x="3300" y="24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4"/>
                </a:lnTo>
                <a:lnTo>
                  <a:pt x="3483" y="24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4"/>
                </a:lnTo>
                <a:lnTo>
                  <a:pt x="3666" y="24"/>
                </a:lnTo>
                <a:lnTo>
                  <a:pt x="3666" y="0"/>
                </a:lnTo>
                <a:moveTo>
                  <a:pt x="3849" y="0"/>
                </a:moveTo>
                <a:lnTo>
                  <a:pt x="3964" y="0"/>
                </a:lnTo>
                <a:lnTo>
                  <a:pt x="3964" y="24"/>
                </a:lnTo>
                <a:lnTo>
                  <a:pt x="3849" y="24"/>
                </a:lnTo>
                <a:lnTo>
                  <a:pt x="3849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4"/>
                </a:lnTo>
                <a:lnTo>
                  <a:pt x="4032" y="24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4"/>
                </a:lnTo>
                <a:lnTo>
                  <a:pt x="4215" y="24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4"/>
                </a:lnTo>
                <a:lnTo>
                  <a:pt x="4398" y="24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4"/>
                </a:lnTo>
                <a:lnTo>
                  <a:pt x="4581" y="24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4"/>
                </a:lnTo>
                <a:lnTo>
                  <a:pt x="4763" y="24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4"/>
                </a:lnTo>
                <a:lnTo>
                  <a:pt x="4946" y="24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4"/>
                </a:lnTo>
                <a:lnTo>
                  <a:pt x="5129" y="24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4"/>
                </a:lnTo>
                <a:lnTo>
                  <a:pt x="5311" y="24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4"/>
                </a:lnTo>
                <a:lnTo>
                  <a:pt x="5494" y="24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4"/>
                </a:lnTo>
                <a:lnTo>
                  <a:pt x="5677" y="24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4"/>
                </a:lnTo>
                <a:lnTo>
                  <a:pt x="5860" y="24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4"/>
                </a:lnTo>
                <a:lnTo>
                  <a:pt x="6042" y="24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4"/>
                </a:lnTo>
                <a:lnTo>
                  <a:pt x="6225" y="24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4"/>
                </a:lnTo>
                <a:lnTo>
                  <a:pt x="6408" y="24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4"/>
                </a:lnTo>
                <a:lnTo>
                  <a:pt x="6590" y="24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4"/>
                </a:lnTo>
                <a:lnTo>
                  <a:pt x="6773" y="24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4"/>
                </a:lnTo>
                <a:lnTo>
                  <a:pt x="6956" y="24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4"/>
                </a:lnTo>
                <a:lnTo>
                  <a:pt x="7139" y="24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4"/>
                </a:lnTo>
                <a:lnTo>
                  <a:pt x="7321" y="24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4"/>
                </a:lnTo>
                <a:lnTo>
                  <a:pt x="7504" y="24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4"/>
                </a:lnTo>
                <a:lnTo>
                  <a:pt x="7687" y="24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4"/>
                </a:lnTo>
                <a:lnTo>
                  <a:pt x="7870" y="24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4"/>
                </a:lnTo>
                <a:lnTo>
                  <a:pt x="8052" y="24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4"/>
                </a:lnTo>
                <a:lnTo>
                  <a:pt x="8235" y="24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4"/>
                </a:lnTo>
                <a:lnTo>
                  <a:pt x="8418" y="24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4"/>
                </a:lnTo>
                <a:lnTo>
                  <a:pt x="8600" y="24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4"/>
                </a:lnTo>
                <a:lnTo>
                  <a:pt x="8783" y="24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4"/>
                </a:lnTo>
                <a:lnTo>
                  <a:pt x="8966" y="24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4"/>
                </a:lnTo>
                <a:lnTo>
                  <a:pt x="9149" y="24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4"/>
                </a:lnTo>
                <a:lnTo>
                  <a:pt x="9331" y="24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4"/>
                </a:lnTo>
                <a:lnTo>
                  <a:pt x="9514" y="24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4"/>
                </a:lnTo>
                <a:lnTo>
                  <a:pt x="9697" y="24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4"/>
                </a:lnTo>
                <a:lnTo>
                  <a:pt x="9879" y="24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4"/>
                </a:lnTo>
                <a:lnTo>
                  <a:pt x="10062" y="24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4"/>
                </a:lnTo>
                <a:lnTo>
                  <a:pt x="10245" y="24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4"/>
                </a:lnTo>
                <a:lnTo>
                  <a:pt x="10428" y="24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4"/>
                </a:lnTo>
                <a:lnTo>
                  <a:pt x="10610" y="24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4"/>
                </a:lnTo>
                <a:lnTo>
                  <a:pt x="10793" y="24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4"/>
                </a:lnTo>
                <a:lnTo>
                  <a:pt x="10976" y="24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4"/>
                </a:lnTo>
                <a:lnTo>
                  <a:pt x="11159" y="24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4"/>
                </a:lnTo>
                <a:lnTo>
                  <a:pt x="11341" y="24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4"/>
                </a:lnTo>
                <a:lnTo>
                  <a:pt x="11524" y="24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4"/>
                </a:lnTo>
                <a:lnTo>
                  <a:pt x="11707" y="24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4"/>
                </a:lnTo>
                <a:lnTo>
                  <a:pt x="11889" y="24"/>
                </a:lnTo>
                <a:lnTo>
                  <a:pt x="11889" y="0"/>
                </a:lnTo>
                <a:moveTo>
                  <a:pt x="12072" y="0"/>
                </a:moveTo>
                <a:lnTo>
                  <a:pt x="12175" y="0"/>
                </a:lnTo>
                <a:lnTo>
                  <a:pt x="12175" y="35"/>
                </a:lnTo>
                <a:lnTo>
                  <a:pt x="12152" y="35"/>
                </a:lnTo>
                <a:lnTo>
                  <a:pt x="12152" y="11"/>
                </a:lnTo>
                <a:lnTo>
                  <a:pt x="12163" y="11"/>
                </a:lnTo>
                <a:lnTo>
                  <a:pt x="12163" y="24"/>
                </a:lnTo>
                <a:lnTo>
                  <a:pt x="12072" y="24"/>
                </a:lnTo>
                <a:lnTo>
                  <a:pt x="12072" y="0"/>
                </a:lnTo>
                <a:moveTo>
                  <a:pt x="12175" y="104"/>
                </a:moveTo>
                <a:lnTo>
                  <a:pt x="12175" y="218"/>
                </a:lnTo>
                <a:lnTo>
                  <a:pt x="12152" y="218"/>
                </a:lnTo>
                <a:lnTo>
                  <a:pt x="12152" y="104"/>
                </a:lnTo>
                <a:lnTo>
                  <a:pt x="12175" y="104"/>
                </a:lnTo>
                <a:moveTo>
                  <a:pt x="12175" y="286"/>
                </a:moveTo>
                <a:lnTo>
                  <a:pt x="12175" y="400"/>
                </a:lnTo>
                <a:lnTo>
                  <a:pt x="12152" y="400"/>
                </a:lnTo>
                <a:lnTo>
                  <a:pt x="12152" y="286"/>
                </a:lnTo>
                <a:lnTo>
                  <a:pt x="12175" y="286"/>
                </a:lnTo>
                <a:moveTo>
                  <a:pt x="12175" y="469"/>
                </a:moveTo>
                <a:lnTo>
                  <a:pt x="12175" y="583"/>
                </a:lnTo>
                <a:lnTo>
                  <a:pt x="12152" y="583"/>
                </a:lnTo>
                <a:lnTo>
                  <a:pt x="12152" y="469"/>
                </a:lnTo>
                <a:lnTo>
                  <a:pt x="12175" y="469"/>
                </a:lnTo>
                <a:moveTo>
                  <a:pt x="12175" y="651"/>
                </a:moveTo>
                <a:lnTo>
                  <a:pt x="12175" y="765"/>
                </a:lnTo>
                <a:lnTo>
                  <a:pt x="12152" y="765"/>
                </a:lnTo>
                <a:lnTo>
                  <a:pt x="12152" y="651"/>
                </a:lnTo>
                <a:lnTo>
                  <a:pt x="12175" y="651"/>
                </a:lnTo>
                <a:moveTo>
                  <a:pt x="12175" y="834"/>
                </a:moveTo>
                <a:lnTo>
                  <a:pt x="12175" y="948"/>
                </a:lnTo>
                <a:lnTo>
                  <a:pt x="12152" y="948"/>
                </a:lnTo>
                <a:lnTo>
                  <a:pt x="12152" y="834"/>
                </a:lnTo>
                <a:lnTo>
                  <a:pt x="12175" y="834"/>
                </a:lnTo>
                <a:moveTo>
                  <a:pt x="12175" y="1016"/>
                </a:moveTo>
                <a:lnTo>
                  <a:pt x="12175" y="1119"/>
                </a:lnTo>
                <a:lnTo>
                  <a:pt x="12141" y="1119"/>
                </a:lnTo>
                <a:lnTo>
                  <a:pt x="12141" y="1096"/>
                </a:lnTo>
                <a:lnTo>
                  <a:pt x="12163" y="1096"/>
                </a:lnTo>
                <a:lnTo>
                  <a:pt x="12163" y="1107"/>
                </a:lnTo>
                <a:lnTo>
                  <a:pt x="12152" y="1107"/>
                </a:lnTo>
                <a:lnTo>
                  <a:pt x="12152" y="1016"/>
                </a:lnTo>
                <a:lnTo>
                  <a:pt x="12175" y="1016"/>
                </a:lnTo>
                <a:moveTo>
                  <a:pt x="12072" y="1119"/>
                </a:moveTo>
                <a:lnTo>
                  <a:pt x="11958" y="1119"/>
                </a:lnTo>
                <a:lnTo>
                  <a:pt x="11958" y="1096"/>
                </a:lnTo>
                <a:lnTo>
                  <a:pt x="12072" y="1096"/>
                </a:lnTo>
                <a:lnTo>
                  <a:pt x="12072" y="1119"/>
                </a:lnTo>
                <a:moveTo>
                  <a:pt x="11889" y="1119"/>
                </a:moveTo>
                <a:lnTo>
                  <a:pt x="11775" y="1119"/>
                </a:lnTo>
                <a:lnTo>
                  <a:pt x="11775" y="1096"/>
                </a:lnTo>
                <a:lnTo>
                  <a:pt x="11889" y="1096"/>
                </a:lnTo>
                <a:lnTo>
                  <a:pt x="11889" y="1119"/>
                </a:lnTo>
                <a:moveTo>
                  <a:pt x="11707" y="1119"/>
                </a:moveTo>
                <a:lnTo>
                  <a:pt x="11592" y="1119"/>
                </a:lnTo>
                <a:lnTo>
                  <a:pt x="11592" y="1096"/>
                </a:lnTo>
                <a:lnTo>
                  <a:pt x="11707" y="1096"/>
                </a:lnTo>
                <a:lnTo>
                  <a:pt x="11707" y="1119"/>
                </a:lnTo>
                <a:moveTo>
                  <a:pt x="11524" y="1119"/>
                </a:moveTo>
                <a:lnTo>
                  <a:pt x="11410" y="1119"/>
                </a:lnTo>
                <a:lnTo>
                  <a:pt x="11410" y="1096"/>
                </a:lnTo>
                <a:lnTo>
                  <a:pt x="11524" y="1096"/>
                </a:lnTo>
                <a:lnTo>
                  <a:pt x="11524" y="1119"/>
                </a:lnTo>
                <a:moveTo>
                  <a:pt x="11341" y="1119"/>
                </a:moveTo>
                <a:lnTo>
                  <a:pt x="11227" y="1119"/>
                </a:lnTo>
                <a:lnTo>
                  <a:pt x="11227" y="1096"/>
                </a:lnTo>
                <a:lnTo>
                  <a:pt x="11341" y="1096"/>
                </a:lnTo>
                <a:lnTo>
                  <a:pt x="11341" y="1119"/>
                </a:lnTo>
                <a:moveTo>
                  <a:pt x="11159" y="1119"/>
                </a:moveTo>
                <a:lnTo>
                  <a:pt x="11044" y="1119"/>
                </a:lnTo>
                <a:lnTo>
                  <a:pt x="11044" y="1096"/>
                </a:lnTo>
                <a:lnTo>
                  <a:pt x="11159" y="1096"/>
                </a:lnTo>
                <a:lnTo>
                  <a:pt x="11159" y="1119"/>
                </a:lnTo>
                <a:moveTo>
                  <a:pt x="10976" y="1119"/>
                </a:moveTo>
                <a:lnTo>
                  <a:pt x="10862" y="1119"/>
                </a:lnTo>
                <a:lnTo>
                  <a:pt x="10862" y="1096"/>
                </a:lnTo>
                <a:lnTo>
                  <a:pt x="10976" y="1096"/>
                </a:lnTo>
                <a:lnTo>
                  <a:pt x="10976" y="1119"/>
                </a:lnTo>
                <a:moveTo>
                  <a:pt x="10793" y="1119"/>
                </a:moveTo>
                <a:lnTo>
                  <a:pt x="10679" y="1119"/>
                </a:lnTo>
                <a:lnTo>
                  <a:pt x="10679" y="1096"/>
                </a:lnTo>
                <a:lnTo>
                  <a:pt x="10793" y="1096"/>
                </a:lnTo>
                <a:lnTo>
                  <a:pt x="10793" y="1119"/>
                </a:lnTo>
                <a:moveTo>
                  <a:pt x="10610" y="1119"/>
                </a:moveTo>
                <a:lnTo>
                  <a:pt x="10496" y="1119"/>
                </a:lnTo>
                <a:lnTo>
                  <a:pt x="10496" y="1096"/>
                </a:lnTo>
                <a:lnTo>
                  <a:pt x="10610" y="1096"/>
                </a:lnTo>
                <a:lnTo>
                  <a:pt x="10610" y="1119"/>
                </a:lnTo>
                <a:moveTo>
                  <a:pt x="10428" y="1119"/>
                </a:moveTo>
                <a:lnTo>
                  <a:pt x="10313" y="1119"/>
                </a:lnTo>
                <a:lnTo>
                  <a:pt x="10313" y="1096"/>
                </a:lnTo>
                <a:lnTo>
                  <a:pt x="10428" y="1096"/>
                </a:lnTo>
                <a:lnTo>
                  <a:pt x="10428" y="1119"/>
                </a:lnTo>
                <a:moveTo>
                  <a:pt x="10245" y="1119"/>
                </a:moveTo>
                <a:lnTo>
                  <a:pt x="10131" y="1119"/>
                </a:lnTo>
                <a:lnTo>
                  <a:pt x="10131" y="1096"/>
                </a:lnTo>
                <a:lnTo>
                  <a:pt x="10245" y="1096"/>
                </a:lnTo>
                <a:lnTo>
                  <a:pt x="10245" y="1119"/>
                </a:lnTo>
                <a:moveTo>
                  <a:pt x="10062" y="1119"/>
                </a:moveTo>
                <a:lnTo>
                  <a:pt x="9948" y="1119"/>
                </a:lnTo>
                <a:lnTo>
                  <a:pt x="9948" y="1096"/>
                </a:lnTo>
                <a:lnTo>
                  <a:pt x="10062" y="1096"/>
                </a:lnTo>
                <a:lnTo>
                  <a:pt x="10062" y="1119"/>
                </a:lnTo>
                <a:moveTo>
                  <a:pt x="9879" y="1119"/>
                </a:moveTo>
                <a:lnTo>
                  <a:pt x="9765" y="1119"/>
                </a:lnTo>
                <a:lnTo>
                  <a:pt x="9765" y="1096"/>
                </a:lnTo>
                <a:lnTo>
                  <a:pt x="9879" y="1096"/>
                </a:lnTo>
                <a:lnTo>
                  <a:pt x="9879" y="1119"/>
                </a:lnTo>
                <a:moveTo>
                  <a:pt x="9697" y="1119"/>
                </a:moveTo>
                <a:lnTo>
                  <a:pt x="9583" y="1119"/>
                </a:lnTo>
                <a:lnTo>
                  <a:pt x="9583" y="1096"/>
                </a:lnTo>
                <a:lnTo>
                  <a:pt x="9697" y="1096"/>
                </a:lnTo>
                <a:lnTo>
                  <a:pt x="9697" y="1119"/>
                </a:lnTo>
                <a:moveTo>
                  <a:pt x="9514" y="1119"/>
                </a:moveTo>
                <a:lnTo>
                  <a:pt x="9400" y="1119"/>
                </a:lnTo>
                <a:lnTo>
                  <a:pt x="9400" y="1096"/>
                </a:lnTo>
                <a:lnTo>
                  <a:pt x="9514" y="1096"/>
                </a:lnTo>
                <a:lnTo>
                  <a:pt x="9514" y="1119"/>
                </a:lnTo>
                <a:moveTo>
                  <a:pt x="9331" y="1119"/>
                </a:moveTo>
                <a:lnTo>
                  <a:pt x="9217" y="1119"/>
                </a:lnTo>
                <a:lnTo>
                  <a:pt x="9217" y="1096"/>
                </a:lnTo>
                <a:lnTo>
                  <a:pt x="9331" y="1096"/>
                </a:lnTo>
                <a:lnTo>
                  <a:pt x="9331" y="1119"/>
                </a:lnTo>
                <a:moveTo>
                  <a:pt x="9149" y="1119"/>
                </a:moveTo>
                <a:lnTo>
                  <a:pt x="9034" y="1119"/>
                </a:lnTo>
                <a:lnTo>
                  <a:pt x="9034" y="1096"/>
                </a:lnTo>
                <a:lnTo>
                  <a:pt x="9149" y="1096"/>
                </a:lnTo>
                <a:lnTo>
                  <a:pt x="9149" y="1119"/>
                </a:lnTo>
                <a:moveTo>
                  <a:pt x="8966" y="1119"/>
                </a:moveTo>
                <a:lnTo>
                  <a:pt x="8852" y="1119"/>
                </a:lnTo>
                <a:lnTo>
                  <a:pt x="8852" y="1096"/>
                </a:lnTo>
                <a:lnTo>
                  <a:pt x="8966" y="1096"/>
                </a:lnTo>
                <a:lnTo>
                  <a:pt x="8966" y="1119"/>
                </a:lnTo>
                <a:moveTo>
                  <a:pt x="8783" y="1119"/>
                </a:moveTo>
                <a:lnTo>
                  <a:pt x="8669" y="1119"/>
                </a:lnTo>
                <a:lnTo>
                  <a:pt x="8669" y="1096"/>
                </a:lnTo>
                <a:lnTo>
                  <a:pt x="8783" y="1096"/>
                </a:lnTo>
                <a:lnTo>
                  <a:pt x="8783" y="1119"/>
                </a:lnTo>
                <a:moveTo>
                  <a:pt x="8600" y="1119"/>
                </a:moveTo>
                <a:lnTo>
                  <a:pt x="8486" y="1119"/>
                </a:lnTo>
                <a:lnTo>
                  <a:pt x="8486" y="1096"/>
                </a:lnTo>
                <a:lnTo>
                  <a:pt x="8600" y="1096"/>
                </a:lnTo>
                <a:lnTo>
                  <a:pt x="8600" y="1119"/>
                </a:lnTo>
                <a:moveTo>
                  <a:pt x="8418" y="1119"/>
                </a:moveTo>
                <a:lnTo>
                  <a:pt x="8303" y="1119"/>
                </a:lnTo>
                <a:lnTo>
                  <a:pt x="8303" y="1096"/>
                </a:lnTo>
                <a:lnTo>
                  <a:pt x="8418" y="1096"/>
                </a:lnTo>
                <a:lnTo>
                  <a:pt x="8418" y="1119"/>
                </a:lnTo>
                <a:moveTo>
                  <a:pt x="8235" y="1119"/>
                </a:moveTo>
                <a:lnTo>
                  <a:pt x="8121" y="1119"/>
                </a:lnTo>
                <a:lnTo>
                  <a:pt x="8121" y="1096"/>
                </a:lnTo>
                <a:lnTo>
                  <a:pt x="8235" y="1096"/>
                </a:lnTo>
                <a:lnTo>
                  <a:pt x="8235" y="1119"/>
                </a:lnTo>
                <a:moveTo>
                  <a:pt x="8052" y="1119"/>
                </a:moveTo>
                <a:lnTo>
                  <a:pt x="7938" y="1119"/>
                </a:lnTo>
                <a:lnTo>
                  <a:pt x="7938" y="1096"/>
                </a:lnTo>
                <a:lnTo>
                  <a:pt x="8052" y="1096"/>
                </a:lnTo>
                <a:lnTo>
                  <a:pt x="8052" y="1119"/>
                </a:lnTo>
                <a:moveTo>
                  <a:pt x="7870" y="1119"/>
                </a:moveTo>
                <a:lnTo>
                  <a:pt x="7755" y="1119"/>
                </a:lnTo>
                <a:lnTo>
                  <a:pt x="7755" y="1096"/>
                </a:lnTo>
                <a:lnTo>
                  <a:pt x="7870" y="1096"/>
                </a:lnTo>
                <a:lnTo>
                  <a:pt x="7870" y="1119"/>
                </a:lnTo>
                <a:moveTo>
                  <a:pt x="7687" y="1119"/>
                </a:moveTo>
                <a:lnTo>
                  <a:pt x="7573" y="1119"/>
                </a:lnTo>
                <a:lnTo>
                  <a:pt x="7573" y="1096"/>
                </a:lnTo>
                <a:lnTo>
                  <a:pt x="7687" y="1096"/>
                </a:lnTo>
                <a:lnTo>
                  <a:pt x="7687" y="1119"/>
                </a:lnTo>
                <a:moveTo>
                  <a:pt x="7504" y="1119"/>
                </a:moveTo>
                <a:lnTo>
                  <a:pt x="7390" y="1119"/>
                </a:lnTo>
                <a:lnTo>
                  <a:pt x="7390" y="1096"/>
                </a:lnTo>
                <a:lnTo>
                  <a:pt x="7504" y="1096"/>
                </a:lnTo>
                <a:lnTo>
                  <a:pt x="7504" y="1119"/>
                </a:lnTo>
                <a:moveTo>
                  <a:pt x="7321" y="1119"/>
                </a:moveTo>
                <a:lnTo>
                  <a:pt x="7207" y="1119"/>
                </a:lnTo>
                <a:lnTo>
                  <a:pt x="7207" y="1096"/>
                </a:lnTo>
                <a:lnTo>
                  <a:pt x="7321" y="1096"/>
                </a:lnTo>
                <a:lnTo>
                  <a:pt x="7321" y="1119"/>
                </a:lnTo>
                <a:moveTo>
                  <a:pt x="7139" y="1119"/>
                </a:moveTo>
                <a:lnTo>
                  <a:pt x="7024" y="1119"/>
                </a:lnTo>
                <a:lnTo>
                  <a:pt x="7024" y="1096"/>
                </a:lnTo>
                <a:lnTo>
                  <a:pt x="7139" y="1096"/>
                </a:lnTo>
                <a:lnTo>
                  <a:pt x="7139" y="1119"/>
                </a:lnTo>
                <a:moveTo>
                  <a:pt x="6956" y="1119"/>
                </a:moveTo>
                <a:lnTo>
                  <a:pt x="6842" y="1119"/>
                </a:lnTo>
                <a:lnTo>
                  <a:pt x="6842" y="1096"/>
                </a:lnTo>
                <a:lnTo>
                  <a:pt x="6956" y="1096"/>
                </a:lnTo>
                <a:lnTo>
                  <a:pt x="6956" y="1119"/>
                </a:lnTo>
                <a:moveTo>
                  <a:pt x="6773" y="1119"/>
                </a:moveTo>
                <a:lnTo>
                  <a:pt x="6659" y="1119"/>
                </a:lnTo>
                <a:lnTo>
                  <a:pt x="6659" y="1096"/>
                </a:lnTo>
                <a:lnTo>
                  <a:pt x="6773" y="1096"/>
                </a:lnTo>
                <a:lnTo>
                  <a:pt x="6773" y="1119"/>
                </a:lnTo>
                <a:moveTo>
                  <a:pt x="6590" y="1119"/>
                </a:moveTo>
                <a:lnTo>
                  <a:pt x="6476" y="1119"/>
                </a:lnTo>
                <a:lnTo>
                  <a:pt x="6476" y="1096"/>
                </a:lnTo>
                <a:lnTo>
                  <a:pt x="6590" y="1096"/>
                </a:lnTo>
                <a:lnTo>
                  <a:pt x="6590" y="1119"/>
                </a:lnTo>
                <a:moveTo>
                  <a:pt x="6408" y="1119"/>
                </a:moveTo>
                <a:lnTo>
                  <a:pt x="6294" y="1119"/>
                </a:lnTo>
                <a:lnTo>
                  <a:pt x="6294" y="1096"/>
                </a:lnTo>
                <a:lnTo>
                  <a:pt x="6408" y="1096"/>
                </a:lnTo>
                <a:lnTo>
                  <a:pt x="6408" y="1119"/>
                </a:lnTo>
                <a:moveTo>
                  <a:pt x="6225" y="1119"/>
                </a:moveTo>
                <a:lnTo>
                  <a:pt x="6111" y="1119"/>
                </a:lnTo>
                <a:lnTo>
                  <a:pt x="6111" y="1096"/>
                </a:lnTo>
                <a:lnTo>
                  <a:pt x="6225" y="1096"/>
                </a:lnTo>
                <a:lnTo>
                  <a:pt x="6225" y="1119"/>
                </a:lnTo>
                <a:moveTo>
                  <a:pt x="6042" y="1119"/>
                </a:moveTo>
                <a:lnTo>
                  <a:pt x="5928" y="1119"/>
                </a:lnTo>
                <a:lnTo>
                  <a:pt x="5928" y="1096"/>
                </a:lnTo>
                <a:lnTo>
                  <a:pt x="6042" y="1096"/>
                </a:lnTo>
                <a:lnTo>
                  <a:pt x="6042" y="1119"/>
                </a:lnTo>
                <a:moveTo>
                  <a:pt x="5860" y="1119"/>
                </a:moveTo>
                <a:lnTo>
                  <a:pt x="5745" y="1119"/>
                </a:lnTo>
                <a:lnTo>
                  <a:pt x="5745" y="1096"/>
                </a:lnTo>
                <a:lnTo>
                  <a:pt x="5860" y="1096"/>
                </a:lnTo>
                <a:lnTo>
                  <a:pt x="5860" y="1119"/>
                </a:lnTo>
                <a:moveTo>
                  <a:pt x="5677" y="1119"/>
                </a:moveTo>
                <a:lnTo>
                  <a:pt x="5563" y="1119"/>
                </a:lnTo>
                <a:lnTo>
                  <a:pt x="5563" y="1096"/>
                </a:lnTo>
                <a:lnTo>
                  <a:pt x="5677" y="1096"/>
                </a:lnTo>
                <a:lnTo>
                  <a:pt x="5677" y="1119"/>
                </a:lnTo>
                <a:moveTo>
                  <a:pt x="5494" y="1119"/>
                </a:moveTo>
                <a:lnTo>
                  <a:pt x="5380" y="1119"/>
                </a:lnTo>
                <a:lnTo>
                  <a:pt x="5380" y="1096"/>
                </a:lnTo>
                <a:lnTo>
                  <a:pt x="5494" y="1096"/>
                </a:lnTo>
                <a:lnTo>
                  <a:pt x="5494" y="1119"/>
                </a:lnTo>
                <a:moveTo>
                  <a:pt x="5311" y="1119"/>
                </a:moveTo>
                <a:lnTo>
                  <a:pt x="5197" y="1119"/>
                </a:lnTo>
                <a:lnTo>
                  <a:pt x="5197" y="1096"/>
                </a:lnTo>
                <a:lnTo>
                  <a:pt x="5311" y="1096"/>
                </a:lnTo>
                <a:lnTo>
                  <a:pt x="5311" y="1119"/>
                </a:lnTo>
                <a:moveTo>
                  <a:pt x="5129" y="1119"/>
                </a:moveTo>
                <a:lnTo>
                  <a:pt x="5014" y="1119"/>
                </a:lnTo>
                <a:lnTo>
                  <a:pt x="5014" y="1096"/>
                </a:lnTo>
                <a:lnTo>
                  <a:pt x="5129" y="1096"/>
                </a:lnTo>
                <a:lnTo>
                  <a:pt x="5129" y="1119"/>
                </a:lnTo>
                <a:moveTo>
                  <a:pt x="4946" y="1119"/>
                </a:moveTo>
                <a:lnTo>
                  <a:pt x="4832" y="1119"/>
                </a:lnTo>
                <a:lnTo>
                  <a:pt x="4832" y="1096"/>
                </a:lnTo>
                <a:lnTo>
                  <a:pt x="4946" y="1096"/>
                </a:lnTo>
                <a:lnTo>
                  <a:pt x="4946" y="1119"/>
                </a:lnTo>
                <a:moveTo>
                  <a:pt x="4763" y="1119"/>
                </a:moveTo>
                <a:lnTo>
                  <a:pt x="4649" y="1119"/>
                </a:lnTo>
                <a:lnTo>
                  <a:pt x="4649" y="1096"/>
                </a:lnTo>
                <a:lnTo>
                  <a:pt x="4763" y="1096"/>
                </a:lnTo>
                <a:lnTo>
                  <a:pt x="4763" y="1119"/>
                </a:lnTo>
                <a:moveTo>
                  <a:pt x="4581" y="1119"/>
                </a:moveTo>
                <a:lnTo>
                  <a:pt x="4466" y="1119"/>
                </a:lnTo>
                <a:lnTo>
                  <a:pt x="4466" y="1096"/>
                </a:lnTo>
                <a:lnTo>
                  <a:pt x="4581" y="1096"/>
                </a:lnTo>
                <a:lnTo>
                  <a:pt x="4581" y="1119"/>
                </a:lnTo>
                <a:moveTo>
                  <a:pt x="4398" y="1119"/>
                </a:moveTo>
                <a:lnTo>
                  <a:pt x="4284" y="1119"/>
                </a:lnTo>
                <a:lnTo>
                  <a:pt x="4284" y="1096"/>
                </a:lnTo>
                <a:lnTo>
                  <a:pt x="4398" y="1096"/>
                </a:lnTo>
                <a:lnTo>
                  <a:pt x="4398" y="1119"/>
                </a:lnTo>
                <a:moveTo>
                  <a:pt x="4215" y="1119"/>
                </a:moveTo>
                <a:lnTo>
                  <a:pt x="4101" y="1119"/>
                </a:lnTo>
                <a:lnTo>
                  <a:pt x="4101" y="1096"/>
                </a:lnTo>
                <a:lnTo>
                  <a:pt x="4215" y="1096"/>
                </a:lnTo>
                <a:lnTo>
                  <a:pt x="4215" y="1119"/>
                </a:lnTo>
                <a:moveTo>
                  <a:pt x="4032" y="1119"/>
                </a:moveTo>
                <a:lnTo>
                  <a:pt x="3918" y="1119"/>
                </a:lnTo>
                <a:lnTo>
                  <a:pt x="3918" y="1096"/>
                </a:lnTo>
                <a:lnTo>
                  <a:pt x="4032" y="1096"/>
                </a:lnTo>
                <a:lnTo>
                  <a:pt x="4032" y="1119"/>
                </a:lnTo>
                <a:moveTo>
                  <a:pt x="3849" y="1119"/>
                </a:moveTo>
                <a:lnTo>
                  <a:pt x="3734" y="1119"/>
                </a:lnTo>
                <a:lnTo>
                  <a:pt x="3734" y="1096"/>
                </a:lnTo>
                <a:lnTo>
                  <a:pt x="3849" y="1096"/>
                </a:lnTo>
                <a:lnTo>
                  <a:pt x="3849" y="1119"/>
                </a:lnTo>
                <a:moveTo>
                  <a:pt x="3666" y="1119"/>
                </a:moveTo>
                <a:lnTo>
                  <a:pt x="3552" y="1119"/>
                </a:lnTo>
                <a:lnTo>
                  <a:pt x="3552" y="1096"/>
                </a:lnTo>
                <a:lnTo>
                  <a:pt x="3666" y="1096"/>
                </a:lnTo>
                <a:lnTo>
                  <a:pt x="3666" y="1119"/>
                </a:lnTo>
                <a:moveTo>
                  <a:pt x="3483" y="1119"/>
                </a:moveTo>
                <a:lnTo>
                  <a:pt x="3369" y="1119"/>
                </a:lnTo>
                <a:lnTo>
                  <a:pt x="3369" y="1096"/>
                </a:lnTo>
                <a:lnTo>
                  <a:pt x="3483" y="1096"/>
                </a:lnTo>
                <a:lnTo>
                  <a:pt x="3483" y="1119"/>
                </a:lnTo>
                <a:moveTo>
                  <a:pt x="3300" y="1119"/>
                </a:moveTo>
                <a:lnTo>
                  <a:pt x="3186" y="1119"/>
                </a:lnTo>
                <a:lnTo>
                  <a:pt x="3186" y="1096"/>
                </a:lnTo>
                <a:lnTo>
                  <a:pt x="3300" y="1096"/>
                </a:lnTo>
                <a:lnTo>
                  <a:pt x="3300" y="1119"/>
                </a:lnTo>
                <a:moveTo>
                  <a:pt x="3118" y="1119"/>
                </a:moveTo>
                <a:lnTo>
                  <a:pt x="3004" y="1119"/>
                </a:lnTo>
                <a:lnTo>
                  <a:pt x="3004" y="1096"/>
                </a:lnTo>
                <a:lnTo>
                  <a:pt x="3118" y="1096"/>
                </a:lnTo>
                <a:lnTo>
                  <a:pt x="3118" y="1119"/>
                </a:lnTo>
                <a:moveTo>
                  <a:pt x="2935" y="1119"/>
                </a:moveTo>
                <a:lnTo>
                  <a:pt x="2821" y="1119"/>
                </a:lnTo>
                <a:lnTo>
                  <a:pt x="2821" y="1096"/>
                </a:lnTo>
                <a:lnTo>
                  <a:pt x="2935" y="1096"/>
                </a:lnTo>
                <a:lnTo>
                  <a:pt x="2935" y="1119"/>
                </a:lnTo>
                <a:moveTo>
                  <a:pt x="2752" y="1119"/>
                </a:moveTo>
                <a:lnTo>
                  <a:pt x="2638" y="1119"/>
                </a:lnTo>
                <a:lnTo>
                  <a:pt x="2638" y="1096"/>
                </a:lnTo>
                <a:lnTo>
                  <a:pt x="2752" y="1096"/>
                </a:lnTo>
                <a:lnTo>
                  <a:pt x="2752" y="1119"/>
                </a:lnTo>
                <a:moveTo>
                  <a:pt x="2570" y="1119"/>
                </a:moveTo>
                <a:lnTo>
                  <a:pt x="2455" y="1119"/>
                </a:lnTo>
                <a:lnTo>
                  <a:pt x="2455" y="1096"/>
                </a:lnTo>
                <a:lnTo>
                  <a:pt x="2570" y="1096"/>
                </a:lnTo>
                <a:lnTo>
                  <a:pt x="2570" y="1119"/>
                </a:lnTo>
                <a:moveTo>
                  <a:pt x="2387" y="1119"/>
                </a:moveTo>
                <a:lnTo>
                  <a:pt x="2273" y="1119"/>
                </a:lnTo>
                <a:lnTo>
                  <a:pt x="2273" y="1096"/>
                </a:lnTo>
                <a:lnTo>
                  <a:pt x="2387" y="1096"/>
                </a:lnTo>
                <a:lnTo>
                  <a:pt x="2387" y="1119"/>
                </a:lnTo>
                <a:moveTo>
                  <a:pt x="2204" y="1119"/>
                </a:moveTo>
                <a:lnTo>
                  <a:pt x="2090" y="1119"/>
                </a:lnTo>
                <a:lnTo>
                  <a:pt x="2090" y="1096"/>
                </a:lnTo>
                <a:lnTo>
                  <a:pt x="2204" y="1096"/>
                </a:lnTo>
                <a:lnTo>
                  <a:pt x="2204" y="1119"/>
                </a:lnTo>
                <a:moveTo>
                  <a:pt x="2021" y="1119"/>
                </a:moveTo>
                <a:lnTo>
                  <a:pt x="1907" y="1119"/>
                </a:lnTo>
                <a:lnTo>
                  <a:pt x="1907" y="1096"/>
                </a:lnTo>
                <a:lnTo>
                  <a:pt x="2021" y="1096"/>
                </a:lnTo>
                <a:lnTo>
                  <a:pt x="2021" y="1119"/>
                </a:lnTo>
                <a:moveTo>
                  <a:pt x="1839" y="1119"/>
                </a:moveTo>
                <a:lnTo>
                  <a:pt x="1724" y="1119"/>
                </a:lnTo>
                <a:lnTo>
                  <a:pt x="1724" y="1096"/>
                </a:lnTo>
                <a:lnTo>
                  <a:pt x="1839" y="1096"/>
                </a:lnTo>
                <a:lnTo>
                  <a:pt x="1839" y="1119"/>
                </a:lnTo>
                <a:moveTo>
                  <a:pt x="1656" y="1119"/>
                </a:moveTo>
                <a:lnTo>
                  <a:pt x="1542" y="1119"/>
                </a:lnTo>
                <a:lnTo>
                  <a:pt x="1542" y="1096"/>
                </a:lnTo>
                <a:lnTo>
                  <a:pt x="1656" y="1096"/>
                </a:lnTo>
                <a:lnTo>
                  <a:pt x="1656" y="1119"/>
                </a:lnTo>
                <a:moveTo>
                  <a:pt x="1473" y="1119"/>
                </a:moveTo>
                <a:lnTo>
                  <a:pt x="1359" y="1119"/>
                </a:lnTo>
                <a:lnTo>
                  <a:pt x="1359" y="1096"/>
                </a:lnTo>
                <a:lnTo>
                  <a:pt x="1473" y="1096"/>
                </a:lnTo>
                <a:lnTo>
                  <a:pt x="1473" y="1119"/>
                </a:lnTo>
                <a:moveTo>
                  <a:pt x="1291" y="1119"/>
                </a:moveTo>
                <a:lnTo>
                  <a:pt x="1176" y="1119"/>
                </a:lnTo>
                <a:lnTo>
                  <a:pt x="1176" y="1096"/>
                </a:lnTo>
                <a:lnTo>
                  <a:pt x="1291" y="1096"/>
                </a:lnTo>
                <a:lnTo>
                  <a:pt x="1291" y="1119"/>
                </a:lnTo>
                <a:moveTo>
                  <a:pt x="1108" y="1119"/>
                </a:moveTo>
                <a:lnTo>
                  <a:pt x="994" y="1119"/>
                </a:lnTo>
                <a:lnTo>
                  <a:pt x="994" y="1096"/>
                </a:lnTo>
                <a:lnTo>
                  <a:pt x="1108" y="1096"/>
                </a:lnTo>
                <a:lnTo>
                  <a:pt x="1108" y="1119"/>
                </a:lnTo>
                <a:moveTo>
                  <a:pt x="925" y="1119"/>
                </a:moveTo>
                <a:lnTo>
                  <a:pt x="811" y="1119"/>
                </a:lnTo>
                <a:lnTo>
                  <a:pt x="811" y="1096"/>
                </a:lnTo>
                <a:lnTo>
                  <a:pt x="925" y="1096"/>
                </a:lnTo>
                <a:lnTo>
                  <a:pt x="925" y="1119"/>
                </a:lnTo>
                <a:moveTo>
                  <a:pt x="742" y="1119"/>
                </a:moveTo>
                <a:lnTo>
                  <a:pt x="628" y="1119"/>
                </a:lnTo>
                <a:lnTo>
                  <a:pt x="628" y="1096"/>
                </a:lnTo>
                <a:lnTo>
                  <a:pt x="742" y="1096"/>
                </a:lnTo>
                <a:lnTo>
                  <a:pt x="742" y="1119"/>
                </a:lnTo>
                <a:moveTo>
                  <a:pt x="560" y="1119"/>
                </a:moveTo>
                <a:lnTo>
                  <a:pt x="445" y="1119"/>
                </a:lnTo>
                <a:lnTo>
                  <a:pt x="445" y="1096"/>
                </a:lnTo>
                <a:lnTo>
                  <a:pt x="560" y="1096"/>
                </a:lnTo>
                <a:lnTo>
                  <a:pt x="560" y="1119"/>
                </a:lnTo>
                <a:moveTo>
                  <a:pt x="377" y="1119"/>
                </a:moveTo>
                <a:lnTo>
                  <a:pt x="263" y="1119"/>
                </a:lnTo>
                <a:lnTo>
                  <a:pt x="263" y="1096"/>
                </a:lnTo>
                <a:lnTo>
                  <a:pt x="377" y="1096"/>
                </a:lnTo>
                <a:lnTo>
                  <a:pt x="377" y="1119"/>
                </a:lnTo>
                <a:moveTo>
                  <a:pt x="194" y="1119"/>
                </a:moveTo>
                <a:lnTo>
                  <a:pt x="80" y="1119"/>
                </a:lnTo>
                <a:lnTo>
                  <a:pt x="80" y="1096"/>
                </a:lnTo>
                <a:lnTo>
                  <a:pt x="194" y="1096"/>
                </a:lnTo>
                <a:lnTo>
                  <a:pt x="194" y="1119"/>
                </a:lnTo>
                <a:moveTo>
                  <a:pt x="0" y="1107"/>
                </a:moveTo>
                <a:lnTo>
                  <a:pt x="0" y="993"/>
                </a:lnTo>
                <a:lnTo>
                  <a:pt x="23" y="993"/>
                </a:lnTo>
                <a:lnTo>
                  <a:pt x="23" y="1107"/>
                </a:lnTo>
                <a:lnTo>
                  <a:pt x="0" y="1107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2"/>
                </a:moveTo>
                <a:lnTo>
                  <a:pt x="0" y="628"/>
                </a:lnTo>
                <a:lnTo>
                  <a:pt x="23" y="628"/>
                </a:lnTo>
                <a:lnTo>
                  <a:pt x="23" y="742"/>
                </a:lnTo>
                <a:lnTo>
                  <a:pt x="0" y="742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3"/>
                </a:lnTo>
                <a:lnTo>
                  <a:pt x="23" y="263"/>
                </a:lnTo>
                <a:lnTo>
                  <a:pt x="23" y="377"/>
                </a:lnTo>
                <a:lnTo>
                  <a:pt x="0" y="377"/>
                </a:lnTo>
                <a:moveTo>
                  <a:pt x="0" y="195"/>
                </a:moveTo>
                <a:lnTo>
                  <a:pt x="0" y="81"/>
                </a:lnTo>
                <a:lnTo>
                  <a:pt x="23" y="81"/>
                </a:lnTo>
                <a:lnTo>
                  <a:pt x="23" y="195"/>
                </a:lnTo>
                <a:lnTo>
                  <a:pt x="0" y="195"/>
                </a:lnTo>
                <a:moveTo>
                  <a:pt x="11" y="0"/>
                </a:moveTo>
                <a:lnTo>
                  <a:pt x="126" y="0"/>
                </a:lnTo>
                <a:lnTo>
                  <a:pt x="126" y="24"/>
                </a:lnTo>
                <a:lnTo>
                  <a:pt x="11" y="24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4996080" y="22762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996080" y="23050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868320" y="1775520"/>
            <a:ext cx="301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868320" y="2266920"/>
            <a:ext cx="1558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912680" y="290052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12680" y="29289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868320" y="2399760"/>
            <a:ext cx="3564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868320" y="2891160"/>
            <a:ext cx="793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785880" y="3458880"/>
            <a:ext cx="4523040" cy="394560"/>
          </a:xfrm>
          <a:custGeom>
            <a:avLst/>
            <a:gdLst/>
            <a:ahLst/>
            <a:rect l="0" t="0" r="r" b="b"/>
            <a:pathLst>
              <a:path w="12564" h="1096">
                <a:moveTo>
                  <a:pt x="0" y="0"/>
                </a:moveTo>
                <a:lnTo>
                  <a:pt x="12564" y="0"/>
                </a:lnTo>
                <a:lnTo>
                  <a:pt x="1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781920" y="3454920"/>
            <a:ext cx="4530960" cy="402480"/>
          </a:xfrm>
          <a:custGeom>
            <a:avLst/>
            <a:gdLst/>
            <a:ahLst/>
            <a:rect l="0" t="0" r="r" b="b"/>
            <a:pathLst>
              <a:path w="12586" h="111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1" y="0"/>
                </a:moveTo>
                <a:lnTo>
                  <a:pt x="4147" y="0"/>
                </a:lnTo>
                <a:lnTo>
                  <a:pt x="4147" y="22"/>
                </a:lnTo>
                <a:lnTo>
                  <a:pt x="4031" y="22"/>
                </a:lnTo>
                <a:lnTo>
                  <a:pt x="4031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586" y="57"/>
                </a:moveTo>
                <a:lnTo>
                  <a:pt x="12586" y="171"/>
                </a:lnTo>
                <a:lnTo>
                  <a:pt x="12563" y="171"/>
                </a:lnTo>
                <a:lnTo>
                  <a:pt x="12563" y="57"/>
                </a:lnTo>
                <a:lnTo>
                  <a:pt x="12586" y="57"/>
                </a:lnTo>
                <a:moveTo>
                  <a:pt x="12586" y="239"/>
                </a:moveTo>
                <a:lnTo>
                  <a:pt x="12586" y="353"/>
                </a:lnTo>
                <a:lnTo>
                  <a:pt x="12563" y="353"/>
                </a:lnTo>
                <a:lnTo>
                  <a:pt x="12563" y="239"/>
                </a:lnTo>
                <a:lnTo>
                  <a:pt x="12586" y="239"/>
                </a:lnTo>
                <a:moveTo>
                  <a:pt x="12586" y="422"/>
                </a:moveTo>
                <a:lnTo>
                  <a:pt x="12586" y="536"/>
                </a:lnTo>
                <a:lnTo>
                  <a:pt x="12563" y="536"/>
                </a:lnTo>
                <a:lnTo>
                  <a:pt x="12563" y="422"/>
                </a:lnTo>
                <a:lnTo>
                  <a:pt x="12586" y="422"/>
                </a:lnTo>
                <a:moveTo>
                  <a:pt x="12586" y="604"/>
                </a:moveTo>
                <a:lnTo>
                  <a:pt x="12586" y="718"/>
                </a:lnTo>
                <a:lnTo>
                  <a:pt x="12563" y="718"/>
                </a:lnTo>
                <a:lnTo>
                  <a:pt x="12563" y="604"/>
                </a:lnTo>
                <a:lnTo>
                  <a:pt x="12586" y="604"/>
                </a:lnTo>
                <a:moveTo>
                  <a:pt x="12586" y="787"/>
                </a:moveTo>
                <a:lnTo>
                  <a:pt x="12586" y="901"/>
                </a:lnTo>
                <a:lnTo>
                  <a:pt x="12563" y="901"/>
                </a:lnTo>
                <a:lnTo>
                  <a:pt x="12563" y="787"/>
                </a:lnTo>
                <a:lnTo>
                  <a:pt x="12586" y="787"/>
                </a:lnTo>
                <a:moveTo>
                  <a:pt x="12586" y="969"/>
                </a:moveTo>
                <a:lnTo>
                  <a:pt x="12586" y="1084"/>
                </a:lnTo>
                <a:lnTo>
                  <a:pt x="12563" y="1084"/>
                </a:lnTo>
                <a:lnTo>
                  <a:pt x="12563" y="969"/>
                </a:lnTo>
                <a:lnTo>
                  <a:pt x="12586" y="969"/>
                </a:lnTo>
                <a:moveTo>
                  <a:pt x="12529" y="1118"/>
                </a:moveTo>
                <a:lnTo>
                  <a:pt x="12415" y="1118"/>
                </a:lnTo>
                <a:lnTo>
                  <a:pt x="12415" y="1096"/>
                </a:lnTo>
                <a:lnTo>
                  <a:pt x="12529" y="1096"/>
                </a:lnTo>
                <a:lnTo>
                  <a:pt x="12529" y="1118"/>
                </a:lnTo>
                <a:moveTo>
                  <a:pt x="12346" y="1118"/>
                </a:moveTo>
                <a:lnTo>
                  <a:pt x="12232" y="1118"/>
                </a:lnTo>
                <a:lnTo>
                  <a:pt x="12232" y="1096"/>
                </a:lnTo>
                <a:lnTo>
                  <a:pt x="12346" y="1096"/>
                </a:lnTo>
                <a:lnTo>
                  <a:pt x="12346" y="1118"/>
                </a:lnTo>
                <a:moveTo>
                  <a:pt x="12163" y="1118"/>
                </a:moveTo>
                <a:lnTo>
                  <a:pt x="12049" y="1118"/>
                </a:lnTo>
                <a:lnTo>
                  <a:pt x="12049" y="1096"/>
                </a:lnTo>
                <a:lnTo>
                  <a:pt x="12163" y="1096"/>
                </a:lnTo>
                <a:lnTo>
                  <a:pt x="12163" y="1118"/>
                </a:lnTo>
                <a:moveTo>
                  <a:pt x="11981" y="1118"/>
                </a:moveTo>
                <a:lnTo>
                  <a:pt x="11867" y="1118"/>
                </a:lnTo>
                <a:lnTo>
                  <a:pt x="11867" y="1096"/>
                </a:lnTo>
                <a:lnTo>
                  <a:pt x="11981" y="1096"/>
                </a:lnTo>
                <a:lnTo>
                  <a:pt x="11981" y="1118"/>
                </a:lnTo>
                <a:moveTo>
                  <a:pt x="11798" y="1118"/>
                </a:moveTo>
                <a:lnTo>
                  <a:pt x="11684" y="1118"/>
                </a:lnTo>
                <a:lnTo>
                  <a:pt x="11684" y="1096"/>
                </a:lnTo>
                <a:lnTo>
                  <a:pt x="11798" y="1096"/>
                </a:lnTo>
                <a:lnTo>
                  <a:pt x="11798" y="1118"/>
                </a:lnTo>
                <a:moveTo>
                  <a:pt x="11615" y="1118"/>
                </a:moveTo>
                <a:lnTo>
                  <a:pt x="11501" y="1118"/>
                </a:lnTo>
                <a:lnTo>
                  <a:pt x="11501" y="1096"/>
                </a:lnTo>
                <a:lnTo>
                  <a:pt x="11615" y="1096"/>
                </a:lnTo>
                <a:lnTo>
                  <a:pt x="11615" y="1118"/>
                </a:lnTo>
                <a:moveTo>
                  <a:pt x="11433" y="1118"/>
                </a:moveTo>
                <a:lnTo>
                  <a:pt x="11318" y="1118"/>
                </a:lnTo>
                <a:lnTo>
                  <a:pt x="11318" y="1096"/>
                </a:lnTo>
                <a:lnTo>
                  <a:pt x="11433" y="1096"/>
                </a:lnTo>
                <a:lnTo>
                  <a:pt x="11433" y="1118"/>
                </a:lnTo>
                <a:moveTo>
                  <a:pt x="11250" y="1118"/>
                </a:moveTo>
                <a:lnTo>
                  <a:pt x="11136" y="1118"/>
                </a:lnTo>
                <a:lnTo>
                  <a:pt x="11136" y="1096"/>
                </a:lnTo>
                <a:lnTo>
                  <a:pt x="11250" y="1096"/>
                </a:lnTo>
                <a:lnTo>
                  <a:pt x="11250" y="1118"/>
                </a:lnTo>
                <a:moveTo>
                  <a:pt x="11067" y="1118"/>
                </a:moveTo>
                <a:lnTo>
                  <a:pt x="10953" y="1118"/>
                </a:lnTo>
                <a:lnTo>
                  <a:pt x="10953" y="1096"/>
                </a:lnTo>
                <a:lnTo>
                  <a:pt x="11067" y="1096"/>
                </a:lnTo>
                <a:lnTo>
                  <a:pt x="11067" y="1118"/>
                </a:lnTo>
                <a:moveTo>
                  <a:pt x="10884" y="1118"/>
                </a:moveTo>
                <a:lnTo>
                  <a:pt x="10770" y="1118"/>
                </a:lnTo>
                <a:lnTo>
                  <a:pt x="10770" y="1096"/>
                </a:lnTo>
                <a:lnTo>
                  <a:pt x="10884" y="1096"/>
                </a:lnTo>
                <a:lnTo>
                  <a:pt x="10884" y="1118"/>
                </a:lnTo>
                <a:moveTo>
                  <a:pt x="10702" y="1118"/>
                </a:moveTo>
                <a:lnTo>
                  <a:pt x="10588" y="1118"/>
                </a:lnTo>
                <a:lnTo>
                  <a:pt x="10588" y="1096"/>
                </a:lnTo>
                <a:lnTo>
                  <a:pt x="10702" y="1096"/>
                </a:lnTo>
                <a:lnTo>
                  <a:pt x="10702" y="1118"/>
                </a:lnTo>
                <a:moveTo>
                  <a:pt x="10519" y="1118"/>
                </a:moveTo>
                <a:lnTo>
                  <a:pt x="10405" y="1118"/>
                </a:lnTo>
                <a:lnTo>
                  <a:pt x="10405" y="1096"/>
                </a:lnTo>
                <a:lnTo>
                  <a:pt x="10519" y="1096"/>
                </a:lnTo>
                <a:lnTo>
                  <a:pt x="10519" y="1118"/>
                </a:lnTo>
                <a:moveTo>
                  <a:pt x="10336" y="1118"/>
                </a:moveTo>
                <a:lnTo>
                  <a:pt x="10222" y="1118"/>
                </a:lnTo>
                <a:lnTo>
                  <a:pt x="10222" y="1096"/>
                </a:lnTo>
                <a:lnTo>
                  <a:pt x="10336" y="1096"/>
                </a:lnTo>
                <a:lnTo>
                  <a:pt x="10336" y="1118"/>
                </a:lnTo>
                <a:moveTo>
                  <a:pt x="10154" y="1118"/>
                </a:moveTo>
                <a:lnTo>
                  <a:pt x="10039" y="1118"/>
                </a:lnTo>
                <a:lnTo>
                  <a:pt x="10039" y="1096"/>
                </a:lnTo>
                <a:lnTo>
                  <a:pt x="10154" y="1096"/>
                </a:lnTo>
                <a:lnTo>
                  <a:pt x="10154" y="1118"/>
                </a:lnTo>
                <a:moveTo>
                  <a:pt x="9971" y="1118"/>
                </a:moveTo>
                <a:lnTo>
                  <a:pt x="9857" y="1118"/>
                </a:lnTo>
                <a:lnTo>
                  <a:pt x="9857" y="1096"/>
                </a:lnTo>
                <a:lnTo>
                  <a:pt x="9971" y="1096"/>
                </a:lnTo>
                <a:lnTo>
                  <a:pt x="9971" y="1118"/>
                </a:lnTo>
                <a:moveTo>
                  <a:pt x="9788" y="1118"/>
                </a:moveTo>
                <a:lnTo>
                  <a:pt x="9674" y="1118"/>
                </a:lnTo>
                <a:lnTo>
                  <a:pt x="9674" y="1096"/>
                </a:lnTo>
                <a:lnTo>
                  <a:pt x="9788" y="1096"/>
                </a:lnTo>
                <a:lnTo>
                  <a:pt x="9788" y="1118"/>
                </a:lnTo>
                <a:moveTo>
                  <a:pt x="9605" y="1118"/>
                </a:moveTo>
                <a:lnTo>
                  <a:pt x="9491" y="1118"/>
                </a:lnTo>
                <a:lnTo>
                  <a:pt x="9491" y="1096"/>
                </a:lnTo>
                <a:lnTo>
                  <a:pt x="9605" y="1096"/>
                </a:lnTo>
                <a:lnTo>
                  <a:pt x="9605" y="1118"/>
                </a:lnTo>
                <a:moveTo>
                  <a:pt x="9423" y="1118"/>
                </a:moveTo>
                <a:lnTo>
                  <a:pt x="9308" y="1118"/>
                </a:lnTo>
                <a:lnTo>
                  <a:pt x="9308" y="1096"/>
                </a:lnTo>
                <a:lnTo>
                  <a:pt x="9423" y="1096"/>
                </a:lnTo>
                <a:lnTo>
                  <a:pt x="9423" y="1118"/>
                </a:lnTo>
                <a:moveTo>
                  <a:pt x="9240" y="1118"/>
                </a:moveTo>
                <a:lnTo>
                  <a:pt x="9126" y="1118"/>
                </a:lnTo>
                <a:lnTo>
                  <a:pt x="9126" y="1096"/>
                </a:lnTo>
                <a:lnTo>
                  <a:pt x="9240" y="1096"/>
                </a:lnTo>
                <a:lnTo>
                  <a:pt x="9240" y="1118"/>
                </a:lnTo>
                <a:moveTo>
                  <a:pt x="9057" y="1118"/>
                </a:moveTo>
                <a:lnTo>
                  <a:pt x="8943" y="1118"/>
                </a:lnTo>
                <a:lnTo>
                  <a:pt x="8943" y="1096"/>
                </a:lnTo>
                <a:lnTo>
                  <a:pt x="9057" y="1096"/>
                </a:lnTo>
                <a:lnTo>
                  <a:pt x="9057" y="1118"/>
                </a:lnTo>
                <a:moveTo>
                  <a:pt x="8874" y="1118"/>
                </a:moveTo>
                <a:lnTo>
                  <a:pt x="8760" y="1118"/>
                </a:lnTo>
                <a:lnTo>
                  <a:pt x="8760" y="1096"/>
                </a:lnTo>
                <a:lnTo>
                  <a:pt x="8874" y="1096"/>
                </a:lnTo>
                <a:lnTo>
                  <a:pt x="8874" y="1118"/>
                </a:lnTo>
                <a:moveTo>
                  <a:pt x="8692" y="1118"/>
                </a:moveTo>
                <a:lnTo>
                  <a:pt x="8578" y="1118"/>
                </a:lnTo>
                <a:lnTo>
                  <a:pt x="8578" y="1096"/>
                </a:lnTo>
                <a:lnTo>
                  <a:pt x="8692" y="1096"/>
                </a:lnTo>
                <a:lnTo>
                  <a:pt x="8692" y="1118"/>
                </a:lnTo>
                <a:moveTo>
                  <a:pt x="8509" y="1118"/>
                </a:moveTo>
                <a:lnTo>
                  <a:pt x="8395" y="1118"/>
                </a:lnTo>
                <a:lnTo>
                  <a:pt x="8395" y="1096"/>
                </a:lnTo>
                <a:lnTo>
                  <a:pt x="8509" y="1096"/>
                </a:lnTo>
                <a:lnTo>
                  <a:pt x="8509" y="1118"/>
                </a:lnTo>
                <a:moveTo>
                  <a:pt x="8326" y="1118"/>
                </a:moveTo>
                <a:lnTo>
                  <a:pt x="8212" y="1118"/>
                </a:lnTo>
                <a:lnTo>
                  <a:pt x="8212" y="1096"/>
                </a:lnTo>
                <a:lnTo>
                  <a:pt x="8326" y="1096"/>
                </a:lnTo>
                <a:lnTo>
                  <a:pt x="8326" y="1118"/>
                </a:lnTo>
                <a:moveTo>
                  <a:pt x="8144" y="1118"/>
                </a:moveTo>
                <a:lnTo>
                  <a:pt x="8029" y="1118"/>
                </a:lnTo>
                <a:lnTo>
                  <a:pt x="8029" y="1096"/>
                </a:lnTo>
                <a:lnTo>
                  <a:pt x="8144" y="1096"/>
                </a:lnTo>
                <a:lnTo>
                  <a:pt x="8144" y="1118"/>
                </a:lnTo>
                <a:moveTo>
                  <a:pt x="7961" y="1118"/>
                </a:moveTo>
                <a:lnTo>
                  <a:pt x="7847" y="1118"/>
                </a:lnTo>
                <a:lnTo>
                  <a:pt x="7847" y="1096"/>
                </a:lnTo>
                <a:lnTo>
                  <a:pt x="7961" y="1096"/>
                </a:lnTo>
                <a:lnTo>
                  <a:pt x="7961" y="1118"/>
                </a:lnTo>
                <a:moveTo>
                  <a:pt x="7778" y="1118"/>
                </a:moveTo>
                <a:lnTo>
                  <a:pt x="7664" y="1118"/>
                </a:lnTo>
                <a:lnTo>
                  <a:pt x="7664" y="1096"/>
                </a:lnTo>
                <a:lnTo>
                  <a:pt x="7778" y="1096"/>
                </a:lnTo>
                <a:lnTo>
                  <a:pt x="7778" y="1118"/>
                </a:lnTo>
                <a:moveTo>
                  <a:pt x="7595" y="1118"/>
                </a:moveTo>
                <a:lnTo>
                  <a:pt x="7481" y="1118"/>
                </a:lnTo>
                <a:lnTo>
                  <a:pt x="7481" y="1096"/>
                </a:lnTo>
                <a:lnTo>
                  <a:pt x="7595" y="1096"/>
                </a:lnTo>
                <a:lnTo>
                  <a:pt x="7595" y="1118"/>
                </a:lnTo>
                <a:moveTo>
                  <a:pt x="7413" y="1118"/>
                </a:moveTo>
                <a:lnTo>
                  <a:pt x="7299" y="1118"/>
                </a:lnTo>
                <a:lnTo>
                  <a:pt x="7299" y="1096"/>
                </a:lnTo>
                <a:lnTo>
                  <a:pt x="7413" y="1096"/>
                </a:lnTo>
                <a:lnTo>
                  <a:pt x="7413" y="1118"/>
                </a:lnTo>
                <a:moveTo>
                  <a:pt x="7230" y="1118"/>
                </a:moveTo>
                <a:lnTo>
                  <a:pt x="7116" y="1118"/>
                </a:lnTo>
                <a:lnTo>
                  <a:pt x="7116" y="1096"/>
                </a:lnTo>
                <a:lnTo>
                  <a:pt x="7230" y="1096"/>
                </a:lnTo>
                <a:lnTo>
                  <a:pt x="7230" y="1118"/>
                </a:lnTo>
                <a:moveTo>
                  <a:pt x="7047" y="1118"/>
                </a:moveTo>
                <a:lnTo>
                  <a:pt x="6933" y="1118"/>
                </a:lnTo>
                <a:lnTo>
                  <a:pt x="6933" y="1096"/>
                </a:lnTo>
                <a:lnTo>
                  <a:pt x="7047" y="1096"/>
                </a:lnTo>
                <a:lnTo>
                  <a:pt x="7047" y="1118"/>
                </a:lnTo>
                <a:moveTo>
                  <a:pt x="6865" y="1118"/>
                </a:moveTo>
                <a:lnTo>
                  <a:pt x="6750" y="1118"/>
                </a:lnTo>
                <a:lnTo>
                  <a:pt x="6750" y="1096"/>
                </a:lnTo>
                <a:lnTo>
                  <a:pt x="6865" y="1096"/>
                </a:lnTo>
                <a:lnTo>
                  <a:pt x="6865" y="1118"/>
                </a:lnTo>
                <a:moveTo>
                  <a:pt x="6682" y="1118"/>
                </a:moveTo>
                <a:lnTo>
                  <a:pt x="6568" y="1118"/>
                </a:lnTo>
                <a:lnTo>
                  <a:pt x="6568" y="1096"/>
                </a:lnTo>
                <a:lnTo>
                  <a:pt x="6682" y="1096"/>
                </a:lnTo>
                <a:lnTo>
                  <a:pt x="6682" y="1118"/>
                </a:lnTo>
                <a:moveTo>
                  <a:pt x="6499" y="1118"/>
                </a:moveTo>
                <a:lnTo>
                  <a:pt x="6385" y="1118"/>
                </a:lnTo>
                <a:lnTo>
                  <a:pt x="6385" y="1096"/>
                </a:lnTo>
                <a:lnTo>
                  <a:pt x="6499" y="1096"/>
                </a:lnTo>
                <a:lnTo>
                  <a:pt x="6499" y="1118"/>
                </a:lnTo>
                <a:moveTo>
                  <a:pt x="6316" y="1118"/>
                </a:moveTo>
                <a:lnTo>
                  <a:pt x="6202" y="1118"/>
                </a:lnTo>
                <a:lnTo>
                  <a:pt x="6202" y="1096"/>
                </a:lnTo>
                <a:lnTo>
                  <a:pt x="6316" y="1096"/>
                </a:lnTo>
                <a:lnTo>
                  <a:pt x="6316" y="1118"/>
                </a:lnTo>
                <a:moveTo>
                  <a:pt x="6134" y="1118"/>
                </a:moveTo>
                <a:lnTo>
                  <a:pt x="6019" y="1118"/>
                </a:lnTo>
                <a:lnTo>
                  <a:pt x="6019" y="1096"/>
                </a:lnTo>
                <a:lnTo>
                  <a:pt x="6134" y="1096"/>
                </a:lnTo>
                <a:lnTo>
                  <a:pt x="6134" y="1118"/>
                </a:lnTo>
                <a:moveTo>
                  <a:pt x="5951" y="1118"/>
                </a:moveTo>
                <a:lnTo>
                  <a:pt x="5837" y="1118"/>
                </a:lnTo>
                <a:lnTo>
                  <a:pt x="5837" y="1096"/>
                </a:lnTo>
                <a:lnTo>
                  <a:pt x="5951" y="1096"/>
                </a:lnTo>
                <a:lnTo>
                  <a:pt x="5951" y="1118"/>
                </a:lnTo>
                <a:moveTo>
                  <a:pt x="5768" y="1118"/>
                </a:moveTo>
                <a:lnTo>
                  <a:pt x="5654" y="1118"/>
                </a:lnTo>
                <a:lnTo>
                  <a:pt x="5654" y="1096"/>
                </a:lnTo>
                <a:lnTo>
                  <a:pt x="5768" y="1096"/>
                </a:lnTo>
                <a:lnTo>
                  <a:pt x="5768" y="1118"/>
                </a:lnTo>
                <a:moveTo>
                  <a:pt x="5585" y="1118"/>
                </a:moveTo>
                <a:lnTo>
                  <a:pt x="5471" y="1118"/>
                </a:lnTo>
                <a:lnTo>
                  <a:pt x="5471" y="1096"/>
                </a:lnTo>
                <a:lnTo>
                  <a:pt x="5585" y="1096"/>
                </a:lnTo>
                <a:lnTo>
                  <a:pt x="5585" y="1118"/>
                </a:lnTo>
                <a:moveTo>
                  <a:pt x="5403" y="1118"/>
                </a:moveTo>
                <a:lnTo>
                  <a:pt x="5289" y="1118"/>
                </a:lnTo>
                <a:lnTo>
                  <a:pt x="5289" y="1096"/>
                </a:lnTo>
                <a:lnTo>
                  <a:pt x="5403" y="1096"/>
                </a:lnTo>
                <a:lnTo>
                  <a:pt x="5403" y="1118"/>
                </a:lnTo>
                <a:moveTo>
                  <a:pt x="5220" y="1118"/>
                </a:moveTo>
                <a:lnTo>
                  <a:pt x="5106" y="1118"/>
                </a:lnTo>
                <a:lnTo>
                  <a:pt x="5106" y="1096"/>
                </a:lnTo>
                <a:lnTo>
                  <a:pt x="5220" y="1096"/>
                </a:lnTo>
                <a:lnTo>
                  <a:pt x="5220" y="1118"/>
                </a:lnTo>
                <a:moveTo>
                  <a:pt x="5037" y="1118"/>
                </a:moveTo>
                <a:lnTo>
                  <a:pt x="4923" y="1118"/>
                </a:lnTo>
                <a:lnTo>
                  <a:pt x="4923" y="1096"/>
                </a:lnTo>
                <a:lnTo>
                  <a:pt x="5037" y="1096"/>
                </a:lnTo>
                <a:lnTo>
                  <a:pt x="5037" y="1118"/>
                </a:lnTo>
                <a:moveTo>
                  <a:pt x="4855" y="1118"/>
                </a:moveTo>
                <a:lnTo>
                  <a:pt x="4740" y="1118"/>
                </a:lnTo>
                <a:lnTo>
                  <a:pt x="4740" y="1096"/>
                </a:lnTo>
                <a:lnTo>
                  <a:pt x="4855" y="1096"/>
                </a:lnTo>
                <a:lnTo>
                  <a:pt x="4855" y="1118"/>
                </a:lnTo>
                <a:moveTo>
                  <a:pt x="4672" y="1118"/>
                </a:moveTo>
                <a:lnTo>
                  <a:pt x="4558" y="1118"/>
                </a:lnTo>
                <a:lnTo>
                  <a:pt x="4558" y="1096"/>
                </a:lnTo>
                <a:lnTo>
                  <a:pt x="4672" y="1096"/>
                </a:lnTo>
                <a:lnTo>
                  <a:pt x="4672" y="1118"/>
                </a:lnTo>
                <a:moveTo>
                  <a:pt x="4489" y="1118"/>
                </a:moveTo>
                <a:lnTo>
                  <a:pt x="4375" y="1118"/>
                </a:lnTo>
                <a:lnTo>
                  <a:pt x="4375" y="1096"/>
                </a:lnTo>
                <a:lnTo>
                  <a:pt x="4489" y="1096"/>
                </a:lnTo>
                <a:lnTo>
                  <a:pt x="4489" y="1118"/>
                </a:lnTo>
                <a:moveTo>
                  <a:pt x="4306" y="1118"/>
                </a:moveTo>
                <a:lnTo>
                  <a:pt x="4192" y="1118"/>
                </a:lnTo>
                <a:lnTo>
                  <a:pt x="4192" y="1096"/>
                </a:lnTo>
                <a:lnTo>
                  <a:pt x="4306" y="1096"/>
                </a:lnTo>
                <a:lnTo>
                  <a:pt x="4306" y="1118"/>
                </a:lnTo>
                <a:moveTo>
                  <a:pt x="4124" y="1118"/>
                </a:moveTo>
                <a:lnTo>
                  <a:pt x="4009" y="1118"/>
                </a:lnTo>
                <a:lnTo>
                  <a:pt x="4009" y="1096"/>
                </a:lnTo>
                <a:lnTo>
                  <a:pt x="4124" y="1096"/>
                </a:lnTo>
                <a:lnTo>
                  <a:pt x="4124" y="1118"/>
                </a:lnTo>
                <a:moveTo>
                  <a:pt x="3940" y="1118"/>
                </a:moveTo>
                <a:lnTo>
                  <a:pt x="3826" y="1118"/>
                </a:lnTo>
                <a:lnTo>
                  <a:pt x="3826" y="1096"/>
                </a:lnTo>
                <a:lnTo>
                  <a:pt x="3940" y="1096"/>
                </a:lnTo>
                <a:lnTo>
                  <a:pt x="3940" y="1118"/>
                </a:lnTo>
                <a:moveTo>
                  <a:pt x="3757" y="1118"/>
                </a:moveTo>
                <a:lnTo>
                  <a:pt x="3643" y="1118"/>
                </a:lnTo>
                <a:lnTo>
                  <a:pt x="3643" y="1096"/>
                </a:lnTo>
                <a:lnTo>
                  <a:pt x="3757" y="1096"/>
                </a:lnTo>
                <a:lnTo>
                  <a:pt x="3757" y="1118"/>
                </a:lnTo>
                <a:moveTo>
                  <a:pt x="3575" y="1118"/>
                </a:moveTo>
                <a:lnTo>
                  <a:pt x="3460" y="1118"/>
                </a:lnTo>
                <a:lnTo>
                  <a:pt x="3460" y="1096"/>
                </a:lnTo>
                <a:lnTo>
                  <a:pt x="3575" y="1096"/>
                </a:lnTo>
                <a:lnTo>
                  <a:pt x="3575" y="1118"/>
                </a:lnTo>
                <a:moveTo>
                  <a:pt x="3392" y="1118"/>
                </a:moveTo>
                <a:lnTo>
                  <a:pt x="3278" y="1118"/>
                </a:lnTo>
                <a:lnTo>
                  <a:pt x="3278" y="1096"/>
                </a:lnTo>
                <a:lnTo>
                  <a:pt x="3392" y="1096"/>
                </a:lnTo>
                <a:lnTo>
                  <a:pt x="3392" y="1118"/>
                </a:lnTo>
                <a:moveTo>
                  <a:pt x="3209" y="1118"/>
                </a:moveTo>
                <a:lnTo>
                  <a:pt x="3095" y="1118"/>
                </a:lnTo>
                <a:lnTo>
                  <a:pt x="3095" y="1096"/>
                </a:lnTo>
                <a:lnTo>
                  <a:pt x="3209" y="1096"/>
                </a:lnTo>
                <a:lnTo>
                  <a:pt x="3209" y="1118"/>
                </a:lnTo>
                <a:moveTo>
                  <a:pt x="3026" y="1118"/>
                </a:moveTo>
                <a:lnTo>
                  <a:pt x="2912" y="1118"/>
                </a:lnTo>
                <a:lnTo>
                  <a:pt x="2912" y="1096"/>
                </a:lnTo>
                <a:lnTo>
                  <a:pt x="3026" y="1096"/>
                </a:lnTo>
                <a:lnTo>
                  <a:pt x="3026" y="1118"/>
                </a:lnTo>
                <a:moveTo>
                  <a:pt x="2844" y="1118"/>
                </a:moveTo>
                <a:lnTo>
                  <a:pt x="2729" y="1118"/>
                </a:lnTo>
                <a:lnTo>
                  <a:pt x="2729" y="1096"/>
                </a:lnTo>
                <a:lnTo>
                  <a:pt x="2844" y="1096"/>
                </a:lnTo>
                <a:lnTo>
                  <a:pt x="2844" y="1118"/>
                </a:lnTo>
                <a:moveTo>
                  <a:pt x="2661" y="1118"/>
                </a:moveTo>
                <a:lnTo>
                  <a:pt x="2547" y="1118"/>
                </a:lnTo>
                <a:lnTo>
                  <a:pt x="2547" y="1096"/>
                </a:lnTo>
                <a:lnTo>
                  <a:pt x="2661" y="1096"/>
                </a:lnTo>
                <a:lnTo>
                  <a:pt x="2661" y="1118"/>
                </a:lnTo>
                <a:moveTo>
                  <a:pt x="2478" y="1118"/>
                </a:moveTo>
                <a:lnTo>
                  <a:pt x="2364" y="1118"/>
                </a:lnTo>
                <a:lnTo>
                  <a:pt x="2364" y="1096"/>
                </a:lnTo>
                <a:lnTo>
                  <a:pt x="2478" y="1096"/>
                </a:lnTo>
                <a:lnTo>
                  <a:pt x="2478" y="1118"/>
                </a:lnTo>
                <a:moveTo>
                  <a:pt x="2295" y="1118"/>
                </a:moveTo>
                <a:lnTo>
                  <a:pt x="2181" y="1118"/>
                </a:lnTo>
                <a:lnTo>
                  <a:pt x="2181" y="1096"/>
                </a:lnTo>
                <a:lnTo>
                  <a:pt x="2295" y="1096"/>
                </a:lnTo>
                <a:lnTo>
                  <a:pt x="2295" y="1118"/>
                </a:lnTo>
                <a:moveTo>
                  <a:pt x="2113" y="1118"/>
                </a:moveTo>
                <a:lnTo>
                  <a:pt x="1999" y="1118"/>
                </a:lnTo>
                <a:lnTo>
                  <a:pt x="1999" y="1096"/>
                </a:lnTo>
                <a:lnTo>
                  <a:pt x="2113" y="1096"/>
                </a:lnTo>
                <a:lnTo>
                  <a:pt x="2113" y="1118"/>
                </a:lnTo>
                <a:moveTo>
                  <a:pt x="1930" y="1118"/>
                </a:moveTo>
                <a:lnTo>
                  <a:pt x="1816" y="1118"/>
                </a:lnTo>
                <a:lnTo>
                  <a:pt x="1816" y="1096"/>
                </a:lnTo>
                <a:lnTo>
                  <a:pt x="1930" y="1096"/>
                </a:lnTo>
                <a:lnTo>
                  <a:pt x="1930" y="1118"/>
                </a:lnTo>
                <a:moveTo>
                  <a:pt x="1747" y="1118"/>
                </a:moveTo>
                <a:lnTo>
                  <a:pt x="1633" y="1118"/>
                </a:lnTo>
                <a:lnTo>
                  <a:pt x="1633" y="1096"/>
                </a:lnTo>
                <a:lnTo>
                  <a:pt x="1747" y="1096"/>
                </a:lnTo>
                <a:lnTo>
                  <a:pt x="1747" y="1118"/>
                </a:lnTo>
                <a:moveTo>
                  <a:pt x="1565" y="1118"/>
                </a:moveTo>
                <a:lnTo>
                  <a:pt x="1450" y="1118"/>
                </a:lnTo>
                <a:lnTo>
                  <a:pt x="1450" y="1096"/>
                </a:lnTo>
                <a:lnTo>
                  <a:pt x="1565" y="1096"/>
                </a:lnTo>
                <a:lnTo>
                  <a:pt x="1565" y="1118"/>
                </a:lnTo>
                <a:moveTo>
                  <a:pt x="1382" y="1118"/>
                </a:moveTo>
                <a:lnTo>
                  <a:pt x="1268" y="1118"/>
                </a:lnTo>
                <a:lnTo>
                  <a:pt x="1268" y="1096"/>
                </a:lnTo>
                <a:lnTo>
                  <a:pt x="1382" y="1096"/>
                </a:lnTo>
                <a:lnTo>
                  <a:pt x="1382" y="1118"/>
                </a:lnTo>
                <a:moveTo>
                  <a:pt x="1199" y="1118"/>
                </a:moveTo>
                <a:lnTo>
                  <a:pt x="1085" y="1118"/>
                </a:lnTo>
                <a:lnTo>
                  <a:pt x="1085" y="1096"/>
                </a:lnTo>
                <a:lnTo>
                  <a:pt x="1199" y="1096"/>
                </a:lnTo>
                <a:lnTo>
                  <a:pt x="1199" y="1118"/>
                </a:lnTo>
                <a:moveTo>
                  <a:pt x="1016" y="1118"/>
                </a:moveTo>
                <a:lnTo>
                  <a:pt x="902" y="1118"/>
                </a:lnTo>
                <a:lnTo>
                  <a:pt x="902" y="1096"/>
                </a:lnTo>
                <a:lnTo>
                  <a:pt x="1016" y="1096"/>
                </a:lnTo>
                <a:lnTo>
                  <a:pt x="1016" y="1118"/>
                </a:lnTo>
                <a:moveTo>
                  <a:pt x="834" y="1118"/>
                </a:moveTo>
                <a:lnTo>
                  <a:pt x="720" y="1118"/>
                </a:lnTo>
                <a:lnTo>
                  <a:pt x="720" y="1096"/>
                </a:lnTo>
                <a:lnTo>
                  <a:pt x="834" y="1096"/>
                </a:lnTo>
                <a:lnTo>
                  <a:pt x="834" y="1118"/>
                </a:lnTo>
                <a:moveTo>
                  <a:pt x="651" y="1118"/>
                </a:moveTo>
                <a:lnTo>
                  <a:pt x="537" y="1118"/>
                </a:lnTo>
                <a:lnTo>
                  <a:pt x="537" y="1096"/>
                </a:lnTo>
                <a:lnTo>
                  <a:pt x="651" y="1096"/>
                </a:lnTo>
                <a:lnTo>
                  <a:pt x="651" y="1118"/>
                </a:lnTo>
                <a:moveTo>
                  <a:pt x="468" y="1118"/>
                </a:moveTo>
                <a:lnTo>
                  <a:pt x="354" y="1118"/>
                </a:lnTo>
                <a:lnTo>
                  <a:pt x="354" y="1096"/>
                </a:lnTo>
                <a:lnTo>
                  <a:pt x="468" y="1096"/>
                </a:lnTo>
                <a:lnTo>
                  <a:pt x="468" y="1118"/>
                </a:lnTo>
                <a:moveTo>
                  <a:pt x="286" y="1118"/>
                </a:moveTo>
                <a:lnTo>
                  <a:pt x="171" y="1118"/>
                </a:lnTo>
                <a:lnTo>
                  <a:pt x="171" y="1096"/>
                </a:lnTo>
                <a:lnTo>
                  <a:pt x="286" y="1096"/>
                </a:lnTo>
                <a:lnTo>
                  <a:pt x="286" y="1118"/>
                </a:lnTo>
                <a:moveTo>
                  <a:pt x="103" y="1118"/>
                </a:moveTo>
                <a:lnTo>
                  <a:pt x="0" y="1118"/>
                </a:lnTo>
                <a:lnTo>
                  <a:pt x="0" y="1084"/>
                </a:lnTo>
                <a:lnTo>
                  <a:pt x="23" y="1084"/>
                </a:lnTo>
                <a:lnTo>
                  <a:pt x="23" y="1107"/>
                </a:lnTo>
                <a:lnTo>
                  <a:pt x="11" y="1107"/>
                </a:lnTo>
                <a:lnTo>
                  <a:pt x="11" y="1096"/>
                </a:lnTo>
                <a:lnTo>
                  <a:pt x="103" y="1096"/>
                </a:lnTo>
                <a:lnTo>
                  <a:pt x="103" y="1118"/>
                </a:lnTo>
                <a:moveTo>
                  <a:pt x="0" y="1016"/>
                </a:moveTo>
                <a:lnTo>
                  <a:pt x="0" y="901"/>
                </a:lnTo>
                <a:lnTo>
                  <a:pt x="23" y="901"/>
                </a:lnTo>
                <a:lnTo>
                  <a:pt x="23" y="1016"/>
                </a:lnTo>
                <a:lnTo>
                  <a:pt x="0" y="1016"/>
                </a:lnTo>
                <a:moveTo>
                  <a:pt x="0" y="832"/>
                </a:moveTo>
                <a:lnTo>
                  <a:pt x="0" y="718"/>
                </a:lnTo>
                <a:lnTo>
                  <a:pt x="23" y="718"/>
                </a:lnTo>
                <a:lnTo>
                  <a:pt x="23" y="832"/>
                </a:lnTo>
                <a:lnTo>
                  <a:pt x="0" y="832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7"/>
                </a:moveTo>
                <a:lnTo>
                  <a:pt x="0" y="353"/>
                </a:lnTo>
                <a:lnTo>
                  <a:pt x="23" y="353"/>
                </a:lnTo>
                <a:lnTo>
                  <a:pt x="23" y="467"/>
                </a:lnTo>
                <a:lnTo>
                  <a:pt x="0" y="467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5144040" y="352440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144040" y="3553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868320" y="3023640"/>
            <a:ext cx="791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868320" y="351540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1279440" y="1980720"/>
            <a:ext cx="0" cy="2296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1246680" y="214488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2" y="183"/>
                </a:moveTo>
                <a:lnTo>
                  <a:pt x="0" y="0"/>
                </a:lnTo>
                <a:lnTo>
                  <a:pt x="183" y="0"/>
                </a:lnTo>
                <a:lnTo>
                  <a:pt x="92" y="183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868320" y="3647880"/>
            <a:ext cx="385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1279440" y="2604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1246680" y="2604600"/>
            <a:ext cx="65880" cy="66240"/>
          </a:xfrm>
          <a:custGeom>
            <a:avLst/>
            <a:gdLst/>
            <a:ahLst/>
            <a:rect l="0" t="0" r="r" b="b"/>
            <a:pathLst>
              <a:path w="183" h="184">
                <a:moveTo>
                  <a:pt x="92" y="0"/>
                </a:moveTo>
                <a:lnTo>
                  <a:pt x="0" y="184"/>
                </a:lnTo>
                <a:lnTo>
                  <a:pt x="183" y="184"/>
                </a:lnTo>
                <a:lnTo>
                  <a:pt x="9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1345320" y="2052360"/>
            <a:ext cx="18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345320" y="2676600"/>
            <a:ext cx="1483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555840" y="3927240"/>
            <a:ext cx="7281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555840" y="4083120"/>
            <a:ext cx="6963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555840" y="4239360"/>
            <a:ext cx="6951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555840" y="4395240"/>
            <a:ext cx="1452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3871800" y="469044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6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457200" y="1103760"/>
            <a:ext cx="6174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O NTS TAAT  ·  LEER UITKO M S TEN  UIT  H ET  DO S S IER ,  IN  DE  S TEM   VAN  DE  INS TELLING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87280" y="1740600"/>
            <a:ext cx="82080" cy="49320"/>
          </a:xfrm>
          <a:custGeom>
            <a:avLst/>
            <a:gdLst/>
            <a:ahLst/>
            <a:rect l="0" t="0" r="r" b="b"/>
            <a:pathLst>
              <a:path w="228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2"/>
                  <a:pt x="185" y="5"/>
                </a:cubicBezTo>
                <a:cubicBezTo>
                  <a:pt x="194" y="9"/>
                  <a:pt x="201" y="14"/>
                  <a:pt x="208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8" y="59"/>
                  <a:pt x="228" y="68"/>
                </a:cubicBezTo>
                <a:cubicBezTo>
                  <a:pt x="228" y="77"/>
                  <a:pt x="226" y="86"/>
                  <a:pt x="222" y="95"/>
                </a:cubicBezTo>
                <a:cubicBezTo>
                  <a:pt x="219" y="103"/>
                  <a:pt x="214" y="111"/>
                  <a:pt x="208" y="117"/>
                </a:cubicBezTo>
                <a:cubicBezTo>
                  <a:pt x="201" y="123"/>
                  <a:pt x="194" y="128"/>
                  <a:pt x="185" y="132"/>
                </a:cubicBezTo>
                <a:cubicBezTo>
                  <a:pt x="176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2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1"/>
                  <a:pt x="9" y="103"/>
                  <a:pt x="5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2440" y="1740600"/>
            <a:ext cx="33120" cy="49320"/>
          </a:xfrm>
          <a:custGeom>
            <a:avLst/>
            <a:gdLst/>
            <a:ahLst/>
            <a:rect l="0" t="0" r="r" b="b"/>
            <a:pathLst>
              <a:path w="92" h="137">
                <a:moveTo>
                  <a:pt x="92" y="68"/>
                </a:moveTo>
                <a:cubicBezTo>
                  <a:pt x="92" y="77"/>
                  <a:pt x="91" y="86"/>
                  <a:pt x="88" y="95"/>
                </a:cubicBezTo>
                <a:cubicBezTo>
                  <a:pt x="86" y="103"/>
                  <a:pt x="83" y="111"/>
                  <a:pt x="79" y="117"/>
                </a:cubicBezTo>
                <a:cubicBezTo>
                  <a:pt x="74" y="123"/>
                  <a:pt x="70" y="128"/>
                  <a:pt x="64" y="132"/>
                </a:cubicBezTo>
                <a:cubicBezTo>
                  <a:pt x="58" y="135"/>
                  <a:pt x="53" y="137"/>
                  <a:pt x="47" y="137"/>
                </a:cubicBezTo>
                <a:cubicBezTo>
                  <a:pt x="41" y="137"/>
                  <a:pt x="35" y="135"/>
                  <a:pt x="29" y="132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1"/>
                  <a:pt x="6" y="103"/>
                  <a:pt x="4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4"/>
                  <a:pt x="10" y="26"/>
                  <a:pt x="15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8" y="2"/>
                  <a:pt x="64" y="5"/>
                </a:cubicBezTo>
                <a:cubicBezTo>
                  <a:pt x="70" y="9"/>
                  <a:pt x="74" y="14"/>
                  <a:pt x="79" y="20"/>
                </a:cubicBezTo>
                <a:cubicBezTo>
                  <a:pt x="83" y="26"/>
                  <a:pt x="86" y="34"/>
                  <a:pt x="88" y="42"/>
                </a:cubicBezTo>
                <a:cubicBezTo>
                  <a:pt x="91" y="50"/>
                  <a:pt x="92" y="59"/>
                  <a:pt x="92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555120" y="139932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636480" y="171540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6130080" y="1716120"/>
            <a:ext cx="106200" cy="98280"/>
          </a:xfrm>
          <a:custGeom>
            <a:avLst/>
            <a:gdLst/>
            <a:ahLst/>
            <a:rect l="0" t="0" r="r" b="b"/>
            <a:pathLst>
              <a:path w="295" h="273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3"/>
                </a:lnTo>
                <a:lnTo>
                  <a:pt x="182" y="204"/>
                </a:lnTo>
                <a:lnTo>
                  <a:pt x="0" y="204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636480" y="184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2413440" y="171540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972720" y="2050200"/>
            <a:ext cx="12600" cy="163440"/>
          </a:xfrm>
          <a:custGeom>
            <a:avLst/>
            <a:gdLst/>
            <a:ahLst/>
            <a:rect l="0" t="0" r="r" b="b"/>
            <a:pathLst>
              <a:path w="35" h="454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6"/>
                </a:moveTo>
                <a:lnTo>
                  <a:pt x="35" y="204"/>
                </a:lnTo>
                <a:lnTo>
                  <a:pt x="0" y="204"/>
                </a:lnTo>
                <a:lnTo>
                  <a:pt x="0" y="136"/>
                </a:lnTo>
                <a:lnTo>
                  <a:pt x="35" y="136"/>
                </a:lnTo>
                <a:moveTo>
                  <a:pt x="35" y="272"/>
                </a:moveTo>
                <a:lnTo>
                  <a:pt x="35" y="340"/>
                </a:lnTo>
                <a:lnTo>
                  <a:pt x="0" y="340"/>
                </a:lnTo>
                <a:lnTo>
                  <a:pt x="0" y="272"/>
                </a:lnTo>
                <a:lnTo>
                  <a:pt x="35" y="272"/>
                </a:lnTo>
                <a:moveTo>
                  <a:pt x="35" y="409"/>
                </a:moveTo>
                <a:lnTo>
                  <a:pt x="35" y="454"/>
                </a:lnTo>
                <a:lnTo>
                  <a:pt x="0" y="454"/>
                </a:lnTo>
                <a:lnTo>
                  <a:pt x="0" y="409"/>
                </a:lnTo>
                <a:lnTo>
                  <a:pt x="35" y="40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938160" y="216432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783360" y="2245680"/>
            <a:ext cx="7995960" cy="1092240"/>
          </a:xfrm>
          <a:custGeom>
            <a:avLst/>
            <a:gdLst/>
            <a:ahLst/>
            <a:rect l="0" t="0" r="r" b="b"/>
            <a:pathLst>
              <a:path w="22211" h="3034">
                <a:moveTo>
                  <a:pt x="0" y="0"/>
                </a:moveTo>
                <a:lnTo>
                  <a:pt x="22211" y="0"/>
                </a:lnTo>
                <a:lnTo>
                  <a:pt x="22211" y="3034"/>
                </a:lnTo>
                <a:lnTo>
                  <a:pt x="0" y="30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779040" y="2241720"/>
            <a:ext cx="8004600" cy="1100160"/>
          </a:xfrm>
          <a:custGeom>
            <a:avLst/>
            <a:gdLst/>
            <a:ahLst/>
            <a:rect l="0" t="0" r="r" b="b"/>
            <a:pathLst>
              <a:path w="22235" h="3056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79"/>
                </a:moveTo>
                <a:lnTo>
                  <a:pt x="22235" y="192"/>
                </a:lnTo>
                <a:lnTo>
                  <a:pt x="22212" y="192"/>
                </a:lnTo>
                <a:lnTo>
                  <a:pt x="22212" y="79"/>
                </a:lnTo>
                <a:lnTo>
                  <a:pt x="22235" y="79"/>
                </a:lnTo>
                <a:moveTo>
                  <a:pt x="22235" y="260"/>
                </a:moveTo>
                <a:lnTo>
                  <a:pt x="22235" y="373"/>
                </a:lnTo>
                <a:lnTo>
                  <a:pt x="22212" y="373"/>
                </a:lnTo>
                <a:lnTo>
                  <a:pt x="22212" y="260"/>
                </a:lnTo>
                <a:lnTo>
                  <a:pt x="22235" y="260"/>
                </a:lnTo>
                <a:moveTo>
                  <a:pt x="22235" y="441"/>
                </a:moveTo>
                <a:lnTo>
                  <a:pt x="22235" y="554"/>
                </a:lnTo>
                <a:lnTo>
                  <a:pt x="22212" y="554"/>
                </a:lnTo>
                <a:lnTo>
                  <a:pt x="22212" y="441"/>
                </a:lnTo>
                <a:lnTo>
                  <a:pt x="22235" y="441"/>
                </a:lnTo>
                <a:moveTo>
                  <a:pt x="22235" y="622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2"/>
                </a:lnTo>
                <a:lnTo>
                  <a:pt x="22235" y="622"/>
                </a:lnTo>
                <a:moveTo>
                  <a:pt x="22235" y="803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3"/>
                </a:lnTo>
                <a:lnTo>
                  <a:pt x="22235" y="803"/>
                </a:lnTo>
                <a:moveTo>
                  <a:pt x="22235" y="984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4"/>
                </a:lnTo>
                <a:lnTo>
                  <a:pt x="22235" y="984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8"/>
                </a:lnTo>
                <a:lnTo>
                  <a:pt x="22212" y="2728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09"/>
                </a:lnTo>
                <a:lnTo>
                  <a:pt x="22212" y="2909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6"/>
                </a:lnTo>
                <a:lnTo>
                  <a:pt x="22178" y="3056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6"/>
                </a:moveTo>
                <a:lnTo>
                  <a:pt x="21997" y="3056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6"/>
                </a:lnTo>
                <a:moveTo>
                  <a:pt x="21929" y="3056"/>
                </a:moveTo>
                <a:lnTo>
                  <a:pt x="21816" y="3056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6"/>
                </a:lnTo>
                <a:moveTo>
                  <a:pt x="21748" y="3056"/>
                </a:moveTo>
                <a:lnTo>
                  <a:pt x="21635" y="3056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6"/>
                </a:lnTo>
                <a:moveTo>
                  <a:pt x="21567" y="3056"/>
                </a:moveTo>
                <a:lnTo>
                  <a:pt x="21454" y="3056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6"/>
                </a:lnTo>
                <a:moveTo>
                  <a:pt x="21386" y="3056"/>
                </a:moveTo>
                <a:lnTo>
                  <a:pt x="21273" y="3056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6"/>
                </a:lnTo>
                <a:moveTo>
                  <a:pt x="21205" y="3056"/>
                </a:moveTo>
                <a:lnTo>
                  <a:pt x="21091" y="3056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6"/>
                </a:lnTo>
                <a:moveTo>
                  <a:pt x="21023" y="3056"/>
                </a:moveTo>
                <a:lnTo>
                  <a:pt x="20910" y="3056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6"/>
                </a:lnTo>
                <a:moveTo>
                  <a:pt x="20842" y="3056"/>
                </a:moveTo>
                <a:lnTo>
                  <a:pt x="20729" y="3056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6"/>
                </a:lnTo>
                <a:moveTo>
                  <a:pt x="20661" y="3056"/>
                </a:moveTo>
                <a:lnTo>
                  <a:pt x="20548" y="3056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6"/>
                </a:lnTo>
                <a:moveTo>
                  <a:pt x="20480" y="3056"/>
                </a:moveTo>
                <a:lnTo>
                  <a:pt x="20367" y="3056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6"/>
                </a:lnTo>
                <a:moveTo>
                  <a:pt x="20299" y="3056"/>
                </a:moveTo>
                <a:lnTo>
                  <a:pt x="20186" y="3056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6"/>
                </a:lnTo>
                <a:moveTo>
                  <a:pt x="20118" y="3056"/>
                </a:moveTo>
                <a:lnTo>
                  <a:pt x="20005" y="3056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6"/>
                </a:lnTo>
                <a:moveTo>
                  <a:pt x="19937" y="3056"/>
                </a:moveTo>
                <a:lnTo>
                  <a:pt x="19823" y="3056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6"/>
                </a:lnTo>
                <a:moveTo>
                  <a:pt x="19756" y="3056"/>
                </a:moveTo>
                <a:lnTo>
                  <a:pt x="19642" y="3056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6"/>
                </a:lnTo>
                <a:moveTo>
                  <a:pt x="19574" y="3056"/>
                </a:moveTo>
                <a:lnTo>
                  <a:pt x="19461" y="3056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6"/>
                </a:lnTo>
                <a:moveTo>
                  <a:pt x="19393" y="3056"/>
                </a:moveTo>
                <a:lnTo>
                  <a:pt x="19280" y="3056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6"/>
                </a:lnTo>
                <a:moveTo>
                  <a:pt x="19212" y="3056"/>
                </a:moveTo>
                <a:lnTo>
                  <a:pt x="19099" y="3056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6"/>
                </a:lnTo>
                <a:moveTo>
                  <a:pt x="19031" y="3056"/>
                </a:moveTo>
                <a:lnTo>
                  <a:pt x="18918" y="3056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6"/>
                </a:lnTo>
                <a:moveTo>
                  <a:pt x="18850" y="3056"/>
                </a:moveTo>
                <a:lnTo>
                  <a:pt x="18737" y="3056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6"/>
                </a:lnTo>
                <a:moveTo>
                  <a:pt x="18669" y="3056"/>
                </a:moveTo>
                <a:lnTo>
                  <a:pt x="18556" y="3056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6"/>
                </a:lnTo>
                <a:moveTo>
                  <a:pt x="18488" y="3056"/>
                </a:moveTo>
                <a:lnTo>
                  <a:pt x="18374" y="3056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6"/>
                </a:lnTo>
                <a:moveTo>
                  <a:pt x="18307" y="3056"/>
                </a:moveTo>
                <a:lnTo>
                  <a:pt x="18193" y="3056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6"/>
                </a:lnTo>
                <a:moveTo>
                  <a:pt x="18125" y="3056"/>
                </a:moveTo>
                <a:lnTo>
                  <a:pt x="18012" y="3056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6"/>
                </a:lnTo>
                <a:moveTo>
                  <a:pt x="17944" y="3056"/>
                </a:moveTo>
                <a:lnTo>
                  <a:pt x="17831" y="3056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6"/>
                </a:lnTo>
                <a:moveTo>
                  <a:pt x="17763" y="3056"/>
                </a:moveTo>
                <a:lnTo>
                  <a:pt x="17650" y="3056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6"/>
                </a:lnTo>
                <a:moveTo>
                  <a:pt x="17582" y="3056"/>
                </a:moveTo>
                <a:lnTo>
                  <a:pt x="17469" y="3056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6"/>
                </a:lnTo>
                <a:moveTo>
                  <a:pt x="17401" y="3056"/>
                </a:moveTo>
                <a:lnTo>
                  <a:pt x="17288" y="3056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6"/>
                </a:lnTo>
                <a:moveTo>
                  <a:pt x="17220" y="3056"/>
                </a:moveTo>
                <a:lnTo>
                  <a:pt x="17107" y="3056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6"/>
                </a:lnTo>
                <a:moveTo>
                  <a:pt x="17039" y="3056"/>
                </a:moveTo>
                <a:lnTo>
                  <a:pt x="16925" y="3056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6"/>
                </a:lnTo>
                <a:moveTo>
                  <a:pt x="16858" y="3056"/>
                </a:moveTo>
                <a:lnTo>
                  <a:pt x="16744" y="3056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6"/>
                </a:lnTo>
                <a:moveTo>
                  <a:pt x="16676" y="3056"/>
                </a:moveTo>
                <a:lnTo>
                  <a:pt x="16563" y="3056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6"/>
                </a:lnTo>
                <a:moveTo>
                  <a:pt x="16495" y="3056"/>
                </a:moveTo>
                <a:lnTo>
                  <a:pt x="16382" y="3056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6"/>
                </a:lnTo>
                <a:moveTo>
                  <a:pt x="16314" y="3056"/>
                </a:moveTo>
                <a:lnTo>
                  <a:pt x="16201" y="3056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6"/>
                </a:lnTo>
                <a:moveTo>
                  <a:pt x="16133" y="3056"/>
                </a:moveTo>
                <a:lnTo>
                  <a:pt x="16020" y="3056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6"/>
                </a:lnTo>
                <a:moveTo>
                  <a:pt x="15952" y="3056"/>
                </a:moveTo>
                <a:lnTo>
                  <a:pt x="15839" y="3056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6"/>
                </a:lnTo>
                <a:moveTo>
                  <a:pt x="15771" y="3056"/>
                </a:moveTo>
                <a:lnTo>
                  <a:pt x="15658" y="3056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6"/>
                </a:lnTo>
                <a:moveTo>
                  <a:pt x="15590" y="3056"/>
                </a:moveTo>
                <a:lnTo>
                  <a:pt x="15476" y="3056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6"/>
                </a:lnTo>
                <a:moveTo>
                  <a:pt x="15409" y="3056"/>
                </a:moveTo>
                <a:lnTo>
                  <a:pt x="15295" y="3056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6"/>
                </a:lnTo>
                <a:moveTo>
                  <a:pt x="15227" y="3056"/>
                </a:moveTo>
                <a:lnTo>
                  <a:pt x="15114" y="3056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6"/>
                </a:lnTo>
                <a:moveTo>
                  <a:pt x="15046" y="3056"/>
                </a:moveTo>
                <a:lnTo>
                  <a:pt x="14933" y="3056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6"/>
                </a:lnTo>
                <a:moveTo>
                  <a:pt x="14865" y="3056"/>
                </a:moveTo>
                <a:lnTo>
                  <a:pt x="14752" y="3056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6"/>
                </a:lnTo>
                <a:moveTo>
                  <a:pt x="14684" y="3056"/>
                </a:moveTo>
                <a:lnTo>
                  <a:pt x="14571" y="3056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6"/>
                </a:lnTo>
                <a:moveTo>
                  <a:pt x="14503" y="3056"/>
                </a:moveTo>
                <a:lnTo>
                  <a:pt x="14390" y="3056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6"/>
                </a:lnTo>
                <a:moveTo>
                  <a:pt x="14322" y="3056"/>
                </a:moveTo>
                <a:lnTo>
                  <a:pt x="14209" y="3056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6"/>
                </a:lnTo>
                <a:moveTo>
                  <a:pt x="14141" y="3056"/>
                </a:moveTo>
                <a:lnTo>
                  <a:pt x="14027" y="3056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6"/>
                </a:lnTo>
                <a:moveTo>
                  <a:pt x="13959" y="3056"/>
                </a:moveTo>
                <a:lnTo>
                  <a:pt x="13846" y="3056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6"/>
                </a:lnTo>
                <a:moveTo>
                  <a:pt x="13778" y="3056"/>
                </a:moveTo>
                <a:lnTo>
                  <a:pt x="13665" y="3056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6"/>
                </a:lnTo>
                <a:moveTo>
                  <a:pt x="13597" y="3056"/>
                </a:moveTo>
                <a:lnTo>
                  <a:pt x="13484" y="3056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6"/>
                </a:lnTo>
                <a:moveTo>
                  <a:pt x="13416" y="3056"/>
                </a:moveTo>
                <a:lnTo>
                  <a:pt x="13303" y="3056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6"/>
                </a:lnTo>
                <a:moveTo>
                  <a:pt x="13235" y="3056"/>
                </a:moveTo>
                <a:lnTo>
                  <a:pt x="13122" y="3056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6"/>
                </a:lnTo>
                <a:moveTo>
                  <a:pt x="13054" y="3056"/>
                </a:moveTo>
                <a:lnTo>
                  <a:pt x="12941" y="3056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6"/>
                </a:lnTo>
                <a:moveTo>
                  <a:pt x="12873" y="3056"/>
                </a:moveTo>
                <a:lnTo>
                  <a:pt x="12760" y="3056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6"/>
                </a:lnTo>
                <a:moveTo>
                  <a:pt x="12692" y="3056"/>
                </a:moveTo>
                <a:lnTo>
                  <a:pt x="12578" y="3056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6"/>
                </a:lnTo>
                <a:moveTo>
                  <a:pt x="12510" y="3056"/>
                </a:moveTo>
                <a:lnTo>
                  <a:pt x="12397" y="3056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6"/>
                </a:lnTo>
                <a:moveTo>
                  <a:pt x="12329" y="3056"/>
                </a:moveTo>
                <a:lnTo>
                  <a:pt x="12216" y="3056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6"/>
                </a:lnTo>
                <a:moveTo>
                  <a:pt x="12148" y="3056"/>
                </a:moveTo>
                <a:lnTo>
                  <a:pt x="12035" y="3056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6"/>
                </a:lnTo>
                <a:moveTo>
                  <a:pt x="11967" y="3056"/>
                </a:moveTo>
                <a:lnTo>
                  <a:pt x="11854" y="3056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6"/>
                </a:lnTo>
                <a:moveTo>
                  <a:pt x="11786" y="3056"/>
                </a:moveTo>
                <a:lnTo>
                  <a:pt x="11673" y="3056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6"/>
                </a:lnTo>
                <a:moveTo>
                  <a:pt x="11605" y="3056"/>
                </a:moveTo>
                <a:lnTo>
                  <a:pt x="11492" y="3056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6"/>
                </a:lnTo>
                <a:moveTo>
                  <a:pt x="11424" y="3056"/>
                </a:moveTo>
                <a:lnTo>
                  <a:pt x="11311" y="3056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6"/>
                </a:lnTo>
                <a:moveTo>
                  <a:pt x="11243" y="3056"/>
                </a:moveTo>
                <a:lnTo>
                  <a:pt x="11129" y="3056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6"/>
                </a:lnTo>
                <a:moveTo>
                  <a:pt x="11061" y="3056"/>
                </a:moveTo>
                <a:lnTo>
                  <a:pt x="10948" y="3056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6"/>
                </a:lnTo>
                <a:moveTo>
                  <a:pt x="10880" y="3056"/>
                </a:moveTo>
                <a:lnTo>
                  <a:pt x="10767" y="3056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6"/>
                </a:lnTo>
                <a:moveTo>
                  <a:pt x="10699" y="3056"/>
                </a:moveTo>
                <a:lnTo>
                  <a:pt x="10586" y="3056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6"/>
                </a:lnTo>
                <a:moveTo>
                  <a:pt x="10518" y="3056"/>
                </a:moveTo>
                <a:lnTo>
                  <a:pt x="10405" y="3056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6"/>
                </a:lnTo>
                <a:moveTo>
                  <a:pt x="10337" y="3056"/>
                </a:moveTo>
                <a:lnTo>
                  <a:pt x="10224" y="3056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6"/>
                </a:lnTo>
                <a:moveTo>
                  <a:pt x="10156" y="3056"/>
                </a:moveTo>
                <a:lnTo>
                  <a:pt x="10043" y="3056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6"/>
                </a:lnTo>
                <a:moveTo>
                  <a:pt x="9975" y="3056"/>
                </a:moveTo>
                <a:lnTo>
                  <a:pt x="9861" y="3056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6"/>
                </a:lnTo>
                <a:moveTo>
                  <a:pt x="9794" y="3056"/>
                </a:moveTo>
                <a:lnTo>
                  <a:pt x="9680" y="3056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6"/>
                </a:lnTo>
                <a:moveTo>
                  <a:pt x="9612" y="3056"/>
                </a:moveTo>
                <a:lnTo>
                  <a:pt x="9499" y="3056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6"/>
                </a:lnTo>
                <a:moveTo>
                  <a:pt x="9431" y="3056"/>
                </a:moveTo>
                <a:lnTo>
                  <a:pt x="9318" y="3056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6"/>
                </a:lnTo>
                <a:moveTo>
                  <a:pt x="9250" y="3056"/>
                </a:moveTo>
                <a:lnTo>
                  <a:pt x="9137" y="3056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6"/>
                </a:lnTo>
                <a:moveTo>
                  <a:pt x="9069" y="3056"/>
                </a:moveTo>
                <a:lnTo>
                  <a:pt x="8956" y="3056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6"/>
                </a:lnTo>
                <a:moveTo>
                  <a:pt x="8887" y="3056"/>
                </a:moveTo>
                <a:lnTo>
                  <a:pt x="8774" y="3056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6"/>
                </a:lnTo>
                <a:moveTo>
                  <a:pt x="8706" y="3056"/>
                </a:moveTo>
                <a:lnTo>
                  <a:pt x="8593" y="3056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6"/>
                </a:lnTo>
                <a:moveTo>
                  <a:pt x="8525" y="3056"/>
                </a:moveTo>
                <a:lnTo>
                  <a:pt x="8411" y="3056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6"/>
                </a:lnTo>
                <a:moveTo>
                  <a:pt x="8344" y="3056"/>
                </a:moveTo>
                <a:lnTo>
                  <a:pt x="8230" y="3056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6"/>
                </a:lnTo>
                <a:moveTo>
                  <a:pt x="8162" y="3056"/>
                </a:moveTo>
                <a:lnTo>
                  <a:pt x="8049" y="3056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6"/>
                </a:lnTo>
                <a:moveTo>
                  <a:pt x="7981" y="3056"/>
                </a:moveTo>
                <a:lnTo>
                  <a:pt x="7868" y="3056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6"/>
                </a:lnTo>
                <a:moveTo>
                  <a:pt x="7800" y="3056"/>
                </a:moveTo>
                <a:lnTo>
                  <a:pt x="7687" y="3056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6"/>
                </a:lnTo>
                <a:moveTo>
                  <a:pt x="7619" y="3056"/>
                </a:moveTo>
                <a:lnTo>
                  <a:pt x="7506" y="3056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6"/>
                </a:lnTo>
                <a:moveTo>
                  <a:pt x="7438" y="3056"/>
                </a:moveTo>
                <a:lnTo>
                  <a:pt x="7325" y="3056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6"/>
                </a:lnTo>
                <a:moveTo>
                  <a:pt x="7257" y="3056"/>
                </a:moveTo>
                <a:lnTo>
                  <a:pt x="7144" y="3056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6"/>
                </a:lnTo>
                <a:moveTo>
                  <a:pt x="7076" y="3056"/>
                </a:moveTo>
                <a:lnTo>
                  <a:pt x="6962" y="3056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6"/>
                </a:lnTo>
                <a:moveTo>
                  <a:pt x="6895" y="3056"/>
                </a:moveTo>
                <a:lnTo>
                  <a:pt x="6781" y="3056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6"/>
                </a:lnTo>
                <a:moveTo>
                  <a:pt x="6713" y="3056"/>
                </a:moveTo>
                <a:lnTo>
                  <a:pt x="6600" y="3056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6"/>
                </a:lnTo>
                <a:moveTo>
                  <a:pt x="6532" y="3056"/>
                </a:moveTo>
                <a:lnTo>
                  <a:pt x="6419" y="3056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6"/>
                </a:lnTo>
                <a:moveTo>
                  <a:pt x="6351" y="3056"/>
                </a:moveTo>
                <a:lnTo>
                  <a:pt x="6238" y="3056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6"/>
                </a:lnTo>
                <a:moveTo>
                  <a:pt x="6170" y="3056"/>
                </a:moveTo>
                <a:lnTo>
                  <a:pt x="6057" y="3056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6"/>
                </a:lnTo>
                <a:moveTo>
                  <a:pt x="5989" y="3056"/>
                </a:moveTo>
                <a:lnTo>
                  <a:pt x="5876" y="3056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6"/>
                </a:lnTo>
                <a:moveTo>
                  <a:pt x="5808" y="3056"/>
                </a:moveTo>
                <a:lnTo>
                  <a:pt x="5695" y="3056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6"/>
                </a:lnTo>
                <a:moveTo>
                  <a:pt x="5627" y="3056"/>
                </a:moveTo>
                <a:lnTo>
                  <a:pt x="5513" y="3056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6"/>
                </a:lnTo>
                <a:moveTo>
                  <a:pt x="5446" y="3056"/>
                </a:moveTo>
                <a:lnTo>
                  <a:pt x="5332" y="3056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6"/>
                </a:lnTo>
                <a:moveTo>
                  <a:pt x="5264" y="3056"/>
                </a:moveTo>
                <a:lnTo>
                  <a:pt x="5151" y="3056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6"/>
                </a:lnTo>
                <a:moveTo>
                  <a:pt x="5083" y="3056"/>
                </a:moveTo>
                <a:lnTo>
                  <a:pt x="4970" y="3056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6"/>
                </a:lnTo>
                <a:moveTo>
                  <a:pt x="4902" y="3056"/>
                </a:moveTo>
                <a:lnTo>
                  <a:pt x="4789" y="3056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6"/>
                </a:lnTo>
                <a:moveTo>
                  <a:pt x="4721" y="3056"/>
                </a:moveTo>
                <a:lnTo>
                  <a:pt x="4608" y="3056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6"/>
                </a:lnTo>
                <a:moveTo>
                  <a:pt x="4540" y="3056"/>
                </a:moveTo>
                <a:lnTo>
                  <a:pt x="4427" y="3056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6"/>
                </a:lnTo>
                <a:moveTo>
                  <a:pt x="4359" y="3056"/>
                </a:moveTo>
                <a:lnTo>
                  <a:pt x="4246" y="3056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6"/>
                </a:lnTo>
                <a:moveTo>
                  <a:pt x="4178" y="3056"/>
                </a:moveTo>
                <a:lnTo>
                  <a:pt x="4064" y="3056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6"/>
                </a:lnTo>
                <a:moveTo>
                  <a:pt x="3996" y="3056"/>
                </a:moveTo>
                <a:lnTo>
                  <a:pt x="3883" y="3056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6"/>
                </a:lnTo>
                <a:moveTo>
                  <a:pt x="3815" y="3056"/>
                </a:moveTo>
                <a:lnTo>
                  <a:pt x="3702" y="3056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6"/>
                </a:lnTo>
                <a:moveTo>
                  <a:pt x="3634" y="3056"/>
                </a:moveTo>
                <a:lnTo>
                  <a:pt x="3521" y="3056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6"/>
                </a:lnTo>
                <a:moveTo>
                  <a:pt x="3453" y="3056"/>
                </a:moveTo>
                <a:lnTo>
                  <a:pt x="3340" y="3056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6"/>
                </a:lnTo>
                <a:moveTo>
                  <a:pt x="3272" y="3056"/>
                </a:moveTo>
                <a:lnTo>
                  <a:pt x="3159" y="3056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6"/>
                </a:lnTo>
                <a:moveTo>
                  <a:pt x="3091" y="3056"/>
                </a:moveTo>
                <a:lnTo>
                  <a:pt x="2978" y="3056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6"/>
                </a:lnTo>
                <a:moveTo>
                  <a:pt x="2910" y="3056"/>
                </a:moveTo>
                <a:lnTo>
                  <a:pt x="2797" y="3056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6"/>
                </a:lnTo>
                <a:moveTo>
                  <a:pt x="2729" y="3056"/>
                </a:moveTo>
                <a:lnTo>
                  <a:pt x="2615" y="3056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6"/>
                </a:lnTo>
                <a:moveTo>
                  <a:pt x="2547" y="3056"/>
                </a:moveTo>
                <a:lnTo>
                  <a:pt x="2434" y="3056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6"/>
                </a:lnTo>
                <a:moveTo>
                  <a:pt x="2366" y="3056"/>
                </a:moveTo>
                <a:lnTo>
                  <a:pt x="2253" y="3056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6"/>
                </a:lnTo>
                <a:moveTo>
                  <a:pt x="2185" y="3056"/>
                </a:moveTo>
                <a:lnTo>
                  <a:pt x="2072" y="3056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6"/>
                </a:lnTo>
                <a:moveTo>
                  <a:pt x="2004" y="3056"/>
                </a:moveTo>
                <a:lnTo>
                  <a:pt x="1891" y="3056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6"/>
                </a:lnTo>
                <a:moveTo>
                  <a:pt x="1823" y="3056"/>
                </a:moveTo>
                <a:lnTo>
                  <a:pt x="1710" y="3056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6"/>
                </a:lnTo>
                <a:moveTo>
                  <a:pt x="1642" y="3056"/>
                </a:moveTo>
                <a:lnTo>
                  <a:pt x="1529" y="3056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6"/>
                </a:lnTo>
                <a:moveTo>
                  <a:pt x="1461" y="3056"/>
                </a:moveTo>
                <a:lnTo>
                  <a:pt x="1347" y="3056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6"/>
                </a:lnTo>
                <a:moveTo>
                  <a:pt x="1280" y="3056"/>
                </a:moveTo>
                <a:lnTo>
                  <a:pt x="1166" y="3056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6"/>
                </a:lnTo>
                <a:moveTo>
                  <a:pt x="1098" y="3056"/>
                </a:moveTo>
                <a:lnTo>
                  <a:pt x="985" y="3056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6"/>
                </a:lnTo>
                <a:moveTo>
                  <a:pt x="917" y="3056"/>
                </a:moveTo>
                <a:lnTo>
                  <a:pt x="804" y="3056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6"/>
                </a:lnTo>
                <a:moveTo>
                  <a:pt x="736" y="3056"/>
                </a:moveTo>
                <a:lnTo>
                  <a:pt x="623" y="3056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6"/>
                </a:lnTo>
                <a:moveTo>
                  <a:pt x="555" y="3056"/>
                </a:moveTo>
                <a:lnTo>
                  <a:pt x="442" y="3056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6"/>
                </a:lnTo>
                <a:moveTo>
                  <a:pt x="374" y="3056"/>
                </a:moveTo>
                <a:lnTo>
                  <a:pt x="261" y="3056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6"/>
                </a:lnTo>
                <a:moveTo>
                  <a:pt x="193" y="3056"/>
                </a:moveTo>
                <a:lnTo>
                  <a:pt x="80" y="3056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6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5"/>
                </a:lnTo>
                <a:lnTo>
                  <a:pt x="23" y="1845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4"/>
                </a:lnTo>
                <a:lnTo>
                  <a:pt x="23" y="1664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3"/>
                </a:lnTo>
                <a:lnTo>
                  <a:pt x="23" y="1483"/>
                </a:lnTo>
                <a:lnTo>
                  <a:pt x="23" y="1597"/>
                </a:lnTo>
                <a:lnTo>
                  <a:pt x="0" y="1597"/>
                </a:lnTo>
                <a:moveTo>
                  <a:pt x="0" y="1415"/>
                </a:moveTo>
                <a:lnTo>
                  <a:pt x="0" y="1301"/>
                </a:lnTo>
                <a:lnTo>
                  <a:pt x="23" y="1301"/>
                </a:lnTo>
                <a:lnTo>
                  <a:pt x="23" y="1415"/>
                </a:lnTo>
                <a:lnTo>
                  <a:pt x="0" y="1415"/>
                </a:lnTo>
                <a:moveTo>
                  <a:pt x="0" y="1233"/>
                </a:moveTo>
                <a:lnTo>
                  <a:pt x="0" y="1120"/>
                </a:lnTo>
                <a:lnTo>
                  <a:pt x="23" y="1120"/>
                </a:lnTo>
                <a:lnTo>
                  <a:pt x="23" y="1233"/>
                </a:lnTo>
                <a:lnTo>
                  <a:pt x="0" y="1233"/>
                </a:lnTo>
                <a:moveTo>
                  <a:pt x="0" y="1052"/>
                </a:moveTo>
                <a:lnTo>
                  <a:pt x="0" y="939"/>
                </a:lnTo>
                <a:lnTo>
                  <a:pt x="23" y="939"/>
                </a:lnTo>
                <a:lnTo>
                  <a:pt x="23" y="1052"/>
                </a:lnTo>
                <a:lnTo>
                  <a:pt x="0" y="1052"/>
                </a:lnTo>
                <a:moveTo>
                  <a:pt x="0" y="871"/>
                </a:moveTo>
                <a:lnTo>
                  <a:pt x="0" y="758"/>
                </a:lnTo>
                <a:lnTo>
                  <a:pt x="23" y="758"/>
                </a:lnTo>
                <a:lnTo>
                  <a:pt x="23" y="871"/>
                </a:lnTo>
                <a:lnTo>
                  <a:pt x="0" y="871"/>
                </a:lnTo>
                <a:moveTo>
                  <a:pt x="0" y="690"/>
                </a:moveTo>
                <a:lnTo>
                  <a:pt x="0" y="577"/>
                </a:lnTo>
                <a:lnTo>
                  <a:pt x="23" y="577"/>
                </a:lnTo>
                <a:lnTo>
                  <a:pt x="23" y="690"/>
                </a:lnTo>
                <a:lnTo>
                  <a:pt x="0" y="690"/>
                </a:lnTo>
                <a:moveTo>
                  <a:pt x="0" y="509"/>
                </a:moveTo>
                <a:lnTo>
                  <a:pt x="0" y="396"/>
                </a:lnTo>
                <a:lnTo>
                  <a:pt x="23" y="396"/>
                </a:lnTo>
                <a:lnTo>
                  <a:pt x="23" y="509"/>
                </a:lnTo>
                <a:lnTo>
                  <a:pt x="0" y="509"/>
                </a:lnTo>
                <a:moveTo>
                  <a:pt x="0" y="328"/>
                </a:moveTo>
                <a:lnTo>
                  <a:pt x="0" y="215"/>
                </a:lnTo>
                <a:lnTo>
                  <a:pt x="23" y="215"/>
                </a:lnTo>
                <a:lnTo>
                  <a:pt x="23" y="328"/>
                </a:lnTo>
                <a:lnTo>
                  <a:pt x="0" y="328"/>
                </a:lnTo>
                <a:moveTo>
                  <a:pt x="0" y="147"/>
                </a:moveTo>
                <a:lnTo>
                  <a:pt x="0" y="34"/>
                </a:lnTo>
                <a:lnTo>
                  <a:pt x="23" y="34"/>
                </a:lnTo>
                <a:lnTo>
                  <a:pt x="23" y="147"/>
                </a:lnTo>
                <a:lnTo>
                  <a:pt x="0" y="147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8616240" y="2310840"/>
            <a:ext cx="97920" cy="82080"/>
          </a:xfrm>
          <a:custGeom>
            <a:avLst/>
            <a:gdLst/>
            <a:ahLst/>
            <a:rect l="0" t="0" r="r" b="b"/>
            <a:pathLst>
              <a:path w="272" h="228">
                <a:moveTo>
                  <a:pt x="0" y="0"/>
                </a:moveTo>
                <a:lnTo>
                  <a:pt x="272" y="0"/>
                </a:lnTo>
                <a:lnTo>
                  <a:pt x="272" y="228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8616240" y="23396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413440" y="184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865080" y="23018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897480" y="272664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893160" y="2722320"/>
            <a:ext cx="7808760" cy="538200"/>
          </a:xfrm>
          <a:custGeom>
            <a:avLst/>
            <a:gdLst/>
            <a:ahLst/>
            <a:rect l="0" t="0" r="r" b="b"/>
            <a:pathLst>
              <a:path w="21691" h="1495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3"/>
                </a:lnTo>
                <a:lnTo>
                  <a:pt x="5445" y="23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3"/>
                </a:lnTo>
                <a:lnTo>
                  <a:pt x="6894" y="23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3"/>
                </a:lnTo>
                <a:lnTo>
                  <a:pt x="8344" y="23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3"/>
                </a:lnTo>
                <a:lnTo>
                  <a:pt x="8526" y="23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3"/>
                </a:lnTo>
                <a:lnTo>
                  <a:pt x="8707" y="23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3"/>
                </a:lnTo>
                <a:lnTo>
                  <a:pt x="8888" y="23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8" y="23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3"/>
                </a:lnTo>
                <a:lnTo>
                  <a:pt x="21669" y="193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1"/>
                </a:moveTo>
                <a:lnTo>
                  <a:pt x="21691" y="374"/>
                </a:lnTo>
                <a:lnTo>
                  <a:pt x="21669" y="374"/>
                </a:lnTo>
                <a:lnTo>
                  <a:pt x="21669" y="261"/>
                </a:lnTo>
                <a:lnTo>
                  <a:pt x="21691" y="261"/>
                </a:lnTo>
                <a:moveTo>
                  <a:pt x="21691" y="442"/>
                </a:moveTo>
                <a:lnTo>
                  <a:pt x="21691" y="555"/>
                </a:lnTo>
                <a:lnTo>
                  <a:pt x="21669" y="555"/>
                </a:lnTo>
                <a:lnTo>
                  <a:pt x="21669" y="442"/>
                </a:lnTo>
                <a:lnTo>
                  <a:pt x="21691" y="442"/>
                </a:lnTo>
                <a:moveTo>
                  <a:pt x="21691" y="623"/>
                </a:moveTo>
                <a:lnTo>
                  <a:pt x="21691" y="737"/>
                </a:lnTo>
                <a:lnTo>
                  <a:pt x="21669" y="737"/>
                </a:lnTo>
                <a:lnTo>
                  <a:pt x="21669" y="623"/>
                </a:lnTo>
                <a:lnTo>
                  <a:pt x="21691" y="623"/>
                </a:lnTo>
                <a:moveTo>
                  <a:pt x="21691" y="805"/>
                </a:moveTo>
                <a:lnTo>
                  <a:pt x="21691" y="918"/>
                </a:lnTo>
                <a:lnTo>
                  <a:pt x="21669" y="918"/>
                </a:lnTo>
                <a:lnTo>
                  <a:pt x="21669" y="805"/>
                </a:lnTo>
                <a:lnTo>
                  <a:pt x="21691" y="805"/>
                </a:lnTo>
                <a:moveTo>
                  <a:pt x="21691" y="986"/>
                </a:moveTo>
                <a:lnTo>
                  <a:pt x="21691" y="1099"/>
                </a:lnTo>
                <a:lnTo>
                  <a:pt x="21669" y="1099"/>
                </a:lnTo>
                <a:lnTo>
                  <a:pt x="21669" y="986"/>
                </a:lnTo>
                <a:lnTo>
                  <a:pt x="21691" y="986"/>
                </a:lnTo>
                <a:moveTo>
                  <a:pt x="21691" y="1167"/>
                </a:moveTo>
                <a:lnTo>
                  <a:pt x="21691" y="1280"/>
                </a:lnTo>
                <a:lnTo>
                  <a:pt x="21669" y="1280"/>
                </a:lnTo>
                <a:lnTo>
                  <a:pt x="21669" y="1167"/>
                </a:lnTo>
                <a:lnTo>
                  <a:pt x="21691" y="1167"/>
                </a:lnTo>
                <a:moveTo>
                  <a:pt x="21691" y="1348"/>
                </a:moveTo>
                <a:lnTo>
                  <a:pt x="21691" y="1461"/>
                </a:lnTo>
                <a:lnTo>
                  <a:pt x="21669" y="1461"/>
                </a:lnTo>
                <a:lnTo>
                  <a:pt x="21669" y="1348"/>
                </a:lnTo>
                <a:lnTo>
                  <a:pt x="21691" y="1348"/>
                </a:lnTo>
                <a:moveTo>
                  <a:pt x="21635" y="1495"/>
                </a:moveTo>
                <a:lnTo>
                  <a:pt x="21522" y="1495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5"/>
                </a:lnTo>
                <a:moveTo>
                  <a:pt x="21454" y="1495"/>
                </a:moveTo>
                <a:lnTo>
                  <a:pt x="21340" y="1495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5"/>
                </a:lnTo>
                <a:moveTo>
                  <a:pt x="21272" y="1495"/>
                </a:moveTo>
                <a:lnTo>
                  <a:pt x="21159" y="1495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5"/>
                </a:lnTo>
                <a:moveTo>
                  <a:pt x="21091" y="1495"/>
                </a:moveTo>
                <a:lnTo>
                  <a:pt x="20978" y="1495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5"/>
                </a:lnTo>
                <a:moveTo>
                  <a:pt x="20910" y="1495"/>
                </a:moveTo>
                <a:lnTo>
                  <a:pt x="20797" y="1495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5"/>
                </a:lnTo>
                <a:moveTo>
                  <a:pt x="20729" y="1495"/>
                </a:moveTo>
                <a:lnTo>
                  <a:pt x="20616" y="1495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5"/>
                </a:lnTo>
                <a:moveTo>
                  <a:pt x="20548" y="1495"/>
                </a:moveTo>
                <a:lnTo>
                  <a:pt x="20435" y="1495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5"/>
                </a:lnTo>
                <a:moveTo>
                  <a:pt x="20367" y="1495"/>
                </a:moveTo>
                <a:lnTo>
                  <a:pt x="20254" y="1495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5"/>
                </a:lnTo>
                <a:moveTo>
                  <a:pt x="20186" y="1495"/>
                </a:moveTo>
                <a:lnTo>
                  <a:pt x="20073" y="1495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5"/>
                </a:lnTo>
                <a:moveTo>
                  <a:pt x="20005" y="1495"/>
                </a:moveTo>
                <a:lnTo>
                  <a:pt x="19891" y="1495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5"/>
                </a:lnTo>
                <a:moveTo>
                  <a:pt x="19823" y="1495"/>
                </a:moveTo>
                <a:lnTo>
                  <a:pt x="19710" y="1495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5"/>
                </a:lnTo>
                <a:moveTo>
                  <a:pt x="19642" y="1495"/>
                </a:moveTo>
                <a:lnTo>
                  <a:pt x="19529" y="1495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5"/>
                </a:lnTo>
                <a:moveTo>
                  <a:pt x="19461" y="1495"/>
                </a:moveTo>
                <a:lnTo>
                  <a:pt x="19348" y="1495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5"/>
                </a:lnTo>
                <a:moveTo>
                  <a:pt x="19280" y="1495"/>
                </a:moveTo>
                <a:lnTo>
                  <a:pt x="19167" y="1495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5"/>
                </a:lnTo>
                <a:moveTo>
                  <a:pt x="19099" y="1495"/>
                </a:moveTo>
                <a:lnTo>
                  <a:pt x="18986" y="1495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5"/>
                </a:lnTo>
                <a:moveTo>
                  <a:pt x="18918" y="1495"/>
                </a:moveTo>
                <a:lnTo>
                  <a:pt x="18805" y="1495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5"/>
                </a:lnTo>
                <a:moveTo>
                  <a:pt x="18737" y="1495"/>
                </a:moveTo>
                <a:lnTo>
                  <a:pt x="18623" y="1495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5"/>
                </a:lnTo>
                <a:moveTo>
                  <a:pt x="18556" y="1495"/>
                </a:moveTo>
                <a:lnTo>
                  <a:pt x="18442" y="1495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5"/>
                </a:lnTo>
                <a:moveTo>
                  <a:pt x="18374" y="1495"/>
                </a:moveTo>
                <a:lnTo>
                  <a:pt x="18261" y="1495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5"/>
                </a:lnTo>
                <a:moveTo>
                  <a:pt x="18193" y="1495"/>
                </a:moveTo>
                <a:lnTo>
                  <a:pt x="18080" y="1495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5"/>
                </a:lnTo>
                <a:moveTo>
                  <a:pt x="18012" y="1495"/>
                </a:moveTo>
                <a:lnTo>
                  <a:pt x="17899" y="1495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5"/>
                </a:lnTo>
                <a:moveTo>
                  <a:pt x="17831" y="1495"/>
                </a:moveTo>
                <a:lnTo>
                  <a:pt x="17718" y="1495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5"/>
                </a:lnTo>
                <a:moveTo>
                  <a:pt x="17650" y="1495"/>
                </a:moveTo>
                <a:lnTo>
                  <a:pt x="17537" y="1495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5"/>
                </a:lnTo>
                <a:moveTo>
                  <a:pt x="17469" y="1495"/>
                </a:moveTo>
                <a:lnTo>
                  <a:pt x="17356" y="1495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5"/>
                </a:lnTo>
                <a:moveTo>
                  <a:pt x="17288" y="1495"/>
                </a:moveTo>
                <a:lnTo>
                  <a:pt x="17174" y="1495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5"/>
                </a:lnTo>
                <a:moveTo>
                  <a:pt x="17107" y="1495"/>
                </a:moveTo>
                <a:lnTo>
                  <a:pt x="16993" y="1495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5"/>
                </a:lnTo>
                <a:moveTo>
                  <a:pt x="16925" y="1495"/>
                </a:moveTo>
                <a:lnTo>
                  <a:pt x="16812" y="1495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5"/>
                </a:lnTo>
                <a:moveTo>
                  <a:pt x="16744" y="1495"/>
                </a:moveTo>
                <a:lnTo>
                  <a:pt x="16631" y="1495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5"/>
                </a:lnTo>
                <a:moveTo>
                  <a:pt x="16563" y="1495"/>
                </a:moveTo>
                <a:lnTo>
                  <a:pt x="16450" y="1495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5"/>
                </a:lnTo>
                <a:moveTo>
                  <a:pt x="16382" y="1495"/>
                </a:moveTo>
                <a:lnTo>
                  <a:pt x="16269" y="1495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5"/>
                </a:lnTo>
                <a:moveTo>
                  <a:pt x="16201" y="1495"/>
                </a:moveTo>
                <a:lnTo>
                  <a:pt x="16088" y="1495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5"/>
                </a:lnTo>
                <a:moveTo>
                  <a:pt x="16020" y="1495"/>
                </a:moveTo>
                <a:lnTo>
                  <a:pt x="15907" y="1495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5"/>
                </a:lnTo>
                <a:moveTo>
                  <a:pt x="15839" y="1495"/>
                </a:moveTo>
                <a:lnTo>
                  <a:pt x="15725" y="1495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5"/>
                </a:lnTo>
                <a:moveTo>
                  <a:pt x="15658" y="1495"/>
                </a:moveTo>
                <a:lnTo>
                  <a:pt x="15544" y="1495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5"/>
                </a:lnTo>
                <a:moveTo>
                  <a:pt x="15476" y="1495"/>
                </a:moveTo>
                <a:lnTo>
                  <a:pt x="15363" y="1495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5"/>
                </a:lnTo>
                <a:moveTo>
                  <a:pt x="15295" y="1495"/>
                </a:moveTo>
                <a:lnTo>
                  <a:pt x="15182" y="1495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5"/>
                </a:lnTo>
                <a:moveTo>
                  <a:pt x="15114" y="1495"/>
                </a:moveTo>
                <a:lnTo>
                  <a:pt x="15001" y="1495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5"/>
                </a:lnTo>
                <a:moveTo>
                  <a:pt x="14933" y="1495"/>
                </a:moveTo>
                <a:lnTo>
                  <a:pt x="14820" y="1495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5"/>
                </a:lnTo>
                <a:moveTo>
                  <a:pt x="14752" y="1495"/>
                </a:moveTo>
                <a:lnTo>
                  <a:pt x="14639" y="1495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5"/>
                </a:lnTo>
                <a:moveTo>
                  <a:pt x="14571" y="1495"/>
                </a:moveTo>
                <a:lnTo>
                  <a:pt x="14458" y="1495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5"/>
                </a:lnTo>
                <a:moveTo>
                  <a:pt x="14390" y="1495"/>
                </a:moveTo>
                <a:lnTo>
                  <a:pt x="14276" y="1495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5"/>
                </a:lnTo>
                <a:moveTo>
                  <a:pt x="14209" y="1495"/>
                </a:moveTo>
                <a:lnTo>
                  <a:pt x="14095" y="1495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5"/>
                </a:lnTo>
                <a:moveTo>
                  <a:pt x="14027" y="1495"/>
                </a:moveTo>
                <a:lnTo>
                  <a:pt x="13914" y="1495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5"/>
                </a:lnTo>
                <a:moveTo>
                  <a:pt x="13846" y="1495"/>
                </a:moveTo>
                <a:lnTo>
                  <a:pt x="13733" y="1495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5"/>
                </a:lnTo>
                <a:moveTo>
                  <a:pt x="13665" y="1495"/>
                </a:moveTo>
                <a:lnTo>
                  <a:pt x="13552" y="1495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5"/>
                </a:lnTo>
                <a:moveTo>
                  <a:pt x="13484" y="1495"/>
                </a:moveTo>
                <a:lnTo>
                  <a:pt x="13371" y="1495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5"/>
                </a:lnTo>
                <a:moveTo>
                  <a:pt x="13303" y="1495"/>
                </a:moveTo>
                <a:lnTo>
                  <a:pt x="13190" y="1495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5"/>
                </a:lnTo>
                <a:moveTo>
                  <a:pt x="13122" y="1495"/>
                </a:moveTo>
                <a:lnTo>
                  <a:pt x="13009" y="1495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5"/>
                </a:lnTo>
                <a:moveTo>
                  <a:pt x="12941" y="1495"/>
                </a:moveTo>
                <a:lnTo>
                  <a:pt x="12827" y="1495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5"/>
                </a:lnTo>
                <a:moveTo>
                  <a:pt x="12759" y="1495"/>
                </a:moveTo>
                <a:lnTo>
                  <a:pt x="12646" y="1495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5"/>
                </a:lnTo>
                <a:moveTo>
                  <a:pt x="12578" y="1495"/>
                </a:moveTo>
                <a:lnTo>
                  <a:pt x="12465" y="1495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5"/>
                </a:lnTo>
                <a:moveTo>
                  <a:pt x="12397" y="1495"/>
                </a:moveTo>
                <a:lnTo>
                  <a:pt x="12284" y="1495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5"/>
                </a:lnTo>
                <a:moveTo>
                  <a:pt x="12216" y="1495"/>
                </a:moveTo>
                <a:lnTo>
                  <a:pt x="12103" y="1495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5"/>
                </a:lnTo>
                <a:moveTo>
                  <a:pt x="12035" y="1495"/>
                </a:moveTo>
                <a:lnTo>
                  <a:pt x="11922" y="1495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5"/>
                </a:lnTo>
                <a:moveTo>
                  <a:pt x="11854" y="1495"/>
                </a:moveTo>
                <a:lnTo>
                  <a:pt x="11741" y="1495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5"/>
                </a:lnTo>
                <a:moveTo>
                  <a:pt x="11673" y="1495"/>
                </a:moveTo>
                <a:lnTo>
                  <a:pt x="11560" y="1495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5"/>
                </a:lnTo>
                <a:moveTo>
                  <a:pt x="11492" y="1495"/>
                </a:moveTo>
                <a:lnTo>
                  <a:pt x="11378" y="1495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5"/>
                </a:lnTo>
                <a:moveTo>
                  <a:pt x="11310" y="1495"/>
                </a:moveTo>
                <a:lnTo>
                  <a:pt x="11197" y="1495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5"/>
                </a:lnTo>
                <a:moveTo>
                  <a:pt x="11129" y="1495"/>
                </a:moveTo>
                <a:lnTo>
                  <a:pt x="11016" y="1495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5"/>
                </a:lnTo>
                <a:moveTo>
                  <a:pt x="10948" y="1495"/>
                </a:moveTo>
                <a:lnTo>
                  <a:pt x="10835" y="1495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5"/>
                </a:lnTo>
                <a:moveTo>
                  <a:pt x="10767" y="1495"/>
                </a:moveTo>
                <a:lnTo>
                  <a:pt x="10654" y="1495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5"/>
                </a:lnTo>
                <a:moveTo>
                  <a:pt x="10586" y="1495"/>
                </a:moveTo>
                <a:lnTo>
                  <a:pt x="10473" y="1495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5"/>
                </a:lnTo>
                <a:moveTo>
                  <a:pt x="10405" y="1495"/>
                </a:moveTo>
                <a:lnTo>
                  <a:pt x="10292" y="1495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5"/>
                </a:lnTo>
                <a:moveTo>
                  <a:pt x="10224" y="1495"/>
                </a:moveTo>
                <a:lnTo>
                  <a:pt x="10111" y="1495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5"/>
                </a:lnTo>
                <a:moveTo>
                  <a:pt x="10043" y="1495"/>
                </a:moveTo>
                <a:lnTo>
                  <a:pt x="9929" y="1495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5"/>
                </a:lnTo>
                <a:moveTo>
                  <a:pt x="9861" y="1495"/>
                </a:moveTo>
                <a:lnTo>
                  <a:pt x="9748" y="1495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5"/>
                </a:lnTo>
                <a:moveTo>
                  <a:pt x="9680" y="1495"/>
                </a:moveTo>
                <a:lnTo>
                  <a:pt x="9567" y="1495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5"/>
                </a:lnTo>
                <a:moveTo>
                  <a:pt x="9499" y="1495"/>
                </a:moveTo>
                <a:lnTo>
                  <a:pt x="9386" y="1495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5"/>
                </a:lnTo>
                <a:moveTo>
                  <a:pt x="9318" y="1495"/>
                </a:moveTo>
                <a:lnTo>
                  <a:pt x="9205" y="1495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5"/>
                </a:lnTo>
                <a:moveTo>
                  <a:pt x="9137" y="1495"/>
                </a:moveTo>
                <a:lnTo>
                  <a:pt x="9024" y="1495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5"/>
                </a:lnTo>
                <a:moveTo>
                  <a:pt x="8956" y="1495"/>
                </a:moveTo>
                <a:lnTo>
                  <a:pt x="8843" y="1495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5"/>
                </a:lnTo>
                <a:moveTo>
                  <a:pt x="8775" y="1495"/>
                </a:moveTo>
                <a:lnTo>
                  <a:pt x="8661" y="1495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5"/>
                </a:lnTo>
                <a:moveTo>
                  <a:pt x="8594" y="1495"/>
                </a:moveTo>
                <a:lnTo>
                  <a:pt x="8480" y="1495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5"/>
                </a:lnTo>
                <a:moveTo>
                  <a:pt x="8412" y="1495"/>
                </a:moveTo>
                <a:lnTo>
                  <a:pt x="8298" y="1495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5"/>
                </a:lnTo>
                <a:moveTo>
                  <a:pt x="8230" y="1495"/>
                </a:moveTo>
                <a:lnTo>
                  <a:pt x="8117" y="1495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5"/>
                </a:lnTo>
                <a:moveTo>
                  <a:pt x="8049" y="1495"/>
                </a:moveTo>
                <a:lnTo>
                  <a:pt x="7936" y="1495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5"/>
                </a:lnTo>
                <a:moveTo>
                  <a:pt x="7868" y="1495"/>
                </a:moveTo>
                <a:lnTo>
                  <a:pt x="7755" y="1495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5"/>
                </a:lnTo>
                <a:moveTo>
                  <a:pt x="7687" y="1495"/>
                </a:moveTo>
                <a:lnTo>
                  <a:pt x="7574" y="1495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5"/>
                </a:lnTo>
                <a:moveTo>
                  <a:pt x="7506" y="1495"/>
                </a:moveTo>
                <a:lnTo>
                  <a:pt x="7393" y="1495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5"/>
                </a:lnTo>
                <a:moveTo>
                  <a:pt x="7325" y="1495"/>
                </a:moveTo>
                <a:lnTo>
                  <a:pt x="7211" y="1495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5"/>
                </a:lnTo>
                <a:moveTo>
                  <a:pt x="7144" y="1495"/>
                </a:moveTo>
                <a:lnTo>
                  <a:pt x="7030" y="1495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5"/>
                </a:lnTo>
                <a:moveTo>
                  <a:pt x="6962" y="1495"/>
                </a:moveTo>
                <a:lnTo>
                  <a:pt x="6849" y="1495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5"/>
                </a:lnTo>
                <a:moveTo>
                  <a:pt x="6781" y="1495"/>
                </a:moveTo>
                <a:lnTo>
                  <a:pt x="6668" y="1495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5"/>
                </a:lnTo>
                <a:moveTo>
                  <a:pt x="6600" y="1495"/>
                </a:moveTo>
                <a:lnTo>
                  <a:pt x="6487" y="1495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5"/>
                </a:lnTo>
                <a:moveTo>
                  <a:pt x="6419" y="1495"/>
                </a:moveTo>
                <a:lnTo>
                  <a:pt x="6306" y="1495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5"/>
                </a:lnTo>
                <a:moveTo>
                  <a:pt x="6238" y="1495"/>
                </a:moveTo>
                <a:lnTo>
                  <a:pt x="6125" y="1495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5"/>
                </a:lnTo>
                <a:moveTo>
                  <a:pt x="6057" y="1495"/>
                </a:moveTo>
                <a:lnTo>
                  <a:pt x="5944" y="1495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5"/>
                </a:lnTo>
                <a:moveTo>
                  <a:pt x="5876" y="1495"/>
                </a:moveTo>
                <a:lnTo>
                  <a:pt x="5762" y="1495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5"/>
                </a:lnTo>
                <a:moveTo>
                  <a:pt x="5695" y="1495"/>
                </a:moveTo>
                <a:lnTo>
                  <a:pt x="5581" y="1495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5"/>
                </a:lnTo>
                <a:moveTo>
                  <a:pt x="5513" y="1495"/>
                </a:moveTo>
                <a:lnTo>
                  <a:pt x="5400" y="1495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5"/>
                </a:lnTo>
                <a:moveTo>
                  <a:pt x="5332" y="1495"/>
                </a:moveTo>
                <a:lnTo>
                  <a:pt x="5219" y="1495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5"/>
                </a:lnTo>
                <a:moveTo>
                  <a:pt x="5151" y="1495"/>
                </a:moveTo>
                <a:lnTo>
                  <a:pt x="5038" y="1495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5"/>
                </a:lnTo>
                <a:moveTo>
                  <a:pt x="4970" y="1495"/>
                </a:moveTo>
                <a:lnTo>
                  <a:pt x="4857" y="1495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5"/>
                </a:lnTo>
                <a:moveTo>
                  <a:pt x="4789" y="1495"/>
                </a:moveTo>
                <a:lnTo>
                  <a:pt x="4676" y="1495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5"/>
                </a:lnTo>
                <a:moveTo>
                  <a:pt x="4608" y="1495"/>
                </a:moveTo>
                <a:lnTo>
                  <a:pt x="4495" y="1495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5"/>
                </a:lnTo>
                <a:moveTo>
                  <a:pt x="4427" y="1495"/>
                </a:moveTo>
                <a:lnTo>
                  <a:pt x="4313" y="1495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5"/>
                </a:lnTo>
                <a:moveTo>
                  <a:pt x="4246" y="1495"/>
                </a:moveTo>
                <a:lnTo>
                  <a:pt x="4132" y="1495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5"/>
                </a:lnTo>
                <a:moveTo>
                  <a:pt x="4064" y="1495"/>
                </a:moveTo>
                <a:lnTo>
                  <a:pt x="3951" y="1495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5"/>
                </a:lnTo>
                <a:moveTo>
                  <a:pt x="3883" y="1495"/>
                </a:moveTo>
                <a:lnTo>
                  <a:pt x="3770" y="1495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5"/>
                </a:lnTo>
                <a:moveTo>
                  <a:pt x="3702" y="1495"/>
                </a:moveTo>
                <a:lnTo>
                  <a:pt x="3589" y="1495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5"/>
                </a:lnTo>
                <a:moveTo>
                  <a:pt x="3521" y="1495"/>
                </a:moveTo>
                <a:lnTo>
                  <a:pt x="3408" y="1495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5"/>
                </a:lnTo>
                <a:moveTo>
                  <a:pt x="3340" y="1495"/>
                </a:moveTo>
                <a:lnTo>
                  <a:pt x="3227" y="1495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5"/>
                </a:lnTo>
                <a:moveTo>
                  <a:pt x="3159" y="1495"/>
                </a:moveTo>
                <a:lnTo>
                  <a:pt x="3046" y="1495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5"/>
                </a:lnTo>
                <a:moveTo>
                  <a:pt x="2978" y="1495"/>
                </a:moveTo>
                <a:lnTo>
                  <a:pt x="2864" y="1495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5"/>
                </a:lnTo>
                <a:moveTo>
                  <a:pt x="2796" y="1495"/>
                </a:moveTo>
                <a:lnTo>
                  <a:pt x="2683" y="1495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5"/>
                </a:lnTo>
                <a:moveTo>
                  <a:pt x="2615" y="1495"/>
                </a:moveTo>
                <a:lnTo>
                  <a:pt x="2502" y="1495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5"/>
                </a:lnTo>
                <a:moveTo>
                  <a:pt x="2434" y="1495"/>
                </a:moveTo>
                <a:lnTo>
                  <a:pt x="2321" y="1495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5"/>
                </a:lnTo>
                <a:moveTo>
                  <a:pt x="2253" y="1495"/>
                </a:moveTo>
                <a:lnTo>
                  <a:pt x="2140" y="1495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5"/>
                </a:lnTo>
                <a:moveTo>
                  <a:pt x="2072" y="1495"/>
                </a:moveTo>
                <a:lnTo>
                  <a:pt x="1959" y="1495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5"/>
                </a:lnTo>
                <a:moveTo>
                  <a:pt x="1891" y="1495"/>
                </a:moveTo>
                <a:lnTo>
                  <a:pt x="1778" y="1495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5"/>
                </a:lnTo>
                <a:moveTo>
                  <a:pt x="1710" y="1495"/>
                </a:moveTo>
                <a:lnTo>
                  <a:pt x="1597" y="1495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5"/>
                </a:lnTo>
                <a:moveTo>
                  <a:pt x="1529" y="1495"/>
                </a:moveTo>
                <a:lnTo>
                  <a:pt x="1415" y="1495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5"/>
                </a:lnTo>
                <a:moveTo>
                  <a:pt x="1347" y="1495"/>
                </a:moveTo>
                <a:lnTo>
                  <a:pt x="1234" y="1495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5"/>
                </a:lnTo>
                <a:moveTo>
                  <a:pt x="1166" y="1495"/>
                </a:moveTo>
                <a:lnTo>
                  <a:pt x="1053" y="1495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5"/>
                </a:lnTo>
                <a:moveTo>
                  <a:pt x="985" y="1495"/>
                </a:moveTo>
                <a:lnTo>
                  <a:pt x="872" y="1495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5"/>
                </a:lnTo>
                <a:moveTo>
                  <a:pt x="804" y="1495"/>
                </a:moveTo>
                <a:lnTo>
                  <a:pt x="691" y="1495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5"/>
                </a:lnTo>
                <a:moveTo>
                  <a:pt x="623" y="1495"/>
                </a:moveTo>
                <a:lnTo>
                  <a:pt x="510" y="1495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5"/>
                </a:lnTo>
                <a:moveTo>
                  <a:pt x="442" y="1495"/>
                </a:moveTo>
                <a:lnTo>
                  <a:pt x="329" y="1495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5"/>
                </a:lnTo>
                <a:moveTo>
                  <a:pt x="261" y="1495"/>
                </a:moveTo>
                <a:lnTo>
                  <a:pt x="147" y="1495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5"/>
                </a:lnTo>
                <a:moveTo>
                  <a:pt x="80" y="1495"/>
                </a:moveTo>
                <a:lnTo>
                  <a:pt x="0" y="1495"/>
                </a:lnTo>
                <a:lnTo>
                  <a:pt x="0" y="1438"/>
                </a:lnTo>
                <a:lnTo>
                  <a:pt x="23" y="1438"/>
                </a:lnTo>
                <a:lnTo>
                  <a:pt x="23" y="1484"/>
                </a:lnTo>
                <a:lnTo>
                  <a:pt x="12" y="1484"/>
                </a:lnTo>
                <a:lnTo>
                  <a:pt x="12" y="1472"/>
                </a:lnTo>
                <a:lnTo>
                  <a:pt x="80" y="1472"/>
                </a:lnTo>
                <a:lnTo>
                  <a:pt x="80" y="1495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5"/>
                </a:moveTo>
                <a:lnTo>
                  <a:pt x="0" y="532"/>
                </a:lnTo>
                <a:lnTo>
                  <a:pt x="23" y="532"/>
                </a:lnTo>
                <a:lnTo>
                  <a:pt x="23" y="645"/>
                </a:lnTo>
                <a:lnTo>
                  <a:pt x="0" y="645"/>
                </a:lnTo>
                <a:moveTo>
                  <a:pt x="0" y="464"/>
                </a:moveTo>
                <a:lnTo>
                  <a:pt x="0" y="351"/>
                </a:lnTo>
                <a:lnTo>
                  <a:pt x="23" y="351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70"/>
                </a:lnTo>
                <a:lnTo>
                  <a:pt x="23" y="170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8534520" y="27918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8534520" y="28202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865080" y="243360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978840" y="2782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978840" y="291420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978840" y="306792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865080" y="258696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55120" y="341100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555120" y="356580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55120" y="372060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219480" y="401400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79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398880"/>
            <a:ext cx="4367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O NTS TAAT  ·  DE  LEER UITKO M S T  IN  CO M PETENTNL-S KILLS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2390760" y="988200"/>
            <a:ext cx="72360" cy="43560"/>
          </a:xfrm>
          <a:custGeom>
            <a:avLst/>
            <a:gdLst/>
            <a:ahLst/>
            <a:rect l="0" t="0" r="r" b="b"/>
            <a:pathLst>
              <a:path w="201" h="121">
                <a:moveTo>
                  <a:pt x="61" y="0"/>
                </a:moveTo>
                <a:lnTo>
                  <a:pt x="141" y="0"/>
                </a:lnTo>
                <a:cubicBezTo>
                  <a:pt x="149" y="0"/>
                  <a:pt x="157" y="2"/>
                  <a:pt x="164" y="5"/>
                </a:cubicBezTo>
                <a:cubicBezTo>
                  <a:pt x="171" y="8"/>
                  <a:pt x="178" y="12"/>
                  <a:pt x="183" y="18"/>
                </a:cubicBezTo>
                <a:cubicBezTo>
                  <a:pt x="189" y="23"/>
                  <a:pt x="193" y="30"/>
                  <a:pt x="196" y="37"/>
                </a:cubicBezTo>
                <a:cubicBezTo>
                  <a:pt x="199" y="44"/>
                  <a:pt x="201" y="53"/>
                  <a:pt x="201" y="61"/>
                </a:cubicBezTo>
                <a:cubicBezTo>
                  <a:pt x="201" y="69"/>
                  <a:pt x="199" y="77"/>
                  <a:pt x="196" y="84"/>
                </a:cubicBezTo>
                <a:cubicBezTo>
                  <a:pt x="193" y="91"/>
                  <a:pt x="189" y="98"/>
                  <a:pt x="183" y="103"/>
                </a:cubicBezTo>
                <a:cubicBezTo>
                  <a:pt x="178" y="109"/>
                  <a:pt x="171" y="113"/>
                  <a:pt x="164" y="116"/>
                </a:cubicBezTo>
                <a:cubicBezTo>
                  <a:pt x="157" y="119"/>
                  <a:pt x="149" y="121"/>
                  <a:pt x="141" y="121"/>
                </a:cubicBezTo>
                <a:lnTo>
                  <a:pt x="61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1" y="113"/>
                  <a:pt x="23" y="109"/>
                  <a:pt x="18" y="103"/>
                </a:cubicBezTo>
                <a:cubicBezTo>
                  <a:pt x="12" y="98"/>
                  <a:pt x="8" y="91"/>
                  <a:pt x="5" y="84"/>
                </a:cubicBezTo>
                <a:cubicBezTo>
                  <a:pt x="2" y="77"/>
                  <a:pt x="0" y="69"/>
                  <a:pt x="0" y="61"/>
                </a:cubicBezTo>
                <a:cubicBezTo>
                  <a:pt x="0" y="53"/>
                  <a:pt x="2" y="44"/>
                  <a:pt x="5" y="37"/>
                </a:cubicBezTo>
                <a:cubicBezTo>
                  <a:pt x="8" y="30"/>
                  <a:pt x="12" y="23"/>
                  <a:pt x="18" y="18"/>
                </a:cubicBezTo>
                <a:cubicBezTo>
                  <a:pt x="23" y="12"/>
                  <a:pt x="31" y="8"/>
                  <a:pt x="38" y="5"/>
                </a:cubicBezTo>
                <a:cubicBezTo>
                  <a:pt x="45" y="2"/>
                  <a:pt x="53" y="0"/>
                  <a:pt x="61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2448360" y="988200"/>
            <a:ext cx="29160" cy="43560"/>
          </a:xfrm>
          <a:custGeom>
            <a:avLst/>
            <a:gdLst/>
            <a:ahLst/>
            <a:rect l="0" t="0" r="r" b="b"/>
            <a:pathLst>
              <a:path w="81" h="121">
                <a:moveTo>
                  <a:pt x="81" y="61"/>
                </a:moveTo>
                <a:cubicBezTo>
                  <a:pt x="81" y="69"/>
                  <a:pt x="80" y="77"/>
                  <a:pt x="78" y="84"/>
                </a:cubicBezTo>
                <a:cubicBezTo>
                  <a:pt x="76" y="91"/>
                  <a:pt x="73" y="98"/>
                  <a:pt x="69" y="103"/>
                </a:cubicBezTo>
                <a:cubicBezTo>
                  <a:pt x="65" y="109"/>
                  <a:pt x="61" y="113"/>
                  <a:pt x="56" y="116"/>
                </a:cubicBezTo>
                <a:cubicBezTo>
                  <a:pt x="51" y="119"/>
                  <a:pt x="46" y="121"/>
                  <a:pt x="41" y="121"/>
                </a:cubicBezTo>
                <a:cubicBezTo>
                  <a:pt x="36" y="121"/>
                  <a:pt x="30" y="119"/>
                  <a:pt x="25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3"/>
                  <a:pt x="1" y="44"/>
                  <a:pt x="3" y="37"/>
                </a:cubicBezTo>
                <a:cubicBezTo>
                  <a:pt x="5" y="30"/>
                  <a:pt x="8" y="23"/>
                  <a:pt x="12" y="18"/>
                </a:cubicBezTo>
                <a:cubicBezTo>
                  <a:pt x="15" y="12"/>
                  <a:pt x="20" y="8"/>
                  <a:pt x="25" y="5"/>
                </a:cubicBezTo>
                <a:cubicBezTo>
                  <a:pt x="30" y="2"/>
                  <a:pt x="36" y="0"/>
                  <a:pt x="41" y="0"/>
                </a:cubicBezTo>
                <a:cubicBezTo>
                  <a:pt x="46" y="0"/>
                  <a:pt x="51" y="2"/>
                  <a:pt x="56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3"/>
                  <a:pt x="76" y="30"/>
                  <a:pt x="78" y="37"/>
                </a:cubicBezTo>
                <a:cubicBezTo>
                  <a:pt x="80" y="44"/>
                  <a:pt x="81" y="53"/>
                  <a:pt x="81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1038960" y="686880"/>
            <a:ext cx="2817000" cy="12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5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1110600" y="965880"/>
            <a:ext cx="113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5958000" y="966600"/>
            <a:ext cx="93960" cy="86760"/>
          </a:xfrm>
          <a:custGeom>
            <a:avLst/>
            <a:gdLst/>
            <a:ahLst/>
            <a:rect l="0" t="0" r="r" b="b"/>
            <a:pathLst>
              <a:path w="261" h="241">
                <a:moveTo>
                  <a:pt x="0" y="60"/>
                </a:moveTo>
                <a:lnTo>
                  <a:pt x="161" y="60"/>
                </a:lnTo>
                <a:lnTo>
                  <a:pt x="161" y="0"/>
                </a:lnTo>
                <a:lnTo>
                  <a:pt x="261" y="121"/>
                </a:lnTo>
                <a:lnTo>
                  <a:pt x="161" y="241"/>
                </a:lnTo>
                <a:lnTo>
                  <a:pt x="161" y="181"/>
                </a:lnTo>
                <a:lnTo>
                  <a:pt x="0" y="181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1110600" y="1082160"/>
            <a:ext cx="1145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2678760" y="965880"/>
            <a:ext cx="4777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2678760" y="1082160"/>
            <a:ext cx="27867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1407240" y="1383840"/>
            <a:ext cx="11160" cy="144360"/>
          </a:xfrm>
          <a:custGeom>
            <a:avLst/>
            <a:gdLst/>
            <a:ahLst/>
            <a:rect l="0" t="0" r="r" b="b"/>
            <a:pathLst>
              <a:path w="31" h="401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80"/>
                </a:lnTo>
                <a:lnTo>
                  <a:pt x="0" y="180"/>
                </a:lnTo>
                <a:lnTo>
                  <a:pt x="0" y="120"/>
                </a:lnTo>
                <a:lnTo>
                  <a:pt x="31" y="120"/>
                </a:lnTo>
                <a:moveTo>
                  <a:pt x="31" y="240"/>
                </a:moveTo>
                <a:lnTo>
                  <a:pt x="31" y="300"/>
                </a:lnTo>
                <a:lnTo>
                  <a:pt x="0" y="300"/>
                </a:lnTo>
                <a:lnTo>
                  <a:pt x="0" y="240"/>
                </a:lnTo>
                <a:lnTo>
                  <a:pt x="31" y="240"/>
                </a:lnTo>
                <a:moveTo>
                  <a:pt x="31" y="361"/>
                </a:moveTo>
                <a:lnTo>
                  <a:pt x="31" y="401"/>
                </a:lnTo>
                <a:lnTo>
                  <a:pt x="0" y="401"/>
                </a:lnTo>
                <a:lnTo>
                  <a:pt x="0" y="361"/>
                </a:lnTo>
                <a:lnTo>
                  <a:pt x="31" y="36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1376640" y="1484640"/>
            <a:ext cx="72360" cy="43560"/>
          </a:xfrm>
          <a:custGeom>
            <a:avLst/>
            <a:gdLst/>
            <a:ahLst/>
            <a:rect l="0" t="0" r="r" b="b"/>
            <a:pathLst>
              <a:path fill="none" w="201" h="121">
                <a:moveTo>
                  <a:pt x="0" y="0"/>
                </a:moveTo>
                <a:lnTo>
                  <a:pt x="101" y="121"/>
                </a:lnTo>
                <a:lnTo>
                  <a:pt x="201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1240200" y="1556640"/>
            <a:ext cx="7055640" cy="964440"/>
          </a:xfrm>
          <a:custGeom>
            <a:avLst/>
            <a:gdLst/>
            <a:ahLst/>
            <a:rect l="0" t="0" r="r" b="b"/>
            <a:pathLst>
              <a:path w="19599" h="2679">
                <a:moveTo>
                  <a:pt x="0" y="0"/>
                </a:moveTo>
                <a:lnTo>
                  <a:pt x="19599" y="0"/>
                </a:lnTo>
                <a:lnTo>
                  <a:pt x="19599" y="2679"/>
                </a:lnTo>
                <a:lnTo>
                  <a:pt x="0" y="267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1236600" y="1553040"/>
            <a:ext cx="7062840" cy="971640"/>
          </a:xfrm>
          <a:custGeom>
            <a:avLst/>
            <a:gdLst/>
            <a:ahLst/>
            <a:rect l="0" t="0" r="r" b="b"/>
            <a:pathLst>
              <a:path w="19619" h="2699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6" y="0"/>
                </a:lnTo>
                <a:lnTo>
                  <a:pt x="3146" y="20"/>
                </a:lnTo>
                <a:lnTo>
                  <a:pt x="3046" y="20"/>
                </a:lnTo>
                <a:lnTo>
                  <a:pt x="3046" y="0"/>
                </a:lnTo>
                <a:moveTo>
                  <a:pt x="3206" y="0"/>
                </a:moveTo>
                <a:lnTo>
                  <a:pt x="3306" y="0"/>
                </a:lnTo>
                <a:lnTo>
                  <a:pt x="3306" y="20"/>
                </a:lnTo>
                <a:lnTo>
                  <a:pt x="3206" y="20"/>
                </a:lnTo>
                <a:lnTo>
                  <a:pt x="3206" y="0"/>
                </a:lnTo>
                <a:moveTo>
                  <a:pt x="3366" y="0"/>
                </a:moveTo>
                <a:lnTo>
                  <a:pt x="3466" y="0"/>
                </a:lnTo>
                <a:lnTo>
                  <a:pt x="3466" y="20"/>
                </a:lnTo>
                <a:lnTo>
                  <a:pt x="3366" y="20"/>
                </a:lnTo>
                <a:lnTo>
                  <a:pt x="3366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5" y="0"/>
                </a:lnTo>
                <a:lnTo>
                  <a:pt x="3785" y="20"/>
                </a:lnTo>
                <a:lnTo>
                  <a:pt x="3686" y="20"/>
                </a:lnTo>
                <a:lnTo>
                  <a:pt x="3686" y="0"/>
                </a:lnTo>
                <a:moveTo>
                  <a:pt x="3845" y="0"/>
                </a:moveTo>
                <a:lnTo>
                  <a:pt x="3945" y="0"/>
                </a:lnTo>
                <a:lnTo>
                  <a:pt x="3945" y="20"/>
                </a:lnTo>
                <a:lnTo>
                  <a:pt x="3845" y="20"/>
                </a:lnTo>
                <a:lnTo>
                  <a:pt x="3845" y="0"/>
                </a:lnTo>
                <a:moveTo>
                  <a:pt x="4005" y="0"/>
                </a:moveTo>
                <a:lnTo>
                  <a:pt x="4105" y="0"/>
                </a:lnTo>
                <a:lnTo>
                  <a:pt x="4105" y="20"/>
                </a:lnTo>
                <a:lnTo>
                  <a:pt x="4005" y="20"/>
                </a:lnTo>
                <a:lnTo>
                  <a:pt x="4005" y="0"/>
                </a:lnTo>
                <a:moveTo>
                  <a:pt x="4165" y="0"/>
                </a:moveTo>
                <a:lnTo>
                  <a:pt x="4265" y="0"/>
                </a:lnTo>
                <a:lnTo>
                  <a:pt x="4265" y="20"/>
                </a:lnTo>
                <a:lnTo>
                  <a:pt x="4165" y="20"/>
                </a:lnTo>
                <a:lnTo>
                  <a:pt x="4165" y="0"/>
                </a:lnTo>
                <a:moveTo>
                  <a:pt x="4325" y="0"/>
                </a:moveTo>
                <a:lnTo>
                  <a:pt x="4425" y="0"/>
                </a:lnTo>
                <a:lnTo>
                  <a:pt x="4425" y="20"/>
                </a:lnTo>
                <a:lnTo>
                  <a:pt x="4325" y="20"/>
                </a:lnTo>
                <a:lnTo>
                  <a:pt x="4325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4" y="0"/>
                </a:lnTo>
                <a:lnTo>
                  <a:pt x="4744" y="20"/>
                </a:lnTo>
                <a:lnTo>
                  <a:pt x="4645" y="20"/>
                </a:lnTo>
                <a:lnTo>
                  <a:pt x="4645" y="0"/>
                </a:lnTo>
                <a:moveTo>
                  <a:pt x="4804" y="0"/>
                </a:moveTo>
                <a:lnTo>
                  <a:pt x="4904" y="0"/>
                </a:lnTo>
                <a:lnTo>
                  <a:pt x="4904" y="20"/>
                </a:lnTo>
                <a:lnTo>
                  <a:pt x="4804" y="20"/>
                </a:lnTo>
                <a:lnTo>
                  <a:pt x="4804" y="0"/>
                </a:lnTo>
                <a:moveTo>
                  <a:pt x="4964" y="0"/>
                </a:moveTo>
                <a:lnTo>
                  <a:pt x="5064" y="0"/>
                </a:lnTo>
                <a:lnTo>
                  <a:pt x="5064" y="20"/>
                </a:lnTo>
                <a:lnTo>
                  <a:pt x="4964" y="20"/>
                </a:lnTo>
                <a:lnTo>
                  <a:pt x="4964" y="0"/>
                </a:lnTo>
                <a:moveTo>
                  <a:pt x="5124" y="0"/>
                </a:moveTo>
                <a:lnTo>
                  <a:pt x="5224" y="0"/>
                </a:lnTo>
                <a:lnTo>
                  <a:pt x="5224" y="20"/>
                </a:lnTo>
                <a:lnTo>
                  <a:pt x="5124" y="20"/>
                </a:lnTo>
                <a:lnTo>
                  <a:pt x="5124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3" y="0"/>
                </a:moveTo>
                <a:lnTo>
                  <a:pt x="5703" y="0"/>
                </a:lnTo>
                <a:lnTo>
                  <a:pt x="5703" y="20"/>
                </a:lnTo>
                <a:lnTo>
                  <a:pt x="5603" y="20"/>
                </a:lnTo>
                <a:lnTo>
                  <a:pt x="5603" y="0"/>
                </a:lnTo>
                <a:moveTo>
                  <a:pt x="5763" y="0"/>
                </a:moveTo>
                <a:lnTo>
                  <a:pt x="5863" y="0"/>
                </a:lnTo>
                <a:lnTo>
                  <a:pt x="5863" y="20"/>
                </a:lnTo>
                <a:lnTo>
                  <a:pt x="5763" y="20"/>
                </a:lnTo>
                <a:lnTo>
                  <a:pt x="5763" y="0"/>
                </a:lnTo>
                <a:moveTo>
                  <a:pt x="5923" y="0"/>
                </a:moveTo>
                <a:lnTo>
                  <a:pt x="6023" y="0"/>
                </a:lnTo>
                <a:lnTo>
                  <a:pt x="6023" y="20"/>
                </a:lnTo>
                <a:lnTo>
                  <a:pt x="5923" y="20"/>
                </a:lnTo>
                <a:lnTo>
                  <a:pt x="5923" y="0"/>
                </a:lnTo>
                <a:moveTo>
                  <a:pt x="6083" y="0"/>
                </a:moveTo>
                <a:lnTo>
                  <a:pt x="6183" y="0"/>
                </a:lnTo>
                <a:lnTo>
                  <a:pt x="6183" y="20"/>
                </a:lnTo>
                <a:lnTo>
                  <a:pt x="6083" y="20"/>
                </a:lnTo>
                <a:lnTo>
                  <a:pt x="6083" y="0"/>
                </a:lnTo>
                <a:moveTo>
                  <a:pt x="6243" y="0"/>
                </a:moveTo>
                <a:lnTo>
                  <a:pt x="6343" y="0"/>
                </a:lnTo>
                <a:lnTo>
                  <a:pt x="6343" y="20"/>
                </a:lnTo>
                <a:lnTo>
                  <a:pt x="6243" y="20"/>
                </a:lnTo>
                <a:lnTo>
                  <a:pt x="6243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216" y="0"/>
                </a:lnTo>
                <a:lnTo>
                  <a:pt x="1321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276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6" y="20"/>
                </a:lnTo>
                <a:lnTo>
                  <a:pt x="13276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5" y="0"/>
                </a:lnTo>
                <a:lnTo>
                  <a:pt x="13695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5" y="0"/>
                </a:moveTo>
                <a:lnTo>
                  <a:pt x="13855" y="0"/>
                </a:lnTo>
                <a:lnTo>
                  <a:pt x="13855" y="20"/>
                </a:lnTo>
                <a:lnTo>
                  <a:pt x="13755" y="20"/>
                </a:lnTo>
                <a:lnTo>
                  <a:pt x="13755" y="0"/>
                </a:lnTo>
                <a:moveTo>
                  <a:pt x="13915" y="0"/>
                </a:moveTo>
                <a:lnTo>
                  <a:pt x="14015" y="0"/>
                </a:lnTo>
                <a:lnTo>
                  <a:pt x="14015" y="20"/>
                </a:lnTo>
                <a:lnTo>
                  <a:pt x="13915" y="20"/>
                </a:lnTo>
                <a:lnTo>
                  <a:pt x="13915" y="0"/>
                </a:lnTo>
                <a:moveTo>
                  <a:pt x="14075" y="0"/>
                </a:moveTo>
                <a:lnTo>
                  <a:pt x="14175" y="0"/>
                </a:lnTo>
                <a:lnTo>
                  <a:pt x="14175" y="20"/>
                </a:lnTo>
                <a:lnTo>
                  <a:pt x="14075" y="20"/>
                </a:lnTo>
                <a:lnTo>
                  <a:pt x="14075" y="0"/>
                </a:lnTo>
                <a:moveTo>
                  <a:pt x="14235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5" y="20"/>
                </a:lnTo>
                <a:lnTo>
                  <a:pt x="14235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4" y="0"/>
                </a:moveTo>
                <a:lnTo>
                  <a:pt x="14654" y="0"/>
                </a:lnTo>
                <a:lnTo>
                  <a:pt x="14654" y="20"/>
                </a:lnTo>
                <a:lnTo>
                  <a:pt x="14554" y="20"/>
                </a:lnTo>
                <a:lnTo>
                  <a:pt x="14554" y="0"/>
                </a:lnTo>
                <a:moveTo>
                  <a:pt x="14714" y="0"/>
                </a:moveTo>
                <a:lnTo>
                  <a:pt x="14814" y="0"/>
                </a:lnTo>
                <a:lnTo>
                  <a:pt x="14814" y="20"/>
                </a:lnTo>
                <a:lnTo>
                  <a:pt x="14714" y="20"/>
                </a:lnTo>
                <a:lnTo>
                  <a:pt x="14714" y="0"/>
                </a:lnTo>
                <a:moveTo>
                  <a:pt x="14874" y="0"/>
                </a:moveTo>
                <a:lnTo>
                  <a:pt x="14974" y="0"/>
                </a:lnTo>
                <a:lnTo>
                  <a:pt x="14974" y="20"/>
                </a:lnTo>
                <a:lnTo>
                  <a:pt x="14874" y="20"/>
                </a:lnTo>
                <a:lnTo>
                  <a:pt x="14874" y="0"/>
                </a:lnTo>
                <a:moveTo>
                  <a:pt x="15034" y="0"/>
                </a:moveTo>
                <a:lnTo>
                  <a:pt x="15134" y="0"/>
                </a:lnTo>
                <a:lnTo>
                  <a:pt x="15134" y="20"/>
                </a:lnTo>
                <a:lnTo>
                  <a:pt x="15034" y="20"/>
                </a:lnTo>
                <a:lnTo>
                  <a:pt x="15034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3" y="0"/>
                </a:lnTo>
                <a:lnTo>
                  <a:pt x="15453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3" y="0"/>
                </a:moveTo>
                <a:lnTo>
                  <a:pt x="15613" y="0"/>
                </a:lnTo>
                <a:lnTo>
                  <a:pt x="15613" y="20"/>
                </a:lnTo>
                <a:lnTo>
                  <a:pt x="15513" y="20"/>
                </a:lnTo>
                <a:lnTo>
                  <a:pt x="15513" y="0"/>
                </a:lnTo>
                <a:moveTo>
                  <a:pt x="15673" y="0"/>
                </a:moveTo>
                <a:lnTo>
                  <a:pt x="15773" y="0"/>
                </a:lnTo>
                <a:lnTo>
                  <a:pt x="15773" y="20"/>
                </a:lnTo>
                <a:lnTo>
                  <a:pt x="15673" y="20"/>
                </a:lnTo>
                <a:lnTo>
                  <a:pt x="15673" y="0"/>
                </a:lnTo>
                <a:moveTo>
                  <a:pt x="15833" y="0"/>
                </a:moveTo>
                <a:lnTo>
                  <a:pt x="15933" y="0"/>
                </a:lnTo>
                <a:lnTo>
                  <a:pt x="15933" y="20"/>
                </a:lnTo>
                <a:lnTo>
                  <a:pt x="15833" y="20"/>
                </a:lnTo>
                <a:lnTo>
                  <a:pt x="15833" y="0"/>
                </a:lnTo>
                <a:moveTo>
                  <a:pt x="15993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3" y="20"/>
                </a:lnTo>
                <a:lnTo>
                  <a:pt x="15993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2" y="0"/>
                </a:lnTo>
                <a:lnTo>
                  <a:pt x="16412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2" y="0"/>
                </a:moveTo>
                <a:lnTo>
                  <a:pt x="16572" y="0"/>
                </a:lnTo>
                <a:lnTo>
                  <a:pt x="16572" y="20"/>
                </a:lnTo>
                <a:lnTo>
                  <a:pt x="16472" y="20"/>
                </a:lnTo>
                <a:lnTo>
                  <a:pt x="16472" y="0"/>
                </a:lnTo>
                <a:moveTo>
                  <a:pt x="16632" y="0"/>
                </a:moveTo>
                <a:lnTo>
                  <a:pt x="16732" y="0"/>
                </a:lnTo>
                <a:lnTo>
                  <a:pt x="16732" y="20"/>
                </a:lnTo>
                <a:lnTo>
                  <a:pt x="16632" y="20"/>
                </a:lnTo>
                <a:lnTo>
                  <a:pt x="16632" y="0"/>
                </a:lnTo>
                <a:moveTo>
                  <a:pt x="16792" y="0"/>
                </a:moveTo>
                <a:lnTo>
                  <a:pt x="16892" y="0"/>
                </a:lnTo>
                <a:lnTo>
                  <a:pt x="16892" y="20"/>
                </a:lnTo>
                <a:lnTo>
                  <a:pt x="16792" y="20"/>
                </a:lnTo>
                <a:lnTo>
                  <a:pt x="16792" y="0"/>
                </a:lnTo>
                <a:moveTo>
                  <a:pt x="16952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2" y="20"/>
                </a:lnTo>
                <a:lnTo>
                  <a:pt x="16952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1" y="0"/>
                </a:moveTo>
                <a:lnTo>
                  <a:pt x="17371" y="0"/>
                </a:lnTo>
                <a:lnTo>
                  <a:pt x="17371" y="20"/>
                </a:lnTo>
                <a:lnTo>
                  <a:pt x="17271" y="20"/>
                </a:lnTo>
                <a:lnTo>
                  <a:pt x="17271" y="0"/>
                </a:lnTo>
                <a:moveTo>
                  <a:pt x="17431" y="0"/>
                </a:moveTo>
                <a:lnTo>
                  <a:pt x="17531" y="0"/>
                </a:lnTo>
                <a:lnTo>
                  <a:pt x="17531" y="20"/>
                </a:lnTo>
                <a:lnTo>
                  <a:pt x="17431" y="20"/>
                </a:lnTo>
                <a:lnTo>
                  <a:pt x="17431" y="0"/>
                </a:lnTo>
                <a:moveTo>
                  <a:pt x="17591" y="0"/>
                </a:moveTo>
                <a:lnTo>
                  <a:pt x="17691" y="0"/>
                </a:lnTo>
                <a:lnTo>
                  <a:pt x="17691" y="20"/>
                </a:lnTo>
                <a:lnTo>
                  <a:pt x="17591" y="20"/>
                </a:lnTo>
                <a:lnTo>
                  <a:pt x="17591" y="0"/>
                </a:lnTo>
                <a:moveTo>
                  <a:pt x="17751" y="0"/>
                </a:moveTo>
                <a:lnTo>
                  <a:pt x="17851" y="0"/>
                </a:lnTo>
                <a:lnTo>
                  <a:pt x="17851" y="20"/>
                </a:lnTo>
                <a:lnTo>
                  <a:pt x="17751" y="20"/>
                </a:lnTo>
                <a:lnTo>
                  <a:pt x="17751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0" y="0"/>
                </a:lnTo>
                <a:lnTo>
                  <a:pt x="18170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0" y="0"/>
                </a:moveTo>
                <a:lnTo>
                  <a:pt x="18330" y="0"/>
                </a:lnTo>
                <a:lnTo>
                  <a:pt x="18330" y="20"/>
                </a:lnTo>
                <a:lnTo>
                  <a:pt x="18230" y="20"/>
                </a:lnTo>
                <a:lnTo>
                  <a:pt x="18230" y="0"/>
                </a:lnTo>
                <a:moveTo>
                  <a:pt x="18390" y="0"/>
                </a:moveTo>
                <a:lnTo>
                  <a:pt x="18490" y="0"/>
                </a:lnTo>
                <a:lnTo>
                  <a:pt x="18490" y="20"/>
                </a:lnTo>
                <a:lnTo>
                  <a:pt x="18390" y="20"/>
                </a:lnTo>
                <a:lnTo>
                  <a:pt x="18390" y="0"/>
                </a:lnTo>
                <a:moveTo>
                  <a:pt x="18550" y="0"/>
                </a:moveTo>
                <a:lnTo>
                  <a:pt x="18650" y="0"/>
                </a:lnTo>
                <a:lnTo>
                  <a:pt x="18650" y="20"/>
                </a:lnTo>
                <a:lnTo>
                  <a:pt x="18550" y="20"/>
                </a:lnTo>
                <a:lnTo>
                  <a:pt x="18550" y="0"/>
                </a:lnTo>
                <a:moveTo>
                  <a:pt x="18710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0" y="20"/>
                </a:lnTo>
                <a:lnTo>
                  <a:pt x="18710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29" y="0"/>
                </a:lnTo>
                <a:lnTo>
                  <a:pt x="19129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89" y="0"/>
                </a:moveTo>
                <a:lnTo>
                  <a:pt x="19289" y="0"/>
                </a:lnTo>
                <a:lnTo>
                  <a:pt x="19289" y="20"/>
                </a:lnTo>
                <a:lnTo>
                  <a:pt x="19189" y="20"/>
                </a:lnTo>
                <a:lnTo>
                  <a:pt x="19189" y="0"/>
                </a:lnTo>
                <a:moveTo>
                  <a:pt x="19349" y="0"/>
                </a:moveTo>
                <a:lnTo>
                  <a:pt x="19449" y="0"/>
                </a:lnTo>
                <a:lnTo>
                  <a:pt x="19449" y="20"/>
                </a:lnTo>
                <a:lnTo>
                  <a:pt x="19349" y="20"/>
                </a:lnTo>
                <a:lnTo>
                  <a:pt x="19349" y="0"/>
                </a:lnTo>
                <a:moveTo>
                  <a:pt x="19509" y="0"/>
                </a:moveTo>
                <a:lnTo>
                  <a:pt x="19609" y="0"/>
                </a:lnTo>
                <a:lnTo>
                  <a:pt x="19609" y="20"/>
                </a:lnTo>
                <a:lnTo>
                  <a:pt x="19509" y="20"/>
                </a:lnTo>
                <a:lnTo>
                  <a:pt x="19509" y="0"/>
                </a:lnTo>
                <a:moveTo>
                  <a:pt x="19619" y="70"/>
                </a:moveTo>
                <a:lnTo>
                  <a:pt x="19619" y="170"/>
                </a:lnTo>
                <a:lnTo>
                  <a:pt x="19599" y="170"/>
                </a:lnTo>
                <a:lnTo>
                  <a:pt x="19599" y="70"/>
                </a:lnTo>
                <a:lnTo>
                  <a:pt x="19619" y="70"/>
                </a:lnTo>
                <a:moveTo>
                  <a:pt x="19619" y="230"/>
                </a:moveTo>
                <a:lnTo>
                  <a:pt x="19619" y="330"/>
                </a:lnTo>
                <a:lnTo>
                  <a:pt x="19599" y="330"/>
                </a:lnTo>
                <a:lnTo>
                  <a:pt x="19599" y="230"/>
                </a:lnTo>
                <a:lnTo>
                  <a:pt x="19619" y="230"/>
                </a:lnTo>
                <a:moveTo>
                  <a:pt x="19619" y="390"/>
                </a:moveTo>
                <a:lnTo>
                  <a:pt x="19619" y="490"/>
                </a:lnTo>
                <a:lnTo>
                  <a:pt x="19599" y="490"/>
                </a:lnTo>
                <a:lnTo>
                  <a:pt x="19599" y="390"/>
                </a:lnTo>
                <a:lnTo>
                  <a:pt x="19619" y="390"/>
                </a:lnTo>
                <a:moveTo>
                  <a:pt x="19619" y="550"/>
                </a:moveTo>
                <a:lnTo>
                  <a:pt x="19619" y="650"/>
                </a:lnTo>
                <a:lnTo>
                  <a:pt x="19599" y="650"/>
                </a:lnTo>
                <a:lnTo>
                  <a:pt x="19599" y="550"/>
                </a:lnTo>
                <a:lnTo>
                  <a:pt x="19619" y="550"/>
                </a:lnTo>
                <a:moveTo>
                  <a:pt x="19619" y="710"/>
                </a:moveTo>
                <a:lnTo>
                  <a:pt x="19619" y="809"/>
                </a:lnTo>
                <a:lnTo>
                  <a:pt x="19599" y="809"/>
                </a:lnTo>
                <a:lnTo>
                  <a:pt x="19599" y="710"/>
                </a:lnTo>
                <a:lnTo>
                  <a:pt x="19619" y="710"/>
                </a:lnTo>
                <a:moveTo>
                  <a:pt x="19619" y="869"/>
                </a:moveTo>
                <a:lnTo>
                  <a:pt x="19619" y="969"/>
                </a:lnTo>
                <a:lnTo>
                  <a:pt x="19599" y="969"/>
                </a:lnTo>
                <a:lnTo>
                  <a:pt x="19599" y="869"/>
                </a:lnTo>
                <a:lnTo>
                  <a:pt x="19619" y="869"/>
                </a:lnTo>
                <a:moveTo>
                  <a:pt x="19619" y="1029"/>
                </a:moveTo>
                <a:lnTo>
                  <a:pt x="19619" y="1129"/>
                </a:lnTo>
                <a:lnTo>
                  <a:pt x="19599" y="1129"/>
                </a:lnTo>
                <a:lnTo>
                  <a:pt x="19599" y="1029"/>
                </a:lnTo>
                <a:lnTo>
                  <a:pt x="19619" y="1029"/>
                </a:lnTo>
                <a:moveTo>
                  <a:pt x="19619" y="1189"/>
                </a:moveTo>
                <a:lnTo>
                  <a:pt x="19619" y="1289"/>
                </a:lnTo>
                <a:lnTo>
                  <a:pt x="19599" y="1289"/>
                </a:lnTo>
                <a:lnTo>
                  <a:pt x="19599" y="1189"/>
                </a:lnTo>
                <a:lnTo>
                  <a:pt x="19619" y="1189"/>
                </a:lnTo>
                <a:moveTo>
                  <a:pt x="19619" y="1349"/>
                </a:moveTo>
                <a:lnTo>
                  <a:pt x="19619" y="1449"/>
                </a:lnTo>
                <a:lnTo>
                  <a:pt x="19599" y="1449"/>
                </a:lnTo>
                <a:lnTo>
                  <a:pt x="19599" y="1349"/>
                </a:lnTo>
                <a:lnTo>
                  <a:pt x="19619" y="1349"/>
                </a:lnTo>
                <a:moveTo>
                  <a:pt x="19619" y="1509"/>
                </a:moveTo>
                <a:lnTo>
                  <a:pt x="19619" y="1609"/>
                </a:lnTo>
                <a:lnTo>
                  <a:pt x="19599" y="1609"/>
                </a:lnTo>
                <a:lnTo>
                  <a:pt x="19599" y="1509"/>
                </a:lnTo>
                <a:lnTo>
                  <a:pt x="19619" y="1509"/>
                </a:lnTo>
                <a:moveTo>
                  <a:pt x="19619" y="1669"/>
                </a:moveTo>
                <a:lnTo>
                  <a:pt x="19619" y="1769"/>
                </a:lnTo>
                <a:lnTo>
                  <a:pt x="19599" y="1769"/>
                </a:lnTo>
                <a:lnTo>
                  <a:pt x="19599" y="1669"/>
                </a:lnTo>
                <a:lnTo>
                  <a:pt x="19619" y="1669"/>
                </a:lnTo>
                <a:moveTo>
                  <a:pt x="19619" y="1829"/>
                </a:moveTo>
                <a:lnTo>
                  <a:pt x="19619" y="1929"/>
                </a:lnTo>
                <a:lnTo>
                  <a:pt x="19599" y="1929"/>
                </a:lnTo>
                <a:lnTo>
                  <a:pt x="19599" y="1829"/>
                </a:lnTo>
                <a:lnTo>
                  <a:pt x="19619" y="1829"/>
                </a:lnTo>
                <a:moveTo>
                  <a:pt x="19619" y="1989"/>
                </a:moveTo>
                <a:lnTo>
                  <a:pt x="19619" y="2089"/>
                </a:lnTo>
                <a:lnTo>
                  <a:pt x="19599" y="2089"/>
                </a:lnTo>
                <a:lnTo>
                  <a:pt x="19599" y="1989"/>
                </a:lnTo>
                <a:lnTo>
                  <a:pt x="19619" y="1989"/>
                </a:lnTo>
                <a:moveTo>
                  <a:pt x="19619" y="2149"/>
                </a:moveTo>
                <a:lnTo>
                  <a:pt x="19619" y="2248"/>
                </a:lnTo>
                <a:lnTo>
                  <a:pt x="19599" y="2248"/>
                </a:lnTo>
                <a:lnTo>
                  <a:pt x="19599" y="2149"/>
                </a:lnTo>
                <a:lnTo>
                  <a:pt x="19619" y="2149"/>
                </a:lnTo>
                <a:moveTo>
                  <a:pt x="19619" y="2308"/>
                </a:moveTo>
                <a:lnTo>
                  <a:pt x="19619" y="2408"/>
                </a:lnTo>
                <a:lnTo>
                  <a:pt x="19599" y="2408"/>
                </a:lnTo>
                <a:lnTo>
                  <a:pt x="19599" y="2308"/>
                </a:lnTo>
                <a:lnTo>
                  <a:pt x="19619" y="2308"/>
                </a:lnTo>
                <a:moveTo>
                  <a:pt x="19619" y="2469"/>
                </a:moveTo>
                <a:lnTo>
                  <a:pt x="19619" y="2569"/>
                </a:lnTo>
                <a:lnTo>
                  <a:pt x="19599" y="2569"/>
                </a:lnTo>
                <a:lnTo>
                  <a:pt x="19599" y="2469"/>
                </a:lnTo>
                <a:lnTo>
                  <a:pt x="19619" y="2469"/>
                </a:lnTo>
                <a:moveTo>
                  <a:pt x="19619" y="2629"/>
                </a:moveTo>
                <a:lnTo>
                  <a:pt x="19619" y="2699"/>
                </a:lnTo>
                <a:lnTo>
                  <a:pt x="19569" y="2699"/>
                </a:lnTo>
                <a:lnTo>
                  <a:pt x="19569" y="2679"/>
                </a:lnTo>
                <a:lnTo>
                  <a:pt x="19609" y="2679"/>
                </a:lnTo>
                <a:lnTo>
                  <a:pt x="19609" y="2689"/>
                </a:lnTo>
                <a:lnTo>
                  <a:pt x="19599" y="2689"/>
                </a:lnTo>
                <a:lnTo>
                  <a:pt x="19599" y="2629"/>
                </a:lnTo>
                <a:lnTo>
                  <a:pt x="19619" y="2629"/>
                </a:lnTo>
                <a:moveTo>
                  <a:pt x="19509" y="2699"/>
                </a:moveTo>
                <a:lnTo>
                  <a:pt x="19409" y="2699"/>
                </a:lnTo>
                <a:lnTo>
                  <a:pt x="19409" y="2679"/>
                </a:lnTo>
                <a:lnTo>
                  <a:pt x="19509" y="2679"/>
                </a:lnTo>
                <a:lnTo>
                  <a:pt x="19509" y="2699"/>
                </a:lnTo>
                <a:moveTo>
                  <a:pt x="19349" y="2699"/>
                </a:moveTo>
                <a:lnTo>
                  <a:pt x="19249" y="2699"/>
                </a:lnTo>
                <a:lnTo>
                  <a:pt x="19249" y="2679"/>
                </a:lnTo>
                <a:lnTo>
                  <a:pt x="19349" y="2679"/>
                </a:lnTo>
                <a:lnTo>
                  <a:pt x="19349" y="2699"/>
                </a:lnTo>
                <a:moveTo>
                  <a:pt x="19189" y="2699"/>
                </a:moveTo>
                <a:lnTo>
                  <a:pt x="19089" y="2699"/>
                </a:lnTo>
                <a:lnTo>
                  <a:pt x="19089" y="2679"/>
                </a:lnTo>
                <a:lnTo>
                  <a:pt x="19189" y="2679"/>
                </a:lnTo>
                <a:lnTo>
                  <a:pt x="19189" y="2699"/>
                </a:lnTo>
                <a:moveTo>
                  <a:pt x="19030" y="2699"/>
                </a:moveTo>
                <a:lnTo>
                  <a:pt x="18930" y="2699"/>
                </a:lnTo>
                <a:lnTo>
                  <a:pt x="18930" y="2679"/>
                </a:lnTo>
                <a:lnTo>
                  <a:pt x="19030" y="2679"/>
                </a:lnTo>
                <a:lnTo>
                  <a:pt x="19030" y="2699"/>
                </a:lnTo>
                <a:moveTo>
                  <a:pt x="18870" y="2699"/>
                </a:moveTo>
                <a:lnTo>
                  <a:pt x="18770" y="2699"/>
                </a:lnTo>
                <a:lnTo>
                  <a:pt x="18770" y="2679"/>
                </a:lnTo>
                <a:lnTo>
                  <a:pt x="18870" y="2679"/>
                </a:lnTo>
                <a:lnTo>
                  <a:pt x="18870" y="2699"/>
                </a:lnTo>
                <a:moveTo>
                  <a:pt x="18710" y="2699"/>
                </a:moveTo>
                <a:lnTo>
                  <a:pt x="18610" y="2699"/>
                </a:lnTo>
                <a:lnTo>
                  <a:pt x="18610" y="2679"/>
                </a:lnTo>
                <a:lnTo>
                  <a:pt x="18710" y="2679"/>
                </a:lnTo>
                <a:lnTo>
                  <a:pt x="18710" y="2699"/>
                </a:lnTo>
                <a:moveTo>
                  <a:pt x="18550" y="2699"/>
                </a:moveTo>
                <a:lnTo>
                  <a:pt x="18450" y="2699"/>
                </a:lnTo>
                <a:lnTo>
                  <a:pt x="18450" y="2679"/>
                </a:lnTo>
                <a:lnTo>
                  <a:pt x="18550" y="2679"/>
                </a:lnTo>
                <a:lnTo>
                  <a:pt x="18550" y="2699"/>
                </a:lnTo>
                <a:moveTo>
                  <a:pt x="18390" y="2699"/>
                </a:moveTo>
                <a:lnTo>
                  <a:pt x="18290" y="2699"/>
                </a:lnTo>
                <a:lnTo>
                  <a:pt x="18290" y="2679"/>
                </a:lnTo>
                <a:lnTo>
                  <a:pt x="18390" y="2679"/>
                </a:lnTo>
                <a:lnTo>
                  <a:pt x="18390" y="2699"/>
                </a:lnTo>
                <a:moveTo>
                  <a:pt x="18230" y="2699"/>
                </a:moveTo>
                <a:lnTo>
                  <a:pt x="18131" y="2699"/>
                </a:lnTo>
                <a:lnTo>
                  <a:pt x="18131" y="2679"/>
                </a:lnTo>
                <a:lnTo>
                  <a:pt x="18230" y="2679"/>
                </a:lnTo>
                <a:lnTo>
                  <a:pt x="18230" y="2699"/>
                </a:lnTo>
                <a:moveTo>
                  <a:pt x="18071" y="2699"/>
                </a:moveTo>
                <a:lnTo>
                  <a:pt x="17971" y="2699"/>
                </a:lnTo>
                <a:lnTo>
                  <a:pt x="17971" y="2679"/>
                </a:lnTo>
                <a:lnTo>
                  <a:pt x="18071" y="2679"/>
                </a:lnTo>
                <a:lnTo>
                  <a:pt x="18071" y="2699"/>
                </a:lnTo>
                <a:moveTo>
                  <a:pt x="17911" y="2699"/>
                </a:moveTo>
                <a:lnTo>
                  <a:pt x="17811" y="2699"/>
                </a:lnTo>
                <a:lnTo>
                  <a:pt x="17811" y="2679"/>
                </a:lnTo>
                <a:lnTo>
                  <a:pt x="17911" y="2679"/>
                </a:lnTo>
                <a:lnTo>
                  <a:pt x="17911" y="2699"/>
                </a:lnTo>
                <a:moveTo>
                  <a:pt x="17751" y="2699"/>
                </a:moveTo>
                <a:lnTo>
                  <a:pt x="17651" y="2699"/>
                </a:lnTo>
                <a:lnTo>
                  <a:pt x="17651" y="2679"/>
                </a:lnTo>
                <a:lnTo>
                  <a:pt x="17751" y="2679"/>
                </a:lnTo>
                <a:lnTo>
                  <a:pt x="17751" y="2699"/>
                </a:lnTo>
                <a:moveTo>
                  <a:pt x="17591" y="2699"/>
                </a:moveTo>
                <a:lnTo>
                  <a:pt x="17491" y="2699"/>
                </a:lnTo>
                <a:lnTo>
                  <a:pt x="17491" y="2679"/>
                </a:lnTo>
                <a:lnTo>
                  <a:pt x="17591" y="2679"/>
                </a:lnTo>
                <a:lnTo>
                  <a:pt x="17591" y="2699"/>
                </a:lnTo>
                <a:moveTo>
                  <a:pt x="17431" y="2699"/>
                </a:moveTo>
                <a:lnTo>
                  <a:pt x="17331" y="2699"/>
                </a:lnTo>
                <a:lnTo>
                  <a:pt x="17331" y="2679"/>
                </a:lnTo>
                <a:lnTo>
                  <a:pt x="17431" y="2679"/>
                </a:lnTo>
                <a:lnTo>
                  <a:pt x="17431" y="2699"/>
                </a:lnTo>
                <a:moveTo>
                  <a:pt x="17271" y="2699"/>
                </a:moveTo>
                <a:lnTo>
                  <a:pt x="17172" y="2699"/>
                </a:lnTo>
                <a:lnTo>
                  <a:pt x="17172" y="2679"/>
                </a:lnTo>
                <a:lnTo>
                  <a:pt x="17271" y="2679"/>
                </a:lnTo>
                <a:lnTo>
                  <a:pt x="17271" y="2699"/>
                </a:lnTo>
                <a:moveTo>
                  <a:pt x="17112" y="2699"/>
                </a:moveTo>
                <a:lnTo>
                  <a:pt x="17012" y="2699"/>
                </a:lnTo>
                <a:lnTo>
                  <a:pt x="17012" y="2679"/>
                </a:lnTo>
                <a:lnTo>
                  <a:pt x="17112" y="2679"/>
                </a:lnTo>
                <a:lnTo>
                  <a:pt x="17112" y="2699"/>
                </a:lnTo>
                <a:moveTo>
                  <a:pt x="16952" y="2699"/>
                </a:moveTo>
                <a:lnTo>
                  <a:pt x="16852" y="2699"/>
                </a:lnTo>
                <a:lnTo>
                  <a:pt x="16852" y="2679"/>
                </a:lnTo>
                <a:lnTo>
                  <a:pt x="16952" y="2679"/>
                </a:lnTo>
                <a:lnTo>
                  <a:pt x="16952" y="2699"/>
                </a:lnTo>
                <a:moveTo>
                  <a:pt x="16792" y="2699"/>
                </a:moveTo>
                <a:lnTo>
                  <a:pt x="16692" y="2699"/>
                </a:lnTo>
                <a:lnTo>
                  <a:pt x="16692" y="2679"/>
                </a:lnTo>
                <a:lnTo>
                  <a:pt x="16792" y="2679"/>
                </a:lnTo>
                <a:lnTo>
                  <a:pt x="16792" y="2699"/>
                </a:lnTo>
                <a:moveTo>
                  <a:pt x="16632" y="2699"/>
                </a:moveTo>
                <a:lnTo>
                  <a:pt x="16532" y="2699"/>
                </a:lnTo>
                <a:lnTo>
                  <a:pt x="16532" y="2679"/>
                </a:lnTo>
                <a:lnTo>
                  <a:pt x="16632" y="2679"/>
                </a:lnTo>
                <a:lnTo>
                  <a:pt x="16632" y="2699"/>
                </a:lnTo>
                <a:moveTo>
                  <a:pt x="16472" y="2699"/>
                </a:moveTo>
                <a:lnTo>
                  <a:pt x="16372" y="2699"/>
                </a:lnTo>
                <a:lnTo>
                  <a:pt x="16372" y="2679"/>
                </a:lnTo>
                <a:lnTo>
                  <a:pt x="16472" y="2679"/>
                </a:lnTo>
                <a:lnTo>
                  <a:pt x="16472" y="2699"/>
                </a:lnTo>
                <a:moveTo>
                  <a:pt x="16313" y="2699"/>
                </a:moveTo>
                <a:lnTo>
                  <a:pt x="16213" y="2699"/>
                </a:lnTo>
                <a:lnTo>
                  <a:pt x="16213" y="2679"/>
                </a:lnTo>
                <a:lnTo>
                  <a:pt x="16313" y="2679"/>
                </a:lnTo>
                <a:lnTo>
                  <a:pt x="16313" y="2699"/>
                </a:lnTo>
                <a:moveTo>
                  <a:pt x="16153" y="2699"/>
                </a:moveTo>
                <a:lnTo>
                  <a:pt x="16053" y="2699"/>
                </a:lnTo>
                <a:lnTo>
                  <a:pt x="16053" y="2679"/>
                </a:lnTo>
                <a:lnTo>
                  <a:pt x="16153" y="2679"/>
                </a:lnTo>
                <a:lnTo>
                  <a:pt x="16153" y="2699"/>
                </a:lnTo>
                <a:moveTo>
                  <a:pt x="15993" y="2699"/>
                </a:moveTo>
                <a:lnTo>
                  <a:pt x="15893" y="2699"/>
                </a:lnTo>
                <a:lnTo>
                  <a:pt x="15893" y="2679"/>
                </a:lnTo>
                <a:lnTo>
                  <a:pt x="15993" y="2679"/>
                </a:lnTo>
                <a:lnTo>
                  <a:pt x="15993" y="2699"/>
                </a:lnTo>
                <a:moveTo>
                  <a:pt x="15833" y="2699"/>
                </a:moveTo>
                <a:lnTo>
                  <a:pt x="15733" y="2699"/>
                </a:lnTo>
                <a:lnTo>
                  <a:pt x="15733" y="2679"/>
                </a:lnTo>
                <a:lnTo>
                  <a:pt x="15833" y="2679"/>
                </a:lnTo>
                <a:lnTo>
                  <a:pt x="15833" y="2699"/>
                </a:lnTo>
                <a:moveTo>
                  <a:pt x="15673" y="2699"/>
                </a:moveTo>
                <a:lnTo>
                  <a:pt x="15573" y="2699"/>
                </a:lnTo>
                <a:lnTo>
                  <a:pt x="15573" y="2679"/>
                </a:lnTo>
                <a:lnTo>
                  <a:pt x="15673" y="2679"/>
                </a:lnTo>
                <a:lnTo>
                  <a:pt x="15673" y="2699"/>
                </a:lnTo>
                <a:moveTo>
                  <a:pt x="15513" y="2699"/>
                </a:moveTo>
                <a:lnTo>
                  <a:pt x="15414" y="2699"/>
                </a:lnTo>
                <a:lnTo>
                  <a:pt x="15414" y="2679"/>
                </a:lnTo>
                <a:lnTo>
                  <a:pt x="15513" y="2679"/>
                </a:lnTo>
                <a:lnTo>
                  <a:pt x="15513" y="2699"/>
                </a:lnTo>
                <a:moveTo>
                  <a:pt x="15354" y="2699"/>
                </a:moveTo>
                <a:lnTo>
                  <a:pt x="15254" y="2699"/>
                </a:lnTo>
                <a:lnTo>
                  <a:pt x="15254" y="2679"/>
                </a:lnTo>
                <a:lnTo>
                  <a:pt x="15354" y="2679"/>
                </a:lnTo>
                <a:lnTo>
                  <a:pt x="15354" y="2699"/>
                </a:lnTo>
                <a:moveTo>
                  <a:pt x="15194" y="2699"/>
                </a:moveTo>
                <a:lnTo>
                  <a:pt x="15094" y="2699"/>
                </a:lnTo>
                <a:lnTo>
                  <a:pt x="15094" y="2679"/>
                </a:lnTo>
                <a:lnTo>
                  <a:pt x="15194" y="2679"/>
                </a:lnTo>
                <a:lnTo>
                  <a:pt x="15194" y="2699"/>
                </a:lnTo>
                <a:moveTo>
                  <a:pt x="15034" y="2699"/>
                </a:moveTo>
                <a:lnTo>
                  <a:pt x="14934" y="2699"/>
                </a:lnTo>
                <a:lnTo>
                  <a:pt x="14934" y="2679"/>
                </a:lnTo>
                <a:lnTo>
                  <a:pt x="15034" y="2679"/>
                </a:lnTo>
                <a:lnTo>
                  <a:pt x="15034" y="2699"/>
                </a:lnTo>
                <a:moveTo>
                  <a:pt x="14874" y="2699"/>
                </a:moveTo>
                <a:lnTo>
                  <a:pt x="14774" y="2699"/>
                </a:lnTo>
                <a:lnTo>
                  <a:pt x="14774" y="2679"/>
                </a:lnTo>
                <a:lnTo>
                  <a:pt x="14874" y="2679"/>
                </a:lnTo>
                <a:lnTo>
                  <a:pt x="14874" y="2699"/>
                </a:lnTo>
                <a:moveTo>
                  <a:pt x="14714" y="2699"/>
                </a:moveTo>
                <a:lnTo>
                  <a:pt x="14614" y="2699"/>
                </a:lnTo>
                <a:lnTo>
                  <a:pt x="14614" y="2679"/>
                </a:lnTo>
                <a:lnTo>
                  <a:pt x="14714" y="2679"/>
                </a:lnTo>
                <a:lnTo>
                  <a:pt x="14714" y="2699"/>
                </a:lnTo>
                <a:moveTo>
                  <a:pt x="14554" y="2699"/>
                </a:moveTo>
                <a:lnTo>
                  <a:pt x="14455" y="2699"/>
                </a:lnTo>
                <a:lnTo>
                  <a:pt x="14455" y="2679"/>
                </a:lnTo>
                <a:lnTo>
                  <a:pt x="14554" y="2679"/>
                </a:lnTo>
                <a:lnTo>
                  <a:pt x="14554" y="2699"/>
                </a:lnTo>
                <a:moveTo>
                  <a:pt x="14395" y="2699"/>
                </a:moveTo>
                <a:lnTo>
                  <a:pt x="14295" y="2699"/>
                </a:lnTo>
                <a:lnTo>
                  <a:pt x="14295" y="2679"/>
                </a:lnTo>
                <a:lnTo>
                  <a:pt x="14395" y="2679"/>
                </a:lnTo>
                <a:lnTo>
                  <a:pt x="14395" y="2699"/>
                </a:lnTo>
                <a:moveTo>
                  <a:pt x="14235" y="2699"/>
                </a:moveTo>
                <a:lnTo>
                  <a:pt x="14135" y="2699"/>
                </a:lnTo>
                <a:lnTo>
                  <a:pt x="14135" y="2679"/>
                </a:lnTo>
                <a:lnTo>
                  <a:pt x="14235" y="2679"/>
                </a:lnTo>
                <a:lnTo>
                  <a:pt x="14235" y="2699"/>
                </a:lnTo>
                <a:moveTo>
                  <a:pt x="14075" y="2699"/>
                </a:moveTo>
                <a:lnTo>
                  <a:pt x="13975" y="2699"/>
                </a:lnTo>
                <a:lnTo>
                  <a:pt x="13975" y="2679"/>
                </a:lnTo>
                <a:lnTo>
                  <a:pt x="14075" y="2679"/>
                </a:lnTo>
                <a:lnTo>
                  <a:pt x="14075" y="2699"/>
                </a:lnTo>
                <a:moveTo>
                  <a:pt x="13915" y="2699"/>
                </a:moveTo>
                <a:lnTo>
                  <a:pt x="13815" y="2699"/>
                </a:lnTo>
                <a:lnTo>
                  <a:pt x="13815" y="2679"/>
                </a:lnTo>
                <a:lnTo>
                  <a:pt x="13915" y="2679"/>
                </a:lnTo>
                <a:lnTo>
                  <a:pt x="13915" y="2699"/>
                </a:lnTo>
                <a:moveTo>
                  <a:pt x="13755" y="2699"/>
                </a:moveTo>
                <a:lnTo>
                  <a:pt x="13655" y="2699"/>
                </a:lnTo>
                <a:lnTo>
                  <a:pt x="13655" y="2679"/>
                </a:lnTo>
                <a:lnTo>
                  <a:pt x="13755" y="2679"/>
                </a:lnTo>
                <a:lnTo>
                  <a:pt x="13755" y="2699"/>
                </a:lnTo>
                <a:moveTo>
                  <a:pt x="13596" y="2699"/>
                </a:moveTo>
                <a:lnTo>
                  <a:pt x="13496" y="2699"/>
                </a:lnTo>
                <a:lnTo>
                  <a:pt x="13496" y="2679"/>
                </a:lnTo>
                <a:lnTo>
                  <a:pt x="13596" y="2679"/>
                </a:lnTo>
                <a:lnTo>
                  <a:pt x="13596" y="2699"/>
                </a:lnTo>
                <a:moveTo>
                  <a:pt x="13436" y="2699"/>
                </a:moveTo>
                <a:lnTo>
                  <a:pt x="13336" y="2699"/>
                </a:lnTo>
                <a:lnTo>
                  <a:pt x="13336" y="2679"/>
                </a:lnTo>
                <a:lnTo>
                  <a:pt x="13436" y="2679"/>
                </a:lnTo>
                <a:lnTo>
                  <a:pt x="13436" y="2699"/>
                </a:lnTo>
                <a:moveTo>
                  <a:pt x="13276" y="2699"/>
                </a:moveTo>
                <a:lnTo>
                  <a:pt x="13176" y="2699"/>
                </a:lnTo>
                <a:lnTo>
                  <a:pt x="13176" y="2679"/>
                </a:lnTo>
                <a:lnTo>
                  <a:pt x="13276" y="2679"/>
                </a:lnTo>
                <a:lnTo>
                  <a:pt x="13276" y="2699"/>
                </a:lnTo>
                <a:moveTo>
                  <a:pt x="13116" y="2699"/>
                </a:moveTo>
                <a:lnTo>
                  <a:pt x="13016" y="2699"/>
                </a:lnTo>
                <a:lnTo>
                  <a:pt x="13016" y="2679"/>
                </a:lnTo>
                <a:lnTo>
                  <a:pt x="13116" y="2679"/>
                </a:lnTo>
                <a:lnTo>
                  <a:pt x="13116" y="2699"/>
                </a:lnTo>
                <a:moveTo>
                  <a:pt x="12956" y="2699"/>
                </a:moveTo>
                <a:lnTo>
                  <a:pt x="12856" y="2699"/>
                </a:lnTo>
                <a:lnTo>
                  <a:pt x="12856" y="2679"/>
                </a:lnTo>
                <a:lnTo>
                  <a:pt x="12956" y="2679"/>
                </a:lnTo>
                <a:lnTo>
                  <a:pt x="12956" y="2699"/>
                </a:lnTo>
                <a:moveTo>
                  <a:pt x="12796" y="2699"/>
                </a:moveTo>
                <a:lnTo>
                  <a:pt x="12697" y="2699"/>
                </a:lnTo>
                <a:lnTo>
                  <a:pt x="12697" y="2679"/>
                </a:lnTo>
                <a:lnTo>
                  <a:pt x="12796" y="2679"/>
                </a:lnTo>
                <a:lnTo>
                  <a:pt x="12796" y="2699"/>
                </a:lnTo>
                <a:moveTo>
                  <a:pt x="12637" y="2699"/>
                </a:moveTo>
                <a:lnTo>
                  <a:pt x="12537" y="2699"/>
                </a:lnTo>
                <a:lnTo>
                  <a:pt x="12537" y="2679"/>
                </a:lnTo>
                <a:lnTo>
                  <a:pt x="12637" y="2679"/>
                </a:lnTo>
                <a:lnTo>
                  <a:pt x="12637" y="2699"/>
                </a:lnTo>
                <a:moveTo>
                  <a:pt x="12477" y="2699"/>
                </a:moveTo>
                <a:lnTo>
                  <a:pt x="12377" y="2699"/>
                </a:lnTo>
                <a:lnTo>
                  <a:pt x="12377" y="2679"/>
                </a:lnTo>
                <a:lnTo>
                  <a:pt x="12477" y="2679"/>
                </a:lnTo>
                <a:lnTo>
                  <a:pt x="12477" y="2699"/>
                </a:lnTo>
                <a:moveTo>
                  <a:pt x="12317" y="2699"/>
                </a:moveTo>
                <a:lnTo>
                  <a:pt x="12217" y="2699"/>
                </a:lnTo>
                <a:lnTo>
                  <a:pt x="12217" y="2679"/>
                </a:lnTo>
                <a:lnTo>
                  <a:pt x="12317" y="2679"/>
                </a:lnTo>
                <a:lnTo>
                  <a:pt x="12317" y="2699"/>
                </a:lnTo>
                <a:moveTo>
                  <a:pt x="12157" y="2699"/>
                </a:moveTo>
                <a:lnTo>
                  <a:pt x="12057" y="2699"/>
                </a:lnTo>
                <a:lnTo>
                  <a:pt x="12057" y="2679"/>
                </a:lnTo>
                <a:lnTo>
                  <a:pt x="12157" y="2679"/>
                </a:lnTo>
                <a:lnTo>
                  <a:pt x="12157" y="2699"/>
                </a:lnTo>
                <a:moveTo>
                  <a:pt x="11997" y="2699"/>
                </a:moveTo>
                <a:lnTo>
                  <a:pt x="11897" y="2699"/>
                </a:lnTo>
                <a:lnTo>
                  <a:pt x="11897" y="2679"/>
                </a:lnTo>
                <a:lnTo>
                  <a:pt x="11997" y="2679"/>
                </a:lnTo>
                <a:lnTo>
                  <a:pt x="11997" y="2699"/>
                </a:lnTo>
                <a:moveTo>
                  <a:pt x="11838" y="2699"/>
                </a:moveTo>
                <a:lnTo>
                  <a:pt x="11738" y="2699"/>
                </a:lnTo>
                <a:lnTo>
                  <a:pt x="11738" y="2679"/>
                </a:lnTo>
                <a:lnTo>
                  <a:pt x="11838" y="2679"/>
                </a:lnTo>
                <a:lnTo>
                  <a:pt x="11838" y="2699"/>
                </a:lnTo>
                <a:moveTo>
                  <a:pt x="11678" y="2699"/>
                </a:moveTo>
                <a:lnTo>
                  <a:pt x="11578" y="2699"/>
                </a:lnTo>
                <a:lnTo>
                  <a:pt x="11578" y="2679"/>
                </a:lnTo>
                <a:lnTo>
                  <a:pt x="11678" y="2679"/>
                </a:lnTo>
                <a:lnTo>
                  <a:pt x="11678" y="2699"/>
                </a:lnTo>
                <a:moveTo>
                  <a:pt x="11518" y="2699"/>
                </a:moveTo>
                <a:lnTo>
                  <a:pt x="11418" y="2699"/>
                </a:lnTo>
                <a:lnTo>
                  <a:pt x="11418" y="2679"/>
                </a:lnTo>
                <a:lnTo>
                  <a:pt x="11518" y="2679"/>
                </a:lnTo>
                <a:lnTo>
                  <a:pt x="11518" y="2699"/>
                </a:lnTo>
                <a:moveTo>
                  <a:pt x="11358" y="2699"/>
                </a:moveTo>
                <a:lnTo>
                  <a:pt x="11258" y="2699"/>
                </a:lnTo>
                <a:lnTo>
                  <a:pt x="11258" y="2679"/>
                </a:lnTo>
                <a:lnTo>
                  <a:pt x="11358" y="2679"/>
                </a:lnTo>
                <a:lnTo>
                  <a:pt x="11358" y="2699"/>
                </a:lnTo>
                <a:moveTo>
                  <a:pt x="11198" y="2699"/>
                </a:moveTo>
                <a:lnTo>
                  <a:pt x="11098" y="2699"/>
                </a:lnTo>
                <a:lnTo>
                  <a:pt x="11098" y="2679"/>
                </a:lnTo>
                <a:lnTo>
                  <a:pt x="11198" y="2679"/>
                </a:lnTo>
                <a:lnTo>
                  <a:pt x="11198" y="2699"/>
                </a:lnTo>
                <a:moveTo>
                  <a:pt x="11038" y="2699"/>
                </a:moveTo>
                <a:lnTo>
                  <a:pt x="10939" y="2699"/>
                </a:lnTo>
                <a:lnTo>
                  <a:pt x="10939" y="2679"/>
                </a:lnTo>
                <a:lnTo>
                  <a:pt x="11038" y="2679"/>
                </a:lnTo>
                <a:lnTo>
                  <a:pt x="11038" y="2699"/>
                </a:lnTo>
                <a:moveTo>
                  <a:pt x="10879" y="2699"/>
                </a:moveTo>
                <a:lnTo>
                  <a:pt x="10779" y="2699"/>
                </a:lnTo>
                <a:lnTo>
                  <a:pt x="10779" y="2679"/>
                </a:lnTo>
                <a:lnTo>
                  <a:pt x="10879" y="2679"/>
                </a:lnTo>
                <a:lnTo>
                  <a:pt x="10879" y="2699"/>
                </a:lnTo>
                <a:moveTo>
                  <a:pt x="10719" y="2699"/>
                </a:moveTo>
                <a:lnTo>
                  <a:pt x="10619" y="2699"/>
                </a:lnTo>
                <a:lnTo>
                  <a:pt x="10619" y="2679"/>
                </a:lnTo>
                <a:lnTo>
                  <a:pt x="10719" y="2679"/>
                </a:lnTo>
                <a:lnTo>
                  <a:pt x="10719" y="2699"/>
                </a:lnTo>
                <a:moveTo>
                  <a:pt x="10559" y="2699"/>
                </a:moveTo>
                <a:lnTo>
                  <a:pt x="10459" y="2699"/>
                </a:lnTo>
                <a:lnTo>
                  <a:pt x="10459" y="2679"/>
                </a:lnTo>
                <a:lnTo>
                  <a:pt x="10559" y="2679"/>
                </a:lnTo>
                <a:lnTo>
                  <a:pt x="10559" y="2699"/>
                </a:lnTo>
                <a:moveTo>
                  <a:pt x="10399" y="2699"/>
                </a:moveTo>
                <a:lnTo>
                  <a:pt x="10299" y="2699"/>
                </a:lnTo>
                <a:lnTo>
                  <a:pt x="10299" y="2679"/>
                </a:lnTo>
                <a:lnTo>
                  <a:pt x="10399" y="2679"/>
                </a:lnTo>
                <a:lnTo>
                  <a:pt x="10399" y="2699"/>
                </a:lnTo>
                <a:moveTo>
                  <a:pt x="10239" y="2699"/>
                </a:moveTo>
                <a:lnTo>
                  <a:pt x="10139" y="2699"/>
                </a:lnTo>
                <a:lnTo>
                  <a:pt x="10139" y="2679"/>
                </a:lnTo>
                <a:lnTo>
                  <a:pt x="10239" y="2679"/>
                </a:lnTo>
                <a:lnTo>
                  <a:pt x="10239" y="2699"/>
                </a:lnTo>
                <a:moveTo>
                  <a:pt x="10079" y="2699"/>
                </a:moveTo>
                <a:lnTo>
                  <a:pt x="9980" y="2699"/>
                </a:lnTo>
                <a:lnTo>
                  <a:pt x="9980" y="2679"/>
                </a:lnTo>
                <a:lnTo>
                  <a:pt x="10079" y="2679"/>
                </a:lnTo>
                <a:lnTo>
                  <a:pt x="10079" y="2699"/>
                </a:lnTo>
                <a:moveTo>
                  <a:pt x="9920" y="2699"/>
                </a:moveTo>
                <a:lnTo>
                  <a:pt x="9820" y="2699"/>
                </a:lnTo>
                <a:lnTo>
                  <a:pt x="9820" y="2679"/>
                </a:lnTo>
                <a:lnTo>
                  <a:pt x="9920" y="2679"/>
                </a:lnTo>
                <a:lnTo>
                  <a:pt x="9920" y="2699"/>
                </a:lnTo>
                <a:moveTo>
                  <a:pt x="9760" y="2699"/>
                </a:moveTo>
                <a:lnTo>
                  <a:pt x="9660" y="2699"/>
                </a:lnTo>
                <a:lnTo>
                  <a:pt x="9660" y="2679"/>
                </a:lnTo>
                <a:lnTo>
                  <a:pt x="9760" y="2679"/>
                </a:lnTo>
                <a:lnTo>
                  <a:pt x="9760" y="2699"/>
                </a:lnTo>
                <a:moveTo>
                  <a:pt x="9600" y="2699"/>
                </a:moveTo>
                <a:lnTo>
                  <a:pt x="9500" y="2699"/>
                </a:lnTo>
                <a:lnTo>
                  <a:pt x="9500" y="2679"/>
                </a:lnTo>
                <a:lnTo>
                  <a:pt x="9600" y="2679"/>
                </a:lnTo>
                <a:lnTo>
                  <a:pt x="9600" y="2699"/>
                </a:lnTo>
                <a:moveTo>
                  <a:pt x="9440" y="2699"/>
                </a:moveTo>
                <a:lnTo>
                  <a:pt x="9340" y="2699"/>
                </a:lnTo>
                <a:lnTo>
                  <a:pt x="9340" y="2679"/>
                </a:lnTo>
                <a:lnTo>
                  <a:pt x="9440" y="2679"/>
                </a:lnTo>
                <a:lnTo>
                  <a:pt x="9440" y="2699"/>
                </a:lnTo>
                <a:moveTo>
                  <a:pt x="9280" y="2699"/>
                </a:moveTo>
                <a:lnTo>
                  <a:pt x="9180" y="2699"/>
                </a:lnTo>
                <a:lnTo>
                  <a:pt x="9180" y="2679"/>
                </a:lnTo>
                <a:lnTo>
                  <a:pt x="9280" y="2679"/>
                </a:lnTo>
                <a:lnTo>
                  <a:pt x="9280" y="2699"/>
                </a:lnTo>
                <a:moveTo>
                  <a:pt x="9121" y="2699"/>
                </a:moveTo>
                <a:lnTo>
                  <a:pt x="9021" y="2699"/>
                </a:lnTo>
                <a:lnTo>
                  <a:pt x="9021" y="2679"/>
                </a:lnTo>
                <a:lnTo>
                  <a:pt x="9121" y="2679"/>
                </a:lnTo>
                <a:lnTo>
                  <a:pt x="9121" y="2699"/>
                </a:lnTo>
                <a:moveTo>
                  <a:pt x="8961" y="2699"/>
                </a:moveTo>
                <a:lnTo>
                  <a:pt x="8861" y="2699"/>
                </a:lnTo>
                <a:lnTo>
                  <a:pt x="8861" y="2679"/>
                </a:lnTo>
                <a:lnTo>
                  <a:pt x="8961" y="2679"/>
                </a:lnTo>
                <a:lnTo>
                  <a:pt x="8961" y="2699"/>
                </a:lnTo>
                <a:moveTo>
                  <a:pt x="8801" y="2699"/>
                </a:moveTo>
                <a:lnTo>
                  <a:pt x="8701" y="2699"/>
                </a:lnTo>
                <a:lnTo>
                  <a:pt x="8701" y="2679"/>
                </a:lnTo>
                <a:lnTo>
                  <a:pt x="8801" y="2679"/>
                </a:lnTo>
                <a:lnTo>
                  <a:pt x="8801" y="2699"/>
                </a:lnTo>
                <a:moveTo>
                  <a:pt x="8641" y="2699"/>
                </a:moveTo>
                <a:lnTo>
                  <a:pt x="8541" y="2699"/>
                </a:lnTo>
                <a:lnTo>
                  <a:pt x="8541" y="2679"/>
                </a:lnTo>
                <a:lnTo>
                  <a:pt x="8641" y="2679"/>
                </a:lnTo>
                <a:lnTo>
                  <a:pt x="8641" y="2699"/>
                </a:lnTo>
                <a:moveTo>
                  <a:pt x="8481" y="2699"/>
                </a:moveTo>
                <a:lnTo>
                  <a:pt x="8381" y="2699"/>
                </a:lnTo>
                <a:lnTo>
                  <a:pt x="8381" y="2679"/>
                </a:lnTo>
                <a:lnTo>
                  <a:pt x="8481" y="2679"/>
                </a:lnTo>
                <a:lnTo>
                  <a:pt x="8481" y="2699"/>
                </a:lnTo>
                <a:moveTo>
                  <a:pt x="8321" y="2699"/>
                </a:moveTo>
                <a:lnTo>
                  <a:pt x="8222" y="2699"/>
                </a:lnTo>
                <a:lnTo>
                  <a:pt x="8222" y="2679"/>
                </a:lnTo>
                <a:lnTo>
                  <a:pt x="8321" y="2679"/>
                </a:lnTo>
                <a:lnTo>
                  <a:pt x="8321" y="2699"/>
                </a:lnTo>
                <a:moveTo>
                  <a:pt x="8162" y="2699"/>
                </a:moveTo>
                <a:lnTo>
                  <a:pt x="8062" y="2699"/>
                </a:lnTo>
                <a:lnTo>
                  <a:pt x="8062" y="2679"/>
                </a:lnTo>
                <a:lnTo>
                  <a:pt x="8162" y="2679"/>
                </a:lnTo>
                <a:lnTo>
                  <a:pt x="8162" y="2699"/>
                </a:lnTo>
                <a:moveTo>
                  <a:pt x="8002" y="2699"/>
                </a:moveTo>
                <a:lnTo>
                  <a:pt x="7902" y="2699"/>
                </a:lnTo>
                <a:lnTo>
                  <a:pt x="7902" y="2679"/>
                </a:lnTo>
                <a:lnTo>
                  <a:pt x="8002" y="2679"/>
                </a:lnTo>
                <a:lnTo>
                  <a:pt x="8002" y="2699"/>
                </a:lnTo>
                <a:moveTo>
                  <a:pt x="7842" y="2699"/>
                </a:moveTo>
                <a:lnTo>
                  <a:pt x="7742" y="2699"/>
                </a:lnTo>
                <a:lnTo>
                  <a:pt x="7742" y="2679"/>
                </a:lnTo>
                <a:lnTo>
                  <a:pt x="7842" y="2679"/>
                </a:lnTo>
                <a:lnTo>
                  <a:pt x="7842" y="2699"/>
                </a:lnTo>
                <a:moveTo>
                  <a:pt x="7682" y="2699"/>
                </a:moveTo>
                <a:lnTo>
                  <a:pt x="7582" y="2699"/>
                </a:lnTo>
                <a:lnTo>
                  <a:pt x="7582" y="2679"/>
                </a:lnTo>
                <a:lnTo>
                  <a:pt x="7682" y="2679"/>
                </a:lnTo>
                <a:lnTo>
                  <a:pt x="7682" y="2699"/>
                </a:lnTo>
                <a:moveTo>
                  <a:pt x="7522" y="2699"/>
                </a:moveTo>
                <a:lnTo>
                  <a:pt x="7422" y="2699"/>
                </a:lnTo>
                <a:lnTo>
                  <a:pt x="7422" y="2679"/>
                </a:lnTo>
                <a:lnTo>
                  <a:pt x="7522" y="2679"/>
                </a:lnTo>
                <a:lnTo>
                  <a:pt x="7522" y="2699"/>
                </a:lnTo>
                <a:moveTo>
                  <a:pt x="7362" y="2699"/>
                </a:moveTo>
                <a:lnTo>
                  <a:pt x="7263" y="2699"/>
                </a:lnTo>
                <a:lnTo>
                  <a:pt x="7263" y="2679"/>
                </a:lnTo>
                <a:lnTo>
                  <a:pt x="7362" y="2679"/>
                </a:lnTo>
                <a:lnTo>
                  <a:pt x="7362" y="2699"/>
                </a:lnTo>
                <a:moveTo>
                  <a:pt x="7203" y="2699"/>
                </a:moveTo>
                <a:lnTo>
                  <a:pt x="7103" y="2699"/>
                </a:lnTo>
                <a:lnTo>
                  <a:pt x="7103" y="2679"/>
                </a:lnTo>
                <a:lnTo>
                  <a:pt x="7203" y="2679"/>
                </a:lnTo>
                <a:lnTo>
                  <a:pt x="7203" y="2699"/>
                </a:lnTo>
                <a:moveTo>
                  <a:pt x="7043" y="2699"/>
                </a:moveTo>
                <a:lnTo>
                  <a:pt x="6943" y="2699"/>
                </a:lnTo>
                <a:lnTo>
                  <a:pt x="6943" y="2679"/>
                </a:lnTo>
                <a:lnTo>
                  <a:pt x="7043" y="2679"/>
                </a:lnTo>
                <a:lnTo>
                  <a:pt x="7043" y="2699"/>
                </a:lnTo>
                <a:moveTo>
                  <a:pt x="6883" y="2699"/>
                </a:moveTo>
                <a:lnTo>
                  <a:pt x="6783" y="2699"/>
                </a:lnTo>
                <a:lnTo>
                  <a:pt x="6783" y="2679"/>
                </a:lnTo>
                <a:lnTo>
                  <a:pt x="6883" y="2679"/>
                </a:lnTo>
                <a:lnTo>
                  <a:pt x="6883" y="2699"/>
                </a:lnTo>
                <a:moveTo>
                  <a:pt x="6723" y="2699"/>
                </a:moveTo>
                <a:lnTo>
                  <a:pt x="6623" y="2699"/>
                </a:lnTo>
                <a:lnTo>
                  <a:pt x="6623" y="2679"/>
                </a:lnTo>
                <a:lnTo>
                  <a:pt x="6723" y="2679"/>
                </a:lnTo>
                <a:lnTo>
                  <a:pt x="6723" y="2699"/>
                </a:lnTo>
                <a:moveTo>
                  <a:pt x="6563" y="2699"/>
                </a:moveTo>
                <a:lnTo>
                  <a:pt x="6463" y="2699"/>
                </a:lnTo>
                <a:lnTo>
                  <a:pt x="6463" y="2679"/>
                </a:lnTo>
                <a:lnTo>
                  <a:pt x="6563" y="2679"/>
                </a:lnTo>
                <a:lnTo>
                  <a:pt x="6563" y="2699"/>
                </a:lnTo>
                <a:moveTo>
                  <a:pt x="6404" y="2699"/>
                </a:moveTo>
                <a:lnTo>
                  <a:pt x="6303" y="2699"/>
                </a:lnTo>
                <a:lnTo>
                  <a:pt x="6303" y="2679"/>
                </a:lnTo>
                <a:lnTo>
                  <a:pt x="6404" y="2679"/>
                </a:lnTo>
                <a:lnTo>
                  <a:pt x="6404" y="2699"/>
                </a:lnTo>
                <a:moveTo>
                  <a:pt x="6243" y="2699"/>
                </a:moveTo>
                <a:lnTo>
                  <a:pt x="6143" y="2699"/>
                </a:lnTo>
                <a:lnTo>
                  <a:pt x="6143" y="2679"/>
                </a:lnTo>
                <a:lnTo>
                  <a:pt x="6243" y="2679"/>
                </a:lnTo>
                <a:lnTo>
                  <a:pt x="6243" y="2699"/>
                </a:lnTo>
                <a:moveTo>
                  <a:pt x="6083" y="2699"/>
                </a:moveTo>
                <a:lnTo>
                  <a:pt x="5983" y="2699"/>
                </a:lnTo>
                <a:lnTo>
                  <a:pt x="5983" y="2679"/>
                </a:lnTo>
                <a:lnTo>
                  <a:pt x="6083" y="2679"/>
                </a:lnTo>
                <a:lnTo>
                  <a:pt x="6083" y="2699"/>
                </a:lnTo>
                <a:moveTo>
                  <a:pt x="5923" y="2699"/>
                </a:moveTo>
                <a:lnTo>
                  <a:pt x="5823" y="2699"/>
                </a:lnTo>
                <a:lnTo>
                  <a:pt x="5823" y="2679"/>
                </a:lnTo>
                <a:lnTo>
                  <a:pt x="5923" y="2679"/>
                </a:lnTo>
                <a:lnTo>
                  <a:pt x="5923" y="2699"/>
                </a:lnTo>
                <a:moveTo>
                  <a:pt x="5763" y="2699"/>
                </a:moveTo>
                <a:lnTo>
                  <a:pt x="5663" y="2699"/>
                </a:lnTo>
                <a:lnTo>
                  <a:pt x="5663" y="2679"/>
                </a:lnTo>
                <a:lnTo>
                  <a:pt x="5763" y="2679"/>
                </a:lnTo>
                <a:lnTo>
                  <a:pt x="5763" y="2699"/>
                </a:lnTo>
                <a:moveTo>
                  <a:pt x="5603" y="2699"/>
                </a:moveTo>
                <a:lnTo>
                  <a:pt x="5504" y="2699"/>
                </a:lnTo>
                <a:lnTo>
                  <a:pt x="5504" y="2679"/>
                </a:lnTo>
                <a:lnTo>
                  <a:pt x="5603" y="2679"/>
                </a:lnTo>
                <a:lnTo>
                  <a:pt x="5603" y="2699"/>
                </a:lnTo>
                <a:moveTo>
                  <a:pt x="5444" y="2699"/>
                </a:moveTo>
                <a:lnTo>
                  <a:pt x="5344" y="2699"/>
                </a:lnTo>
                <a:lnTo>
                  <a:pt x="5344" y="2679"/>
                </a:lnTo>
                <a:lnTo>
                  <a:pt x="5444" y="2679"/>
                </a:lnTo>
                <a:lnTo>
                  <a:pt x="5444" y="2699"/>
                </a:lnTo>
                <a:moveTo>
                  <a:pt x="5284" y="2699"/>
                </a:moveTo>
                <a:lnTo>
                  <a:pt x="5184" y="2699"/>
                </a:lnTo>
                <a:lnTo>
                  <a:pt x="5184" y="2679"/>
                </a:lnTo>
                <a:lnTo>
                  <a:pt x="5284" y="2679"/>
                </a:lnTo>
                <a:lnTo>
                  <a:pt x="5284" y="2699"/>
                </a:lnTo>
                <a:moveTo>
                  <a:pt x="5124" y="2699"/>
                </a:moveTo>
                <a:lnTo>
                  <a:pt x="5024" y="2699"/>
                </a:lnTo>
                <a:lnTo>
                  <a:pt x="5024" y="2679"/>
                </a:lnTo>
                <a:lnTo>
                  <a:pt x="5124" y="2679"/>
                </a:lnTo>
                <a:lnTo>
                  <a:pt x="5124" y="2699"/>
                </a:lnTo>
                <a:moveTo>
                  <a:pt x="4964" y="2699"/>
                </a:moveTo>
                <a:lnTo>
                  <a:pt x="4864" y="2699"/>
                </a:lnTo>
                <a:lnTo>
                  <a:pt x="4864" y="2679"/>
                </a:lnTo>
                <a:lnTo>
                  <a:pt x="4964" y="2679"/>
                </a:lnTo>
                <a:lnTo>
                  <a:pt x="4964" y="2699"/>
                </a:lnTo>
                <a:moveTo>
                  <a:pt x="4804" y="2699"/>
                </a:moveTo>
                <a:lnTo>
                  <a:pt x="4704" y="2699"/>
                </a:lnTo>
                <a:lnTo>
                  <a:pt x="4704" y="2679"/>
                </a:lnTo>
                <a:lnTo>
                  <a:pt x="4804" y="2679"/>
                </a:lnTo>
                <a:lnTo>
                  <a:pt x="4804" y="2699"/>
                </a:lnTo>
                <a:moveTo>
                  <a:pt x="4645" y="2699"/>
                </a:moveTo>
                <a:lnTo>
                  <a:pt x="4545" y="2699"/>
                </a:lnTo>
                <a:lnTo>
                  <a:pt x="4545" y="2679"/>
                </a:lnTo>
                <a:lnTo>
                  <a:pt x="4645" y="2679"/>
                </a:lnTo>
                <a:lnTo>
                  <a:pt x="4645" y="2699"/>
                </a:lnTo>
                <a:moveTo>
                  <a:pt x="4485" y="2699"/>
                </a:moveTo>
                <a:lnTo>
                  <a:pt x="4385" y="2699"/>
                </a:lnTo>
                <a:lnTo>
                  <a:pt x="4385" y="2679"/>
                </a:lnTo>
                <a:lnTo>
                  <a:pt x="4485" y="2679"/>
                </a:lnTo>
                <a:lnTo>
                  <a:pt x="4485" y="2699"/>
                </a:lnTo>
                <a:moveTo>
                  <a:pt x="4325" y="2699"/>
                </a:moveTo>
                <a:lnTo>
                  <a:pt x="4225" y="2699"/>
                </a:lnTo>
                <a:lnTo>
                  <a:pt x="4225" y="2679"/>
                </a:lnTo>
                <a:lnTo>
                  <a:pt x="4325" y="2679"/>
                </a:lnTo>
                <a:lnTo>
                  <a:pt x="4325" y="2699"/>
                </a:lnTo>
                <a:moveTo>
                  <a:pt x="4165" y="2699"/>
                </a:moveTo>
                <a:lnTo>
                  <a:pt x="4065" y="2699"/>
                </a:lnTo>
                <a:lnTo>
                  <a:pt x="4065" y="2679"/>
                </a:lnTo>
                <a:lnTo>
                  <a:pt x="4165" y="2679"/>
                </a:lnTo>
                <a:lnTo>
                  <a:pt x="4165" y="2699"/>
                </a:lnTo>
                <a:moveTo>
                  <a:pt x="4005" y="2699"/>
                </a:moveTo>
                <a:lnTo>
                  <a:pt x="3905" y="2699"/>
                </a:lnTo>
                <a:lnTo>
                  <a:pt x="3905" y="2679"/>
                </a:lnTo>
                <a:lnTo>
                  <a:pt x="4005" y="2679"/>
                </a:lnTo>
                <a:lnTo>
                  <a:pt x="4005" y="2699"/>
                </a:lnTo>
                <a:moveTo>
                  <a:pt x="3845" y="2699"/>
                </a:moveTo>
                <a:lnTo>
                  <a:pt x="3746" y="2699"/>
                </a:lnTo>
                <a:lnTo>
                  <a:pt x="3746" y="2679"/>
                </a:lnTo>
                <a:lnTo>
                  <a:pt x="3845" y="2679"/>
                </a:lnTo>
                <a:lnTo>
                  <a:pt x="3845" y="2699"/>
                </a:lnTo>
                <a:moveTo>
                  <a:pt x="3686" y="2699"/>
                </a:moveTo>
                <a:lnTo>
                  <a:pt x="3586" y="2699"/>
                </a:lnTo>
                <a:lnTo>
                  <a:pt x="3586" y="2679"/>
                </a:lnTo>
                <a:lnTo>
                  <a:pt x="3686" y="2679"/>
                </a:lnTo>
                <a:lnTo>
                  <a:pt x="3686" y="2699"/>
                </a:lnTo>
                <a:moveTo>
                  <a:pt x="3526" y="2699"/>
                </a:moveTo>
                <a:lnTo>
                  <a:pt x="3426" y="2699"/>
                </a:lnTo>
                <a:lnTo>
                  <a:pt x="3426" y="2679"/>
                </a:lnTo>
                <a:lnTo>
                  <a:pt x="3526" y="2679"/>
                </a:lnTo>
                <a:lnTo>
                  <a:pt x="3526" y="2699"/>
                </a:lnTo>
                <a:moveTo>
                  <a:pt x="3366" y="2699"/>
                </a:moveTo>
                <a:lnTo>
                  <a:pt x="3266" y="2699"/>
                </a:lnTo>
                <a:lnTo>
                  <a:pt x="3266" y="2679"/>
                </a:lnTo>
                <a:lnTo>
                  <a:pt x="3366" y="2679"/>
                </a:lnTo>
                <a:lnTo>
                  <a:pt x="3366" y="2699"/>
                </a:lnTo>
                <a:moveTo>
                  <a:pt x="3206" y="2699"/>
                </a:moveTo>
                <a:lnTo>
                  <a:pt x="3106" y="2699"/>
                </a:lnTo>
                <a:lnTo>
                  <a:pt x="3106" y="2679"/>
                </a:lnTo>
                <a:lnTo>
                  <a:pt x="3206" y="2679"/>
                </a:lnTo>
                <a:lnTo>
                  <a:pt x="3206" y="2699"/>
                </a:lnTo>
                <a:moveTo>
                  <a:pt x="3046" y="2699"/>
                </a:moveTo>
                <a:lnTo>
                  <a:pt x="2946" y="2699"/>
                </a:lnTo>
                <a:lnTo>
                  <a:pt x="2946" y="2679"/>
                </a:lnTo>
                <a:lnTo>
                  <a:pt x="3046" y="2679"/>
                </a:lnTo>
                <a:lnTo>
                  <a:pt x="3046" y="2699"/>
                </a:lnTo>
                <a:moveTo>
                  <a:pt x="2886" y="2699"/>
                </a:moveTo>
                <a:lnTo>
                  <a:pt x="2787" y="2699"/>
                </a:lnTo>
                <a:lnTo>
                  <a:pt x="2787" y="2679"/>
                </a:lnTo>
                <a:lnTo>
                  <a:pt x="2886" y="2679"/>
                </a:lnTo>
                <a:lnTo>
                  <a:pt x="2886" y="2699"/>
                </a:lnTo>
                <a:moveTo>
                  <a:pt x="2727" y="2699"/>
                </a:moveTo>
                <a:lnTo>
                  <a:pt x="2627" y="2699"/>
                </a:lnTo>
                <a:lnTo>
                  <a:pt x="2627" y="2679"/>
                </a:lnTo>
                <a:lnTo>
                  <a:pt x="2727" y="2679"/>
                </a:lnTo>
                <a:lnTo>
                  <a:pt x="2727" y="2699"/>
                </a:lnTo>
                <a:moveTo>
                  <a:pt x="2567" y="2699"/>
                </a:moveTo>
                <a:lnTo>
                  <a:pt x="2467" y="2699"/>
                </a:lnTo>
                <a:lnTo>
                  <a:pt x="2467" y="2679"/>
                </a:lnTo>
                <a:lnTo>
                  <a:pt x="2567" y="2679"/>
                </a:lnTo>
                <a:lnTo>
                  <a:pt x="2567" y="2699"/>
                </a:lnTo>
                <a:moveTo>
                  <a:pt x="2407" y="2699"/>
                </a:moveTo>
                <a:lnTo>
                  <a:pt x="2307" y="2699"/>
                </a:lnTo>
                <a:lnTo>
                  <a:pt x="2307" y="2679"/>
                </a:lnTo>
                <a:lnTo>
                  <a:pt x="2407" y="2679"/>
                </a:lnTo>
                <a:lnTo>
                  <a:pt x="2407" y="2699"/>
                </a:lnTo>
                <a:moveTo>
                  <a:pt x="2247" y="2699"/>
                </a:moveTo>
                <a:lnTo>
                  <a:pt x="2147" y="2699"/>
                </a:lnTo>
                <a:lnTo>
                  <a:pt x="2147" y="2679"/>
                </a:lnTo>
                <a:lnTo>
                  <a:pt x="2247" y="2679"/>
                </a:lnTo>
                <a:lnTo>
                  <a:pt x="2247" y="2699"/>
                </a:lnTo>
                <a:moveTo>
                  <a:pt x="2087" y="2699"/>
                </a:moveTo>
                <a:lnTo>
                  <a:pt x="1987" y="2699"/>
                </a:lnTo>
                <a:lnTo>
                  <a:pt x="1987" y="2679"/>
                </a:lnTo>
                <a:lnTo>
                  <a:pt x="2087" y="2679"/>
                </a:lnTo>
                <a:lnTo>
                  <a:pt x="2087" y="2699"/>
                </a:lnTo>
                <a:moveTo>
                  <a:pt x="1928" y="2699"/>
                </a:moveTo>
                <a:lnTo>
                  <a:pt x="1828" y="2699"/>
                </a:lnTo>
                <a:lnTo>
                  <a:pt x="1828" y="2679"/>
                </a:lnTo>
                <a:lnTo>
                  <a:pt x="1928" y="2679"/>
                </a:lnTo>
                <a:lnTo>
                  <a:pt x="1928" y="2699"/>
                </a:lnTo>
                <a:moveTo>
                  <a:pt x="1768" y="2699"/>
                </a:moveTo>
                <a:lnTo>
                  <a:pt x="1668" y="2699"/>
                </a:lnTo>
                <a:lnTo>
                  <a:pt x="1668" y="2679"/>
                </a:lnTo>
                <a:lnTo>
                  <a:pt x="1768" y="2679"/>
                </a:lnTo>
                <a:lnTo>
                  <a:pt x="1768" y="2699"/>
                </a:lnTo>
                <a:moveTo>
                  <a:pt x="1608" y="2699"/>
                </a:moveTo>
                <a:lnTo>
                  <a:pt x="1508" y="2699"/>
                </a:lnTo>
                <a:lnTo>
                  <a:pt x="1508" y="2679"/>
                </a:lnTo>
                <a:lnTo>
                  <a:pt x="1608" y="2679"/>
                </a:lnTo>
                <a:lnTo>
                  <a:pt x="1608" y="2699"/>
                </a:lnTo>
                <a:moveTo>
                  <a:pt x="1448" y="2699"/>
                </a:moveTo>
                <a:lnTo>
                  <a:pt x="1348" y="2699"/>
                </a:lnTo>
                <a:lnTo>
                  <a:pt x="1348" y="2679"/>
                </a:lnTo>
                <a:lnTo>
                  <a:pt x="1448" y="2679"/>
                </a:lnTo>
                <a:lnTo>
                  <a:pt x="1448" y="2699"/>
                </a:lnTo>
                <a:moveTo>
                  <a:pt x="1288" y="2699"/>
                </a:moveTo>
                <a:lnTo>
                  <a:pt x="1188" y="2699"/>
                </a:lnTo>
                <a:lnTo>
                  <a:pt x="1188" y="2679"/>
                </a:lnTo>
                <a:lnTo>
                  <a:pt x="1288" y="2679"/>
                </a:lnTo>
                <a:lnTo>
                  <a:pt x="1288" y="2699"/>
                </a:lnTo>
                <a:moveTo>
                  <a:pt x="1128" y="2699"/>
                </a:moveTo>
                <a:lnTo>
                  <a:pt x="1029" y="2699"/>
                </a:lnTo>
                <a:lnTo>
                  <a:pt x="1029" y="2679"/>
                </a:lnTo>
                <a:lnTo>
                  <a:pt x="1128" y="2679"/>
                </a:lnTo>
                <a:lnTo>
                  <a:pt x="1128" y="2699"/>
                </a:lnTo>
                <a:moveTo>
                  <a:pt x="969" y="2699"/>
                </a:moveTo>
                <a:lnTo>
                  <a:pt x="869" y="2699"/>
                </a:lnTo>
                <a:lnTo>
                  <a:pt x="869" y="2679"/>
                </a:lnTo>
                <a:lnTo>
                  <a:pt x="969" y="2679"/>
                </a:lnTo>
                <a:lnTo>
                  <a:pt x="969" y="2699"/>
                </a:lnTo>
                <a:moveTo>
                  <a:pt x="809" y="2699"/>
                </a:moveTo>
                <a:lnTo>
                  <a:pt x="709" y="2699"/>
                </a:lnTo>
                <a:lnTo>
                  <a:pt x="709" y="2679"/>
                </a:lnTo>
                <a:lnTo>
                  <a:pt x="809" y="2679"/>
                </a:lnTo>
                <a:lnTo>
                  <a:pt x="809" y="2699"/>
                </a:lnTo>
                <a:moveTo>
                  <a:pt x="649" y="2699"/>
                </a:moveTo>
                <a:lnTo>
                  <a:pt x="549" y="2699"/>
                </a:lnTo>
                <a:lnTo>
                  <a:pt x="549" y="2679"/>
                </a:lnTo>
                <a:lnTo>
                  <a:pt x="649" y="2679"/>
                </a:lnTo>
                <a:lnTo>
                  <a:pt x="649" y="2699"/>
                </a:lnTo>
                <a:moveTo>
                  <a:pt x="489" y="2699"/>
                </a:moveTo>
                <a:lnTo>
                  <a:pt x="389" y="2699"/>
                </a:lnTo>
                <a:lnTo>
                  <a:pt x="389" y="2679"/>
                </a:lnTo>
                <a:lnTo>
                  <a:pt x="489" y="2679"/>
                </a:lnTo>
                <a:lnTo>
                  <a:pt x="489" y="2699"/>
                </a:lnTo>
                <a:moveTo>
                  <a:pt x="329" y="2699"/>
                </a:moveTo>
                <a:lnTo>
                  <a:pt x="229" y="2699"/>
                </a:lnTo>
                <a:lnTo>
                  <a:pt x="229" y="2679"/>
                </a:lnTo>
                <a:lnTo>
                  <a:pt x="329" y="2679"/>
                </a:lnTo>
                <a:lnTo>
                  <a:pt x="329" y="2699"/>
                </a:lnTo>
                <a:moveTo>
                  <a:pt x="170" y="2699"/>
                </a:moveTo>
                <a:lnTo>
                  <a:pt x="70" y="2699"/>
                </a:lnTo>
                <a:lnTo>
                  <a:pt x="70" y="2679"/>
                </a:lnTo>
                <a:lnTo>
                  <a:pt x="170" y="2679"/>
                </a:lnTo>
                <a:lnTo>
                  <a:pt x="170" y="2699"/>
                </a:lnTo>
                <a:moveTo>
                  <a:pt x="0" y="2689"/>
                </a:moveTo>
                <a:lnTo>
                  <a:pt x="0" y="2589"/>
                </a:lnTo>
                <a:lnTo>
                  <a:pt x="20" y="2589"/>
                </a:lnTo>
                <a:lnTo>
                  <a:pt x="20" y="2689"/>
                </a:lnTo>
                <a:lnTo>
                  <a:pt x="0" y="2689"/>
                </a:lnTo>
                <a:moveTo>
                  <a:pt x="0" y="2529"/>
                </a:moveTo>
                <a:lnTo>
                  <a:pt x="0" y="2428"/>
                </a:lnTo>
                <a:lnTo>
                  <a:pt x="20" y="2428"/>
                </a:lnTo>
                <a:lnTo>
                  <a:pt x="20" y="2529"/>
                </a:lnTo>
                <a:lnTo>
                  <a:pt x="0" y="2529"/>
                </a:lnTo>
                <a:moveTo>
                  <a:pt x="0" y="2368"/>
                </a:moveTo>
                <a:lnTo>
                  <a:pt x="0" y="2268"/>
                </a:lnTo>
                <a:lnTo>
                  <a:pt x="20" y="2268"/>
                </a:lnTo>
                <a:lnTo>
                  <a:pt x="20" y="2368"/>
                </a:lnTo>
                <a:lnTo>
                  <a:pt x="0" y="2368"/>
                </a:lnTo>
                <a:moveTo>
                  <a:pt x="0" y="2209"/>
                </a:moveTo>
                <a:lnTo>
                  <a:pt x="0" y="2109"/>
                </a:lnTo>
                <a:lnTo>
                  <a:pt x="20" y="2109"/>
                </a:lnTo>
                <a:lnTo>
                  <a:pt x="20" y="2209"/>
                </a:lnTo>
                <a:lnTo>
                  <a:pt x="0" y="2209"/>
                </a:lnTo>
                <a:moveTo>
                  <a:pt x="0" y="2049"/>
                </a:moveTo>
                <a:lnTo>
                  <a:pt x="0" y="1949"/>
                </a:lnTo>
                <a:lnTo>
                  <a:pt x="20" y="1949"/>
                </a:lnTo>
                <a:lnTo>
                  <a:pt x="20" y="2049"/>
                </a:lnTo>
                <a:lnTo>
                  <a:pt x="0" y="2049"/>
                </a:lnTo>
                <a:moveTo>
                  <a:pt x="0" y="1889"/>
                </a:moveTo>
                <a:lnTo>
                  <a:pt x="0" y="1789"/>
                </a:lnTo>
                <a:lnTo>
                  <a:pt x="20" y="1789"/>
                </a:lnTo>
                <a:lnTo>
                  <a:pt x="20" y="1889"/>
                </a:lnTo>
                <a:lnTo>
                  <a:pt x="0" y="1889"/>
                </a:lnTo>
                <a:moveTo>
                  <a:pt x="0" y="1729"/>
                </a:moveTo>
                <a:lnTo>
                  <a:pt x="0" y="1629"/>
                </a:lnTo>
                <a:lnTo>
                  <a:pt x="20" y="1629"/>
                </a:lnTo>
                <a:lnTo>
                  <a:pt x="20" y="1729"/>
                </a:lnTo>
                <a:lnTo>
                  <a:pt x="0" y="1729"/>
                </a:lnTo>
                <a:moveTo>
                  <a:pt x="0" y="1569"/>
                </a:moveTo>
                <a:lnTo>
                  <a:pt x="0" y="1469"/>
                </a:lnTo>
                <a:lnTo>
                  <a:pt x="20" y="1469"/>
                </a:lnTo>
                <a:lnTo>
                  <a:pt x="20" y="1569"/>
                </a:lnTo>
                <a:lnTo>
                  <a:pt x="0" y="1569"/>
                </a:lnTo>
                <a:moveTo>
                  <a:pt x="0" y="1409"/>
                </a:moveTo>
                <a:lnTo>
                  <a:pt x="0" y="1309"/>
                </a:lnTo>
                <a:lnTo>
                  <a:pt x="20" y="1309"/>
                </a:lnTo>
                <a:lnTo>
                  <a:pt x="20" y="1409"/>
                </a:lnTo>
                <a:lnTo>
                  <a:pt x="0" y="1409"/>
                </a:lnTo>
                <a:moveTo>
                  <a:pt x="0" y="1249"/>
                </a:moveTo>
                <a:lnTo>
                  <a:pt x="0" y="1149"/>
                </a:lnTo>
                <a:lnTo>
                  <a:pt x="20" y="1149"/>
                </a:lnTo>
                <a:lnTo>
                  <a:pt x="20" y="1249"/>
                </a:lnTo>
                <a:lnTo>
                  <a:pt x="0" y="1249"/>
                </a:lnTo>
                <a:moveTo>
                  <a:pt x="0" y="1089"/>
                </a:moveTo>
                <a:lnTo>
                  <a:pt x="0" y="989"/>
                </a:lnTo>
                <a:lnTo>
                  <a:pt x="20" y="989"/>
                </a:lnTo>
                <a:lnTo>
                  <a:pt x="20" y="1089"/>
                </a:lnTo>
                <a:lnTo>
                  <a:pt x="0" y="1089"/>
                </a:lnTo>
                <a:moveTo>
                  <a:pt x="0" y="929"/>
                </a:moveTo>
                <a:lnTo>
                  <a:pt x="0" y="829"/>
                </a:lnTo>
                <a:lnTo>
                  <a:pt x="20" y="829"/>
                </a:lnTo>
                <a:lnTo>
                  <a:pt x="20" y="929"/>
                </a:lnTo>
                <a:lnTo>
                  <a:pt x="0" y="929"/>
                </a:lnTo>
                <a:moveTo>
                  <a:pt x="0" y="769"/>
                </a:moveTo>
                <a:lnTo>
                  <a:pt x="0" y="670"/>
                </a:lnTo>
                <a:lnTo>
                  <a:pt x="20" y="670"/>
                </a:lnTo>
                <a:lnTo>
                  <a:pt x="20" y="769"/>
                </a:lnTo>
                <a:lnTo>
                  <a:pt x="0" y="769"/>
                </a:lnTo>
                <a:moveTo>
                  <a:pt x="0" y="610"/>
                </a:moveTo>
                <a:lnTo>
                  <a:pt x="0" y="510"/>
                </a:lnTo>
                <a:lnTo>
                  <a:pt x="20" y="510"/>
                </a:lnTo>
                <a:lnTo>
                  <a:pt x="20" y="610"/>
                </a:lnTo>
                <a:lnTo>
                  <a:pt x="0" y="610"/>
                </a:lnTo>
                <a:moveTo>
                  <a:pt x="0" y="450"/>
                </a:moveTo>
                <a:lnTo>
                  <a:pt x="0" y="350"/>
                </a:lnTo>
                <a:lnTo>
                  <a:pt x="20" y="350"/>
                </a:lnTo>
                <a:lnTo>
                  <a:pt x="20" y="450"/>
                </a:lnTo>
                <a:lnTo>
                  <a:pt x="0" y="450"/>
                </a:lnTo>
                <a:moveTo>
                  <a:pt x="0" y="290"/>
                </a:moveTo>
                <a:lnTo>
                  <a:pt x="0" y="190"/>
                </a:lnTo>
                <a:lnTo>
                  <a:pt x="20" y="190"/>
                </a:lnTo>
                <a:lnTo>
                  <a:pt x="20" y="290"/>
                </a:lnTo>
                <a:lnTo>
                  <a:pt x="0" y="290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8151480" y="161424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8151480" y="163944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2678760" y="1217520"/>
            <a:ext cx="1532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1312200" y="160632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1340640" y="1981080"/>
            <a:ext cx="6883200" cy="468000"/>
          </a:xfrm>
          <a:custGeom>
            <a:avLst/>
            <a:gdLst/>
            <a:ahLst/>
            <a:rect l="0" t="0" r="r" b="b"/>
            <a:pathLst>
              <a:path w="19120" h="1300">
                <a:moveTo>
                  <a:pt x="0" y="0"/>
                </a:moveTo>
                <a:lnTo>
                  <a:pt x="19120" y="0"/>
                </a:lnTo>
                <a:lnTo>
                  <a:pt x="19120" y="1300"/>
                </a:lnTo>
                <a:lnTo>
                  <a:pt x="0" y="13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1337040" y="1977480"/>
            <a:ext cx="6890400" cy="475200"/>
          </a:xfrm>
          <a:custGeom>
            <a:avLst/>
            <a:gdLst/>
            <a:ahLst/>
            <a:rect l="0" t="0" r="r" b="b"/>
            <a:pathLst>
              <a:path w="19140" h="132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7" y="0"/>
                </a:lnTo>
                <a:lnTo>
                  <a:pt x="2667" y="20"/>
                </a:lnTo>
                <a:lnTo>
                  <a:pt x="2568" y="20"/>
                </a:lnTo>
                <a:lnTo>
                  <a:pt x="2568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7" y="0"/>
                </a:moveTo>
                <a:lnTo>
                  <a:pt x="2987" y="0"/>
                </a:lnTo>
                <a:lnTo>
                  <a:pt x="2987" y="20"/>
                </a:lnTo>
                <a:lnTo>
                  <a:pt x="2887" y="20"/>
                </a:lnTo>
                <a:lnTo>
                  <a:pt x="2887" y="0"/>
                </a:lnTo>
                <a:moveTo>
                  <a:pt x="3047" y="0"/>
                </a:moveTo>
                <a:lnTo>
                  <a:pt x="3147" y="0"/>
                </a:lnTo>
                <a:lnTo>
                  <a:pt x="3147" y="20"/>
                </a:lnTo>
                <a:lnTo>
                  <a:pt x="3047" y="20"/>
                </a:lnTo>
                <a:lnTo>
                  <a:pt x="3047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6" y="0"/>
                </a:lnTo>
                <a:lnTo>
                  <a:pt x="3786" y="20"/>
                </a:lnTo>
                <a:lnTo>
                  <a:pt x="3686" y="20"/>
                </a:lnTo>
                <a:lnTo>
                  <a:pt x="3686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5" y="0"/>
                </a:lnTo>
                <a:lnTo>
                  <a:pt x="4425" y="20"/>
                </a:lnTo>
                <a:lnTo>
                  <a:pt x="4326" y="20"/>
                </a:lnTo>
                <a:lnTo>
                  <a:pt x="4326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5" y="0"/>
                </a:lnTo>
                <a:lnTo>
                  <a:pt x="4745" y="20"/>
                </a:lnTo>
                <a:lnTo>
                  <a:pt x="4645" y="20"/>
                </a:lnTo>
                <a:lnTo>
                  <a:pt x="4645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5" y="0"/>
                </a:lnTo>
                <a:lnTo>
                  <a:pt x="5865" y="20"/>
                </a:lnTo>
                <a:lnTo>
                  <a:pt x="5764" y="20"/>
                </a:lnTo>
                <a:lnTo>
                  <a:pt x="5764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7" y="0"/>
                </a:moveTo>
                <a:lnTo>
                  <a:pt x="12897" y="0"/>
                </a:lnTo>
                <a:lnTo>
                  <a:pt x="12897" y="20"/>
                </a:lnTo>
                <a:lnTo>
                  <a:pt x="12797" y="20"/>
                </a:lnTo>
                <a:lnTo>
                  <a:pt x="12797" y="0"/>
                </a:lnTo>
                <a:moveTo>
                  <a:pt x="12957" y="0"/>
                </a:moveTo>
                <a:lnTo>
                  <a:pt x="13057" y="0"/>
                </a:lnTo>
                <a:lnTo>
                  <a:pt x="13057" y="20"/>
                </a:lnTo>
                <a:lnTo>
                  <a:pt x="12957" y="20"/>
                </a:lnTo>
                <a:lnTo>
                  <a:pt x="12957" y="0"/>
                </a:lnTo>
                <a:moveTo>
                  <a:pt x="13117" y="0"/>
                </a:moveTo>
                <a:lnTo>
                  <a:pt x="13217" y="0"/>
                </a:lnTo>
                <a:lnTo>
                  <a:pt x="13217" y="20"/>
                </a:lnTo>
                <a:lnTo>
                  <a:pt x="13117" y="20"/>
                </a:lnTo>
                <a:lnTo>
                  <a:pt x="13117" y="0"/>
                </a:lnTo>
                <a:moveTo>
                  <a:pt x="13277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7" y="20"/>
                </a:lnTo>
                <a:lnTo>
                  <a:pt x="13277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6" y="0"/>
                </a:lnTo>
                <a:lnTo>
                  <a:pt x="13696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6" y="0"/>
                </a:moveTo>
                <a:lnTo>
                  <a:pt x="13856" y="0"/>
                </a:lnTo>
                <a:lnTo>
                  <a:pt x="13856" y="20"/>
                </a:lnTo>
                <a:lnTo>
                  <a:pt x="13756" y="20"/>
                </a:lnTo>
                <a:lnTo>
                  <a:pt x="13756" y="0"/>
                </a:lnTo>
                <a:moveTo>
                  <a:pt x="13916" y="0"/>
                </a:moveTo>
                <a:lnTo>
                  <a:pt x="14016" y="0"/>
                </a:lnTo>
                <a:lnTo>
                  <a:pt x="14016" y="20"/>
                </a:lnTo>
                <a:lnTo>
                  <a:pt x="13916" y="20"/>
                </a:lnTo>
                <a:lnTo>
                  <a:pt x="13916" y="0"/>
                </a:lnTo>
                <a:moveTo>
                  <a:pt x="14076" y="0"/>
                </a:moveTo>
                <a:lnTo>
                  <a:pt x="14176" y="0"/>
                </a:lnTo>
                <a:lnTo>
                  <a:pt x="14176" y="20"/>
                </a:lnTo>
                <a:lnTo>
                  <a:pt x="14076" y="20"/>
                </a:lnTo>
                <a:lnTo>
                  <a:pt x="14076" y="0"/>
                </a:lnTo>
                <a:moveTo>
                  <a:pt x="14236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6" y="20"/>
                </a:lnTo>
                <a:lnTo>
                  <a:pt x="14236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5" y="0"/>
                </a:moveTo>
                <a:lnTo>
                  <a:pt x="14655" y="0"/>
                </a:lnTo>
                <a:lnTo>
                  <a:pt x="14655" y="20"/>
                </a:lnTo>
                <a:lnTo>
                  <a:pt x="14555" y="20"/>
                </a:lnTo>
                <a:lnTo>
                  <a:pt x="14555" y="0"/>
                </a:lnTo>
                <a:moveTo>
                  <a:pt x="14715" y="0"/>
                </a:moveTo>
                <a:lnTo>
                  <a:pt x="14815" y="0"/>
                </a:lnTo>
                <a:lnTo>
                  <a:pt x="14815" y="20"/>
                </a:lnTo>
                <a:lnTo>
                  <a:pt x="14715" y="20"/>
                </a:lnTo>
                <a:lnTo>
                  <a:pt x="14715" y="0"/>
                </a:lnTo>
                <a:moveTo>
                  <a:pt x="14875" y="0"/>
                </a:moveTo>
                <a:lnTo>
                  <a:pt x="14975" y="0"/>
                </a:lnTo>
                <a:lnTo>
                  <a:pt x="14975" y="20"/>
                </a:lnTo>
                <a:lnTo>
                  <a:pt x="14875" y="20"/>
                </a:lnTo>
                <a:lnTo>
                  <a:pt x="14875" y="0"/>
                </a:lnTo>
                <a:moveTo>
                  <a:pt x="15035" y="0"/>
                </a:moveTo>
                <a:lnTo>
                  <a:pt x="15135" y="0"/>
                </a:lnTo>
                <a:lnTo>
                  <a:pt x="15135" y="20"/>
                </a:lnTo>
                <a:lnTo>
                  <a:pt x="15035" y="20"/>
                </a:lnTo>
                <a:lnTo>
                  <a:pt x="15035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4" y="0"/>
                </a:lnTo>
                <a:lnTo>
                  <a:pt x="15454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4" y="0"/>
                </a:moveTo>
                <a:lnTo>
                  <a:pt x="15614" y="0"/>
                </a:lnTo>
                <a:lnTo>
                  <a:pt x="15614" y="20"/>
                </a:lnTo>
                <a:lnTo>
                  <a:pt x="15514" y="20"/>
                </a:lnTo>
                <a:lnTo>
                  <a:pt x="15514" y="0"/>
                </a:lnTo>
                <a:moveTo>
                  <a:pt x="15674" y="0"/>
                </a:moveTo>
                <a:lnTo>
                  <a:pt x="15774" y="0"/>
                </a:lnTo>
                <a:lnTo>
                  <a:pt x="15774" y="20"/>
                </a:lnTo>
                <a:lnTo>
                  <a:pt x="15674" y="20"/>
                </a:lnTo>
                <a:lnTo>
                  <a:pt x="15674" y="0"/>
                </a:lnTo>
                <a:moveTo>
                  <a:pt x="15834" y="0"/>
                </a:moveTo>
                <a:lnTo>
                  <a:pt x="15934" y="0"/>
                </a:lnTo>
                <a:lnTo>
                  <a:pt x="15934" y="20"/>
                </a:lnTo>
                <a:lnTo>
                  <a:pt x="15834" y="20"/>
                </a:lnTo>
                <a:lnTo>
                  <a:pt x="15834" y="0"/>
                </a:lnTo>
                <a:moveTo>
                  <a:pt x="15994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4" y="20"/>
                </a:lnTo>
                <a:lnTo>
                  <a:pt x="15994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3" y="0"/>
                </a:lnTo>
                <a:lnTo>
                  <a:pt x="16413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3" y="0"/>
                </a:moveTo>
                <a:lnTo>
                  <a:pt x="16573" y="0"/>
                </a:lnTo>
                <a:lnTo>
                  <a:pt x="16573" y="20"/>
                </a:lnTo>
                <a:lnTo>
                  <a:pt x="16473" y="20"/>
                </a:lnTo>
                <a:lnTo>
                  <a:pt x="16473" y="0"/>
                </a:lnTo>
                <a:moveTo>
                  <a:pt x="16633" y="0"/>
                </a:moveTo>
                <a:lnTo>
                  <a:pt x="16733" y="0"/>
                </a:lnTo>
                <a:lnTo>
                  <a:pt x="16733" y="20"/>
                </a:lnTo>
                <a:lnTo>
                  <a:pt x="16633" y="20"/>
                </a:lnTo>
                <a:lnTo>
                  <a:pt x="16633" y="0"/>
                </a:lnTo>
                <a:moveTo>
                  <a:pt x="16793" y="0"/>
                </a:moveTo>
                <a:lnTo>
                  <a:pt x="16893" y="0"/>
                </a:lnTo>
                <a:lnTo>
                  <a:pt x="16893" y="20"/>
                </a:lnTo>
                <a:lnTo>
                  <a:pt x="16793" y="20"/>
                </a:lnTo>
                <a:lnTo>
                  <a:pt x="16793" y="0"/>
                </a:lnTo>
                <a:moveTo>
                  <a:pt x="16953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3" y="20"/>
                </a:lnTo>
                <a:lnTo>
                  <a:pt x="16953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2" y="0"/>
                </a:moveTo>
                <a:lnTo>
                  <a:pt x="17372" y="0"/>
                </a:lnTo>
                <a:lnTo>
                  <a:pt x="17372" y="20"/>
                </a:lnTo>
                <a:lnTo>
                  <a:pt x="17272" y="20"/>
                </a:lnTo>
                <a:lnTo>
                  <a:pt x="17272" y="0"/>
                </a:lnTo>
                <a:moveTo>
                  <a:pt x="17432" y="0"/>
                </a:moveTo>
                <a:lnTo>
                  <a:pt x="17532" y="0"/>
                </a:lnTo>
                <a:lnTo>
                  <a:pt x="17532" y="20"/>
                </a:lnTo>
                <a:lnTo>
                  <a:pt x="17432" y="20"/>
                </a:lnTo>
                <a:lnTo>
                  <a:pt x="17432" y="0"/>
                </a:lnTo>
                <a:moveTo>
                  <a:pt x="17592" y="0"/>
                </a:moveTo>
                <a:lnTo>
                  <a:pt x="17692" y="0"/>
                </a:lnTo>
                <a:lnTo>
                  <a:pt x="17692" y="20"/>
                </a:lnTo>
                <a:lnTo>
                  <a:pt x="17592" y="20"/>
                </a:lnTo>
                <a:lnTo>
                  <a:pt x="17592" y="0"/>
                </a:lnTo>
                <a:moveTo>
                  <a:pt x="17752" y="0"/>
                </a:moveTo>
                <a:lnTo>
                  <a:pt x="17852" y="0"/>
                </a:lnTo>
                <a:lnTo>
                  <a:pt x="17852" y="20"/>
                </a:lnTo>
                <a:lnTo>
                  <a:pt x="17752" y="20"/>
                </a:lnTo>
                <a:lnTo>
                  <a:pt x="17752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1" y="0"/>
                </a:lnTo>
                <a:lnTo>
                  <a:pt x="18171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1" y="0"/>
                </a:moveTo>
                <a:lnTo>
                  <a:pt x="18331" y="0"/>
                </a:lnTo>
                <a:lnTo>
                  <a:pt x="18331" y="20"/>
                </a:lnTo>
                <a:lnTo>
                  <a:pt x="18231" y="20"/>
                </a:lnTo>
                <a:lnTo>
                  <a:pt x="18231" y="0"/>
                </a:lnTo>
                <a:moveTo>
                  <a:pt x="18391" y="0"/>
                </a:moveTo>
                <a:lnTo>
                  <a:pt x="18491" y="0"/>
                </a:lnTo>
                <a:lnTo>
                  <a:pt x="18491" y="20"/>
                </a:lnTo>
                <a:lnTo>
                  <a:pt x="18391" y="20"/>
                </a:lnTo>
                <a:lnTo>
                  <a:pt x="18391" y="0"/>
                </a:lnTo>
                <a:moveTo>
                  <a:pt x="18551" y="0"/>
                </a:moveTo>
                <a:lnTo>
                  <a:pt x="18651" y="0"/>
                </a:lnTo>
                <a:lnTo>
                  <a:pt x="18651" y="20"/>
                </a:lnTo>
                <a:lnTo>
                  <a:pt x="18551" y="20"/>
                </a:lnTo>
                <a:lnTo>
                  <a:pt x="18551" y="0"/>
                </a:lnTo>
                <a:moveTo>
                  <a:pt x="18711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1" y="20"/>
                </a:lnTo>
                <a:lnTo>
                  <a:pt x="18711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30" y="0"/>
                </a:lnTo>
                <a:lnTo>
                  <a:pt x="19130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40" y="70"/>
                </a:moveTo>
                <a:lnTo>
                  <a:pt x="19140" y="170"/>
                </a:lnTo>
                <a:lnTo>
                  <a:pt x="19120" y="170"/>
                </a:lnTo>
                <a:lnTo>
                  <a:pt x="19120" y="70"/>
                </a:lnTo>
                <a:lnTo>
                  <a:pt x="19140" y="70"/>
                </a:lnTo>
                <a:moveTo>
                  <a:pt x="19140" y="230"/>
                </a:moveTo>
                <a:lnTo>
                  <a:pt x="19140" y="330"/>
                </a:lnTo>
                <a:lnTo>
                  <a:pt x="19120" y="330"/>
                </a:lnTo>
                <a:lnTo>
                  <a:pt x="19120" y="230"/>
                </a:lnTo>
                <a:lnTo>
                  <a:pt x="19140" y="230"/>
                </a:lnTo>
                <a:moveTo>
                  <a:pt x="19140" y="390"/>
                </a:moveTo>
                <a:lnTo>
                  <a:pt x="19140" y="491"/>
                </a:lnTo>
                <a:lnTo>
                  <a:pt x="19120" y="491"/>
                </a:lnTo>
                <a:lnTo>
                  <a:pt x="19120" y="390"/>
                </a:lnTo>
                <a:lnTo>
                  <a:pt x="19140" y="390"/>
                </a:lnTo>
                <a:moveTo>
                  <a:pt x="19140" y="551"/>
                </a:moveTo>
                <a:lnTo>
                  <a:pt x="19140" y="651"/>
                </a:lnTo>
                <a:lnTo>
                  <a:pt x="19120" y="651"/>
                </a:lnTo>
                <a:lnTo>
                  <a:pt x="19120" y="551"/>
                </a:lnTo>
                <a:lnTo>
                  <a:pt x="19140" y="551"/>
                </a:lnTo>
                <a:moveTo>
                  <a:pt x="19140" y="711"/>
                </a:moveTo>
                <a:lnTo>
                  <a:pt x="19140" y="811"/>
                </a:lnTo>
                <a:lnTo>
                  <a:pt x="19120" y="811"/>
                </a:lnTo>
                <a:lnTo>
                  <a:pt x="19120" y="711"/>
                </a:lnTo>
                <a:lnTo>
                  <a:pt x="19140" y="711"/>
                </a:lnTo>
                <a:moveTo>
                  <a:pt x="19140" y="871"/>
                </a:moveTo>
                <a:lnTo>
                  <a:pt x="19140" y="971"/>
                </a:lnTo>
                <a:lnTo>
                  <a:pt x="19120" y="971"/>
                </a:lnTo>
                <a:lnTo>
                  <a:pt x="19120" y="871"/>
                </a:lnTo>
                <a:lnTo>
                  <a:pt x="19140" y="871"/>
                </a:lnTo>
                <a:moveTo>
                  <a:pt x="19140" y="1031"/>
                </a:moveTo>
                <a:lnTo>
                  <a:pt x="19140" y="1130"/>
                </a:lnTo>
                <a:lnTo>
                  <a:pt x="19120" y="1130"/>
                </a:lnTo>
                <a:lnTo>
                  <a:pt x="19120" y="1031"/>
                </a:lnTo>
                <a:lnTo>
                  <a:pt x="19140" y="1031"/>
                </a:lnTo>
                <a:moveTo>
                  <a:pt x="19140" y="1190"/>
                </a:moveTo>
                <a:lnTo>
                  <a:pt x="19140" y="1290"/>
                </a:lnTo>
                <a:lnTo>
                  <a:pt x="19120" y="1290"/>
                </a:lnTo>
                <a:lnTo>
                  <a:pt x="19120" y="1190"/>
                </a:lnTo>
                <a:lnTo>
                  <a:pt x="19140" y="1190"/>
                </a:lnTo>
                <a:moveTo>
                  <a:pt x="19090" y="1320"/>
                </a:moveTo>
                <a:lnTo>
                  <a:pt x="18990" y="1320"/>
                </a:lnTo>
                <a:lnTo>
                  <a:pt x="18990" y="1300"/>
                </a:lnTo>
                <a:lnTo>
                  <a:pt x="19090" y="1300"/>
                </a:lnTo>
                <a:lnTo>
                  <a:pt x="19090" y="1320"/>
                </a:lnTo>
                <a:moveTo>
                  <a:pt x="18930" y="1320"/>
                </a:moveTo>
                <a:lnTo>
                  <a:pt x="18830" y="1320"/>
                </a:lnTo>
                <a:lnTo>
                  <a:pt x="18830" y="1300"/>
                </a:lnTo>
                <a:lnTo>
                  <a:pt x="18930" y="1300"/>
                </a:lnTo>
                <a:lnTo>
                  <a:pt x="18930" y="1320"/>
                </a:lnTo>
                <a:moveTo>
                  <a:pt x="18770" y="1320"/>
                </a:moveTo>
                <a:lnTo>
                  <a:pt x="18671" y="1320"/>
                </a:lnTo>
                <a:lnTo>
                  <a:pt x="18671" y="1300"/>
                </a:lnTo>
                <a:lnTo>
                  <a:pt x="18770" y="1300"/>
                </a:lnTo>
                <a:lnTo>
                  <a:pt x="18770" y="1320"/>
                </a:lnTo>
                <a:moveTo>
                  <a:pt x="18611" y="1320"/>
                </a:moveTo>
                <a:lnTo>
                  <a:pt x="18511" y="1320"/>
                </a:lnTo>
                <a:lnTo>
                  <a:pt x="18511" y="1300"/>
                </a:lnTo>
                <a:lnTo>
                  <a:pt x="18611" y="1300"/>
                </a:lnTo>
                <a:lnTo>
                  <a:pt x="18611" y="1320"/>
                </a:lnTo>
                <a:moveTo>
                  <a:pt x="18451" y="1320"/>
                </a:moveTo>
                <a:lnTo>
                  <a:pt x="18351" y="1320"/>
                </a:lnTo>
                <a:lnTo>
                  <a:pt x="18351" y="1300"/>
                </a:lnTo>
                <a:lnTo>
                  <a:pt x="18451" y="1300"/>
                </a:lnTo>
                <a:lnTo>
                  <a:pt x="18451" y="1320"/>
                </a:lnTo>
                <a:moveTo>
                  <a:pt x="18291" y="1320"/>
                </a:moveTo>
                <a:lnTo>
                  <a:pt x="18191" y="1320"/>
                </a:lnTo>
                <a:lnTo>
                  <a:pt x="18191" y="1300"/>
                </a:lnTo>
                <a:lnTo>
                  <a:pt x="18291" y="1300"/>
                </a:lnTo>
                <a:lnTo>
                  <a:pt x="18291" y="1320"/>
                </a:lnTo>
                <a:moveTo>
                  <a:pt x="18131" y="1320"/>
                </a:moveTo>
                <a:lnTo>
                  <a:pt x="18031" y="1320"/>
                </a:lnTo>
                <a:lnTo>
                  <a:pt x="18031" y="1300"/>
                </a:lnTo>
                <a:lnTo>
                  <a:pt x="18131" y="1300"/>
                </a:lnTo>
                <a:lnTo>
                  <a:pt x="18131" y="1320"/>
                </a:lnTo>
                <a:moveTo>
                  <a:pt x="17971" y="1320"/>
                </a:moveTo>
                <a:lnTo>
                  <a:pt x="17871" y="1320"/>
                </a:lnTo>
                <a:lnTo>
                  <a:pt x="17871" y="1300"/>
                </a:lnTo>
                <a:lnTo>
                  <a:pt x="17971" y="1300"/>
                </a:lnTo>
                <a:lnTo>
                  <a:pt x="17971" y="1320"/>
                </a:lnTo>
                <a:moveTo>
                  <a:pt x="17812" y="1320"/>
                </a:moveTo>
                <a:lnTo>
                  <a:pt x="17712" y="1320"/>
                </a:lnTo>
                <a:lnTo>
                  <a:pt x="17712" y="1300"/>
                </a:lnTo>
                <a:lnTo>
                  <a:pt x="17812" y="1300"/>
                </a:lnTo>
                <a:lnTo>
                  <a:pt x="17812" y="1320"/>
                </a:lnTo>
                <a:moveTo>
                  <a:pt x="17652" y="1320"/>
                </a:moveTo>
                <a:lnTo>
                  <a:pt x="17552" y="1320"/>
                </a:lnTo>
                <a:lnTo>
                  <a:pt x="17552" y="1300"/>
                </a:lnTo>
                <a:lnTo>
                  <a:pt x="17652" y="1300"/>
                </a:lnTo>
                <a:lnTo>
                  <a:pt x="17652" y="1320"/>
                </a:lnTo>
                <a:moveTo>
                  <a:pt x="17492" y="1320"/>
                </a:moveTo>
                <a:lnTo>
                  <a:pt x="17392" y="1320"/>
                </a:lnTo>
                <a:lnTo>
                  <a:pt x="17392" y="1300"/>
                </a:lnTo>
                <a:lnTo>
                  <a:pt x="17492" y="1300"/>
                </a:lnTo>
                <a:lnTo>
                  <a:pt x="17492" y="1320"/>
                </a:lnTo>
                <a:moveTo>
                  <a:pt x="17332" y="1320"/>
                </a:moveTo>
                <a:lnTo>
                  <a:pt x="17232" y="1320"/>
                </a:lnTo>
                <a:lnTo>
                  <a:pt x="17232" y="1300"/>
                </a:lnTo>
                <a:lnTo>
                  <a:pt x="17332" y="1300"/>
                </a:lnTo>
                <a:lnTo>
                  <a:pt x="17332" y="1320"/>
                </a:lnTo>
                <a:moveTo>
                  <a:pt x="17172" y="1320"/>
                </a:moveTo>
                <a:lnTo>
                  <a:pt x="17072" y="1320"/>
                </a:lnTo>
                <a:lnTo>
                  <a:pt x="17072" y="1300"/>
                </a:lnTo>
                <a:lnTo>
                  <a:pt x="17172" y="1300"/>
                </a:lnTo>
                <a:lnTo>
                  <a:pt x="17172" y="1320"/>
                </a:lnTo>
                <a:moveTo>
                  <a:pt x="17012" y="1320"/>
                </a:moveTo>
                <a:lnTo>
                  <a:pt x="16913" y="1320"/>
                </a:lnTo>
                <a:lnTo>
                  <a:pt x="16913" y="1300"/>
                </a:lnTo>
                <a:lnTo>
                  <a:pt x="17012" y="1300"/>
                </a:lnTo>
                <a:lnTo>
                  <a:pt x="17012" y="1320"/>
                </a:lnTo>
                <a:moveTo>
                  <a:pt x="16853" y="1320"/>
                </a:moveTo>
                <a:lnTo>
                  <a:pt x="16753" y="1320"/>
                </a:lnTo>
                <a:lnTo>
                  <a:pt x="16753" y="1300"/>
                </a:lnTo>
                <a:lnTo>
                  <a:pt x="16853" y="1300"/>
                </a:lnTo>
                <a:lnTo>
                  <a:pt x="16853" y="1320"/>
                </a:lnTo>
                <a:moveTo>
                  <a:pt x="16693" y="1320"/>
                </a:moveTo>
                <a:lnTo>
                  <a:pt x="16593" y="1320"/>
                </a:lnTo>
                <a:lnTo>
                  <a:pt x="16593" y="1300"/>
                </a:lnTo>
                <a:lnTo>
                  <a:pt x="16693" y="1300"/>
                </a:lnTo>
                <a:lnTo>
                  <a:pt x="16693" y="1320"/>
                </a:lnTo>
                <a:moveTo>
                  <a:pt x="16533" y="1320"/>
                </a:moveTo>
                <a:lnTo>
                  <a:pt x="16433" y="1320"/>
                </a:lnTo>
                <a:lnTo>
                  <a:pt x="16433" y="1300"/>
                </a:lnTo>
                <a:lnTo>
                  <a:pt x="16533" y="1300"/>
                </a:lnTo>
                <a:lnTo>
                  <a:pt x="16533" y="1320"/>
                </a:lnTo>
                <a:moveTo>
                  <a:pt x="16373" y="1320"/>
                </a:moveTo>
                <a:lnTo>
                  <a:pt x="16273" y="1320"/>
                </a:lnTo>
                <a:lnTo>
                  <a:pt x="16273" y="1300"/>
                </a:lnTo>
                <a:lnTo>
                  <a:pt x="16373" y="1300"/>
                </a:lnTo>
                <a:lnTo>
                  <a:pt x="16373" y="1320"/>
                </a:lnTo>
                <a:moveTo>
                  <a:pt x="16213" y="1320"/>
                </a:moveTo>
                <a:lnTo>
                  <a:pt x="16113" y="1320"/>
                </a:lnTo>
                <a:lnTo>
                  <a:pt x="16113" y="1300"/>
                </a:lnTo>
                <a:lnTo>
                  <a:pt x="16213" y="1300"/>
                </a:lnTo>
                <a:lnTo>
                  <a:pt x="16213" y="1320"/>
                </a:lnTo>
                <a:moveTo>
                  <a:pt x="16054" y="1320"/>
                </a:moveTo>
                <a:lnTo>
                  <a:pt x="15954" y="1320"/>
                </a:lnTo>
                <a:lnTo>
                  <a:pt x="15954" y="1300"/>
                </a:lnTo>
                <a:lnTo>
                  <a:pt x="16054" y="1300"/>
                </a:lnTo>
                <a:lnTo>
                  <a:pt x="16054" y="1320"/>
                </a:lnTo>
                <a:moveTo>
                  <a:pt x="15894" y="1320"/>
                </a:moveTo>
                <a:lnTo>
                  <a:pt x="15794" y="1320"/>
                </a:lnTo>
                <a:lnTo>
                  <a:pt x="15794" y="1300"/>
                </a:lnTo>
                <a:lnTo>
                  <a:pt x="15894" y="1300"/>
                </a:lnTo>
                <a:lnTo>
                  <a:pt x="15894" y="1320"/>
                </a:lnTo>
                <a:moveTo>
                  <a:pt x="15734" y="1320"/>
                </a:moveTo>
                <a:lnTo>
                  <a:pt x="15634" y="1320"/>
                </a:lnTo>
                <a:lnTo>
                  <a:pt x="15634" y="1300"/>
                </a:lnTo>
                <a:lnTo>
                  <a:pt x="15734" y="1300"/>
                </a:lnTo>
                <a:lnTo>
                  <a:pt x="15734" y="1320"/>
                </a:lnTo>
                <a:moveTo>
                  <a:pt x="15574" y="1320"/>
                </a:moveTo>
                <a:lnTo>
                  <a:pt x="15474" y="1320"/>
                </a:lnTo>
                <a:lnTo>
                  <a:pt x="15474" y="1300"/>
                </a:lnTo>
                <a:lnTo>
                  <a:pt x="15574" y="1300"/>
                </a:lnTo>
                <a:lnTo>
                  <a:pt x="15574" y="1320"/>
                </a:lnTo>
                <a:moveTo>
                  <a:pt x="15414" y="1320"/>
                </a:moveTo>
                <a:lnTo>
                  <a:pt x="15314" y="1320"/>
                </a:lnTo>
                <a:lnTo>
                  <a:pt x="15314" y="1300"/>
                </a:lnTo>
                <a:lnTo>
                  <a:pt x="15414" y="1300"/>
                </a:lnTo>
                <a:lnTo>
                  <a:pt x="15414" y="1320"/>
                </a:lnTo>
                <a:moveTo>
                  <a:pt x="15254" y="1320"/>
                </a:moveTo>
                <a:lnTo>
                  <a:pt x="15155" y="1320"/>
                </a:lnTo>
                <a:lnTo>
                  <a:pt x="15155" y="1300"/>
                </a:lnTo>
                <a:lnTo>
                  <a:pt x="15254" y="1300"/>
                </a:lnTo>
                <a:lnTo>
                  <a:pt x="15254" y="1320"/>
                </a:lnTo>
                <a:moveTo>
                  <a:pt x="15095" y="1320"/>
                </a:moveTo>
                <a:lnTo>
                  <a:pt x="14995" y="1320"/>
                </a:lnTo>
                <a:lnTo>
                  <a:pt x="14995" y="1300"/>
                </a:lnTo>
                <a:lnTo>
                  <a:pt x="15095" y="1300"/>
                </a:lnTo>
                <a:lnTo>
                  <a:pt x="15095" y="1320"/>
                </a:lnTo>
                <a:moveTo>
                  <a:pt x="14935" y="1320"/>
                </a:moveTo>
                <a:lnTo>
                  <a:pt x="14835" y="1320"/>
                </a:lnTo>
                <a:lnTo>
                  <a:pt x="14835" y="1300"/>
                </a:lnTo>
                <a:lnTo>
                  <a:pt x="14935" y="1300"/>
                </a:lnTo>
                <a:lnTo>
                  <a:pt x="14935" y="1320"/>
                </a:lnTo>
                <a:moveTo>
                  <a:pt x="14775" y="1320"/>
                </a:moveTo>
                <a:lnTo>
                  <a:pt x="14675" y="1320"/>
                </a:lnTo>
                <a:lnTo>
                  <a:pt x="14675" y="1300"/>
                </a:lnTo>
                <a:lnTo>
                  <a:pt x="14775" y="1300"/>
                </a:lnTo>
                <a:lnTo>
                  <a:pt x="14775" y="1320"/>
                </a:lnTo>
                <a:moveTo>
                  <a:pt x="14615" y="1320"/>
                </a:moveTo>
                <a:lnTo>
                  <a:pt x="14515" y="1320"/>
                </a:lnTo>
                <a:lnTo>
                  <a:pt x="14515" y="1300"/>
                </a:lnTo>
                <a:lnTo>
                  <a:pt x="14615" y="1300"/>
                </a:lnTo>
                <a:lnTo>
                  <a:pt x="14615" y="1320"/>
                </a:lnTo>
                <a:moveTo>
                  <a:pt x="14455" y="1320"/>
                </a:moveTo>
                <a:lnTo>
                  <a:pt x="14355" y="1320"/>
                </a:lnTo>
                <a:lnTo>
                  <a:pt x="14355" y="1300"/>
                </a:lnTo>
                <a:lnTo>
                  <a:pt x="14455" y="1300"/>
                </a:lnTo>
                <a:lnTo>
                  <a:pt x="14455" y="1320"/>
                </a:lnTo>
                <a:moveTo>
                  <a:pt x="14295" y="1320"/>
                </a:moveTo>
                <a:lnTo>
                  <a:pt x="14196" y="1320"/>
                </a:lnTo>
                <a:lnTo>
                  <a:pt x="14196" y="1300"/>
                </a:lnTo>
                <a:lnTo>
                  <a:pt x="14295" y="1300"/>
                </a:lnTo>
                <a:lnTo>
                  <a:pt x="14295" y="1320"/>
                </a:lnTo>
                <a:moveTo>
                  <a:pt x="14136" y="1320"/>
                </a:moveTo>
                <a:lnTo>
                  <a:pt x="14036" y="1320"/>
                </a:lnTo>
                <a:lnTo>
                  <a:pt x="14036" y="1300"/>
                </a:lnTo>
                <a:lnTo>
                  <a:pt x="14136" y="1300"/>
                </a:lnTo>
                <a:lnTo>
                  <a:pt x="14136" y="1320"/>
                </a:lnTo>
                <a:moveTo>
                  <a:pt x="13976" y="1320"/>
                </a:moveTo>
                <a:lnTo>
                  <a:pt x="13876" y="1320"/>
                </a:lnTo>
                <a:lnTo>
                  <a:pt x="13876" y="1300"/>
                </a:lnTo>
                <a:lnTo>
                  <a:pt x="13976" y="1300"/>
                </a:lnTo>
                <a:lnTo>
                  <a:pt x="13976" y="1320"/>
                </a:lnTo>
                <a:moveTo>
                  <a:pt x="13816" y="1320"/>
                </a:moveTo>
                <a:lnTo>
                  <a:pt x="13716" y="1320"/>
                </a:lnTo>
                <a:lnTo>
                  <a:pt x="13716" y="1300"/>
                </a:lnTo>
                <a:lnTo>
                  <a:pt x="13816" y="1300"/>
                </a:lnTo>
                <a:lnTo>
                  <a:pt x="13816" y="1320"/>
                </a:lnTo>
                <a:moveTo>
                  <a:pt x="13656" y="1320"/>
                </a:moveTo>
                <a:lnTo>
                  <a:pt x="13556" y="1320"/>
                </a:lnTo>
                <a:lnTo>
                  <a:pt x="13556" y="1300"/>
                </a:lnTo>
                <a:lnTo>
                  <a:pt x="13656" y="1300"/>
                </a:lnTo>
                <a:lnTo>
                  <a:pt x="13656" y="1320"/>
                </a:lnTo>
                <a:moveTo>
                  <a:pt x="13496" y="1320"/>
                </a:moveTo>
                <a:lnTo>
                  <a:pt x="13396" y="1320"/>
                </a:lnTo>
                <a:lnTo>
                  <a:pt x="13396" y="1300"/>
                </a:lnTo>
                <a:lnTo>
                  <a:pt x="13496" y="1300"/>
                </a:lnTo>
                <a:lnTo>
                  <a:pt x="13496" y="1320"/>
                </a:lnTo>
                <a:moveTo>
                  <a:pt x="13337" y="1320"/>
                </a:moveTo>
                <a:lnTo>
                  <a:pt x="13237" y="1320"/>
                </a:lnTo>
                <a:lnTo>
                  <a:pt x="13237" y="1300"/>
                </a:lnTo>
                <a:lnTo>
                  <a:pt x="13337" y="1300"/>
                </a:lnTo>
                <a:lnTo>
                  <a:pt x="13337" y="1320"/>
                </a:lnTo>
                <a:moveTo>
                  <a:pt x="13177" y="1320"/>
                </a:moveTo>
                <a:lnTo>
                  <a:pt x="13077" y="1320"/>
                </a:lnTo>
                <a:lnTo>
                  <a:pt x="13077" y="1300"/>
                </a:lnTo>
                <a:lnTo>
                  <a:pt x="13177" y="1300"/>
                </a:lnTo>
                <a:lnTo>
                  <a:pt x="13177" y="1320"/>
                </a:lnTo>
                <a:moveTo>
                  <a:pt x="13017" y="1320"/>
                </a:moveTo>
                <a:lnTo>
                  <a:pt x="12917" y="1320"/>
                </a:lnTo>
                <a:lnTo>
                  <a:pt x="12917" y="1300"/>
                </a:lnTo>
                <a:lnTo>
                  <a:pt x="13017" y="1300"/>
                </a:lnTo>
                <a:lnTo>
                  <a:pt x="13017" y="1320"/>
                </a:lnTo>
                <a:moveTo>
                  <a:pt x="12857" y="1320"/>
                </a:moveTo>
                <a:lnTo>
                  <a:pt x="12757" y="1320"/>
                </a:lnTo>
                <a:lnTo>
                  <a:pt x="12757" y="1300"/>
                </a:lnTo>
                <a:lnTo>
                  <a:pt x="12857" y="1300"/>
                </a:lnTo>
                <a:lnTo>
                  <a:pt x="12857" y="1320"/>
                </a:lnTo>
                <a:moveTo>
                  <a:pt x="12697" y="1320"/>
                </a:moveTo>
                <a:lnTo>
                  <a:pt x="12597" y="1320"/>
                </a:lnTo>
                <a:lnTo>
                  <a:pt x="12597" y="1300"/>
                </a:lnTo>
                <a:lnTo>
                  <a:pt x="12697" y="1300"/>
                </a:lnTo>
                <a:lnTo>
                  <a:pt x="12697" y="1320"/>
                </a:lnTo>
                <a:moveTo>
                  <a:pt x="12537" y="1320"/>
                </a:moveTo>
                <a:lnTo>
                  <a:pt x="12438" y="1320"/>
                </a:lnTo>
                <a:lnTo>
                  <a:pt x="12438" y="1300"/>
                </a:lnTo>
                <a:lnTo>
                  <a:pt x="12537" y="1300"/>
                </a:lnTo>
                <a:lnTo>
                  <a:pt x="12537" y="1320"/>
                </a:lnTo>
                <a:moveTo>
                  <a:pt x="12378" y="1320"/>
                </a:moveTo>
                <a:lnTo>
                  <a:pt x="12278" y="1320"/>
                </a:lnTo>
                <a:lnTo>
                  <a:pt x="12278" y="1300"/>
                </a:lnTo>
                <a:lnTo>
                  <a:pt x="12378" y="1300"/>
                </a:lnTo>
                <a:lnTo>
                  <a:pt x="12378" y="1320"/>
                </a:lnTo>
                <a:moveTo>
                  <a:pt x="12218" y="1320"/>
                </a:moveTo>
                <a:lnTo>
                  <a:pt x="12118" y="1320"/>
                </a:lnTo>
                <a:lnTo>
                  <a:pt x="12118" y="1300"/>
                </a:lnTo>
                <a:lnTo>
                  <a:pt x="12218" y="1300"/>
                </a:lnTo>
                <a:lnTo>
                  <a:pt x="12218" y="1320"/>
                </a:lnTo>
                <a:moveTo>
                  <a:pt x="12058" y="1320"/>
                </a:moveTo>
                <a:lnTo>
                  <a:pt x="11958" y="1320"/>
                </a:lnTo>
                <a:lnTo>
                  <a:pt x="11958" y="1300"/>
                </a:lnTo>
                <a:lnTo>
                  <a:pt x="12058" y="1300"/>
                </a:lnTo>
                <a:lnTo>
                  <a:pt x="12058" y="1320"/>
                </a:lnTo>
                <a:moveTo>
                  <a:pt x="11898" y="1320"/>
                </a:moveTo>
                <a:lnTo>
                  <a:pt x="11798" y="1320"/>
                </a:lnTo>
                <a:lnTo>
                  <a:pt x="11798" y="1300"/>
                </a:lnTo>
                <a:lnTo>
                  <a:pt x="11898" y="1300"/>
                </a:lnTo>
                <a:lnTo>
                  <a:pt x="11898" y="1320"/>
                </a:lnTo>
                <a:moveTo>
                  <a:pt x="11738" y="1320"/>
                </a:moveTo>
                <a:lnTo>
                  <a:pt x="11638" y="1320"/>
                </a:lnTo>
                <a:lnTo>
                  <a:pt x="11638" y="1300"/>
                </a:lnTo>
                <a:lnTo>
                  <a:pt x="11738" y="1300"/>
                </a:lnTo>
                <a:lnTo>
                  <a:pt x="11738" y="1320"/>
                </a:lnTo>
                <a:moveTo>
                  <a:pt x="11578" y="1320"/>
                </a:moveTo>
                <a:lnTo>
                  <a:pt x="11479" y="1320"/>
                </a:lnTo>
                <a:lnTo>
                  <a:pt x="11479" y="1300"/>
                </a:lnTo>
                <a:lnTo>
                  <a:pt x="11578" y="1300"/>
                </a:lnTo>
                <a:lnTo>
                  <a:pt x="11578" y="1320"/>
                </a:lnTo>
                <a:moveTo>
                  <a:pt x="11419" y="1320"/>
                </a:moveTo>
                <a:lnTo>
                  <a:pt x="11319" y="1320"/>
                </a:lnTo>
                <a:lnTo>
                  <a:pt x="11319" y="1300"/>
                </a:lnTo>
                <a:lnTo>
                  <a:pt x="11419" y="1300"/>
                </a:lnTo>
                <a:lnTo>
                  <a:pt x="11419" y="1320"/>
                </a:lnTo>
                <a:moveTo>
                  <a:pt x="11259" y="1320"/>
                </a:moveTo>
                <a:lnTo>
                  <a:pt x="11159" y="1320"/>
                </a:lnTo>
                <a:lnTo>
                  <a:pt x="11159" y="1300"/>
                </a:lnTo>
                <a:lnTo>
                  <a:pt x="11259" y="1300"/>
                </a:lnTo>
                <a:lnTo>
                  <a:pt x="11259" y="1320"/>
                </a:lnTo>
                <a:moveTo>
                  <a:pt x="11099" y="1320"/>
                </a:moveTo>
                <a:lnTo>
                  <a:pt x="10999" y="1320"/>
                </a:lnTo>
                <a:lnTo>
                  <a:pt x="10999" y="1300"/>
                </a:lnTo>
                <a:lnTo>
                  <a:pt x="11099" y="1300"/>
                </a:lnTo>
                <a:lnTo>
                  <a:pt x="11099" y="1320"/>
                </a:lnTo>
                <a:moveTo>
                  <a:pt x="10939" y="1320"/>
                </a:moveTo>
                <a:lnTo>
                  <a:pt x="10839" y="1320"/>
                </a:lnTo>
                <a:lnTo>
                  <a:pt x="10839" y="1300"/>
                </a:lnTo>
                <a:lnTo>
                  <a:pt x="10939" y="1300"/>
                </a:lnTo>
                <a:lnTo>
                  <a:pt x="10939" y="1320"/>
                </a:lnTo>
                <a:moveTo>
                  <a:pt x="10779" y="1320"/>
                </a:moveTo>
                <a:lnTo>
                  <a:pt x="10679" y="1320"/>
                </a:lnTo>
                <a:lnTo>
                  <a:pt x="10679" y="1300"/>
                </a:lnTo>
                <a:lnTo>
                  <a:pt x="10779" y="1300"/>
                </a:lnTo>
                <a:lnTo>
                  <a:pt x="10779" y="1320"/>
                </a:lnTo>
                <a:moveTo>
                  <a:pt x="10620" y="1320"/>
                </a:moveTo>
                <a:lnTo>
                  <a:pt x="10520" y="1320"/>
                </a:lnTo>
                <a:lnTo>
                  <a:pt x="10520" y="1300"/>
                </a:lnTo>
                <a:lnTo>
                  <a:pt x="10620" y="1300"/>
                </a:lnTo>
                <a:lnTo>
                  <a:pt x="10620" y="1320"/>
                </a:lnTo>
                <a:moveTo>
                  <a:pt x="10460" y="1320"/>
                </a:moveTo>
                <a:lnTo>
                  <a:pt x="10360" y="1320"/>
                </a:lnTo>
                <a:lnTo>
                  <a:pt x="10360" y="1300"/>
                </a:lnTo>
                <a:lnTo>
                  <a:pt x="10460" y="1300"/>
                </a:lnTo>
                <a:lnTo>
                  <a:pt x="10460" y="1320"/>
                </a:lnTo>
                <a:moveTo>
                  <a:pt x="10300" y="1320"/>
                </a:moveTo>
                <a:lnTo>
                  <a:pt x="10200" y="1320"/>
                </a:lnTo>
                <a:lnTo>
                  <a:pt x="10200" y="1300"/>
                </a:lnTo>
                <a:lnTo>
                  <a:pt x="10300" y="1300"/>
                </a:lnTo>
                <a:lnTo>
                  <a:pt x="10300" y="1320"/>
                </a:lnTo>
                <a:moveTo>
                  <a:pt x="10140" y="1320"/>
                </a:moveTo>
                <a:lnTo>
                  <a:pt x="10040" y="1320"/>
                </a:lnTo>
                <a:lnTo>
                  <a:pt x="10040" y="1300"/>
                </a:lnTo>
                <a:lnTo>
                  <a:pt x="10140" y="1300"/>
                </a:lnTo>
                <a:lnTo>
                  <a:pt x="10140" y="1320"/>
                </a:lnTo>
                <a:moveTo>
                  <a:pt x="9980" y="1320"/>
                </a:moveTo>
                <a:lnTo>
                  <a:pt x="9880" y="1320"/>
                </a:lnTo>
                <a:lnTo>
                  <a:pt x="9880" y="1300"/>
                </a:lnTo>
                <a:lnTo>
                  <a:pt x="9980" y="1300"/>
                </a:lnTo>
                <a:lnTo>
                  <a:pt x="9980" y="1320"/>
                </a:lnTo>
                <a:moveTo>
                  <a:pt x="9820" y="1320"/>
                </a:moveTo>
                <a:lnTo>
                  <a:pt x="9721" y="1320"/>
                </a:lnTo>
                <a:lnTo>
                  <a:pt x="9721" y="1300"/>
                </a:lnTo>
                <a:lnTo>
                  <a:pt x="9820" y="1300"/>
                </a:lnTo>
                <a:lnTo>
                  <a:pt x="9820" y="1320"/>
                </a:lnTo>
                <a:moveTo>
                  <a:pt x="9661" y="1320"/>
                </a:moveTo>
                <a:lnTo>
                  <a:pt x="9561" y="1320"/>
                </a:lnTo>
                <a:lnTo>
                  <a:pt x="9561" y="1300"/>
                </a:lnTo>
                <a:lnTo>
                  <a:pt x="9661" y="1300"/>
                </a:lnTo>
                <a:lnTo>
                  <a:pt x="9661" y="1320"/>
                </a:lnTo>
                <a:moveTo>
                  <a:pt x="9501" y="1320"/>
                </a:moveTo>
                <a:lnTo>
                  <a:pt x="9401" y="1320"/>
                </a:lnTo>
                <a:lnTo>
                  <a:pt x="9401" y="1300"/>
                </a:lnTo>
                <a:lnTo>
                  <a:pt x="9501" y="1300"/>
                </a:lnTo>
                <a:lnTo>
                  <a:pt x="9501" y="1320"/>
                </a:lnTo>
                <a:moveTo>
                  <a:pt x="9341" y="1320"/>
                </a:moveTo>
                <a:lnTo>
                  <a:pt x="9241" y="1320"/>
                </a:lnTo>
                <a:lnTo>
                  <a:pt x="9241" y="1300"/>
                </a:lnTo>
                <a:lnTo>
                  <a:pt x="9341" y="1300"/>
                </a:lnTo>
                <a:lnTo>
                  <a:pt x="9341" y="1320"/>
                </a:lnTo>
                <a:moveTo>
                  <a:pt x="9181" y="1320"/>
                </a:moveTo>
                <a:lnTo>
                  <a:pt x="9081" y="1320"/>
                </a:lnTo>
                <a:lnTo>
                  <a:pt x="9081" y="1300"/>
                </a:lnTo>
                <a:lnTo>
                  <a:pt x="9181" y="1300"/>
                </a:lnTo>
                <a:lnTo>
                  <a:pt x="9181" y="1320"/>
                </a:lnTo>
                <a:moveTo>
                  <a:pt x="9021" y="1320"/>
                </a:moveTo>
                <a:lnTo>
                  <a:pt x="8921" y="1320"/>
                </a:lnTo>
                <a:lnTo>
                  <a:pt x="8921" y="1300"/>
                </a:lnTo>
                <a:lnTo>
                  <a:pt x="9021" y="1300"/>
                </a:lnTo>
                <a:lnTo>
                  <a:pt x="9021" y="1320"/>
                </a:lnTo>
                <a:moveTo>
                  <a:pt x="8862" y="1320"/>
                </a:moveTo>
                <a:lnTo>
                  <a:pt x="8762" y="1320"/>
                </a:lnTo>
                <a:lnTo>
                  <a:pt x="8762" y="1300"/>
                </a:lnTo>
                <a:lnTo>
                  <a:pt x="8862" y="1300"/>
                </a:lnTo>
                <a:lnTo>
                  <a:pt x="8862" y="1320"/>
                </a:lnTo>
                <a:moveTo>
                  <a:pt x="8702" y="1320"/>
                </a:moveTo>
                <a:lnTo>
                  <a:pt x="8602" y="1320"/>
                </a:lnTo>
                <a:lnTo>
                  <a:pt x="8602" y="1300"/>
                </a:lnTo>
                <a:lnTo>
                  <a:pt x="8702" y="1300"/>
                </a:lnTo>
                <a:lnTo>
                  <a:pt x="8702" y="1320"/>
                </a:lnTo>
                <a:moveTo>
                  <a:pt x="8542" y="1320"/>
                </a:moveTo>
                <a:lnTo>
                  <a:pt x="8442" y="1320"/>
                </a:lnTo>
                <a:lnTo>
                  <a:pt x="8442" y="1300"/>
                </a:lnTo>
                <a:lnTo>
                  <a:pt x="8542" y="1300"/>
                </a:lnTo>
                <a:lnTo>
                  <a:pt x="8542" y="1320"/>
                </a:lnTo>
                <a:moveTo>
                  <a:pt x="8382" y="1320"/>
                </a:moveTo>
                <a:lnTo>
                  <a:pt x="8282" y="1320"/>
                </a:lnTo>
                <a:lnTo>
                  <a:pt x="8282" y="1300"/>
                </a:lnTo>
                <a:lnTo>
                  <a:pt x="8382" y="1300"/>
                </a:lnTo>
                <a:lnTo>
                  <a:pt x="8382" y="1320"/>
                </a:lnTo>
                <a:moveTo>
                  <a:pt x="8222" y="1320"/>
                </a:moveTo>
                <a:lnTo>
                  <a:pt x="8122" y="1320"/>
                </a:lnTo>
                <a:lnTo>
                  <a:pt x="8122" y="1300"/>
                </a:lnTo>
                <a:lnTo>
                  <a:pt x="8222" y="1300"/>
                </a:lnTo>
                <a:lnTo>
                  <a:pt x="8222" y="1320"/>
                </a:lnTo>
                <a:moveTo>
                  <a:pt x="8062" y="1320"/>
                </a:moveTo>
                <a:lnTo>
                  <a:pt x="7963" y="1320"/>
                </a:lnTo>
                <a:lnTo>
                  <a:pt x="7963" y="1300"/>
                </a:lnTo>
                <a:lnTo>
                  <a:pt x="8062" y="1300"/>
                </a:lnTo>
                <a:lnTo>
                  <a:pt x="8062" y="1320"/>
                </a:lnTo>
                <a:moveTo>
                  <a:pt x="7903" y="1320"/>
                </a:moveTo>
                <a:lnTo>
                  <a:pt x="7803" y="1320"/>
                </a:lnTo>
                <a:lnTo>
                  <a:pt x="7803" y="1300"/>
                </a:lnTo>
                <a:lnTo>
                  <a:pt x="7903" y="1300"/>
                </a:lnTo>
                <a:lnTo>
                  <a:pt x="7903" y="1320"/>
                </a:lnTo>
                <a:moveTo>
                  <a:pt x="7743" y="1320"/>
                </a:moveTo>
                <a:lnTo>
                  <a:pt x="7643" y="1320"/>
                </a:lnTo>
                <a:lnTo>
                  <a:pt x="7643" y="1300"/>
                </a:lnTo>
                <a:lnTo>
                  <a:pt x="7743" y="1300"/>
                </a:lnTo>
                <a:lnTo>
                  <a:pt x="7743" y="1320"/>
                </a:lnTo>
                <a:moveTo>
                  <a:pt x="7583" y="1320"/>
                </a:moveTo>
                <a:lnTo>
                  <a:pt x="7483" y="1320"/>
                </a:lnTo>
                <a:lnTo>
                  <a:pt x="7483" y="1300"/>
                </a:lnTo>
                <a:lnTo>
                  <a:pt x="7583" y="1300"/>
                </a:lnTo>
                <a:lnTo>
                  <a:pt x="7583" y="1320"/>
                </a:lnTo>
                <a:moveTo>
                  <a:pt x="7423" y="1320"/>
                </a:moveTo>
                <a:lnTo>
                  <a:pt x="7323" y="1320"/>
                </a:lnTo>
                <a:lnTo>
                  <a:pt x="7323" y="1300"/>
                </a:lnTo>
                <a:lnTo>
                  <a:pt x="7423" y="1300"/>
                </a:lnTo>
                <a:lnTo>
                  <a:pt x="7423" y="1320"/>
                </a:lnTo>
                <a:moveTo>
                  <a:pt x="7263" y="1320"/>
                </a:moveTo>
                <a:lnTo>
                  <a:pt x="7163" y="1320"/>
                </a:lnTo>
                <a:lnTo>
                  <a:pt x="7163" y="1300"/>
                </a:lnTo>
                <a:lnTo>
                  <a:pt x="7263" y="1300"/>
                </a:lnTo>
                <a:lnTo>
                  <a:pt x="7263" y="1320"/>
                </a:lnTo>
                <a:moveTo>
                  <a:pt x="7103" y="1320"/>
                </a:moveTo>
                <a:lnTo>
                  <a:pt x="7004" y="1320"/>
                </a:lnTo>
                <a:lnTo>
                  <a:pt x="7004" y="1300"/>
                </a:lnTo>
                <a:lnTo>
                  <a:pt x="7103" y="1300"/>
                </a:lnTo>
                <a:lnTo>
                  <a:pt x="7103" y="1320"/>
                </a:lnTo>
                <a:moveTo>
                  <a:pt x="6944" y="1320"/>
                </a:moveTo>
                <a:lnTo>
                  <a:pt x="6844" y="1320"/>
                </a:lnTo>
                <a:lnTo>
                  <a:pt x="6844" y="1300"/>
                </a:lnTo>
                <a:lnTo>
                  <a:pt x="6944" y="1300"/>
                </a:lnTo>
                <a:lnTo>
                  <a:pt x="6944" y="1320"/>
                </a:lnTo>
                <a:moveTo>
                  <a:pt x="6784" y="1320"/>
                </a:moveTo>
                <a:lnTo>
                  <a:pt x="6684" y="1320"/>
                </a:lnTo>
                <a:lnTo>
                  <a:pt x="6684" y="1300"/>
                </a:lnTo>
                <a:lnTo>
                  <a:pt x="6784" y="1300"/>
                </a:lnTo>
                <a:lnTo>
                  <a:pt x="6784" y="1320"/>
                </a:lnTo>
                <a:moveTo>
                  <a:pt x="6624" y="1320"/>
                </a:moveTo>
                <a:lnTo>
                  <a:pt x="6524" y="1320"/>
                </a:lnTo>
                <a:lnTo>
                  <a:pt x="6524" y="1300"/>
                </a:lnTo>
                <a:lnTo>
                  <a:pt x="6624" y="1300"/>
                </a:lnTo>
                <a:lnTo>
                  <a:pt x="6624" y="1320"/>
                </a:lnTo>
                <a:moveTo>
                  <a:pt x="6464" y="1320"/>
                </a:moveTo>
                <a:lnTo>
                  <a:pt x="6364" y="1320"/>
                </a:lnTo>
                <a:lnTo>
                  <a:pt x="6364" y="1300"/>
                </a:lnTo>
                <a:lnTo>
                  <a:pt x="6464" y="1300"/>
                </a:lnTo>
                <a:lnTo>
                  <a:pt x="6464" y="1320"/>
                </a:lnTo>
                <a:moveTo>
                  <a:pt x="6304" y="1320"/>
                </a:moveTo>
                <a:lnTo>
                  <a:pt x="6204" y="1320"/>
                </a:lnTo>
                <a:lnTo>
                  <a:pt x="6204" y="1300"/>
                </a:lnTo>
                <a:lnTo>
                  <a:pt x="6304" y="1300"/>
                </a:lnTo>
                <a:lnTo>
                  <a:pt x="6304" y="1320"/>
                </a:lnTo>
                <a:moveTo>
                  <a:pt x="6145" y="1320"/>
                </a:moveTo>
                <a:lnTo>
                  <a:pt x="6045" y="1320"/>
                </a:lnTo>
                <a:lnTo>
                  <a:pt x="6045" y="1300"/>
                </a:lnTo>
                <a:lnTo>
                  <a:pt x="6145" y="1300"/>
                </a:lnTo>
                <a:lnTo>
                  <a:pt x="6145" y="1320"/>
                </a:lnTo>
                <a:moveTo>
                  <a:pt x="5985" y="1320"/>
                </a:moveTo>
                <a:lnTo>
                  <a:pt x="5885" y="1320"/>
                </a:lnTo>
                <a:lnTo>
                  <a:pt x="5885" y="1300"/>
                </a:lnTo>
                <a:lnTo>
                  <a:pt x="5985" y="1300"/>
                </a:lnTo>
                <a:lnTo>
                  <a:pt x="5985" y="1320"/>
                </a:lnTo>
                <a:moveTo>
                  <a:pt x="5824" y="1320"/>
                </a:moveTo>
                <a:lnTo>
                  <a:pt x="5724" y="1320"/>
                </a:lnTo>
                <a:lnTo>
                  <a:pt x="5724" y="1300"/>
                </a:lnTo>
                <a:lnTo>
                  <a:pt x="5824" y="1300"/>
                </a:lnTo>
                <a:lnTo>
                  <a:pt x="5824" y="1320"/>
                </a:lnTo>
                <a:moveTo>
                  <a:pt x="5664" y="1320"/>
                </a:moveTo>
                <a:lnTo>
                  <a:pt x="5564" y="1320"/>
                </a:lnTo>
                <a:lnTo>
                  <a:pt x="5564" y="1300"/>
                </a:lnTo>
                <a:lnTo>
                  <a:pt x="5664" y="1300"/>
                </a:lnTo>
                <a:lnTo>
                  <a:pt x="5664" y="1320"/>
                </a:lnTo>
                <a:moveTo>
                  <a:pt x="5504" y="1320"/>
                </a:moveTo>
                <a:lnTo>
                  <a:pt x="5404" y="1320"/>
                </a:lnTo>
                <a:lnTo>
                  <a:pt x="5404" y="1300"/>
                </a:lnTo>
                <a:lnTo>
                  <a:pt x="5504" y="1300"/>
                </a:lnTo>
                <a:lnTo>
                  <a:pt x="5504" y="1320"/>
                </a:lnTo>
                <a:moveTo>
                  <a:pt x="5344" y="1320"/>
                </a:moveTo>
                <a:lnTo>
                  <a:pt x="5245" y="1320"/>
                </a:lnTo>
                <a:lnTo>
                  <a:pt x="5245" y="1300"/>
                </a:lnTo>
                <a:lnTo>
                  <a:pt x="5344" y="1300"/>
                </a:lnTo>
                <a:lnTo>
                  <a:pt x="5344" y="1320"/>
                </a:lnTo>
                <a:moveTo>
                  <a:pt x="5185" y="1320"/>
                </a:moveTo>
                <a:lnTo>
                  <a:pt x="5085" y="1320"/>
                </a:lnTo>
                <a:lnTo>
                  <a:pt x="5085" y="1300"/>
                </a:lnTo>
                <a:lnTo>
                  <a:pt x="5185" y="1300"/>
                </a:lnTo>
                <a:lnTo>
                  <a:pt x="5185" y="1320"/>
                </a:lnTo>
                <a:moveTo>
                  <a:pt x="5025" y="1320"/>
                </a:moveTo>
                <a:lnTo>
                  <a:pt x="4925" y="1320"/>
                </a:lnTo>
                <a:lnTo>
                  <a:pt x="4925" y="1300"/>
                </a:lnTo>
                <a:lnTo>
                  <a:pt x="5025" y="1300"/>
                </a:lnTo>
                <a:lnTo>
                  <a:pt x="5025" y="1320"/>
                </a:lnTo>
                <a:moveTo>
                  <a:pt x="4865" y="1320"/>
                </a:moveTo>
                <a:lnTo>
                  <a:pt x="4765" y="1320"/>
                </a:lnTo>
                <a:lnTo>
                  <a:pt x="4765" y="1300"/>
                </a:lnTo>
                <a:lnTo>
                  <a:pt x="4865" y="1300"/>
                </a:lnTo>
                <a:lnTo>
                  <a:pt x="4865" y="1320"/>
                </a:lnTo>
                <a:moveTo>
                  <a:pt x="4705" y="1320"/>
                </a:moveTo>
                <a:lnTo>
                  <a:pt x="4605" y="1320"/>
                </a:lnTo>
                <a:lnTo>
                  <a:pt x="4605" y="1300"/>
                </a:lnTo>
                <a:lnTo>
                  <a:pt x="4705" y="1300"/>
                </a:lnTo>
                <a:lnTo>
                  <a:pt x="4705" y="1320"/>
                </a:lnTo>
                <a:moveTo>
                  <a:pt x="4545" y="1320"/>
                </a:moveTo>
                <a:lnTo>
                  <a:pt x="4445" y="1320"/>
                </a:lnTo>
                <a:lnTo>
                  <a:pt x="4445" y="1300"/>
                </a:lnTo>
                <a:lnTo>
                  <a:pt x="4545" y="1300"/>
                </a:lnTo>
                <a:lnTo>
                  <a:pt x="4545" y="1320"/>
                </a:lnTo>
                <a:moveTo>
                  <a:pt x="4385" y="1320"/>
                </a:moveTo>
                <a:lnTo>
                  <a:pt x="4286" y="1320"/>
                </a:lnTo>
                <a:lnTo>
                  <a:pt x="4286" y="1300"/>
                </a:lnTo>
                <a:lnTo>
                  <a:pt x="4385" y="1300"/>
                </a:lnTo>
                <a:lnTo>
                  <a:pt x="4385" y="1320"/>
                </a:lnTo>
                <a:moveTo>
                  <a:pt x="4226" y="1320"/>
                </a:moveTo>
                <a:lnTo>
                  <a:pt x="4126" y="1320"/>
                </a:lnTo>
                <a:lnTo>
                  <a:pt x="4126" y="1300"/>
                </a:lnTo>
                <a:lnTo>
                  <a:pt x="4226" y="1300"/>
                </a:lnTo>
                <a:lnTo>
                  <a:pt x="4226" y="1320"/>
                </a:lnTo>
                <a:moveTo>
                  <a:pt x="4066" y="1320"/>
                </a:moveTo>
                <a:lnTo>
                  <a:pt x="3966" y="1320"/>
                </a:lnTo>
                <a:lnTo>
                  <a:pt x="3966" y="1300"/>
                </a:lnTo>
                <a:lnTo>
                  <a:pt x="4066" y="1300"/>
                </a:lnTo>
                <a:lnTo>
                  <a:pt x="4066" y="1320"/>
                </a:lnTo>
                <a:moveTo>
                  <a:pt x="3906" y="1320"/>
                </a:moveTo>
                <a:lnTo>
                  <a:pt x="3806" y="1320"/>
                </a:lnTo>
                <a:lnTo>
                  <a:pt x="3806" y="1300"/>
                </a:lnTo>
                <a:lnTo>
                  <a:pt x="3906" y="1300"/>
                </a:lnTo>
                <a:lnTo>
                  <a:pt x="3906" y="1320"/>
                </a:lnTo>
                <a:moveTo>
                  <a:pt x="3746" y="1320"/>
                </a:moveTo>
                <a:lnTo>
                  <a:pt x="3646" y="1320"/>
                </a:lnTo>
                <a:lnTo>
                  <a:pt x="3646" y="1300"/>
                </a:lnTo>
                <a:lnTo>
                  <a:pt x="3746" y="1300"/>
                </a:lnTo>
                <a:lnTo>
                  <a:pt x="3746" y="1320"/>
                </a:lnTo>
                <a:moveTo>
                  <a:pt x="3586" y="1320"/>
                </a:moveTo>
                <a:lnTo>
                  <a:pt x="3486" y="1320"/>
                </a:lnTo>
                <a:lnTo>
                  <a:pt x="3486" y="1300"/>
                </a:lnTo>
                <a:lnTo>
                  <a:pt x="3586" y="1300"/>
                </a:lnTo>
                <a:lnTo>
                  <a:pt x="3586" y="1320"/>
                </a:lnTo>
                <a:moveTo>
                  <a:pt x="3427" y="1320"/>
                </a:moveTo>
                <a:lnTo>
                  <a:pt x="3327" y="1320"/>
                </a:lnTo>
                <a:lnTo>
                  <a:pt x="3327" y="1300"/>
                </a:lnTo>
                <a:lnTo>
                  <a:pt x="3427" y="1300"/>
                </a:lnTo>
                <a:lnTo>
                  <a:pt x="3427" y="1320"/>
                </a:lnTo>
                <a:moveTo>
                  <a:pt x="3267" y="1320"/>
                </a:moveTo>
                <a:lnTo>
                  <a:pt x="3167" y="1320"/>
                </a:lnTo>
                <a:lnTo>
                  <a:pt x="3167" y="1300"/>
                </a:lnTo>
                <a:lnTo>
                  <a:pt x="3267" y="1300"/>
                </a:lnTo>
                <a:lnTo>
                  <a:pt x="3267" y="1320"/>
                </a:lnTo>
                <a:moveTo>
                  <a:pt x="3107" y="1320"/>
                </a:moveTo>
                <a:lnTo>
                  <a:pt x="3007" y="1320"/>
                </a:lnTo>
                <a:lnTo>
                  <a:pt x="3007" y="1300"/>
                </a:lnTo>
                <a:lnTo>
                  <a:pt x="3107" y="1300"/>
                </a:lnTo>
                <a:lnTo>
                  <a:pt x="3107" y="1320"/>
                </a:lnTo>
                <a:moveTo>
                  <a:pt x="2947" y="1320"/>
                </a:moveTo>
                <a:lnTo>
                  <a:pt x="2847" y="1320"/>
                </a:lnTo>
                <a:lnTo>
                  <a:pt x="2847" y="1300"/>
                </a:lnTo>
                <a:lnTo>
                  <a:pt x="2947" y="1300"/>
                </a:lnTo>
                <a:lnTo>
                  <a:pt x="2947" y="1320"/>
                </a:lnTo>
                <a:moveTo>
                  <a:pt x="2787" y="1320"/>
                </a:moveTo>
                <a:lnTo>
                  <a:pt x="2687" y="1320"/>
                </a:lnTo>
                <a:lnTo>
                  <a:pt x="2687" y="1300"/>
                </a:lnTo>
                <a:lnTo>
                  <a:pt x="2787" y="1300"/>
                </a:lnTo>
                <a:lnTo>
                  <a:pt x="2787" y="1320"/>
                </a:lnTo>
                <a:moveTo>
                  <a:pt x="2627" y="1320"/>
                </a:moveTo>
                <a:lnTo>
                  <a:pt x="2528" y="1320"/>
                </a:lnTo>
                <a:lnTo>
                  <a:pt x="2528" y="1300"/>
                </a:lnTo>
                <a:lnTo>
                  <a:pt x="2627" y="1300"/>
                </a:lnTo>
                <a:lnTo>
                  <a:pt x="2627" y="1320"/>
                </a:lnTo>
                <a:moveTo>
                  <a:pt x="2468" y="1320"/>
                </a:moveTo>
                <a:lnTo>
                  <a:pt x="2368" y="1320"/>
                </a:lnTo>
                <a:lnTo>
                  <a:pt x="2368" y="1300"/>
                </a:lnTo>
                <a:lnTo>
                  <a:pt x="2468" y="1300"/>
                </a:lnTo>
                <a:lnTo>
                  <a:pt x="2468" y="1320"/>
                </a:lnTo>
                <a:moveTo>
                  <a:pt x="2308" y="1320"/>
                </a:moveTo>
                <a:lnTo>
                  <a:pt x="2208" y="1320"/>
                </a:lnTo>
                <a:lnTo>
                  <a:pt x="2208" y="1300"/>
                </a:lnTo>
                <a:lnTo>
                  <a:pt x="2308" y="1300"/>
                </a:lnTo>
                <a:lnTo>
                  <a:pt x="2308" y="1320"/>
                </a:lnTo>
                <a:moveTo>
                  <a:pt x="2148" y="1320"/>
                </a:moveTo>
                <a:lnTo>
                  <a:pt x="2048" y="1320"/>
                </a:lnTo>
                <a:lnTo>
                  <a:pt x="2048" y="1300"/>
                </a:lnTo>
                <a:lnTo>
                  <a:pt x="2148" y="1300"/>
                </a:lnTo>
                <a:lnTo>
                  <a:pt x="2148" y="1320"/>
                </a:lnTo>
                <a:moveTo>
                  <a:pt x="1988" y="1320"/>
                </a:moveTo>
                <a:lnTo>
                  <a:pt x="1888" y="1320"/>
                </a:lnTo>
                <a:lnTo>
                  <a:pt x="1888" y="1300"/>
                </a:lnTo>
                <a:lnTo>
                  <a:pt x="1988" y="1300"/>
                </a:lnTo>
                <a:lnTo>
                  <a:pt x="1988" y="1320"/>
                </a:lnTo>
                <a:moveTo>
                  <a:pt x="1828" y="1320"/>
                </a:moveTo>
                <a:lnTo>
                  <a:pt x="1728" y="1320"/>
                </a:lnTo>
                <a:lnTo>
                  <a:pt x="1728" y="1300"/>
                </a:lnTo>
                <a:lnTo>
                  <a:pt x="1828" y="1300"/>
                </a:lnTo>
                <a:lnTo>
                  <a:pt x="1828" y="1320"/>
                </a:lnTo>
                <a:moveTo>
                  <a:pt x="1669" y="1320"/>
                </a:moveTo>
                <a:lnTo>
                  <a:pt x="1569" y="1320"/>
                </a:lnTo>
                <a:lnTo>
                  <a:pt x="1569" y="1300"/>
                </a:lnTo>
                <a:lnTo>
                  <a:pt x="1669" y="1300"/>
                </a:lnTo>
                <a:lnTo>
                  <a:pt x="1669" y="1320"/>
                </a:lnTo>
                <a:moveTo>
                  <a:pt x="1509" y="1320"/>
                </a:moveTo>
                <a:lnTo>
                  <a:pt x="1409" y="1320"/>
                </a:lnTo>
                <a:lnTo>
                  <a:pt x="1409" y="1300"/>
                </a:lnTo>
                <a:lnTo>
                  <a:pt x="1509" y="1300"/>
                </a:lnTo>
                <a:lnTo>
                  <a:pt x="1509" y="1320"/>
                </a:lnTo>
                <a:moveTo>
                  <a:pt x="1349" y="1320"/>
                </a:moveTo>
                <a:lnTo>
                  <a:pt x="1249" y="1320"/>
                </a:lnTo>
                <a:lnTo>
                  <a:pt x="1249" y="1300"/>
                </a:lnTo>
                <a:lnTo>
                  <a:pt x="1349" y="1300"/>
                </a:lnTo>
                <a:lnTo>
                  <a:pt x="1349" y="1320"/>
                </a:lnTo>
                <a:moveTo>
                  <a:pt x="1189" y="1320"/>
                </a:moveTo>
                <a:lnTo>
                  <a:pt x="1089" y="1320"/>
                </a:lnTo>
                <a:lnTo>
                  <a:pt x="1089" y="1300"/>
                </a:lnTo>
                <a:lnTo>
                  <a:pt x="1189" y="1300"/>
                </a:lnTo>
                <a:lnTo>
                  <a:pt x="1189" y="1320"/>
                </a:lnTo>
                <a:moveTo>
                  <a:pt x="1029" y="1320"/>
                </a:moveTo>
                <a:lnTo>
                  <a:pt x="929" y="1320"/>
                </a:lnTo>
                <a:lnTo>
                  <a:pt x="929" y="1300"/>
                </a:lnTo>
                <a:lnTo>
                  <a:pt x="1029" y="1300"/>
                </a:lnTo>
                <a:lnTo>
                  <a:pt x="1029" y="1320"/>
                </a:lnTo>
                <a:moveTo>
                  <a:pt x="869" y="1320"/>
                </a:moveTo>
                <a:lnTo>
                  <a:pt x="770" y="1320"/>
                </a:lnTo>
                <a:lnTo>
                  <a:pt x="770" y="1300"/>
                </a:lnTo>
                <a:lnTo>
                  <a:pt x="869" y="1300"/>
                </a:lnTo>
                <a:lnTo>
                  <a:pt x="869" y="1320"/>
                </a:lnTo>
                <a:moveTo>
                  <a:pt x="710" y="1320"/>
                </a:moveTo>
                <a:lnTo>
                  <a:pt x="610" y="1320"/>
                </a:lnTo>
                <a:lnTo>
                  <a:pt x="610" y="1300"/>
                </a:lnTo>
                <a:lnTo>
                  <a:pt x="710" y="1300"/>
                </a:lnTo>
                <a:lnTo>
                  <a:pt x="710" y="1320"/>
                </a:lnTo>
                <a:moveTo>
                  <a:pt x="550" y="1320"/>
                </a:moveTo>
                <a:lnTo>
                  <a:pt x="450" y="1320"/>
                </a:lnTo>
                <a:lnTo>
                  <a:pt x="450" y="1300"/>
                </a:lnTo>
                <a:lnTo>
                  <a:pt x="550" y="1300"/>
                </a:lnTo>
                <a:lnTo>
                  <a:pt x="550" y="1320"/>
                </a:lnTo>
                <a:moveTo>
                  <a:pt x="390" y="1320"/>
                </a:moveTo>
                <a:lnTo>
                  <a:pt x="290" y="1320"/>
                </a:lnTo>
                <a:lnTo>
                  <a:pt x="290" y="1300"/>
                </a:lnTo>
                <a:lnTo>
                  <a:pt x="390" y="1300"/>
                </a:lnTo>
                <a:lnTo>
                  <a:pt x="390" y="1320"/>
                </a:lnTo>
                <a:moveTo>
                  <a:pt x="230" y="1320"/>
                </a:moveTo>
                <a:lnTo>
                  <a:pt x="130" y="1320"/>
                </a:lnTo>
                <a:lnTo>
                  <a:pt x="130" y="1300"/>
                </a:lnTo>
                <a:lnTo>
                  <a:pt x="230" y="1300"/>
                </a:lnTo>
                <a:lnTo>
                  <a:pt x="230" y="1320"/>
                </a:lnTo>
                <a:moveTo>
                  <a:pt x="70" y="1320"/>
                </a:moveTo>
                <a:lnTo>
                  <a:pt x="0" y="1320"/>
                </a:lnTo>
                <a:lnTo>
                  <a:pt x="0" y="1270"/>
                </a:lnTo>
                <a:lnTo>
                  <a:pt x="20" y="1270"/>
                </a:lnTo>
                <a:lnTo>
                  <a:pt x="20" y="1310"/>
                </a:lnTo>
                <a:lnTo>
                  <a:pt x="10" y="1310"/>
                </a:lnTo>
                <a:lnTo>
                  <a:pt x="10" y="1300"/>
                </a:lnTo>
                <a:lnTo>
                  <a:pt x="70" y="1300"/>
                </a:lnTo>
                <a:lnTo>
                  <a:pt x="70" y="1320"/>
                </a:lnTo>
                <a:moveTo>
                  <a:pt x="0" y="1210"/>
                </a:moveTo>
                <a:lnTo>
                  <a:pt x="0" y="1110"/>
                </a:lnTo>
                <a:lnTo>
                  <a:pt x="20" y="1110"/>
                </a:lnTo>
                <a:lnTo>
                  <a:pt x="20" y="1210"/>
                </a:lnTo>
                <a:lnTo>
                  <a:pt x="0" y="1210"/>
                </a:lnTo>
                <a:moveTo>
                  <a:pt x="0" y="1051"/>
                </a:moveTo>
                <a:lnTo>
                  <a:pt x="0" y="951"/>
                </a:lnTo>
                <a:lnTo>
                  <a:pt x="20" y="951"/>
                </a:lnTo>
                <a:lnTo>
                  <a:pt x="20" y="1051"/>
                </a:lnTo>
                <a:lnTo>
                  <a:pt x="0" y="1051"/>
                </a:lnTo>
                <a:moveTo>
                  <a:pt x="0" y="891"/>
                </a:moveTo>
                <a:lnTo>
                  <a:pt x="0" y="791"/>
                </a:lnTo>
                <a:lnTo>
                  <a:pt x="20" y="791"/>
                </a:lnTo>
                <a:lnTo>
                  <a:pt x="20" y="891"/>
                </a:lnTo>
                <a:lnTo>
                  <a:pt x="0" y="891"/>
                </a:lnTo>
                <a:moveTo>
                  <a:pt x="0" y="731"/>
                </a:moveTo>
                <a:lnTo>
                  <a:pt x="0" y="631"/>
                </a:lnTo>
                <a:lnTo>
                  <a:pt x="20" y="631"/>
                </a:lnTo>
                <a:lnTo>
                  <a:pt x="20" y="731"/>
                </a:lnTo>
                <a:lnTo>
                  <a:pt x="0" y="731"/>
                </a:lnTo>
                <a:moveTo>
                  <a:pt x="0" y="571"/>
                </a:moveTo>
                <a:lnTo>
                  <a:pt x="0" y="471"/>
                </a:lnTo>
                <a:lnTo>
                  <a:pt x="20" y="471"/>
                </a:lnTo>
                <a:lnTo>
                  <a:pt x="20" y="571"/>
                </a:lnTo>
                <a:lnTo>
                  <a:pt x="0" y="571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8079840" y="203868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8079840" y="20638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1312200" y="1722240"/>
            <a:ext cx="5302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412640" y="203076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1412640" y="2146680"/>
            <a:ext cx="5891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1412640" y="228240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1240200" y="2722320"/>
            <a:ext cx="4725360" cy="1525680"/>
          </a:xfrm>
          <a:custGeom>
            <a:avLst/>
            <a:gdLst/>
            <a:ahLst/>
            <a:rect l="0" t="0" r="r" b="b"/>
            <a:pathLst>
              <a:path w="13126" h="4238">
                <a:moveTo>
                  <a:pt x="0" y="0"/>
                </a:moveTo>
                <a:lnTo>
                  <a:pt x="13126" y="0"/>
                </a:lnTo>
                <a:lnTo>
                  <a:pt x="13126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1236600" y="2718720"/>
            <a:ext cx="4732560" cy="1532880"/>
          </a:xfrm>
          <a:custGeom>
            <a:avLst/>
            <a:gdLst/>
            <a:ahLst/>
            <a:rect l="0" t="0" r="r" b="b"/>
            <a:pathLst>
              <a:path w="13146" h="4258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7" y="0"/>
                </a:lnTo>
                <a:lnTo>
                  <a:pt x="3147" y="20"/>
                </a:lnTo>
                <a:lnTo>
                  <a:pt x="3046" y="20"/>
                </a:lnTo>
                <a:lnTo>
                  <a:pt x="3046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6" y="0"/>
                </a:lnTo>
                <a:lnTo>
                  <a:pt x="3786" y="20"/>
                </a:lnTo>
                <a:lnTo>
                  <a:pt x="3687" y="20"/>
                </a:lnTo>
                <a:lnTo>
                  <a:pt x="3687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6" y="0"/>
                </a:lnTo>
                <a:lnTo>
                  <a:pt x="4426" y="20"/>
                </a:lnTo>
                <a:lnTo>
                  <a:pt x="4326" y="20"/>
                </a:lnTo>
                <a:lnTo>
                  <a:pt x="4326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5" y="0"/>
                </a:lnTo>
                <a:lnTo>
                  <a:pt x="4745" y="20"/>
                </a:lnTo>
                <a:lnTo>
                  <a:pt x="4646" y="20"/>
                </a:lnTo>
                <a:lnTo>
                  <a:pt x="4646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4" y="0"/>
                </a:lnTo>
                <a:lnTo>
                  <a:pt x="5864" y="20"/>
                </a:lnTo>
                <a:lnTo>
                  <a:pt x="5764" y="20"/>
                </a:lnTo>
                <a:lnTo>
                  <a:pt x="5764" y="0"/>
                </a:lnTo>
                <a:moveTo>
                  <a:pt x="5924" y="0"/>
                </a:moveTo>
                <a:lnTo>
                  <a:pt x="6024" y="0"/>
                </a:lnTo>
                <a:lnTo>
                  <a:pt x="6024" y="20"/>
                </a:lnTo>
                <a:lnTo>
                  <a:pt x="5924" y="20"/>
                </a:lnTo>
                <a:lnTo>
                  <a:pt x="5924" y="0"/>
                </a:lnTo>
                <a:moveTo>
                  <a:pt x="6084" y="0"/>
                </a:moveTo>
                <a:lnTo>
                  <a:pt x="6184" y="0"/>
                </a:lnTo>
                <a:lnTo>
                  <a:pt x="6184" y="20"/>
                </a:lnTo>
                <a:lnTo>
                  <a:pt x="6084" y="20"/>
                </a:lnTo>
                <a:lnTo>
                  <a:pt x="6084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146" y="0"/>
                </a:lnTo>
                <a:lnTo>
                  <a:pt x="13146" y="90"/>
                </a:lnTo>
                <a:lnTo>
                  <a:pt x="13126" y="90"/>
                </a:lnTo>
                <a:lnTo>
                  <a:pt x="13126" y="10"/>
                </a:lnTo>
                <a:lnTo>
                  <a:pt x="13136" y="10"/>
                </a:lnTo>
                <a:lnTo>
                  <a:pt x="1313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146" y="150"/>
                </a:moveTo>
                <a:lnTo>
                  <a:pt x="13146" y="250"/>
                </a:lnTo>
                <a:lnTo>
                  <a:pt x="13126" y="250"/>
                </a:lnTo>
                <a:lnTo>
                  <a:pt x="13126" y="150"/>
                </a:lnTo>
                <a:lnTo>
                  <a:pt x="13146" y="150"/>
                </a:lnTo>
                <a:moveTo>
                  <a:pt x="13146" y="310"/>
                </a:moveTo>
                <a:lnTo>
                  <a:pt x="13146" y="410"/>
                </a:lnTo>
                <a:lnTo>
                  <a:pt x="13126" y="410"/>
                </a:lnTo>
                <a:lnTo>
                  <a:pt x="13126" y="310"/>
                </a:lnTo>
                <a:lnTo>
                  <a:pt x="13146" y="310"/>
                </a:lnTo>
                <a:moveTo>
                  <a:pt x="13146" y="470"/>
                </a:moveTo>
                <a:lnTo>
                  <a:pt x="13146" y="569"/>
                </a:lnTo>
                <a:lnTo>
                  <a:pt x="13126" y="569"/>
                </a:lnTo>
                <a:lnTo>
                  <a:pt x="13126" y="470"/>
                </a:lnTo>
                <a:lnTo>
                  <a:pt x="13146" y="470"/>
                </a:lnTo>
                <a:moveTo>
                  <a:pt x="13146" y="629"/>
                </a:moveTo>
                <a:lnTo>
                  <a:pt x="13146" y="729"/>
                </a:lnTo>
                <a:lnTo>
                  <a:pt x="13126" y="729"/>
                </a:lnTo>
                <a:lnTo>
                  <a:pt x="13126" y="629"/>
                </a:lnTo>
                <a:lnTo>
                  <a:pt x="13146" y="629"/>
                </a:lnTo>
                <a:moveTo>
                  <a:pt x="13146" y="789"/>
                </a:moveTo>
                <a:lnTo>
                  <a:pt x="13146" y="889"/>
                </a:lnTo>
                <a:lnTo>
                  <a:pt x="13126" y="889"/>
                </a:lnTo>
                <a:lnTo>
                  <a:pt x="13126" y="789"/>
                </a:lnTo>
                <a:lnTo>
                  <a:pt x="13146" y="789"/>
                </a:lnTo>
                <a:moveTo>
                  <a:pt x="13146" y="949"/>
                </a:moveTo>
                <a:lnTo>
                  <a:pt x="13146" y="1049"/>
                </a:lnTo>
                <a:lnTo>
                  <a:pt x="13126" y="1049"/>
                </a:lnTo>
                <a:lnTo>
                  <a:pt x="13126" y="949"/>
                </a:lnTo>
                <a:lnTo>
                  <a:pt x="13146" y="949"/>
                </a:lnTo>
                <a:moveTo>
                  <a:pt x="13146" y="1109"/>
                </a:moveTo>
                <a:lnTo>
                  <a:pt x="13146" y="1209"/>
                </a:lnTo>
                <a:lnTo>
                  <a:pt x="13126" y="1209"/>
                </a:lnTo>
                <a:lnTo>
                  <a:pt x="13126" y="1109"/>
                </a:lnTo>
                <a:lnTo>
                  <a:pt x="13146" y="1109"/>
                </a:lnTo>
                <a:moveTo>
                  <a:pt x="13146" y="1269"/>
                </a:moveTo>
                <a:lnTo>
                  <a:pt x="13146" y="1369"/>
                </a:lnTo>
                <a:lnTo>
                  <a:pt x="13126" y="1369"/>
                </a:lnTo>
                <a:lnTo>
                  <a:pt x="13126" y="1269"/>
                </a:lnTo>
                <a:lnTo>
                  <a:pt x="13146" y="1269"/>
                </a:lnTo>
                <a:moveTo>
                  <a:pt x="13146" y="1429"/>
                </a:moveTo>
                <a:lnTo>
                  <a:pt x="13146" y="1529"/>
                </a:lnTo>
                <a:lnTo>
                  <a:pt x="13126" y="1529"/>
                </a:lnTo>
                <a:lnTo>
                  <a:pt x="13126" y="1429"/>
                </a:lnTo>
                <a:lnTo>
                  <a:pt x="13146" y="1429"/>
                </a:lnTo>
                <a:moveTo>
                  <a:pt x="13146" y="1589"/>
                </a:moveTo>
                <a:lnTo>
                  <a:pt x="13146" y="1689"/>
                </a:lnTo>
                <a:lnTo>
                  <a:pt x="13126" y="1689"/>
                </a:lnTo>
                <a:lnTo>
                  <a:pt x="13126" y="1589"/>
                </a:lnTo>
                <a:lnTo>
                  <a:pt x="13146" y="1589"/>
                </a:lnTo>
                <a:moveTo>
                  <a:pt x="13146" y="1749"/>
                </a:moveTo>
                <a:lnTo>
                  <a:pt x="13146" y="1849"/>
                </a:lnTo>
                <a:lnTo>
                  <a:pt x="13126" y="1849"/>
                </a:lnTo>
                <a:lnTo>
                  <a:pt x="13126" y="1749"/>
                </a:lnTo>
                <a:lnTo>
                  <a:pt x="13146" y="1749"/>
                </a:lnTo>
                <a:moveTo>
                  <a:pt x="13146" y="1909"/>
                </a:moveTo>
                <a:lnTo>
                  <a:pt x="13146" y="2008"/>
                </a:lnTo>
                <a:lnTo>
                  <a:pt x="13126" y="2008"/>
                </a:lnTo>
                <a:lnTo>
                  <a:pt x="13126" y="1909"/>
                </a:lnTo>
                <a:lnTo>
                  <a:pt x="13146" y="1909"/>
                </a:lnTo>
                <a:moveTo>
                  <a:pt x="13146" y="2068"/>
                </a:moveTo>
                <a:lnTo>
                  <a:pt x="13146" y="2168"/>
                </a:lnTo>
                <a:lnTo>
                  <a:pt x="13126" y="2168"/>
                </a:lnTo>
                <a:lnTo>
                  <a:pt x="13126" y="2068"/>
                </a:lnTo>
                <a:lnTo>
                  <a:pt x="13146" y="2068"/>
                </a:lnTo>
                <a:moveTo>
                  <a:pt x="13146" y="2228"/>
                </a:moveTo>
                <a:lnTo>
                  <a:pt x="13146" y="2328"/>
                </a:lnTo>
                <a:lnTo>
                  <a:pt x="13126" y="2328"/>
                </a:lnTo>
                <a:lnTo>
                  <a:pt x="13126" y="2228"/>
                </a:lnTo>
                <a:lnTo>
                  <a:pt x="13146" y="2228"/>
                </a:lnTo>
                <a:moveTo>
                  <a:pt x="13146" y="2388"/>
                </a:moveTo>
                <a:lnTo>
                  <a:pt x="13146" y="2488"/>
                </a:lnTo>
                <a:lnTo>
                  <a:pt x="13126" y="2488"/>
                </a:lnTo>
                <a:lnTo>
                  <a:pt x="13126" y="2388"/>
                </a:lnTo>
                <a:lnTo>
                  <a:pt x="13146" y="2388"/>
                </a:lnTo>
                <a:moveTo>
                  <a:pt x="13146" y="2548"/>
                </a:moveTo>
                <a:lnTo>
                  <a:pt x="13146" y="2648"/>
                </a:lnTo>
                <a:lnTo>
                  <a:pt x="13126" y="2648"/>
                </a:lnTo>
                <a:lnTo>
                  <a:pt x="13126" y="2548"/>
                </a:lnTo>
                <a:lnTo>
                  <a:pt x="13146" y="2548"/>
                </a:lnTo>
                <a:moveTo>
                  <a:pt x="13146" y="2708"/>
                </a:moveTo>
                <a:lnTo>
                  <a:pt x="13146" y="2808"/>
                </a:lnTo>
                <a:lnTo>
                  <a:pt x="13126" y="2808"/>
                </a:lnTo>
                <a:lnTo>
                  <a:pt x="13126" y="2708"/>
                </a:lnTo>
                <a:lnTo>
                  <a:pt x="13146" y="2708"/>
                </a:lnTo>
                <a:moveTo>
                  <a:pt x="13146" y="2868"/>
                </a:moveTo>
                <a:lnTo>
                  <a:pt x="13146" y="2968"/>
                </a:lnTo>
                <a:lnTo>
                  <a:pt x="13126" y="2968"/>
                </a:lnTo>
                <a:lnTo>
                  <a:pt x="13126" y="2868"/>
                </a:lnTo>
                <a:lnTo>
                  <a:pt x="13146" y="2868"/>
                </a:lnTo>
                <a:moveTo>
                  <a:pt x="13146" y="3028"/>
                </a:moveTo>
                <a:lnTo>
                  <a:pt x="13146" y="3129"/>
                </a:lnTo>
                <a:lnTo>
                  <a:pt x="13126" y="3129"/>
                </a:lnTo>
                <a:lnTo>
                  <a:pt x="13126" y="3028"/>
                </a:lnTo>
                <a:lnTo>
                  <a:pt x="13146" y="3028"/>
                </a:lnTo>
                <a:moveTo>
                  <a:pt x="13146" y="3189"/>
                </a:moveTo>
                <a:lnTo>
                  <a:pt x="13146" y="3289"/>
                </a:lnTo>
                <a:lnTo>
                  <a:pt x="13126" y="3289"/>
                </a:lnTo>
                <a:lnTo>
                  <a:pt x="13126" y="3189"/>
                </a:lnTo>
                <a:lnTo>
                  <a:pt x="13146" y="3189"/>
                </a:lnTo>
                <a:moveTo>
                  <a:pt x="13146" y="3349"/>
                </a:moveTo>
                <a:lnTo>
                  <a:pt x="13146" y="3449"/>
                </a:lnTo>
                <a:lnTo>
                  <a:pt x="13126" y="3449"/>
                </a:lnTo>
                <a:lnTo>
                  <a:pt x="13126" y="3349"/>
                </a:lnTo>
                <a:lnTo>
                  <a:pt x="13146" y="3349"/>
                </a:lnTo>
                <a:moveTo>
                  <a:pt x="13146" y="3508"/>
                </a:moveTo>
                <a:lnTo>
                  <a:pt x="13146" y="3608"/>
                </a:lnTo>
                <a:lnTo>
                  <a:pt x="13126" y="3608"/>
                </a:lnTo>
                <a:lnTo>
                  <a:pt x="13126" y="3508"/>
                </a:lnTo>
                <a:lnTo>
                  <a:pt x="13146" y="3508"/>
                </a:lnTo>
                <a:moveTo>
                  <a:pt x="13146" y="3668"/>
                </a:moveTo>
                <a:lnTo>
                  <a:pt x="13146" y="3768"/>
                </a:lnTo>
                <a:lnTo>
                  <a:pt x="13126" y="3768"/>
                </a:lnTo>
                <a:lnTo>
                  <a:pt x="13126" y="3668"/>
                </a:lnTo>
                <a:lnTo>
                  <a:pt x="13146" y="3668"/>
                </a:lnTo>
                <a:moveTo>
                  <a:pt x="13146" y="3828"/>
                </a:moveTo>
                <a:lnTo>
                  <a:pt x="13146" y="3928"/>
                </a:lnTo>
                <a:lnTo>
                  <a:pt x="13126" y="3928"/>
                </a:lnTo>
                <a:lnTo>
                  <a:pt x="13126" y="3828"/>
                </a:lnTo>
                <a:lnTo>
                  <a:pt x="13146" y="3828"/>
                </a:lnTo>
                <a:moveTo>
                  <a:pt x="13146" y="3988"/>
                </a:moveTo>
                <a:lnTo>
                  <a:pt x="13146" y="4088"/>
                </a:lnTo>
                <a:lnTo>
                  <a:pt x="13126" y="4088"/>
                </a:lnTo>
                <a:lnTo>
                  <a:pt x="13126" y="3988"/>
                </a:lnTo>
                <a:lnTo>
                  <a:pt x="13146" y="3988"/>
                </a:lnTo>
                <a:moveTo>
                  <a:pt x="13146" y="4148"/>
                </a:moveTo>
                <a:lnTo>
                  <a:pt x="13146" y="4248"/>
                </a:lnTo>
                <a:lnTo>
                  <a:pt x="13126" y="4248"/>
                </a:lnTo>
                <a:lnTo>
                  <a:pt x="13126" y="4148"/>
                </a:lnTo>
                <a:lnTo>
                  <a:pt x="13146" y="4148"/>
                </a:lnTo>
                <a:moveTo>
                  <a:pt x="13076" y="4258"/>
                </a:moveTo>
                <a:lnTo>
                  <a:pt x="12976" y="4258"/>
                </a:lnTo>
                <a:lnTo>
                  <a:pt x="12976" y="4238"/>
                </a:lnTo>
                <a:lnTo>
                  <a:pt x="13076" y="4238"/>
                </a:lnTo>
                <a:lnTo>
                  <a:pt x="13076" y="4258"/>
                </a:lnTo>
                <a:moveTo>
                  <a:pt x="12916" y="4258"/>
                </a:moveTo>
                <a:lnTo>
                  <a:pt x="12816" y="4258"/>
                </a:lnTo>
                <a:lnTo>
                  <a:pt x="12816" y="4238"/>
                </a:lnTo>
                <a:lnTo>
                  <a:pt x="12916" y="4238"/>
                </a:lnTo>
                <a:lnTo>
                  <a:pt x="12916" y="4258"/>
                </a:lnTo>
                <a:moveTo>
                  <a:pt x="12756" y="4258"/>
                </a:moveTo>
                <a:lnTo>
                  <a:pt x="12657" y="4258"/>
                </a:lnTo>
                <a:lnTo>
                  <a:pt x="12657" y="4238"/>
                </a:lnTo>
                <a:lnTo>
                  <a:pt x="12756" y="4238"/>
                </a:lnTo>
                <a:lnTo>
                  <a:pt x="12756" y="4258"/>
                </a:lnTo>
                <a:moveTo>
                  <a:pt x="12597" y="4258"/>
                </a:moveTo>
                <a:lnTo>
                  <a:pt x="12497" y="4258"/>
                </a:lnTo>
                <a:lnTo>
                  <a:pt x="12497" y="4238"/>
                </a:lnTo>
                <a:lnTo>
                  <a:pt x="12597" y="4238"/>
                </a:lnTo>
                <a:lnTo>
                  <a:pt x="12597" y="4258"/>
                </a:lnTo>
                <a:moveTo>
                  <a:pt x="12437" y="4258"/>
                </a:moveTo>
                <a:lnTo>
                  <a:pt x="12337" y="4258"/>
                </a:lnTo>
                <a:lnTo>
                  <a:pt x="12337" y="4238"/>
                </a:lnTo>
                <a:lnTo>
                  <a:pt x="12437" y="4238"/>
                </a:lnTo>
                <a:lnTo>
                  <a:pt x="12437" y="4258"/>
                </a:lnTo>
                <a:moveTo>
                  <a:pt x="12277" y="4258"/>
                </a:moveTo>
                <a:lnTo>
                  <a:pt x="12177" y="4258"/>
                </a:lnTo>
                <a:lnTo>
                  <a:pt x="12177" y="4238"/>
                </a:lnTo>
                <a:lnTo>
                  <a:pt x="12277" y="4238"/>
                </a:lnTo>
                <a:lnTo>
                  <a:pt x="12277" y="4258"/>
                </a:lnTo>
                <a:moveTo>
                  <a:pt x="12117" y="4258"/>
                </a:moveTo>
                <a:lnTo>
                  <a:pt x="12017" y="4258"/>
                </a:lnTo>
                <a:lnTo>
                  <a:pt x="12017" y="4238"/>
                </a:lnTo>
                <a:lnTo>
                  <a:pt x="12117" y="4238"/>
                </a:lnTo>
                <a:lnTo>
                  <a:pt x="12117" y="4258"/>
                </a:lnTo>
                <a:moveTo>
                  <a:pt x="11957" y="4258"/>
                </a:moveTo>
                <a:lnTo>
                  <a:pt x="11857" y="4258"/>
                </a:lnTo>
                <a:lnTo>
                  <a:pt x="11857" y="4238"/>
                </a:lnTo>
                <a:lnTo>
                  <a:pt x="11957" y="4238"/>
                </a:lnTo>
                <a:lnTo>
                  <a:pt x="11957" y="4258"/>
                </a:lnTo>
                <a:moveTo>
                  <a:pt x="11798" y="4258"/>
                </a:moveTo>
                <a:lnTo>
                  <a:pt x="11698" y="4258"/>
                </a:lnTo>
                <a:lnTo>
                  <a:pt x="11698" y="4238"/>
                </a:lnTo>
                <a:lnTo>
                  <a:pt x="11798" y="4238"/>
                </a:lnTo>
                <a:lnTo>
                  <a:pt x="11798" y="4258"/>
                </a:lnTo>
                <a:moveTo>
                  <a:pt x="11638" y="4258"/>
                </a:moveTo>
                <a:lnTo>
                  <a:pt x="11538" y="4258"/>
                </a:lnTo>
                <a:lnTo>
                  <a:pt x="11538" y="4238"/>
                </a:lnTo>
                <a:lnTo>
                  <a:pt x="11638" y="4238"/>
                </a:lnTo>
                <a:lnTo>
                  <a:pt x="11638" y="4258"/>
                </a:lnTo>
                <a:moveTo>
                  <a:pt x="11478" y="4258"/>
                </a:moveTo>
                <a:lnTo>
                  <a:pt x="11378" y="4258"/>
                </a:lnTo>
                <a:lnTo>
                  <a:pt x="11378" y="4238"/>
                </a:lnTo>
                <a:lnTo>
                  <a:pt x="11478" y="4238"/>
                </a:lnTo>
                <a:lnTo>
                  <a:pt x="11478" y="4258"/>
                </a:lnTo>
                <a:moveTo>
                  <a:pt x="11318" y="4258"/>
                </a:moveTo>
                <a:lnTo>
                  <a:pt x="11218" y="4258"/>
                </a:lnTo>
                <a:lnTo>
                  <a:pt x="11218" y="4238"/>
                </a:lnTo>
                <a:lnTo>
                  <a:pt x="11318" y="4238"/>
                </a:lnTo>
                <a:lnTo>
                  <a:pt x="11318" y="4258"/>
                </a:lnTo>
                <a:moveTo>
                  <a:pt x="11158" y="4258"/>
                </a:moveTo>
                <a:lnTo>
                  <a:pt x="11058" y="4258"/>
                </a:lnTo>
                <a:lnTo>
                  <a:pt x="11058" y="4238"/>
                </a:lnTo>
                <a:lnTo>
                  <a:pt x="11158" y="4238"/>
                </a:lnTo>
                <a:lnTo>
                  <a:pt x="11158" y="4258"/>
                </a:lnTo>
                <a:moveTo>
                  <a:pt x="10998" y="4258"/>
                </a:moveTo>
                <a:lnTo>
                  <a:pt x="10899" y="4258"/>
                </a:lnTo>
                <a:lnTo>
                  <a:pt x="10899" y="4238"/>
                </a:lnTo>
                <a:lnTo>
                  <a:pt x="10998" y="4238"/>
                </a:lnTo>
                <a:lnTo>
                  <a:pt x="10998" y="4258"/>
                </a:lnTo>
                <a:moveTo>
                  <a:pt x="10839" y="4258"/>
                </a:moveTo>
                <a:lnTo>
                  <a:pt x="10739" y="4258"/>
                </a:lnTo>
                <a:lnTo>
                  <a:pt x="10739" y="4238"/>
                </a:lnTo>
                <a:lnTo>
                  <a:pt x="10839" y="4238"/>
                </a:lnTo>
                <a:lnTo>
                  <a:pt x="10839" y="4258"/>
                </a:lnTo>
                <a:moveTo>
                  <a:pt x="10679" y="4258"/>
                </a:moveTo>
                <a:lnTo>
                  <a:pt x="10579" y="4258"/>
                </a:lnTo>
                <a:lnTo>
                  <a:pt x="10579" y="4238"/>
                </a:lnTo>
                <a:lnTo>
                  <a:pt x="10679" y="4238"/>
                </a:lnTo>
                <a:lnTo>
                  <a:pt x="10679" y="4258"/>
                </a:lnTo>
                <a:moveTo>
                  <a:pt x="10519" y="4258"/>
                </a:moveTo>
                <a:lnTo>
                  <a:pt x="10419" y="4258"/>
                </a:lnTo>
                <a:lnTo>
                  <a:pt x="10419" y="4238"/>
                </a:lnTo>
                <a:lnTo>
                  <a:pt x="10519" y="4238"/>
                </a:lnTo>
                <a:lnTo>
                  <a:pt x="10519" y="4258"/>
                </a:lnTo>
                <a:moveTo>
                  <a:pt x="10359" y="4258"/>
                </a:moveTo>
                <a:lnTo>
                  <a:pt x="10259" y="4258"/>
                </a:lnTo>
                <a:lnTo>
                  <a:pt x="10259" y="4238"/>
                </a:lnTo>
                <a:lnTo>
                  <a:pt x="10359" y="4238"/>
                </a:lnTo>
                <a:lnTo>
                  <a:pt x="10359" y="4258"/>
                </a:lnTo>
                <a:moveTo>
                  <a:pt x="10199" y="4258"/>
                </a:moveTo>
                <a:lnTo>
                  <a:pt x="10099" y="4258"/>
                </a:lnTo>
                <a:lnTo>
                  <a:pt x="10099" y="4238"/>
                </a:lnTo>
                <a:lnTo>
                  <a:pt x="10199" y="4238"/>
                </a:lnTo>
                <a:lnTo>
                  <a:pt x="10199" y="4258"/>
                </a:lnTo>
                <a:moveTo>
                  <a:pt x="10040" y="4258"/>
                </a:moveTo>
                <a:lnTo>
                  <a:pt x="9940" y="4258"/>
                </a:lnTo>
                <a:lnTo>
                  <a:pt x="9940" y="4238"/>
                </a:lnTo>
                <a:lnTo>
                  <a:pt x="10040" y="4238"/>
                </a:lnTo>
                <a:lnTo>
                  <a:pt x="10040" y="4258"/>
                </a:lnTo>
                <a:moveTo>
                  <a:pt x="9880" y="4258"/>
                </a:moveTo>
                <a:lnTo>
                  <a:pt x="9780" y="4258"/>
                </a:lnTo>
                <a:lnTo>
                  <a:pt x="9780" y="4238"/>
                </a:lnTo>
                <a:lnTo>
                  <a:pt x="9880" y="4238"/>
                </a:lnTo>
                <a:lnTo>
                  <a:pt x="9880" y="4258"/>
                </a:lnTo>
                <a:moveTo>
                  <a:pt x="9720" y="4258"/>
                </a:moveTo>
                <a:lnTo>
                  <a:pt x="9620" y="4258"/>
                </a:lnTo>
                <a:lnTo>
                  <a:pt x="9620" y="4238"/>
                </a:lnTo>
                <a:lnTo>
                  <a:pt x="9720" y="4238"/>
                </a:lnTo>
                <a:lnTo>
                  <a:pt x="9720" y="4258"/>
                </a:lnTo>
                <a:moveTo>
                  <a:pt x="9560" y="4258"/>
                </a:moveTo>
                <a:lnTo>
                  <a:pt x="9460" y="4258"/>
                </a:lnTo>
                <a:lnTo>
                  <a:pt x="9460" y="4238"/>
                </a:lnTo>
                <a:lnTo>
                  <a:pt x="9560" y="4238"/>
                </a:lnTo>
                <a:lnTo>
                  <a:pt x="9560" y="4258"/>
                </a:lnTo>
                <a:moveTo>
                  <a:pt x="9400" y="4258"/>
                </a:moveTo>
                <a:lnTo>
                  <a:pt x="9300" y="4258"/>
                </a:lnTo>
                <a:lnTo>
                  <a:pt x="9300" y="4238"/>
                </a:lnTo>
                <a:lnTo>
                  <a:pt x="9400" y="4238"/>
                </a:lnTo>
                <a:lnTo>
                  <a:pt x="9400" y="4258"/>
                </a:lnTo>
                <a:moveTo>
                  <a:pt x="9240" y="4258"/>
                </a:moveTo>
                <a:lnTo>
                  <a:pt x="9141" y="4258"/>
                </a:lnTo>
                <a:lnTo>
                  <a:pt x="9141" y="4238"/>
                </a:lnTo>
                <a:lnTo>
                  <a:pt x="9240" y="4238"/>
                </a:lnTo>
                <a:lnTo>
                  <a:pt x="9240" y="4258"/>
                </a:lnTo>
                <a:moveTo>
                  <a:pt x="9081" y="4258"/>
                </a:moveTo>
                <a:lnTo>
                  <a:pt x="8981" y="4258"/>
                </a:lnTo>
                <a:lnTo>
                  <a:pt x="8981" y="4238"/>
                </a:lnTo>
                <a:lnTo>
                  <a:pt x="9081" y="4238"/>
                </a:lnTo>
                <a:lnTo>
                  <a:pt x="9081" y="4258"/>
                </a:lnTo>
                <a:moveTo>
                  <a:pt x="8921" y="4258"/>
                </a:moveTo>
                <a:lnTo>
                  <a:pt x="8821" y="4258"/>
                </a:lnTo>
                <a:lnTo>
                  <a:pt x="8821" y="4238"/>
                </a:lnTo>
                <a:lnTo>
                  <a:pt x="8921" y="4238"/>
                </a:lnTo>
                <a:lnTo>
                  <a:pt x="8921" y="4258"/>
                </a:lnTo>
                <a:moveTo>
                  <a:pt x="8761" y="4258"/>
                </a:moveTo>
                <a:lnTo>
                  <a:pt x="8661" y="4258"/>
                </a:lnTo>
                <a:lnTo>
                  <a:pt x="8661" y="4238"/>
                </a:lnTo>
                <a:lnTo>
                  <a:pt x="8761" y="4238"/>
                </a:lnTo>
                <a:lnTo>
                  <a:pt x="8761" y="4258"/>
                </a:lnTo>
                <a:moveTo>
                  <a:pt x="8601" y="4258"/>
                </a:moveTo>
                <a:lnTo>
                  <a:pt x="8501" y="4258"/>
                </a:lnTo>
                <a:lnTo>
                  <a:pt x="8501" y="4238"/>
                </a:lnTo>
                <a:lnTo>
                  <a:pt x="8601" y="4238"/>
                </a:lnTo>
                <a:lnTo>
                  <a:pt x="8601" y="4258"/>
                </a:lnTo>
                <a:moveTo>
                  <a:pt x="8441" y="4258"/>
                </a:moveTo>
                <a:lnTo>
                  <a:pt x="8341" y="4258"/>
                </a:lnTo>
                <a:lnTo>
                  <a:pt x="8341" y="4238"/>
                </a:lnTo>
                <a:lnTo>
                  <a:pt x="8441" y="4238"/>
                </a:lnTo>
                <a:lnTo>
                  <a:pt x="8441" y="4258"/>
                </a:lnTo>
                <a:moveTo>
                  <a:pt x="8281" y="4258"/>
                </a:moveTo>
                <a:lnTo>
                  <a:pt x="8182" y="4258"/>
                </a:lnTo>
                <a:lnTo>
                  <a:pt x="8182" y="4238"/>
                </a:lnTo>
                <a:lnTo>
                  <a:pt x="8281" y="4238"/>
                </a:lnTo>
                <a:lnTo>
                  <a:pt x="8281" y="4258"/>
                </a:lnTo>
                <a:moveTo>
                  <a:pt x="8122" y="4258"/>
                </a:moveTo>
                <a:lnTo>
                  <a:pt x="8022" y="4258"/>
                </a:lnTo>
                <a:lnTo>
                  <a:pt x="8022" y="4238"/>
                </a:lnTo>
                <a:lnTo>
                  <a:pt x="8122" y="4238"/>
                </a:lnTo>
                <a:lnTo>
                  <a:pt x="8122" y="4258"/>
                </a:lnTo>
                <a:moveTo>
                  <a:pt x="7962" y="4258"/>
                </a:moveTo>
                <a:lnTo>
                  <a:pt x="7862" y="4258"/>
                </a:lnTo>
                <a:lnTo>
                  <a:pt x="7862" y="4238"/>
                </a:lnTo>
                <a:lnTo>
                  <a:pt x="7962" y="4238"/>
                </a:lnTo>
                <a:lnTo>
                  <a:pt x="7962" y="4258"/>
                </a:lnTo>
                <a:moveTo>
                  <a:pt x="7802" y="4258"/>
                </a:moveTo>
                <a:lnTo>
                  <a:pt x="7702" y="4258"/>
                </a:lnTo>
                <a:lnTo>
                  <a:pt x="7702" y="4238"/>
                </a:lnTo>
                <a:lnTo>
                  <a:pt x="7802" y="4238"/>
                </a:lnTo>
                <a:lnTo>
                  <a:pt x="7802" y="4258"/>
                </a:lnTo>
                <a:moveTo>
                  <a:pt x="7642" y="4258"/>
                </a:moveTo>
                <a:lnTo>
                  <a:pt x="7542" y="4258"/>
                </a:lnTo>
                <a:lnTo>
                  <a:pt x="7542" y="4238"/>
                </a:lnTo>
                <a:lnTo>
                  <a:pt x="7642" y="4238"/>
                </a:lnTo>
                <a:lnTo>
                  <a:pt x="7642" y="4258"/>
                </a:lnTo>
                <a:moveTo>
                  <a:pt x="7482" y="4258"/>
                </a:moveTo>
                <a:lnTo>
                  <a:pt x="7382" y="4258"/>
                </a:lnTo>
                <a:lnTo>
                  <a:pt x="7382" y="4238"/>
                </a:lnTo>
                <a:lnTo>
                  <a:pt x="7482" y="4238"/>
                </a:lnTo>
                <a:lnTo>
                  <a:pt x="7482" y="4258"/>
                </a:lnTo>
                <a:moveTo>
                  <a:pt x="7323" y="4258"/>
                </a:moveTo>
                <a:lnTo>
                  <a:pt x="7223" y="4258"/>
                </a:lnTo>
                <a:lnTo>
                  <a:pt x="7223" y="4238"/>
                </a:lnTo>
                <a:lnTo>
                  <a:pt x="7323" y="4238"/>
                </a:lnTo>
                <a:lnTo>
                  <a:pt x="7323" y="4258"/>
                </a:lnTo>
                <a:moveTo>
                  <a:pt x="7163" y="4258"/>
                </a:moveTo>
                <a:lnTo>
                  <a:pt x="7063" y="4258"/>
                </a:lnTo>
                <a:lnTo>
                  <a:pt x="7063" y="4238"/>
                </a:lnTo>
                <a:lnTo>
                  <a:pt x="7163" y="4238"/>
                </a:lnTo>
                <a:lnTo>
                  <a:pt x="7163" y="4258"/>
                </a:lnTo>
                <a:moveTo>
                  <a:pt x="7003" y="4258"/>
                </a:moveTo>
                <a:lnTo>
                  <a:pt x="6903" y="4258"/>
                </a:lnTo>
                <a:lnTo>
                  <a:pt x="6903" y="4238"/>
                </a:lnTo>
                <a:lnTo>
                  <a:pt x="7003" y="4238"/>
                </a:lnTo>
                <a:lnTo>
                  <a:pt x="7003" y="4258"/>
                </a:lnTo>
                <a:moveTo>
                  <a:pt x="6843" y="4258"/>
                </a:moveTo>
                <a:lnTo>
                  <a:pt x="6743" y="4258"/>
                </a:lnTo>
                <a:lnTo>
                  <a:pt x="6743" y="4238"/>
                </a:lnTo>
                <a:lnTo>
                  <a:pt x="6843" y="4238"/>
                </a:lnTo>
                <a:lnTo>
                  <a:pt x="6843" y="4258"/>
                </a:lnTo>
                <a:moveTo>
                  <a:pt x="6683" y="4258"/>
                </a:moveTo>
                <a:lnTo>
                  <a:pt x="6583" y="4258"/>
                </a:lnTo>
                <a:lnTo>
                  <a:pt x="6583" y="4238"/>
                </a:lnTo>
                <a:lnTo>
                  <a:pt x="6683" y="4238"/>
                </a:lnTo>
                <a:lnTo>
                  <a:pt x="6683" y="4258"/>
                </a:lnTo>
                <a:moveTo>
                  <a:pt x="6523" y="4258"/>
                </a:moveTo>
                <a:lnTo>
                  <a:pt x="6424" y="4258"/>
                </a:lnTo>
                <a:lnTo>
                  <a:pt x="6424" y="4238"/>
                </a:lnTo>
                <a:lnTo>
                  <a:pt x="6523" y="4238"/>
                </a:lnTo>
                <a:lnTo>
                  <a:pt x="6523" y="4258"/>
                </a:lnTo>
                <a:moveTo>
                  <a:pt x="6364" y="4258"/>
                </a:moveTo>
                <a:lnTo>
                  <a:pt x="6264" y="4258"/>
                </a:lnTo>
                <a:lnTo>
                  <a:pt x="6264" y="4238"/>
                </a:lnTo>
                <a:lnTo>
                  <a:pt x="6364" y="4238"/>
                </a:lnTo>
                <a:lnTo>
                  <a:pt x="6364" y="4258"/>
                </a:lnTo>
                <a:moveTo>
                  <a:pt x="6204" y="4258"/>
                </a:moveTo>
                <a:lnTo>
                  <a:pt x="6104" y="4258"/>
                </a:lnTo>
                <a:lnTo>
                  <a:pt x="6104" y="4238"/>
                </a:lnTo>
                <a:lnTo>
                  <a:pt x="6204" y="4238"/>
                </a:lnTo>
                <a:lnTo>
                  <a:pt x="6204" y="4258"/>
                </a:lnTo>
                <a:moveTo>
                  <a:pt x="6044" y="4258"/>
                </a:moveTo>
                <a:lnTo>
                  <a:pt x="5944" y="4258"/>
                </a:lnTo>
                <a:lnTo>
                  <a:pt x="5944" y="4238"/>
                </a:lnTo>
                <a:lnTo>
                  <a:pt x="6044" y="4238"/>
                </a:lnTo>
                <a:lnTo>
                  <a:pt x="6044" y="4258"/>
                </a:lnTo>
                <a:moveTo>
                  <a:pt x="5884" y="4258"/>
                </a:moveTo>
                <a:lnTo>
                  <a:pt x="5784" y="4258"/>
                </a:lnTo>
                <a:lnTo>
                  <a:pt x="5784" y="4238"/>
                </a:lnTo>
                <a:lnTo>
                  <a:pt x="5884" y="4238"/>
                </a:lnTo>
                <a:lnTo>
                  <a:pt x="5884" y="4258"/>
                </a:lnTo>
                <a:moveTo>
                  <a:pt x="5724" y="4258"/>
                </a:moveTo>
                <a:lnTo>
                  <a:pt x="5624" y="4258"/>
                </a:lnTo>
                <a:lnTo>
                  <a:pt x="5624" y="4238"/>
                </a:lnTo>
                <a:lnTo>
                  <a:pt x="5724" y="4238"/>
                </a:lnTo>
                <a:lnTo>
                  <a:pt x="5724" y="4258"/>
                </a:lnTo>
                <a:moveTo>
                  <a:pt x="5564" y="4258"/>
                </a:moveTo>
                <a:lnTo>
                  <a:pt x="5465" y="4258"/>
                </a:lnTo>
                <a:lnTo>
                  <a:pt x="5465" y="4238"/>
                </a:lnTo>
                <a:lnTo>
                  <a:pt x="5564" y="4238"/>
                </a:lnTo>
                <a:lnTo>
                  <a:pt x="5564" y="4258"/>
                </a:lnTo>
                <a:moveTo>
                  <a:pt x="5405" y="4258"/>
                </a:moveTo>
                <a:lnTo>
                  <a:pt x="5305" y="4258"/>
                </a:lnTo>
                <a:lnTo>
                  <a:pt x="5305" y="4238"/>
                </a:lnTo>
                <a:lnTo>
                  <a:pt x="5405" y="4238"/>
                </a:lnTo>
                <a:lnTo>
                  <a:pt x="5405" y="4258"/>
                </a:lnTo>
                <a:moveTo>
                  <a:pt x="5245" y="4258"/>
                </a:moveTo>
                <a:lnTo>
                  <a:pt x="5145" y="4258"/>
                </a:lnTo>
                <a:lnTo>
                  <a:pt x="5145" y="4238"/>
                </a:lnTo>
                <a:lnTo>
                  <a:pt x="5245" y="4238"/>
                </a:lnTo>
                <a:lnTo>
                  <a:pt x="5245" y="4258"/>
                </a:lnTo>
                <a:moveTo>
                  <a:pt x="5085" y="4258"/>
                </a:moveTo>
                <a:lnTo>
                  <a:pt x="4985" y="4258"/>
                </a:lnTo>
                <a:lnTo>
                  <a:pt x="4985" y="4238"/>
                </a:lnTo>
                <a:lnTo>
                  <a:pt x="5085" y="4238"/>
                </a:lnTo>
                <a:lnTo>
                  <a:pt x="5085" y="4258"/>
                </a:lnTo>
                <a:moveTo>
                  <a:pt x="4925" y="4258"/>
                </a:moveTo>
                <a:lnTo>
                  <a:pt x="4825" y="4258"/>
                </a:lnTo>
                <a:lnTo>
                  <a:pt x="4825" y="4238"/>
                </a:lnTo>
                <a:lnTo>
                  <a:pt x="4925" y="4238"/>
                </a:lnTo>
                <a:lnTo>
                  <a:pt x="4925" y="4258"/>
                </a:lnTo>
                <a:moveTo>
                  <a:pt x="4765" y="4258"/>
                </a:moveTo>
                <a:lnTo>
                  <a:pt x="4665" y="4258"/>
                </a:lnTo>
                <a:lnTo>
                  <a:pt x="4665" y="4238"/>
                </a:lnTo>
                <a:lnTo>
                  <a:pt x="4765" y="4238"/>
                </a:lnTo>
                <a:lnTo>
                  <a:pt x="4765" y="4258"/>
                </a:lnTo>
                <a:moveTo>
                  <a:pt x="4606" y="4258"/>
                </a:moveTo>
                <a:lnTo>
                  <a:pt x="4506" y="4258"/>
                </a:lnTo>
                <a:lnTo>
                  <a:pt x="4506" y="4238"/>
                </a:lnTo>
                <a:lnTo>
                  <a:pt x="4606" y="4238"/>
                </a:lnTo>
                <a:lnTo>
                  <a:pt x="4606" y="4258"/>
                </a:lnTo>
                <a:moveTo>
                  <a:pt x="4446" y="4258"/>
                </a:moveTo>
                <a:lnTo>
                  <a:pt x="4346" y="4258"/>
                </a:lnTo>
                <a:lnTo>
                  <a:pt x="4346" y="4238"/>
                </a:lnTo>
                <a:lnTo>
                  <a:pt x="4446" y="4238"/>
                </a:lnTo>
                <a:lnTo>
                  <a:pt x="4446" y="4258"/>
                </a:lnTo>
                <a:moveTo>
                  <a:pt x="4286" y="4258"/>
                </a:moveTo>
                <a:lnTo>
                  <a:pt x="4186" y="4258"/>
                </a:lnTo>
                <a:lnTo>
                  <a:pt x="4186" y="4238"/>
                </a:lnTo>
                <a:lnTo>
                  <a:pt x="4286" y="4238"/>
                </a:lnTo>
                <a:lnTo>
                  <a:pt x="4286" y="4258"/>
                </a:lnTo>
                <a:moveTo>
                  <a:pt x="4126" y="4258"/>
                </a:moveTo>
                <a:lnTo>
                  <a:pt x="4026" y="4258"/>
                </a:lnTo>
                <a:lnTo>
                  <a:pt x="4026" y="4238"/>
                </a:lnTo>
                <a:lnTo>
                  <a:pt x="4126" y="4238"/>
                </a:lnTo>
                <a:lnTo>
                  <a:pt x="4126" y="4258"/>
                </a:lnTo>
                <a:moveTo>
                  <a:pt x="3966" y="4258"/>
                </a:moveTo>
                <a:lnTo>
                  <a:pt x="3866" y="4258"/>
                </a:lnTo>
                <a:lnTo>
                  <a:pt x="3866" y="4238"/>
                </a:lnTo>
                <a:lnTo>
                  <a:pt x="3966" y="4238"/>
                </a:lnTo>
                <a:lnTo>
                  <a:pt x="3966" y="4258"/>
                </a:lnTo>
                <a:moveTo>
                  <a:pt x="3806" y="4258"/>
                </a:moveTo>
                <a:lnTo>
                  <a:pt x="3707" y="4258"/>
                </a:lnTo>
                <a:lnTo>
                  <a:pt x="3707" y="4238"/>
                </a:lnTo>
                <a:lnTo>
                  <a:pt x="3806" y="4238"/>
                </a:lnTo>
                <a:lnTo>
                  <a:pt x="3806" y="4258"/>
                </a:lnTo>
                <a:moveTo>
                  <a:pt x="3647" y="4258"/>
                </a:moveTo>
                <a:lnTo>
                  <a:pt x="3547" y="4258"/>
                </a:lnTo>
                <a:lnTo>
                  <a:pt x="3547" y="4238"/>
                </a:lnTo>
                <a:lnTo>
                  <a:pt x="3647" y="4238"/>
                </a:lnTo>
                <a:lnTo>
                  <a:pt x="3647" y="4258"/>
                </a:lnTo>
                <a:moveTo>
                  <a:pt x="3487" y="4258"/>
                </a:moveTo>
                <a:lnTo>
                  <a:pt x="3387" y="4258"/>
                </a:lnTo>
                <a:lnTo>
                  <a:pt x="3387" y="4238"/>
                </a:lnTo>
                <a:lnTo>
                  <a:pt x="3487" y="4238"/>
                </a:lnTo>
                <a:lnTo>
                  <a:pt x="3487" y="4258"/>
                </a:lnTo>
                <a:moveTo>
                  <a:pt x="3327" y="4258"/>
                </a:moveTo>
                <a:lnTo>
                  <a:pt x="3227" y="4258"/>
                </a:lnTo>
                <a:lnTo>
                  <a:pt x="3227" y="4238"/>
                </a:lnTo>
                <a:lnTo>
                  <a:pt x="3327" y="4238"/>
                </a:lnTo>
                <a:lnTo>
                  <a:pt x="3327" y="4258"/>
                </a:lnTo>
                <a:moveTo>
                  <a:pt x="3167" y="4258"/>
                </a:moveTo>
                <a:lnTo>
                  <a:pt x="3066" y="4258"/>
                </a:lnTo>
                <a:lnTo>
                  <a:pt x="3066" y="4238"/>
                </a:lnTo>
                <a:lnTo>
                  <a:pt x="3167" y="4238"/>
                </a:lnTo>
                <a:lnTo>
                  <a:pt x="3167" y="4258"/>
                </a:lnTo>
                <a:moveTo>
                  <a:pt x="3006" y="4258"/>
                </a:moveTo>
                <a:lnTo>
                  <a:pt x="2906" y="4258"/>
                </a:lnTo>
                <a:lnTo>
                  <a:pt x="2906" y="4238"/>
                </a:lnTo>
                <a:lnTo>
                  <a:pt x="3006" y="4238"/>
                </a:lnTo>
                <a:lnTo>
                  <a:pt x="3006" y="4258"/>
                </a:lnTo>
                <a:moveTo>
                  <a:pt x="2847" y="4258"/>
                </a:moveTo>
                <a:lnTo>
                  <a:pt x="2747" y="4258"/>
                </a:lnTo>
                <a:lnTo>
                  <a:pt x="2747" y="4238"/>
                </a:lnTo>
                <a:lnTo>
                  <a:pt x="2847" y="4238"/>
                </a:lnTo>
                <a:lnTo>
                  <a:pt x="2847" y="4258"/>
                </a:lnTo>
                <a:moveTo>
                  <a:pt x="2687" y="4258"/>
                </a:moveTo>
                <a:lnTo>
                  <a:pt x="2587" y="4258"/>
                </a:lnTo>
                <a:lnTo>
                  <a:pt x="2587" y="4238"/>
                </a:lnTo>
                <a:lnTo>
                  <a:pt x="2687" y="4238"/>
                </a:lnTo>
                <a:lnTo>
                  <a:pt x="2687" y="4258"/>
                </a:lnTo>
                <a:moveTo>
                  <a:pt x="2527" y="4258"/>
                </a:moveTo>
                <a:lnTo>
                  <a:pt x="2427" y="4258"/>
                </a:lnTo>
                <a:lnTo>
                  <a:pt x="2427" y="4238"/>
                </a:lnTo>
                <a:lnTo>
                  <a:pt x="2527" y="4238"/>
                </a:lnTo>
                <a:lnTo>
                  <a:pt x="2527" y="4258"/>
                </a:lnTo>
                <a:moveTo>
                  <a:pt x="2367" y="4258"/>
                </a:moveTo>
                <a:lnTo>
                  <a:pt x="2267" y="4258"/>
                </a:lnTo>
                <a:lnTo>
                  <a:pt x="2267" y="4238"/>
                </a:lnTo>
                <a:lnTo>
                  <a:pt x="2367" y="4238"/>
                </a:lnTo>
                <a:lnTo>
                  <a:pt x="2367" y="4258"/>
                </a:lnTo>
                <a:moveTo>
                  <a:pt x="2207" y="4258"/>
                </a:moveTo>
                <a:lnTo>
                  <a:pt x="2107" y="4258"/>
                </a:lnTo>
                <a:lnTo>
                  <a:pt x="2107" y="4238"/>
                </a:lnTo>
                <a:lnTo>
                  <a:pt x="2207" y="4238"/>
                </a:lnTo>
                <a:lnTo>
                  <a:pt x="2207" y="4258"/>
                </a:lnTo>
                <a:moveTo>
                  <a:pt x="2047" y="4258"/>
                </a:moveTo>
                <a:lnTo>
                  <a:pt x="1948" y="4258"/>
                </a:lnTo>
                <a:lnTo>
                  <a:pt x="1948" y="4238"/>
                </a:lnTo>
                <a:lnTo>
                  <a:pt x="2047" y="4238"/>
                </a:lnTo>
                <a:lnTo>
                  <a:pt x="2047" y="4258"/>
                </a:lnTo>
                <a:moveTo>
                  <a:pt x="1888" y="4258"/>
                </a:moveTo>
                <a:lnTo>
                  <a:pt x="1788" y="4258"/>
                </a:lnTo>
                <a:lnTo>
                  <a:pt x="1788" y="4238"/>
                </a:lnTo>
                <a:lnTo>
                  <a:pt x="1888" y="4238"/>
                </a:lnTo>
                <a:lnTo>
                  <a:pt x="1888" y="4258"/>
                </a:lnTo>
                <a:moveTo>
                  <a:pt x="1728" y="4258"/>
                </a:moveTo>
                <a:lnTo>
                  <a:pt x="1628" y="4258"/>
                </a:lnTo>
                <a:lnTo>
                  <a:pt x="1628" y="4238"/>
                </a:lnTo>
                <a:lnTo>
                  <a:pt x="1728" y="4238"/>
                </a:lnTo>
                <a:lnTo>
                  <a:pt x="1728" y="4258"/>
                </a:lnTo>
                <a:moveTo>
                  <a:pt x="1568" y="4258"/>
                </a:moveTo>
                <a:lnTo>
                  <a:pt x="1468" y="4258"/>
                </a:lnTo>
                <a:lnTo>
                  <a:pt x="1468" y="4238"/>
                </a:lnTo>
                <a:lnTo>
                  <a:pt x="1568" y="4238"/>
                </a:lnTo>
                <a:lnTo>
                  <a:pt x="1568" y="4258"/>
                </a:lnTo>
                <a:moveTo>
                  <a:pt x="1408" y="4258"/>
                </a:moveTo>
                <a:lnTo>
                  <a:pt x="1308" y="4258"/>
                </a:lnTo>
                <a:lnTo>
                  <a:pt x="1308" y="4238"/>
                </a:lnTo>
                <a:lnTo>
                  <a:pt x="1408" y="4238"/>
                </a:lnTo>
                <a:lnTo>
                  <a:pt x="1408" y="4258"/>
                </a:lnTo>
                <a:moveTo>
                  <a:pt x="1248" y="4258"/>
                </a:moveTo>
                <a:lnTo>
                  <a:pt x="1148" y="4258"/>
                </a:lnTo>
                <a:lnTo>
                  <a:pt x="1148" y="4238"/>
                </a:lnTo>
                <a:lnTo>
                  <a:pt x="1248" y="4238"/>
                </a:lnTo>
                <a:lnTo>
                  <a:pt x="1248" y="4258"/>
                </a:lnTo>
                <a:moveTo>
                  <a:pt x="1088" y="4258"/>
                </a:moveTo>
                <a:lnTo>
                  <a:pt x="989" y="4258"/>
                </a:lnTo>
                <a:lnTo>
                  <a:pt x="989" y="4238"/>
                </a:lnTo>
                <a:lnTo>
                  <a:pt x="1088" y="4238"/>
                </a:lnTo>
                <a:lnTo>
                  <a:pt x="1088" y="4258"/>
                </a:lnTo>
                <a:moveTo>
                  <a:pt x="929" y="4258"/>
                </a:moveTo>
                <a:lnTo>
                  <a:pt x="829" y="4258"/>
                </a:lnTo>
                <a:lnTo>
                  <a:pt x="829" y="4238"/>
                </a:lnTo>
                <a:lnTo>
                  <a:pt x="929" y="4238"/>
                </a:lnTo>
                <a:lnTo>
                  <a:pt x="929" y="4258"/>
                </a:lnTo>
                <a:moveTo>
                  <a:pt x="769" y="4258"/>
                </a:moveTo>
                <a:lnTo>
                  <a:pt x="669" y="4258"/>
                </a:lnTo>
                <a:lnTo>
                  <a:pt x="669" y="4238"/>
                </a:lnTo>
                <a:lnTo>
                  <a:pt x="769" y="4238"/>
                </a:lnTo>
                <a:lnTo>
                  <a:pt x="769" y="4258"/>
                </a:lnTo>
                <a:moveTo>
                  <a:pt x="609" y="4258"/>
                </a:moveTo>
                <a:lnTo>
                  <a:pt x="509" y="4258"/>
                </a:lnTo>
                <a:lnTo>
                  <a:pt x="509" y="4238"/>
                </a:lnTo>
                <a:lnTo>
                  <a:pt x="609" y="4238"/>
                </a:lnTo>
                <a:lnTo>
                  <a:pt x="609" y="4258"/>
                </a:lnTo>
                <a:moveTo>
                  <a:pt x="449" y="4258"/>
                </a:moveTo>
                <a:lnTo>
                  <a:pt x="349" y="4258"/>
                </a:lnTo>
                <a:lnTo>
                  <a:pt x="349" y="4238"/>
                </a:lnTo>
                <a:lnTo>
                  <a:pt x="449" y="4238"/>
                </a:lnTo>
                <a:lnTo>
                  <a:pt x="449" y="4258"/>
                </a:lnTo>
                <a:moveTo>
                  <a:pt x="289" y="4258"/>
                </a:moveTo>
                <a:lnTo>
                  <a:pt x="189" y="4258"/>
                </a:lnTo>
                <a:lnTo>
                  <a:pt x="189" y="4238"/>
                </a:lnTo>
                <a:lnTo>
                  <a:pt x="289" y="4238"/>
                </a:lnTo>
                <a:lnTo>
                  <a:pt x="289" y="4258"/>
                </a:lnTo>
                <a:moveTo>
                  <a:pt x="130" y="4258"/>
                </a:moveTo>
                <a:lnTo>
                  <a:pt x="30" y="4258"/>
                </a:lnTo>
                <a:lnTo>
                  <a:pt x="30" y="4238"/>
                </a:lnTo>
                <a:lnTo>
                  <a:pt x="130" y="4238"/>
                </a:lnTo>
                <a:lnTo>
                  <a:pt x="130" y="4258"/>
                </a:lnTo>
                <a:moveTo>
                  <a:pt x="0" y="4208"/>
                </a:moveTo>
                <a:lnTo>
                  <a:pt x="0" y="4108"/>
                </a:lnTo>
                <a:lnTo>
                  <a:pt x="20" y="4108"/>
                </a:lnTo>
                <a:lnTo>
                  <a:pt x="20" y="4208"/>
                </a:lnTo>
                <a:lnTo>
                  <a:pt x="0" y="4208"/>
                </a:lnTo>
                <a:moveTo>
                  <a:pt x="0" y="4048"/>
                </a:moveTo>
                <a:lnTo>
                  <a:pt x="0" y="3948"/>
                </a:lnTo>
                <a:lnTo>
                  <a:pt x="20" y="3948"/>
                </a:lnTo>
                <a:lnTo>
                  <a:pt x="20" y="4048"/>
                </a:lnTo>
                <a:lnTo>
                  <a:pt x="0" y="4048"/>
                </a:lnTo>
                <a:moveTo>
                  <a:pt x="0" y="3888"/>
                </a:moveTo>
                <a:lnTo>
                  <a:pt x="0" y="3788"/>
                </a:lnTo>
                <a:lnTo>
                  <a:pt x="20" y="3788"/>
                </a:lnTo>
                <a:lnTo>
                  <a:pt x="20" y="3888"/>
                </a:lnTo>
                <a:lnTo>
                  <a:pt x="0" y="3888"/>
                </a:lnTo>
                <a:moveTo>
                  <a:pt x="0" y="3728"/>
                </a:moveTo>
                <a:lnTo>
                  <a:pt x="0" y="3628"/>
                </a:lnTo>
                <a:lnTo>
                  <a:pt x="20" y="3628"/>
                </a:lnTo>
                <a:lnTo>
                  <a:pt x="20" y="3728"/>
                </a:lnTo>
                <a:lnTo>
                  <a:pt x="0" y="3728"/>
                </a:lnTo>
                <a:moveTo>
                  <a:pt x="0" y="3568"/>
                </a:moveTo>
                <a:lnTo>
                  <a:pt x="0" y="3468"/>
                </a:lnTo>
                <a:lnTo>
                  <a:pt x="20" y="3468"/>
                </a:lnTo>
                <a:lnTo>
                  <a:pt x="20" y="3568"/>
                </a:lnTo>
                <a:lnTo>
                  <a:pt x="0" y="3568"/>
                </a:lnTo>
                <a:moveTo>
                  <a:pt x="0" y="3409"/>
                </a:moveTo>
                <a:lnTo>
                  <a:pt x="0" y="3309"/>
                </a:lnTo>
                <a:lnTo>
                  <a:pt x="20" y="3309"/>
                </a:lnTo>
                <a:lnTo>
                  <a:pt x="20" y="3409"/>
                </a:lnTo>
                <a:lnTo>
                  <a:pt x="0" y="3409"/>
                </a:lnTo>
                <a:moveTo>
                  <a:pt x="0" y="3249"/>
                </a:moveTo>
                <a:lnTo>
                  <a:pt x="0" y="3149"/>
                </a:lnTo>
                <a:lnTo>
                  <a:pt x="20" y="3149"/>
                </a:lnTo>
                <a:lnTo>
                  <a:pt x="20" y="3249"/>
                </a:lnTo>
                <a:lnTo>
                  <a:pt x="0" y="3249"/>
                </a:lnTo>
                <a:moveTo>
                  <a:pt x="0" y="3088"/>
                </a:moveTo>
                <a:lnTo>
                  <a:pt x="0" y="2988"/>
                </a:lnTo>
                <a:lnTo>
                  <a:pt x="20" y="2988"/>
                </a:lnTo>
                <a:lnTo>
                  <a:pt x="20" y="3088"/>
                </a:lnTo>
                <a:lnTo>
                  <a:pt x="0" y="3088"/>
                </a:lnTo>
                <a:moveTo>
                  <a:pt x="0" y="2928"/>
                </a:moveTo>
                <a:lnTo>
                  <a:pt x="0" y="2828"/>
                </a:lnTo>
                <a:lnTo>
                  <a:pt x="20" y="2828"/>
                </a:lnTo>
                <a:lnTo>
                  <a:pt x="20" y="2928"/>
                </a:lnTo>
                <a:lnTo>
                  <a:pt x="0" y="2928"/>
                </a:lnTo>
                <a:moveTo>
                  <a:pt x="0" y="2768"/>
                </a:moveTo>
                <a:lnTo>
                  <a:pt x="0" y="2668"/>
                </a:lnTo>
                <a:lnTo>
                  <a:pt x="20" y="2668"/>
                </a:lnTo>
                <a:lnTo>
                  <a:pt x="20" y="2768"/>
                </a:lnTo>
                <a:lnTo>
                  <a:pt x="0" y="2768"/>
                </a:lnTo>
                <a:moveTo>
                  <a:pt x="0" y="2608"/>
                </a:moveTo>
                <a:lnTo>
                  <a:pt x="0" y="2508"/>
                </a:lnTo>
                <a:lnTo>
                  <a:pt x="20" y="2508"/>
                </a:lnTo>
                <a:lnTo>
                  <a:pt x="20" y="2608"/>
                </a:lnTo>
                <a:lnTo>
                  <a:pt x="0" y="2608"/>
                </a:lnTo>
                <a:moveTo>
                  <a:pt x="0" y="2448"/>
                </a:moveTo>
                <a:lnTo>
                  <a:pt x="0" y="2348"/>
                </a:lnTo>
                <a:lnTo>
                  <a:pt x="20" y="2348"/>
                </a:lnTo>
                <a:lnTo>
                  <a:pt x="20" y="2448"/>
                </a:lnTo>
                <a:lnTo>
                  <a:pt x="0" y="2448"/>
                </a:lnTo>
                <a:moveTo>
                  <a:pt x="0" y="2288"/>
                </a:moveTo>
                <a:lnTo>
                  <a:pt x="0" y="2188"/>
                </a:lnTo>
                <a:lnTo>
                  <a:pt x="20" y="2188"/>
                </a:lnTo>
                <a:lnTo>
                  <a:pt x="20" y="2288"/>
                </a:lnTo>
                <a:lnTo>
                  <a:pt x="0" y="2288"/>
                </a:lnTo>
                <a:moveTo>
                  <a:pt x="0" y="2128"/>
                </a:moveTo>
                <a:lnTo>
                  <a:pt x="0" y="2028"/>
                </a:lnTo>
                <a:lnTo>
                  <a:pt x="20" y="2028"/>
                </a:lnTo>
                <a:lnTo>
                  <a:pt x="20" y="2128"/>
                </a:lnTo>
                <a:lnTo>
                  <a:pt x="0" y="2128"/>
                </a:lnTo>
                <a:moveTo>
                  <a:pt x="0" y="1969"/>
                </a:moveTo>
                <a:lnTo>
                  <a:pt x="0" y="1869"/>
                </a:lnTo>
                <a:lnTo>
                  <a:pt x="20" y="1869"/>
                </a:lnTo>
                <a:lnTo>
                  <a:pt x="20" y="1969"/>
                </a:lnTo>
                <a:lnTo>
                  <a:pt x="0" y="1969"/>
                </a:lnTo>
                <a:moveTo>
                  <a:pt x="0" y="1809"/>
                </a:moveTo>
                <a:lnTo>
                  <a:pt x="0" y="1709"/>
                </a:lnTo>
                <a:lnTo>
                  <a:pt x="20" y="1709"/>
                </a:lnTo>
                <a:lnTo>
                  <a:pt x="20" y="1809"/>
                </a:lnTo>
                <a:lnTo>
                  <a:pt x="0" y="1809"/>
                </a:lnTo>
                <a:moveTo>
                  <a:pt x="0" y="1649"/>
                </a:moveTo>
                <a:lnTo>
                  <a:pt x="0" y="1549"/>
                </a:lnTo>
                <a:lnTo>
                  <a:pt x="20" y="1549"/>
                </a:lnTo>
                <a:lnTo>
                  <a:pt x="20" y="1649"/>
                </a:lnTo>
                <a:lnTo>
                  <a:pt x="0" y="1649"/>
                </a:lnTo>
                <a:moveTo>
                  <a:pt x="0" y="1489"/>
                </a:moveTo>
                <a:lnTo>
                  <a:pt x="0" y="1389"/>
                </a:lnTo>
                <a:lnTo>
                  <a:pt x="20" y="1389"/>
                </a:lnTo>
                <a:lnTo>
                  <a:pt x="20" y="1489"/>
                </a:lnTo>
                <a:lnTo>
                  <a:pt x="0" y="1489"/>
                </a:lnTo>
                <a:moveTo>
                  <a:pt x="0" y="1329"/>
                </a:moveTo>
                <a:lnTo>
                  <a:pt x="0" y="1229"/>
                </a:lnTo>
                <a:lnTo>
                  <a:pt x="20" y="1229"/>
                </a:lnTo>
                <a:lnTo>
                  <a:pt x="20" y="1329"/>
                </a:lnTo>
                <a:lnTo>
                  <a:pt x="0" y="1329"/>
                </a:lnTo>
                <a:moveTo>
                  <a:pt x="0" y="1169"/>
                </a:moveTo>
                <a:lnTo>
                  <a:pt x="0" y="1069"/>
                </a:lnTo>
                <a:lnTo>
                  <a:pt x="20" y="1069"/>
                </a:lnTo>
                <a:lnTo>
                  <a:pt x="20" y="1169"/>
                </a:lnTo>
                <a:lnTo>
                  <a:pt x="0" y="1169"/>
                </a:lnTo>
                <a:moveTo>
                  <a:pt x="0" y="1009"/>
                </a:moveTo>
                <a:lnTo>
                  <a:pt x="0" y="909"/>
                </a:lnTo>
                <a:lnTo>
                  <a:pt x="20" y="909"/>
                </a:lnTo>
                <a:lnTo>
                  <a:pt x="20" y="1009"/>
                </a:lnTo>
                <a:lnTo>
                  <a:pt x="0" y="1009"/>
                </a:lnTo>
                <a:moveTo>
                  <a:pt x="0" y="849"/>
                </a:moveTo>
                <a:lnTo>
                  <a:pt x="0" y="749"/>
                </a:lnTo>
                <a:lnTo>
                  <a:pt x="20" y="749"/>
                </a:lnTo>
                <a:lnTo>
                  <a:pt x="20" y="849"/>
                </a:lnTo>
                <a:lnTo>
                  <a:pt x="0" y="849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30"/>
                </a:lnTo>
                <a:lnTo>
                  <a:pt x="20" y="430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5821560" y="277992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5821560" y="280512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1312200" y="185796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1312200" y="2772000"/>
            <a:ext cx="915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340640" y="3024360"/>
            <a:ext cx="3495960" cy="345960"/>
          </a:xfrm>
          <a:custGeom>
            <a:avLst/>
            <a:gdLst/>
            <a:ahLst/>
            <a:rect l="0" t="0" r="r" b="b"/>
            <a:pathLst>
              <a:path w="9711" h="961">
                <a:moveTo>
                  <a:pt x="0" y="0"/>
                </a:moveTo>
                <a:lnTo>
                  <a:pt x="9711" y="0"/>
                </a:lnTo>
                <a:lnTo>
                  <a:pt x="9711" y="961"/>
                </a:lnTo>
                <a:lnTo>
                  <a:pt x="0" y="961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337040" y="3020760"/>
            <a:ext cx="3503160" cy="353160"/>
          </a:xfrm>
          <a:custGeom>
            <a:avLst/>
            <a:gdLst/>
            <a:ahLst/>
            <a:rect l="0" t="0" r="r" b="b"/>
            <a:pathLst>
              <a:path w="9731" h="981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30" y="0"/>
                </a:lnTo>
                <a:lnTo>
                  <a:pt x="1230" y="20"/>
                </a:lnTo>
                <a:lnTo>
                  <a:pt x="1129" y="20"/>
                </a:lnTo>
                <a:lnTo>
                  <a:pt x="1129" y="0"/>
                </a:lnTo>
                <a:moveTo>
                  <a:pt x="1290" y="0"/>
                </a:moveTo>
                <a:lnTo>
                  <a:pt x="1390" y="0"/>
                </a:lnTo>
                <a:lnTo>
                  <a:pt x="1390" y="20"/>
                </a:lnTo>
                <a:lnTo>
                  <a:pt x="1290" y="20"/>
                </a:lnTo>
                <a:lnTo>
                  <a:pt x="1290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20"/>
                </a:lnTo>
                <a:lnTo>
                  <a:pt x="1450" y="20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20"/>
                </a:lnTo>
                <a:lnTo>
                  <a:pt x="1610" y="20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20"/>
                </a:lnTo>
                <a:lnTo>
                  <a:pt x="1769" y="20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20"/>
                </a:lnTo>
                <a:lnTo>
                  <a:pt x="1929" y="20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20"/>
                </a:lnTo>
                <a:lnTo>
                  <a:pt x="2089" y="20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20"/>
                </a:lnTo>
                <a:lnTo>
                  <a:pt x="2249" y="20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20"/>
                </a:lnTo>
                <a:lnTo>
                  <a:pt x="2409" y="20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20"/>
                </a:lnTo>
                <a:lnTo>
                  <a:pt x="2569" y="20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31" y="50"/>
                </a:moveTo>
                <a:lnTo>
                  <a:pt x="9731" y="150"/>
                </a:lnTo>
                <a:lnTo>
                  <a:pt x="9711" y="150"/>
                </a:lnTo>
                <a:lnTo>
                  <a:pt x="9711" y="50"/>
                </a:lnTo>
                <a:lnTo>
                  <a:pt x="9731" y="50"/>
                </a:lnTo>
                <a:moveTo>
                  <a:pt x="9731" y="210"/>
                </a:moveTo>
                <a:lnTo>
                  <a:pt x="9731" y="310"/>
                </a:lnTo>
                <a:lnTo>
                  <a:pt x="9711" y="310"/>
                </a:lnTo>
                <a:lnTo>
                  <a:pt x="9711" y="210"/>
                </a:lnTo>
                <a:lnTo>
                  <a:pt x="9731" y="210"/>
                </a:lnTo>
                <a:moveTo>
                  <a:pt x="9731" y="370"/>
                </a:moveTo>
                <a:lnTo>
                  <a:pt x="9731" y="470"/>
                </a:lnTo>
                <a:lnTo>
                  <a:pt x="9711" y="470"/>
                </a:lnTo>
                <a:lnTo>
                  <a:pt x="9711" y="370"/>
                </a:lnTo>
                <a:lnTo>
                  <a:pt x="9731" y="370"/>
                </a:lnTo>
                <a:moveTo>
                  <a:pt x="9731" y="530"/>
                </a:moveTo>
                <a:lnTo>
                  <a:pt x="9731" y="630"/>
                </a:lnTo>
                <a:lnTo>
                  <a:pt x="9711" y="630"/>
                </a:lnTo>
                <a:lnTo>
                  <a:pt x="9711" y="530"/>
                </a:lnTo>
                <a:lnTo>
                  <a:pt x="9731" y="530"/>
                </a:lnTo>
                <a:moveTo>
                  <a:pt x="9731" y="690"/>
                </a:moveTo>
                <a:lnTo>
                  <a:pt x="9731" y="790"/>
                </a:lnTo>
                <a:lnTo>
                  <a:pt x="9711" y="790"/>
                </a:lnTo>
                <a:lnTo>
                  <a:pt x="9711" y="690"/>
                </a:lnTo>
                <a:lnTo>
                  <a:pt x="9731" y="690"/>
                </a:lnTo>
                <a:moveTo>
                  <a:pt x="9731" y="850"/>
                </a:moveTo>
                <a:lnTo>
                  <a:pt x="9731" y="951"/>
                </a:lnTo>
                <a:lnTo>
                  <a:pt x="9711" y="951"/>
                </a:lnTo>
                <a:lnTo>
                  <a:pt x="9711" y="850"/>
                </a:lnTo>
                <a:lnTo>
                  <a:pt x="9731" y="850"/>
                </a:lnTo>
                <a:moveTo>
                  <a:pt x="9681" y="981"/>
                </a:moveTo>
                <a:lnTo>
                  <a:pt x="9581" y="981"/>
                </a:lnTo>
                <a:lnTo>
                  <a:pt x="9581" y="961"/>
                </a:lnTo>
                <a:lnTo>
                  <a:pt x="9681" y="961"/>
                </a:lnTo>
                <a:lnTo>
                  <a:pt x="9681" y="981"/>
                </a:lnTo>
                <a:moveTo>
                  <a:pt x="9521" y="981"/>
                </a:moveTo>
                <a:lnTo>
                  <a:pt x="9421" y="981"/>
                </a:lnTo>
                <a:lnTo>
                  <a:pt x="9421" y="961"/>
                </a:lnTo>
                <a:lnTo>
                  <a:pt x="9521" y="961"/>
                </a:lnTo>
                <a:lnTo>
                  <a:pt x="9521" y="981"/>
                </a:lnTo>
                <a:moveTo>
                  <a:pt x="9361" y="981"/>
                </a:moveTo>
                <a:lnTo>
                  <a:pt x="9261" y="981"/>
                </a:lnTo>
                <a:lnTo>
                  <a:pt x="9261" y="961"/>
                </a:lnTo>
                <a:lnTo>
                  <a:pt x="9361" y="961"/>
                </a:lnTo>
                <a:lnTo>
                  <a:pt x="9361" y="981"/>
                </a:lnTo>
                <a:moveTo>
                  <a:pt x="9201" y="981"/>
                </a:moveTo>
                <a:lnTo>
                  <a:pt x="9101" y="981"/>
                </a:lnTo>
                <a:lnTo>
                  <a:pt x="9101" y="961"/>
                </a:lnTo>
                <a:lnTo>
                  <a:pt x="9201" y="961"/>
                </a:lnTo>
                <a:lnTo>
                  <a:pt x="9201" y="981"/>
                </a:lnTo>
                <a:moveTo>
                  <a:pt x="9041" y="981"/>
                </a:moveTo>
                <a:lnTo>
                  <a:pt x="8941" y="981"/>
                </a:lnTo>
                <a:lnTo>
                  <a:pt x="8941" y="961"/>
                </a:lnTo>
                <a:lnTo>
                  <a:pt x="9041" y="961"/>
                </a:lnTo>
                <a:lnTo>
                  <a:pt x="9041" y="981"/>
                </a:lnTo>
                <a:moveTo>
                  <a:pt x="8881" y="981"/>
                </a:moveTo>
                <a:lnTo>
                  <a:pt x="8782" y="981"/>
                </a:lnTo>
                <a:lnTo>
                  <a:pt x="8782" y="961"/>
                </a:lnTo>
                <a:lnTo>
                  <a:pt x="8881" y="961"/>
                </a:lnTo>
                <a:lnTo>
                  <a:pt x="8881" y="981"/>
                </a:lnTo>
                <a:moveTo>
                  <a:pt x="8722" y="981"/>
                </a:moveTo>
                <a:lnTo>
                  <a:pt x="8622" y="981"/>
                </a:lnTo>
                <a:lnTo>
                  <a:pt x="8622" y="961"/>
                </a:lnTo>
                <a:lnTo>
                  <a:pt x="8722" y="961"/>
                </a:lnTo>
                <a:lnTo>
                  <a:pt x="8722" y="981"/>
                </a:lnTo>
                <a:moveTo>
                  <a:pt x="8562" y="981"/>
                </a:moveTo>
                <a:lnTo>
                  <a:pt x="8462" y="981"/>
                </a:lnTo>
                <a:lnTo>
                  <a:pt x="8462" y="961"/>
                </a:lnTo>
                <a:lnTo>
                  <a:pt x="8562" y="961"/>
                </a:lnTo>
                <a:lnTo>
                  <a:pt x="8562" y="981"/>
                </a:lnTo>
                <a:moveTo>
                  <a:pt x="8402" y="981"/>
                </a:moveTo>
                <a:lnTo>
                  <a:pt x="8302" y="981"/>
                </a:lnTo>
                <a:lnTo>
                  <a:pt x="8302" y="961"/>
                </a:lnTo>
                <a:lnTo>
                  <a:pt x="8402" y="961"/>
                </a:lnTo>
                <a:lnTo>
                  <a:pt x="8402" y="981"/>
                </a:lnTo>
                <a:moveTo>
                  <a:pt x="8242" y="981"/>
                </a:moveTo>
                <a:lnTo>
                  <a:pt x="8142" y="981"/>
                </a:lnTo>
                <a:lnTo>
                  <a:pt x="8142" y="961"/>
                </a:lnTo>
                <a:lnTo>
                  <a:pt x="8242" y="961"/>
                </a:lnTo>
                <a:lnTo>
                  <a:pt x="8242" y="981"/>
                </a:lnTo>
                <a:moveTo>
                  <a:pt x="8082" y="981"/>
                </a:moveTo>
                <a:lnTo>
                  <a:pt x="7982" y="981"/>
                </a:lnTo>
                <a:lnTo>
                  <a:pt x="7982" y="961"/>
                </a:lnTo>
                <a:lnTo>
                  <a:pt x="8082" y="961"/>
                </a:lnTo>
                <a:lnTo>
                  <a:pt x="8082" y="981"/>
                </a:lnTo>
                <a:moveTo>
                  <a:pt x="7923" y="981"/>
                </a:moveTo>
                <a:lnTo>
                  <a:pt x="7823" y="981"/>
                </a:lnTo>
                <a:lnTo>
                  <a:pt x="7823" y="961"/>
                </a:lnTo>
                <a:lnTo>
                  <a:pt x="7923" y="961"/>
                </a:lnTo>
                <a:lnTo>
                  <a:pt x="7923" y="981"/>
                </a:lnTo>
                <a:moveTo>
                  <a:pt x="7763" y="981"/>
                </a:moveTo>
                <a:lnTo>
                  <a:pt x="7663" y="981"/>
                </a:lnTo>
                <a:lnTo>
                  <a:pt x="7663" y="961"/>
                </a:lnTo>
                <a:lnTo>
                  <a:pt x="7763" y="961"/>
                </a:lnTo>
                <a:lnTo>
                  <a:pt x="7763" y="981"/>
                </a:lnTo>
                <a:moveTo>
                  <a:pt x="7603" y="981"/>
                </a:moveTo>
                <a:lnTo>
                  <a:pt x="7503" y="981"/>
                </a:lnTo>
                <a:lnTo>
                  <a:pt x="7503" y="961"/>
                </a:lnTo>
                <a:lnTo>
                  <a:pt x="7603" y="961"/>
                </a:lnTo>
                <a:lnTo>
                  <a:pt x="7603" y="981"/>
                </a:lnTo>
                <a:moveTo>
                  <a:pt x="7443" y="981"/>
                </a:moveTo>
                <a:lnTo>
                  <a:pt x="7343" y="981"/>
                </a:lnTo>
                <a:lnTo>
                  <a:pt x="7343" y="961"/>
                </a:lnTo>
                <a:lnTo>
                  <a:pt x="7443" y="961"/>
                </a:lnTo>
                <a:lnTo>
                  <a:pt x="7443" y="981"/>
                </a:lnTo>
                <a:moveTo>
                  <a:pt x="7283" y="981"/>
                </a:moveTo>
                <a:lnTo>
                  <a:pt x="7183" y="981"/>
                </a:lnTo>
                <a:lnTo>
                  <a:pt x="7183" y="961"/>
                </a:lnTo>
                <a:lnTo>
                  <a:pt x="7283" y="961"/>
                </a:lnTo>
                <a:lnTo>
                  <a:pt x="7283" y="981"/>
                </a:lnTo>
                <a:moveTo>
                  <a:pt x="7123" y="981"/>
                </a:moveTo>
                <a:lnTo>
                  <a:pt x="7024" y="981"/>
                </a:lnTo>
                <a:lnTo>
                  <a:pt x="7024" y="961"/>
                </a:lnTo>
                <a:lnTo>
                  <a:pt x="7123" y="961"/>
                </a:lnTo>
                <a:lnTo>
                  <a:pt x="7123" y="981"/>
                </a:lnTo>
                <a:moveTo>
                  <a:pt x="6964" y="981"/>
                </a:moveTo>
                <a:lnTo>
                  <a:pt x="6864" y="981"/>
                </a:lnTo>
                <a:lnTo>
                  <a:pt x="6864" y="961"/>
                </a:lnTo>
                <a:lnTo>
                  <a:pt x="6964" y="961"/>
                </a:lnTo>
                <a:lnTo>
                  <a:pt x="6964" y="981"/>
                </a:lnTo>
                <a:moveTo>
                  <a:pt x="6804" y="981"/>
                </a:moveTo>
                <a:lnTo>
                  <a:pt x="6704" y="981"/>
                </a:lnTo>
                <a:lnTo>
                  <a:pt x="6704" y="961"/>
                </a:lnTo>
                <a:lnTo>
                  <a:pt x="6804" y="961"/>
                </a:lnTo>
                <a:lnTo>
                  <a:pt x="6804" y="981"/>
                </a:lnTo>
                <a:moveTo>
                  <a:pt x="6644" y="981"/>
                </a:moveTo>
                <a:lnTo>
                  <a:pt x="6544" y="981"/>
                </a:lnTo>
                <a:lnTo>
                  <a:pt x="6544" y="961"/>
                </a:lnTo>
                <a:lnTo>
                  <a:pt x="6644" y="961"/>
                </a:lnTo>
                <a:lnTo>
                  <a:pt x="6644" y="981"/>
                </a:lnTo>
                <a:moveTo>
                  <a:pt x="6484" y="981"/>
                </a:moveTo>
                <a:lnTo>
                  <a:pt x="6384" y="981"/>
                </a:lnTo>
                <a:lnTo>
                  <a:pt x="6384" y="961"/>
                </a:lnTo>
                <a:lnTo>
                  <a:pt x="6484" y="961"/>
                </a:lnTo>
                <a:lnTo>
                  <a:pt x="6484" y="981"/>
                </a:lnTo>
                <a:moveTo>
                  <a:pt x="6324" y="981"/>
                </a:moveTo>
                <a:lnTo>
                  <a:pt x="6224" y="981"/>
                </a:lnTo>
                <a:lnTo>
                  <a:pt x="6224" y="961"/>
                </a:lnTo>
                <a:lnTo>
                  <a:pt x="6324" y="961"/>
                </a:lnTo>
                <a:lnTo>
                  <a:pt x="6324" y="981"/>
                </a:lnTo>
                <a:moveTo>
                  <a:pt x="6165" y="981"/>
                </a:moveTo>
                <a:lnTo>
                  <a:pt x="6065" y="981"/>
                </a:lnTo>
                <a:lnTo>
                  <a:pt x="6065" y="961"/>
                </a:lnTo>
                <a:lnTo>
                  <a:pt x="6165" y="961"/>
                </a:lnTo>
                <a:lnTo>
                  <a:pt x="6165" y="981"/>
                </a:lnTo>
                <a:moveTo>
                  <a:pt x="6005" y="981"/>
                </a:moveTo>
                <a:lnTo>
                  <a:pt x="5905" y="981"/>
                </a:lnTo>
                <a:lnTo>
                  <a:pt x="5905" y="961"/>
                </a:lnTo>
                <a:lnTo>
                  <a:pt x="6005" y="961"/>
                </a:lnTo>
                <a:lnTo>
                  <a:pt x="6005" y="981"/>
                </a:lnTo>
                <a:moveTo>
                  <a:pt x="5845" y="981"/>
                </a:moveTo>
                <a:lnTo>
                  <a:pt x="5745" y="981"/>
                </a:lnTo>
                <a:lnTo>
                  <a:pt x="5745" y="961"/>
                </a:lnTo>
                <a:lnTo>
                  <a:pt x="5845" y="961"/>
                </a:lnTo>
                <a:lnTo>
                  <a:pt x="5845" y="981"/>
                </a:lnTo>
                <a:moveTo>
                  <a:pt x="5685" y="981"/>
                </a:moveTo>
                <a:lnTo>
                  <a:pt x="5585" y="981"/>
                </a:lnTo>
                <a:lnTo>
                  <a:pt x="5585" y="961"/>
                </a:lnTo>
                <a:lnTo>
                  <a:pt x="5685" y="961"/>
                </a:lnTo>
                <a:lnTo>
                  <a:pt x="5685" y="981"/>
                </a:lnTo>
                <a:moveTo>
                  <a:pt x="5525" y="981"/>
                </a:moveTo>
                <a:lnTo>
                  <a:pt x="5425" y="981"/>
                </a:lnTo>
                <a:lnTo>
                  <a:pt x="5425" y="961"/>
                </a:lnTo>
                <a:lnTo>
                  <a:pt x="5525" y="961"/>
                </a:lnTo>
                <a:lnTo>
                  <a:pt x="5525" y="981"/>
                </a:lnTo>
                <a:moveTo>
                  <a:pt x="5365" y="981"/>
                </a:moveTo>
                <a:lnTo>
                  <a:pt x="5266" y="981"/>
                </a:lnTo>
                <a:lnTo>
                  <a:pt x="5266" y="961"/>
                </a:lnTo>
                <a:lnTo>
                  <a:pt x="5365" y="961"/>
                </a:lnTo>
                <a:lnTo>
                  <a:pt x="5365" y="981"/>
                </a:lnTo>
                <a:moveTo>
                  <a:pt x="5206" y="981"/>
                </a:moveTo>
                <a:lnTo>
                  <a:pt x="5106" y="981"/>
                </a:lnTo>
                <a:lnTo>
                  <a:pt x="5106" y="961"/>
                </a:lnTo>
                <a:lnTo>
                  <a:pt x="5206" y="961"/>
                </a:lnTo>
                <a:lnTo>
                  <a:pt x="5206" y="981"/>
                </a:lnTo>
                <a:moveTo>
                  <a:pt x="5046" y="981"/>
                </a:moveTo>
                <a:lnTo>
                  <a:pt x="4946" y="981"/>
                </a:lnTo>
                <a:lnTo>
                  <a:pt x="4946" y="961"/>
                </a:lnTo>
                <a:lnTo>
                  <a:pt x="5046" y="961"/>
                </a:lnTo>
                <a:lnTo>
                  <a:pt x="5046" y="981"/>
                </a:lnTo>
                <a:moveTo>
                  <a:pt x="4886" y="981"/>
                </a:moveTo>
                <a:lnTo>
                  <a:pt x="4786" y="981"/>
                </a:lnTo>
                <a:lnTo>
                  <a:pt x="4786" y="961"/>
                </a:lnTo>
                <a:lnTo>
                  <a:pt x="4886" y="961"/>
                </a:lnTo>
                <a:lnTo>
                  <a:pt x="4886" y="981"/>
                </a:lnTo>
                <a:moveTo>
                  <a:pt x="4726" y="981"/>
                </a:moveTo>
                <a:lnTo>
                  <a:pt x="4626" y="981"/>
                </a:lnTo>
                <a:lnTo>
                  <a:pt x="4626" y="961"/>
                </a:lnTo>
                <a:lnTo>
                  <a:pt x="4726" y="961"/>
                </a:lnTo>
                <a:lnTo>
                  <a:pt x="4726" y="981"/>
                </a:lnTo>
                <a:moveTo>
                  <a:pt x="4566" y="981"/>
                </a:moveTo>
                <a:lnTo>
                  <a:pt x="4466" y="981"/>
                </a:lnTo>
                <a:lnTo>
                  <a:pt x="4466" y="961"/>
                </a:lnTo>
                <a:lnTo>
                  <a:pt x="4566" y="961"/>
                </a:lnTo>
                <a:lnTo>
                  <a:pt x="4566" y="981"/>
                </a:lnTo>
                <a:moveTo>
                  <a:pt x="4406" y="981"/>
                </a:moveTo>
                <a:lnTo>
                  <a:pt x="4307" y="981"/>
                </a:lnTo>
                <a:lnTo>
                  <a:pt x="4307" y="961"/>
                </a:lnTo>
                <a:lnTo>
                  <a:pt x="4406" y="961"/>
                </a:lnTo>
                <a:lnTo>
                  <a:pt x="4406" y="981"/>
                </a:lnTo>
                <a:moveTo>
                  <a:pt x="4247" y="981"/>
                </a:moveTo>
                <a:lnTo>
                  <a:pt x="4147" y="981"/>
                </a:lnTo>
                <a:lnTo>
                  <a:pt x="4147" y="961"/>
                </a:lnTo>
                <a:lnTo>
                  <a:pt x="4247" y="961"/>
                </a:lnTo>
                <a:lnTo>
                  <a:pt x="4247" y="981"/>
                </a:lnTo>
                <a:moveTo>
                  <a:pt x="4087" y="981"/>
                </a:moveTo>
                <a:lnTo>
                  <a:pt x="3987" y="981"/>
                </a:lnTo>
                <a:lnTo>
                  <a:pt x="3987" y="961"/>
                </a:lnTo>
                <a:lnTo>
                  <a:pt x="4087" y="961"/>
                </a:lnTo>
                <a:lnTo>
                  <a:pt x="4087" y="981"/>
                </a:lnTo>
                <a:moveTo>
                  <a:pt x="3927" y="981"/>
                </a:moveTo>
                <a:lnTo>
                  <a:pt x="3827" y="981"/>
                </a:lnTo>
                <a:lnTo>
                  <a:pt x="3827" y="961"/>
                </a:lnTo>
                <a:lnTo>
                  <a:pt x="3927" y="961"/>
                </a:lnTo>
                <a:lnTo>
                  <a:pt x="3927" y="981"/>
                </a:lnTo>
                <a:moveTo>
                  <a:pt x="3767" y="981"/>
                </a:moveTo>
                <a:lnTo>
                  <a:pt x="3667" y="981"/>
                </a:lnTo>
                <a:lnTo>
                  <a:pt x="3667" y="961"/>
                </a:lnTo>
                <a:lnTo>
                  <a:pt x="3767" y="961"/>
                </a:lnTo>
                <a:lnTo>
                  <a:pt x="3767" y="981"/>
                </a:lnTo>
                <a:moveTo>
                  <a:pt x="3607" y="981"/>
                </a:moveTo>
                <a:lnTo>
                  <a:pt x="3507" y="981"/>
                </a:lnTo>
                <a:lnTo>
                  <a:pt x="3507" y="961"/>
                </a:lnTo>
                <a:lnTo>
                  <a:pt x="3607" y="961"/>
                </a:lnTo>
                <a:lnTo>
                  <a:pt x="3607" y="981"/>
                </a:lnTo>
                <a:moveTo>
                  <a:pt x="3448" y="981"/>
                </a:moveTo>
                <a:lnTo>
                  <a:pt x="3348" y="981"/>
                </a:lnTo>
                <a:lnTo>
                  <a:pt x="3348" y="961"/>
                </a:lnTo>
                <a:lnTo>
                  <a:pt x="3448" y="961"/>
                </a:lnTo>
                <a:lnTo>
                  <a:pt x="3448" y="981"/>
                </a:lnTo>
                <a:moveTo>
                  <a:pt x="3288" y="981"/>
                </a:moveTo>
                <a:lnTo>
                  <a:pt x="3188" y="981"/>
                </a:lnTo>
                <a:lnTo>
                  <a:pt x="3188" y="961"/>
                </a:lnTo>
                <a:lnTo>
                  <a:pt x="3288" y="961"/>
                </a:lnTo>
                <a:lnTo>
                  <a:pt x="3288" y="981"/>
                </a:lnTo>
                <a:moveTo>
                  <a:pt x="3128" y="981"/>
                </a:moveTo>
                <a:lnTo>
                  <a:pt x="3028" y="981"/>
                </a:lnTo>
                <a:lnTo>
                  <a:pt x="3028" y="961"/>
                </a:lnTo>
                <a:lnTo>
                  <a:pt x="3128" y="961"/>
                </a:lnTo>
                <a:lnTo>
                  <a:pt x="3128" y="981"/>
                </a:lnTo>
                <a:moveTo>
                  <a:pt x="2968" y="981"/>
                </a:moveTo>
                <a:lnTo>
                  <a:pt x="2868" y="981"/>
                </a:lnTo>
                <a:lnTo>
                  <a:pt x="2868" y="961"/>
                </a:lnTo>
                <a:lnTo>
                  <a:pt x="2968" y="961"/>
                </a:lnTo>
                <a:lnTo>
                  <a:pt x="2968" y="981"/>
                </a:lnTo>
                <a:moveTo>
                  <a:pt x="2808" y="981"/>
                </a:moveTo>
                <a:lnTo>
                  <a:pt x="2708" y="981"/>
                </a:lnTo>
                <a:lnTo>
                  <a:pt x="2708" y="961"/>
                </a:lnTo>
                <a:lnTo>
                  <a:pt x="2808" y="961"/>
                </a:lnTo>
                <a:lnTo>
                  <a:pt x="2808" y="981"/>
                </a:lnTo>
                <a:moveTo>
                  <a:pt x="2648" y="981"/>
                </a:moveTo>
                <a:lnTo>
                  <a:pt x="2549" y="981"/>
                </a:lnTo>
                <a:lnTo>
                  <a:pt x="2549" y="961"/>
                </a:lnTo>
                <a:lnTo>
                  <a:pt x="2648" y="961"/>
                </a:lnTo>
                <a:lnTo>
                  <a:pt x="2648" y="981"/>
                </a:lnTo>
                <a:moveTo>
                  <a:pt x="2489" y="981"/>
                </a:moveTo>
                <a:lnTo>
                  <a:pt x="2389" y="981"/>
                </a:lnTo>
                <a:lnTo>
                  <a:pt x="2389" y="961"/>
                </a:lnTo>
                <a:lnTo>
                  <a:pt x="2489" y="961"/>
                </a:lnTo>
                <a:lnTo>
                  <a:pt x="2489" y="981"/>
                </a:lnTo>
                <a:moveTo>
                  <a:pt x="2329" y="981"/>
                </a:moveTo>
                <a:lnTo>
                  <a:pt x="2229" y="981"/>
                </a:lnTo>
                <a:lnTo>
                  <a:pt x="2229" y="961"/>
                </a:lnTo>
                <a:lnTo>
                  <a:pt x="2329" y="961"/>
                </a:lnTo>
                <a:lnTo>
                  <a:pt x="2329" y="981"/>
                </a:lnTo>
                <a:moveTo>
                  <a:pt x="2169" y="981"/>
                </a:moveTo>
                <a:lnTo>
                  <a:pt x="2069" y="981"/>
                </a:lnTo>
                <a:lnTo>
                  <a:pt x="2069" y="961"/>
                </a:lnTo>
                <a:lnTo>
                  <a:pt x="2169" y="961"/>
                </a:lnTo>
                <a:lnTo>
                  <a:pt x="2169" y="981"/>
                </a:lnTo>
                <a:moveTo>
                  <a:pt x="2009" y="981"/>
                </a:moveTo>
                <a:lnTo>
                  <a:pt x="1909" y="981"/>
                </a:lnTo>
                <a:lnTo>
                  <a:pt x="1909" y="961"/>
                </a:lnTo>
                <a:lnTo>
                  <a:pt x="2009" y="961"/>
                </a:lnTo>
                <a:lnTo>
                  <a:pt x="2009" y="981"/>
                </a:lnTo>
                <a:moveTo>
                  <a:pt x="1849" y="981"/>
                </a:moveTo>
                <a:lnTo>
                  <a:pt x="1749" y="981"/>
                </a:lnTo>
                <a:lnTo>
                  <a:pt x="1749" y="961"/>
                </a:lnTo>
                <a:lnTo>
                  <a:pt x="1849" y="961"/>
                </a:lnTo>
                <a:lnTo>
                  <a:pt x="1849" y="981"/>
                </a:lnTo>
                <a:moveTo>
                  <a:pt x="1689" y="981"/>
                </a:moveTo>
                <a:lnTo>
                  <a:pt x="1590" y="981"/>
                </a:lnTo>
                <a:lnTo>
                  <a:pt x="1590" y="961"/>
                </a:lnTo>
                <a:lnTo>
                  <a:pt x="1689" y="961"/>
                </a:lnTo>
                <a:lnTo>
                  <a:pt x="1689" y="981"/>
                </a:lnTo>
                <a:moveTo>
                  <a:pt x="1530" y="981"/>
                </a:moveTo>
                <a:lnTo>
                  <a:pt x="1430" y="981"/>
                </a:lnTo>
                <a:lnTo>
                  <a:pt x="1430" y="961"/>
                </a:lnTo>
                <a:lnTo>
                  <a:pt x="1530" y="961"/>
                </a:lnTo>
                <a:lnTo>
                  <a:pt x="1530" y="981"/>
                </a:lnTo>
                <a:moveTo>
                  <a:pt x="1370" y="981"/>
                </a:moveTo>
                <a:lnTo>
                  <a:pt x="1270" y="981"/>
                </a:lnTo>
                <a:lnTo>
                  <a:pt x="1270" y="961"/>
                </a:lnTo>
                <a:lnTo>
                  <a:pt x="1370" y="961"/>
                </a:lnTo>
                <a:lnTo>
                  <a:pt x="1370" y="981"/>
                </a:lnTo>
                <a:moveTo>
                  <a:pt x="1210" y="981"/>
                </a:moveTo>
                <a:lnTo>
                  <a:pt x="1109" y="981"/>
                </a:lnTo>
                <a:lnTo>
                  <a:pt x="1109" y="961"/>
                </a:lnTo>
                <a:lnTo>
                  <a:pt x="1210" y="961"/>
                </a:lnTo>
                <a:lnTo>
                  <a:pt x="1210" y="981"/>
                </a:lnTo>
                <a:moveTo>
                  <a:pt x="1049" y="981"/>
                </a:moveTo>
                <a:lnTo>
                  <a:pt x="949" y="981"/>
                </a:lnTo>
                <a:lnTo>
                  <a:pt x="949" y="961"/>
                </a:lnTo>
                <a:lnTo>
                  <a:pt x="1049" y="961"/>
                </a:lnTo>
                <a:lnTo>
                  <a:pt x="1049" y="981"/>
                </a:lnTo>
                <a:moveTo>
                  <a:pt x="889" y="981"/>
                </a:moveTo>
                <a:lnTo>
                  <a:pt x="790" y="981"/>
                </a:lnTo>
                <a:lnTo>
                  <a:pt x="790" y="961"/>
                </a:lnTo>
                <a:lnTo>
                  <a:pt x="889" y="961"/>
                </a:lnTo>
                <a:lnTo>
                  <a:pt x="889" y="981"/>
                </a:lnTo>
                <a:moveTo>
                  <a:pt x="730" y="981"/>
                </a:moveTo>
                <a:lnTo>
                  <a:pt x="630" y="981"/>
                </a:lnTo>
                <a:lnTo>
                  <a:pt x="630" y="961"/>
                </a:lnTo>
                <a:lnTo>
                  <a:pt x="730" y="961"/>
                </a:lnTo>
                <a:lnTo>
                  <a:pt x="730" y="981"/>
                </a:lnTo>
                <a:moveTo>
                  <a:pt x="570" y="981"/>
                </a:moveTo>
                <a:lnTo>
                  <a:pt x="470" y="981"/>
                </a:lnTo>
                <a:lnTo>
                  <a:pt x="470" y="961"/>
                </a:lnTo>
                <a:lnTo>
                  <a:pt x="570" y="961"/>
                </a:lnTo>
                <a:lnTo>
                  <a:pt x="570" y="981"/>
                </a:lnTo>
                <a:moveTo>
                  <a:pt x="410" y="981"/>
                </a:moveTo>
                <a:lnTo>
                  <a:pt x="310" y="981"/>
                </a:lnTo>
                <a:lnTo>
                  <a:pt x="310" y="961"/>
                </a:lnTo>
                <a:lnTo>
                  <a:pt x="410" y="961"/>
                </a:lnTo>
                <a:lnTo>
                  <a:pt x="410" y="981"/>
                </a:lnTo>
                <a:moveTo>
                  <a:pt x="250" y="981"/>
                </a:moveTo>
                <a:lnTo>
                  <a:pt x="150" y="981"/>
                </a:lnTo>
                <a:lnTo>
                  <a:pt x="150" y="961"/>
                </a:lnTo>
                <a:lnTo>
                  <a:pt x="250" y="961"/>
                </a:lnTo>
                <a:lnTo>
                  <a:pt x="250" y="981"/>
                </a:lnTo>
                <a:moveTo>
                  <a:pt x="90" y="981"/>
                </a:moveTo>
                <a:lnTo>
                  <a:pt x="0" y="981"/>
                </a:lnTo>
                <a:lnTo>
                  <a:pt x="0" y="951"/>
                </a:lnTo>
                <a:lnTo>
                  <a:pt x="20" y="951"/>
                </a:lnTo>
                <a:lnTo>
                  <a:pt x="20" y="971"/>
                </a:lnTo>
                <a:lnTo>
                  <a:pt x="10" y="971"/>
                </a:lnTo>
                <a:lnTo>
                  <a:pt x="10" y="961"/>
                </a:lnTo>
                <a:lnTo>
                  <a:pt x="90" y="961"/>
                </a:lnTo>
                <a:lnTo>
                  <a:pt x="90" y="981"/>
                </a:lnTo>
                <a:moveTo>
                  <a:pt x="0" y="890"/>
                </a:moveTo>
                <a:lnTo>
                  <a:pt x="0" y="790"/>
                </a:lnTo>
                <a:lnTo>
                  <a:pt x="20" y="790"/>
                </a:lnTo>
                <a:lnTo>
                  <a:pt x="20" y="890"/>
                </a:lnTo>
                <a:lnTo>
                  <a:pt x="0" y="890"/>
                </a:lnTo>
                <a:moveTo>
                  <a:pt x="0" y="730"/>
                </a:moveTo>
                <a:lnTo>
                  <a:pt x="0" y="630"/>
                </a:lnTo>
                <a:lnTo>
                  <a:pt x="20" y="630"/>
                </a:lnTo>
                <a:lnTo>
                  <a:pt x="20" y="730"/>
                </a:lnTo>
                <a:lnTo>
                  <a:pt x="0" y="730"/>
                </a:lnTo>
                <a:moveTo>
                  <a:pt x="0" y="570"/>
                </a:moveTo>
                <a:lnTo>
                  <a:pt x="0" y="470"/>
                </a:lnTo>
                <a:lnTo>
                  <a:pt x="20" y="470"/>
                </a:lnTo>
                <a:lnTo>
                  <a:pt x="20" y="570"/>
                </a:lnTo>
                <a:lnTo>
                  <a:pt x="0" y="570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692240" y="308196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692240" y="310716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1312200" y="2887920"/>
            <a:ext cx="2935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1412640" y="307404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1340640" y="3427560"/>
            <a:ext cx="3690000" cy="345600"/>
          </a:xfrm>
          <a:custGeom>
            <a:avLst/>
            <a:gdLst/>
            <a:ahLst/>
            <a:rect l="0" t="0" r="r" b="b"/>
            <a:pathLst>
              <a:path w="10250" h="960">
                <a:moveTo>
                  <a:pt x="0" y="0"/>
                </a:moveTo>
                <a:lnTo>
                  <a:pt x="10250" y="0"/>
                </a:lnTo>
                <a:lnTo>
                  <a:pt x="10250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1337040" y="3423960"/>
            <a:ext cx="3697200" cy="352800"/>
          </a:xfrm>
          <a:custGeom>
            <a:avLst/>
            <a:gdLst/>
            <a:ahLst/>
            <a:rect l="0" t="0" r="r" b="b"/>
            <a:pathLst>
              <a:path w="10270" h="980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19"/>
                </a:lnTo>
                <a:lnTo>
                  <a:pt x="330" y="19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19"/>
                </a:lnTo>
                <a:lnTo>
                  <a:pt x="490" y="19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19"/>
                </a:lnTo>
                <a:lnTo>
                  <a:pt x="650" y="19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19"/>
                </a:lnTo>
                <a:lnTo>
                  <a:pt x="809" y="19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19"/>
                </a:lnTo>
                <a:lnTo>
                  <a:pt x="969" y="19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19"/>
                </a:lnTo>
                <a:lnTo>
                  <a:pt x="1129" y="19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19"/>
                </a:lnTo>
                <a:lnTo>
                  <a:pt x="1289" y="19"/>
                </a:lnTo>
                <a:lnTo>
                  <a:pt x="1289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19"/>
                </a:lnTo>
                <a:lnTo>
                  <a:pt x="1450" y="19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19"/>
                </a:lnTo>
                <a:lnTo>
                  <a:pt x="1610" y="19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19"/>
                </a:lnTo>
                <a:lnTo>
                  <a:pt x="1769" y="19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19"/>
                </a:lnTo>
                <a:lnTo>
                  <a:pt x="1929" y="19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19"/>
                </a:lnTo>
                <a:lnTo>
                  <a:pt x="2089" y="19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19"/>
                </a:lnTo>
                <a:lnTo>
                  <a:pt x="2249" y="19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19"/>
                </a:lnTo>
                <a:lnTo>
                  <a:pt x="2409" y="19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19"/>
                </a:lnTo>
                <a:lnTo>
                  <a:pt x="2569" y="19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19"/>
                </a:lnTo>
                <a:lnTo>
                  <a:pt x="2728" y="19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19"/>
                </a:lnTo>
                <a:lnTo>
                  <a:pt x="2888" y="19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19"/>
                </a:lnTo>
                <a:lnTo>
                  <a:pt x="3048" y="19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19"/>
                </a:lnTo>
                <a:lnTo>
                  <a:pt x="3208" y="19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19"/>
                </a:lnTo>
                <a:lnTo>
                  <a:pt x="3368" y="19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19"/>
                </a:lnTo>
                <a:lnTo>
                  <a:pt x="3527" y="19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19"/>
                </a:lnTo>
                <a:lnTo>
                  <a:pt x="3687" y="19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19"/>
                </a:lnTo>
                <a:lnTo>
                  <a:pt x="3847" y="19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19"/>
                </a:lnTo>
                <a:lnTo>
                  <a:pt x="4007" y="19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19"/>
                </a:lnTo>
                <a:lnTo>
                  <a:pt x="4167" y="19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19"/>
                </a:lnTo>
                <a:lnTo>
                  <a:pt x="4327" y="19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19"/>
                </a:lnTo>
                <a:lnTo>
                  <a:pt x="4486" y="19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19"/>
                </a:lnTo>
                <a:lnTo>
                  <a:pt x="4646" y="19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19"/>
                </a:lnTo>
                <a:lnTo>
                  <a:pt x="4806" y="19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19"/>
                </a:lnTo>
                <a:lnTo>
                  <a:pt x="4966" y="19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19"/>
                </a:lnTo>
                <a:lnTo>
                  <a:pt x="5126" y="19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19"/>
                </a:lnTo>
                <a:lnTo>
                  <a:pt x="5285" y="19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19"/>
                </a:lnTo>
                <a:lnTo>
                  <a:pt x="5445" y="19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19"/>
                </a:lnTo>
                <a:lnTo>
                  <a:pt x="5605" y="19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19"/>
                </a:lnTo>
                <a:lnTo>
                  <a:pt x="5765" y="19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19"/>
                </a:lnTo>
                <a:lnTo>
                  <a:pt x="5925" y="19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19"/>
                </a:lnTo>
                <a:lnTo>
                  <a:pt x="6085" y="19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19"/>
                </a:lnTo>
                <a:lnTo>
                  <a:pt x="6244" y="19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19"/>
                </a:lnTo>
                <a:lnTo>
                  <a:pt x="6404" y="19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19"/>
                </a:lnTo>
                <a:lnTo>
                  <a:pt x="6564" y="19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19"/>
                </a:lnTo>
                <a:lnTo>
                  <a:pt x="6724" y="19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19"/>
                </a:lnTo>
                <a:lnTo>
                  <a:pt x="6884" y="19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19"/>
                </a:lnTo>
                <a:lnTo>
                  <a:pt x="7044" y="19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19"/>
                </a:lnTo>
                <a:lnTo>
                  <a:pt x="7203" y="19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19"/>
                </a:lnTo>
                <a:lnTo>
                  <a:pt x="7363" y="19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19"/>
                </a:lnTo>
                <a:lnTo>
                  <a:pt x="7523" y="19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19"/>
                </a:lnTo>
                <a:lnTo>
                  <a:pt x="7683" y="19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19"/>
                </a:lnTo>
                <a:lnTo>
                  <a:pt x="7843" y="19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19"/>
                </a:lnTo>
                <a:lnTo>
                  <a:pt x="8002" y="19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19"/>
                </a:lnTo>
                <a:lnTo>
                  <a:pt x="8162" y="19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19"/>
                </a:lnTo>
                <a:lnTo>
                  <a:pt x="8322" y="19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19"/>
                </a:lnTo>
                <a:lnTo>
                  <a:pt x="8482" y="19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19"/>
                </a:lnTo>
                <a:lnTo>
                  <a:pt x="8642" y="19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19"/>
                </a:lnTo>
                <a:lnTo>
                  <a:pt x="8802" y="19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19"/>
                </a:lnTo>
                <a:lnTo>
                  <a:pt x="8961" y="19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19"/>
                </a:lnTo>
                <a:lnTo>
                  <a:pt x="9121" y="19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19"/>
                </a:lnTo>
                <a:lnTo>
                  <a:pt x="9281" y="19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19"/>
                </a:lnTo>
                <a:lnTo>
                  <a:pt x="9441" y="19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19"/>
                </a:lnTo>
                <a:lnTo>
                  <a:pt x="9601" y="19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19"/>
                </a:lnTo>
                <a:lnTo>
                  <a:pt x="9761" y="19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19"/>
                </a:lnTo>
                <a:lnTo>
                  <a:pt x="9920" y="19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19"/>
                </a:lnTo>
                <a:lnTo>
                  <a:pt x="10080" y="19"/>
                </a:lnTo>
                <a:lnTo>
                  <a:pt x="10080" y="0"/>
                </a:lnTo>
                <a:moveTo>
                  <a:pt x="10240" y="0"/>
                </a:moveTo>
                <a:lnTo>
                  <a:pt x="10270" y="0"/>
                </a:lnTo>
                <a:lnTo>
                  <a:pt x="10270" y="89"/>
                </a:lnTo>
                <a:lnTo>
                  <a:pt x="10250" y="89"/>
                </a:lnTo>
                <a:lnTo>
                  <a:pt x="10250" y="10"/>
                </a:lnTo>
                <a:lnTo>
                  <a:pt x="10260" y="10"/>
                </a:lnTo>
                <a:lnTo>
                  <a:pt x="10260" y="19"/>
                </a:lnTo>
                <a:lnTo>
                  <a:pt x="10240" y="19"/>
                </a:lnTo>
                <a:lnTo>
                  <a:pt x="10240" y="0"/>
                </a:lnTo>
                <a:moveTo>
                  <a:pt x="10270" y="149"/>
                </a:moveTo>
                <a:lnTo>
                  <a:pt x="10270" y="249"/>
                </a:lnTo>
                <a:lnTo>
                  <a:pt x="10250" y="249"/>
                </a:lnTo>
                <a:lnTo>
                  <a:pt x="10250" y="149"/>
                </a:lnTo>
                <a:lnTo>
                  <a:pt x="10270" y="149"/>
                </a:lnTo>
                <a:moveTo>
                  <a:pt x="10270" y="309"/>
                </a:moveTo>
                <a:lnTo>
                  <a:pt x="10270" y="409"/>
                </a:lnTo>
                <a:lnTo>
                  <a:pt x="10250" y="409"/>
                </a:lnTo>
                <a:lnTo>
                  <a:pt x="10250" y="309"/>
                </a:lnTo>
                <a:lnTo>
                  <a:pt x="10270" y="309"/>
                </a:lnTo>
                <a:moveTo>
                  <a:pt x="10270" y="469"/>
                </a:moveTo>
                <a:lnTo>
                  <a:pt x="10270" y="569"/>
                </a:lnTo>
                <a:lnTo>
                  <a:pt x="10250" y="569"/>
                </a:lnTo>
                <a:lnTo>
                  <a:pt x="10250" y="469"/>
                </a:lnTo>
                <a:lnTo>
                  <a:pt x="10270" y="469"/>
                </a:lnTo>
                <a:moveTo>
                  <a:pt x="10270" y="629"/>
                </a:moveTo>
                <a:lnTo>
                  <a:pt x="10270" y="729"/>
                </a:lnTo>
                <a:lnTo>
                  <a:pt x="10250" y="729"/>
                </a:lnTo>
                <a:lnTo>
                  <a:pt x="10250" y="629"/>
                </a:lnTo>
                <a:lnTo>
                  <a:pt x="10270" y="629"/>
                </a:lnTo>
                <a:moveTo>
                  <a:pt x="10270" y="790"/>
                </a:moveTo>
                <a:lnTo>
                  <a:pt x="10270" y="890"/>
                </a:lnTo>
                <a:lnTo>
                  <a:pt x="10250" y="890"/>
                </a:lnTo>
                <a:lnTo>
                  <a:pt x="10250" y="790"/>
                </a:lnTo>
                <a:lnTo>
                  <a:pt x="10270" y="790"/>
                </a:lnTo>
                <a:moveTo>
                  <a:pt x="10270" y="950"/>
                </a:moveTo>
                <a:lnTo>
                  <a:pt x="10270" y="980"/>
                </a:lnTo>
                <a:lnTo>
                  <a:pt x="10180" y="980"/>
                </a:lnTo>
                <a:lnTo>
                  <a:pt x="10180" y="960"/>
                </a:lnTo>
                <a:lnTo>
                  <a:pt x="10260" y="960"/>
                </a:lnTo>
                <a:lnTo>
                  <a:pt x="10260" y="970"/>
                </a:lnTo>
                <a:lnTo>
                  <a:pt x="10250" y="970"/>
                </a:lnTo>
                <a:lnTo>
                  <a:pt x="10250" y="950"/>
                </a:lnTo>
                <a:lnTo>
                  <a:pt x="10270" y="95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8" y="980"/>
                </a:moveTo>
                <a:lnTo>
                  <a:pt x="2509" y="980"/>
                </a:lnTo>
                <a:lnTo>
                  <a:pt x="2509" y="960"/>
                </a:lnTo>
                <a:lnTo>
                  <a:pt x="2608" y="960"/>
                </a:lnTo>
                <a:lnTo>
                  <a:pt x="2608" y="980"/>
                </a:lnTo>
                <a:moveTo>
                  <a:pt x="2449" y="980"/>
                </a:moveTo>
                <a:lnTo>
                  <a:pt x="2349" y="980"/>
                </a:lnTo>
                <a:lnTo>
                  <a:pt x="2349" y="960"/>
                </a:lnTo>
                <a:lnTo>
                  <a:pt x="2449" y="960"/>
                </a:lnTo>
                <a:lnTo>
                  <a:pt x="2449" y="980"/>
                </a:lnTo>
                <a:moveTo>
                  <a:pt x="2289" y="980"/>
                </a:moveTo>
                <a:lnTo>
                  <a:pt x="2189" y="980"/>
                </a:lnTo>
                <a:lnTo>
                  <a:pt x="2189" y="960"/>
                </a:lnTo>
                <a:lnTo>
                  <a:pt x="2289" y="960"/>
                </a:lnTo>
                <a:lnTo>
                  <a:pt x="2289" y="980"/>
                </a:lnTo>
                <a:moveTo>
                  <a:pt x="2129" y="980"/>
                </a:moveTo>
                <a:lnTo>
                  <a:pt x="2029" y="980"/>
                </a:lnTo>
                <a:lnTo>
                  <a:pt x="2029" y="960"/>
                </a:lnTo>
                <a:lnTo>
                  <a:pt x="2129" y="960"/>
                </a:lnTo>
                <a:lnTo>
                  <a:pt x="2129" y="980"/>
                </a:lnTo>
                <a:moveTo>
                  <a:pt x="1969" y="980"/>
                </a:moveTo>
                <a:lnTo>
                  <a:pt x="1869" y="980"/>
                </a:lnTo>
                <a:lnTo>
                  <a:pt x="1869" y="960"/>
                </a:lnTo>
                <a:lnTo>
                  <a:pt x="1969" y="960"/>
                </a:lnTo>
                <a:lnTo>
                  <a:pt x="1969" y="980"/>
                </a:lnTo>
                <a:moveTo>
                  <a:pt x="1809" y="980"/>
                </a:moveTo>
                <a:lnTo>
                  <a:pt x="1709" y="980"/>
                </a:lnTo>
                <a:lnTo>
                  <a:pt x="1709" y="960"/>
                </a:lnTo>
                <a:lnTo>
                  <a:pt x="1809" y="960"/>
                </a:lnTo>
                <a:lnTo>
                  <a:pt x="1809" y="980"/>
                </a:lnTo>
                <a:moveTo>
                  <a:pt x="1650" y="980"/>
                </a:moveTo>
                <a:lnTo>
                  <a:pt x="1550" y="980"/>
                </a:lnTo>
                <a:lnTo>
                  <a:pt x="1550" y="960"/>
                </a:lnTo>
                <a:lnTo>
                  <a:pt x="1650" y="960"/>
                </a:lnTo>
                <a:lnTo>
                  <a:pt x="1650" y="980"/>
                </a:lnTo>
                <a:moveTo>
                  <a:pt x="1490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90" y="960"/>
                </a:lnTo>
                <a:lnTo>
                  <a:pt x="1490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49"/>
                </a:lnTo>
                <a:lnTo>
                  <a:pt x="20" y="749"/>
                </a:lnTo>
                <a:lnTo>
                  <a:pt x="20" y="850"/>
                </a:lnTo>
                <a:lnTo>
                  <a:pt x="0" y="850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69"/>
                </a:moveTo>
                <a:lnTo>
                  <a:pt x="0" y="269"/>
                </a:lnTo>
                <a:lnTo>
                  <a:pt x="20" y="269"/>
                </a:lnTo>
                <a:lnTo>
                  <a:pt x="20" y="369"/>
                </a:lnTo>
                <a:lnTo>
                  <a:pt x="0" y="369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0" y="0"/>
                </a:lnTo>
                <a:lnTo>
                  <a:pt x="110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886280" y="348480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886280" y="351000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1412640" y="3189960"/>
            <a:ext cx="3047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1412640" y="347688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340640" y="3830400"/>
            <a:ext cx="4552920" cy="345600"/>
          </a:xfrm>
          <a:custGeom>
            <a:avLst/>
            <a:gdLst/>
            <a:ahLst/>
            <a:rect l="0" t="0" r="r" b="b"/>
            <a:pathLst>
              <a:path w="12647" h="960">
                <a:moveTo>
                  <a:pt x="0" y="0"/>
                </a:moveTo>
                <a:lnTo>
                  <a:pt x="12647" y="0"/>
                </a:lnTo>
                <a:lnTo>
                  <a:pt x="12647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337040" y="3826800"/>
            <a:ext cx="4560120" cy="352800"/>
          </a:xfrm>
          <a:custGeom>
            <a:avLst/>
            <a:gdLst/>
            <a:ahLst/>
            <a:rect l="0" t="0" r="r" b="b"/>
            <a:pathLst>
              <a:path w="12667" h="98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8" y="0"/>
                </a:lnTo>
                <a:lnTo>
                  <a:pt x="2668" y="20"/>
                </a:lnTo>
                <a:lnTo>
                  <a:pt x="2568" y="20"/>
                </a:lnTo>
                <a:lnTo>
                  <a:pt x="2568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667" y="0"/>
                </a:lnTo>
                <a:lnTo>
                  <a:pt x="12667" y="90"/>
                </a:lnTo>
                <a:lnTo>
                  <a:pt x="12647" y="90"/>
                </a:lnTo>
                <a:lnTo>
                  <a:pt x="12647" y="10"/>
                </a:lnTo>
                <a:lnTo>
                  <a:pt x="12657" y="10"/>
                </a:lnTo>
                <a:lnTo>
                  <a:pt x="1265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667" y="150"/>
                </a:moveTo>
                <a:lnTo>
                  <a:pt x="12667" y="250"/>
                </a:lnTo>
                <a:lnTo>
                  <a:pt x="12647" y="250"/>
                </a:lnTo>
                <a:lnTo>
                  <a:pt x="12647" y="150"/>
                </a:lnTo>
                <a:lnTo>
                  <a:pt x="12667" y="150"/>
                </a:lnTo>
                <a:moveTo>
                  <a:pt x="12667" y="310"/>
                </a:moveTo>
                <a:lnTo>
                  <a:pt x="12667" y="409"/>
                </a:lnTo>
                <a:lnTo>
                  <a:pt x="12647" y="409"/>
                </a:lnTo>
                <a:lnTo>
                  <a:pt x="12647" y="310"/>
                </a:lnTo>
                <a:lnTo>
                  <a:pt x="12667" y="310"/>
                </a:lnTo>
                <a:moveTo>
                  <a:pt x="12667" y="469"/>
                </a:moveTo>
                <a:lnTo>
                  <a:pt x="12667" y="569"/>
                </a:lnTo>
                <a:lnTo>
                  <a:pt x="12647" y="569"/>
                </a:lnTo>
                <a:lnTo>
                  <a:pt x="12647" y="469"/>
                </a:lnTo>
                <a:lnTo>
                  <a:pt x="12667" y="469"/>
                </a:lnTo>
                <a:moveTo>
                  <a:pt x="12667" y="630"/>
                </a:moveTo>
                <a:lnTo>
                  <a:pt x="12667" y="730"/>
                </a:lnTo>
                <a:lnTo>
                  <a:pt x="12647" y="730"/>
                </a:lnTo>
                <a:lnTo>
                  <a:pt x="12647" y="630"/>
                </a:lnTo>
                <a:lnTo>
                  <a:pt x="12667" y="630"/>
                </a:lnTo>
                <a:moveTo>
                  <a:pt x="12667" y="790"/>
                </a:moveTo>
                <a:lnTo>
                  <a:pt x="12667" y="890"/>
                </a:lnTo>
                <a:lnTo>
                  <a:pt x="12647" y="890"/>
                </a:lnTo>
                <a:lnTo>
                  <a:pt x="12647" y="790"/>
                </a:lnTo>
                <a:lnTo>
                  <a:pt x="12667" y="790"/>
                </a:lnTo>
                <a:moveTo>
                  <a:pt x="12667" y="950"/>
                </a:moveTo>
                <a:lnTo>
                  <a:pt x="12667" y="980"/>
                </a:lnTo>
                <a:lnTo>
                  <a:pt x="12577" y="980"/>
                </a:lnTo>
                <a:lnTo>
                  <a:pt x="12577" y="960"/>
                </a:lnTo>
                <a:lnTo>
                  <a:pt x="12657" y="960"/>
                </a:lnTo>
                <a:lnTo>
                  <a:pt x="12657" y="970"/>
                </a:lnTo>
                <a:lnTo>
                  <a:pt x="12647" y="970"/>
                </a:lnTo>
                <a:lnTo>
                  <a:pt x="12647" y="950"/>
                </a:lnTo>
                <a:lnTo>
                  <a:pt x="12667" y="950"/>
                </a:lnTo>
                <a:moveTo>
                  <a:pt x="12517" y="980"/>
                </a:moveTo>
                <a:lnTo>
                  <a:pt x="12418" y="980"/>
                </a:lnTo>
                <a:lnTo>
                  <a:pt x="12418" y="960"/>
                </a:lnTo>
                <a:lnTo>
                  <a:pt x="12517" y="960"/>
                </a:lnTo>
                <a:lnTo>
                  <a:pt x="12517" y="980"/>
                </a:lnTo>
                <a:moveTo>
                  <a:pt x="12358" y="980"/>
                </a:moveTo>
                <a:lnTo>
                  <a:pt x="12258" y="980"/>
                </a:lnTo>
                <a:lnTo>
                  <a:pt x="12258" y="960"/>
                </a:lnTo>
                <a:lnTo>
                  <a:pt x="12358" y="960"/>
                </a:lnTo>
                <a:lnTo>
                  <a:pt x="12358" y="980"/>
                </a:lnTo>
                <a:moveTo>
                  <a:pt x="12198" y="980"/>
                </a:moveTo>
                <a:lnTo>
                  <a:pt x="12098" y="980"/>
                </a:lnTo>
                <a:lnTo>
                  <a:pt x="12098" y="960"/>
                </a:lnTo>
                <a:lnTo>
                  <a:pt x="12198" y="960"/>
                </a:lnTo>
                <a:lnTo>
                  <a:pt x="12198" y="980"/>
                </a:lnTo>
                <a:moveTo>
                  <a:pt x="12038" y="980"/>
                </a:moveTo>
                <a:lnTo>
                  <a:pt x="11938" y="980"/>
                </a:lnTo>
                <a:lnTo>
                  <a:pt x="11938" y="960"/>
                </a:lnTo>
                <a:lnTo>
                  <a:pt x="12038" y="960"/>
                </a:lnTo>
                <a:lnTo>
                  <a:pt x="12038" y="980"/>
                </a:lnTo>
                <a:moveTo>
                  <a:pt x="11878" y="980"/>
                </a:moveTo>
                <a:lnTo>
                  <a:pt x="11778" y="980"/>
                </a:lnTo>
                <a:lnTo>
                  <a:pt x="11778" y="960"/>
                </a:lnTo>
                <a:lnTo>
                  <a:pt x="11878" y="960"/>
                </a:lnTo>
                <a:lnTo>
                  <a:pt x="11878" y="980"/>
                </a:lnTo>
                <a:moveTo>
                  <a:pt x="11718" y="980"/>
                </a:moveTo>
                <a:lnTo>
                  <a:pt x="11618" y="980"/>
                </a:lnTo>
                <a:lnTo>
                  <a:pt x="11618" y="960"/>
                </a:lnTo>
                <a:lnTo>
                  <a:pt x="11718" y="960"/>
                </a:lnTo>
                <a:lnTo>
                  <a:pt x="11718" y="980"/>
                </a:lnTo>
                <a:moveTo>
                  <a:pt x="11559" y="980"/>
                </a:moveTo>
                <a:lnTo>
                  <a:pt x="11459" y="980"/>
                </a:lnTo>
                <a:lnTo>
                  <a:pt x="11459" y="960"/>
                </a:lnTo>
                <a:lnTo>
                  <a:pt x="11559" y="960"/>
                </a:lnTo>
                <a:lnTo>
                  <a:pt x="11559" y="980"/>
                </a:lnTo>
                <a:moveTo>
                  <a:pt x="11399" y="980"/>
                </a:moveTo>
                <a:lnTo>
                  <a:pt x="11299" y="980"/>
                </a:lnTo>
                <a:lnTo>
                  <a:pt x="11299" y="960"/>
                </a:lnTo>
                <a:lnTo>
                  <a:pt x="11399" y="960"/>
                </a:lnTo>
                <a:lnTo>
                  <a:pt x="11399" y="980"/>
                </a:lnTo>
                <a:moveTo>
                  <a:pt x="11239" y="980"/>
                </a:moveTo>
                <a:lnTo>
                  <a:pt x="11139" y="980"/>
                </a:lnTo>
                <a:lnTo>
                  <a:pt x="11139" y="960"/>
                </a:lnTo>
                <a:lnTo>
                  <a:pt x="11239" y="960"/>
                </a:lnTo>
                <a:lnTo>
                  <a:pt x="11239" y="980"/>
                </a:lnTo>
                <a:moveTo>
                  <a:pt x="11079" y="980"/>
                </a:moveTo>
                <a:lnTo>
                  <a:pt x="10979" y="980"/>
                </a:lnTo>
                <a:lnTo>
                  <a:pt x="10979" y="960"/>
                </a:lnTo>
                <a:lnTo>
                  <a:pt x="11079" y="960"/>
                </a:lnTo>
                <a:lnTo>
                  <a:pt x="11079" y="980"/>
                </a:lnTo>
                <a:moveTo>
                  <a:pt x="10919" y="980"/>
                </a:moveTo>
                <a:lnTo>
                  <a:pt x="10819" y="980"/>
                </a:lnTo>
                <a:lnTo>
                  <a:pt x="10819" y="960"/>
                </a:lnTo>
                <a:lnTo>
                  <a:pt x="10919" y="960"/>
                </a:lnTo>
                <a:lnTo>
                  <a:pt x="10919" y="980"/>
                </a:lnTo>
                <a:moveTo>
                  <a:pt x="10759" y="980"/>
                </a:moveTo>
                <a:lnTo>
                  <a:pt x="10660" y="980"/>
                </a:lnTo>
                <a:lnTo>
                  <a:pt x="10660" y="960"/>
                </a:lnTo>
                <a:lnTo>
                  <a:pt x="10759" y="960"/>
                </a:lnTo>
                <a:lnTo>
                  <a:pt x="10759" y="980"/>
                </a:lnTo>
                <a:moveTo>
                  <a:pt x="10600" y="980"/>
                </a:moveTo>
                <a:lnTo>
                  <a:pt x="10500" y="980"/>
                </a:lnTo>
                <a:lnTo>
                  <a:pt x="10500" y="960"/>
                </a:lnTo>
                <a:lnTo>
                  <a:pt x="10600" y="960"/>
                </a:lnTo>
                <a:lnTo>
                  <a:pt x="10600" y="980"/>
                </a:lnTo>
                <a:moveTo>
                  <a:pt x="10440" y="980"/>
                </a:moveTo>
                <a:lnTo>
                  <a:pt x="10340" y="980"/>
                </a:lnTo>
                <a:lnTo>
                  <a:pt x="10340" y="960"/>
                </a:lnTo>
                <a:lnTo>
                  <a:pt x="10440" y="960"/>
                </a:lnTo>
                <a:lnTo>
                  <a:pt x="10440" y="980"/>
                </a:lnTo>
                <a:moveTo>
                  <a:pt x="10280" y="980"/>
                </a:moveTo>
                <a:lnTo>
                  <a:pt x="10180" y="980"/>
                </a:lnTo>
                <a:lnTo>
                  <a:pt x="10180" y="960"/>
                </a:lnTo>
                <a:lnTo>
                  <a:pt x="10280" y="960"/>
                </a:lnTo>
                <a:lnTo>
                  <a:pt x="10280" y="98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7" y="980"/>
                </a:moveTo>
                <a:lnTo>
                  <a:pt x="2508" y="980"/>
                </a:lnTo>
                <a:lnTo>
                  <a:pt x="2508" y="960"/>
                </a:lnTo>
                <a:lnTo>
                  <a:pt x="2607" y="960"/>
                </a:lnTo>
                <a:lnTo>
                  <a:pt x="2607" y="980"/>
                </a:lnTo>
                <a:moveTo>
                  <a:pt x="2448" y="980"/>
                </a:moveTo>
                <a:lnTo>
                  <a:pt x="2348" y="980"/>
                </a:lnTo>
                <a:lnTo>
                  <a:pt x="2348" y="960"/>
                </a:lnTo>
                <a:lnTo>
                  <a:pt x="2448" y="960"/>
                </a:lnTo>
                <a:lnTo>
                  <a:pt x="2448" y="980"/>
                </a:lnTo>
                <a:moveTo>
                  <a:pt x="2288" y="980"/>
                </a:moveTo>
                <a:lnTo>
                  <a:pt x="2188" y="980"/>
                </a:lnTo>
                <a:lnTo>
                  <a:pt x="2188" y="960"/>
                </a:lnTo>
                <a:lnTo>
                  <a:pt x="2288" y="960"/>
                </a:lnTo>
                <a:lnTo>
                  <a:pt x="2288" y="980"/>
                </a:lnTo>
                <a:moveTo>
                  <a:pt x="2128" y="980"/>
                </a:moveTo>
                <a:lnTo>
                  <a:pt x="2028" y="980"/>
                </a:lnTo>
                <a:lnTo>
                  <a:pt x="2028" y="960"/>
                </a:lnTo>
                <a:lnTo>
                  <a:pt x="2128" y="960"/>
                </a:lnTo>
                <a:lnTo>
                  <a:pt x="2128" y="980"/>
                </a:lnTo>
                <a:moveTo>
                  <a:pt x="1968" y="980"/>
                </a:moveTo>
                <a:lnTo>
                  <a:pt x="1868" y="980"/>
                </a:lnTo>
                <a:lnTo>
                  <a:pt x="1868" y="960"/>
                </a:lnTo>
                <a:lnTo>
                  <a:pt x="1968" y="960"/>
                </a:lnTo>
                <a:lnTo>
                  <a:pt x="1968" y="980"/>
                </a:lnTo>
                <a:moveTo>
                  <a:pt x="1808" y="980"/>
                </a:moveTo>
                <a:lnTo>
                  <a:pt x="1708" y="980"/>
                </a:lnTo>
                <a:lnTo>
                  <a:pt x="1708" y="960"/>
                </a:lnTo>
                <a:lnTo>
                  <a:pt x="1808" y="960"/>
                </a:lnTo>
                <a:lnTo>
                  <a:pt x="1808" y="980"/>
                </a:lnTo>
                <a:moveTo>
                  <a:pt x="1649" y="980"/>
                </a:moveTo>
                <a:lnTo>
                  <a:pt x="1549" y="980"/>
                </a:lnTo>
                <a:lnTo>
                  <a:pt x="1549" y="960"/>
                </a:lnTo>
                <a:lnTo>
                  <a:pt x="1649" y="960"/>
                </a:lnTo>
                <a:lnTo>
                  <a:pt x="1649" y="980"/>
                </a:lnTo>
                <a:moveTo>
                  <a:pt x="1489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89" y="960"/>
                </a:lnTo>
                <a:lnTo>
                  <a:pt x="1489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50"/>
                </a:lnTo>
                <a:lnTo>
                  <a:pt x="20" y="750"/>
                </a:lnTo>
                <a:lnTo>
                  <a:pt x="20" y="850"/>
                </a:lnTo>
                <a:lnTo>
                  <a:pt x="0" y="850"/>
                </a:lnTo>
                <a:moveTo>
                  <a:pt x="0" y="690"/>
                </a:moveTo>
                <a:lnTo>
                  <a:pt x="0" y="589"/>
                </a:lnTo>
                <a:lnTo>
                  <a:pt x="20" y="589"/>
                </a:lnTo>
                <a:lnTo>
                  <a:pt x="20" y="690"/>
                </a:lnTo>
                <a:lnTo>
                  <a:pt x="0" y="690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5749560" y="388800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5749560" y="39132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1412640" y="3593160"/>
            <a:ext cx="31921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1412640" y="3880080"/>
            <a:ext cx="2872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1671480" y="2520720"/>
            <a:ext cx="0" cy="20160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1412640" y="3996000"/>
            <a:ext cx="3754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1038960" y="4312440"/>
            <a:ext cx="6048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1038960" y="4449240"/>
            <a:ext cx="5386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2257560" y="471888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49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200" y="474840"/>
            <a:ext cx="7710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1 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213048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60" y="0"/>
                </a:lnTo>
                <a:cubicBezTo>
                  <a:pt x="169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9" y="137"/>
                  <a:pt x="160" y="137"/>
                </a:cubicBezTo>
                <a:lnTo>
                  <a:pt x="69" y="137"/>
                </a:lnTo>
                <a:cubicBezTo>
                  <a:pt x="60" y="137"/>
                  <a:pt x="52" y="135"/>
                  <a:pt x="42" y="131"/>
                </a:cubicBezTo>
                <a:cubicBezTo>
                  <a:pt x="34" y="128"/>
                  <a:pt x="27" y="123"/>
                  <a:pt x="20" y="117"/>
                </a:cubicBezTo>
                <a:cubicBezTo>
                  <a:pt x="14" y="110"/>
                  <a:pt x="9" y="103"/>
                  <a:pt x="6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6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7" y="14"/>
                  <a:pt x="34" y="9"/>
                  <a:pt x="42" y="5"/>
                </a:cubicBezTo>
                <a:cubicBezTo>
                  <a:pt x="52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219564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7" y="135"/>
                  <a:pt x="51" y="137"/>
                  <a:pt x="45" y="137"/>
                </a:cubicBezTo>
                <a:cubicBezTo>
                  <a:pt x="39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39" y="0"/>
                  <a:pt x="45" y="0"/>
                </a:cubicBezTo>
                <a:cubicBezTo>
                  <a:pt x="51" y="0"/>
                  <a:pt x="57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02280" y="770400"/>
            <a:ext cx="594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68364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616284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8364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24559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4559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101880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98424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43905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43905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2455920" y="1370160"/>
            <a:ext cx="2826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91152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911520" y="1940040"/>
            <a:ext cx="307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7544880" y="257364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7544880" y="2602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91152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911520" y="2564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911520" y="269604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8447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8447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911520" y="2849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911520" y="3320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911520" y="345168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5805360" y="40852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5805360" y="41137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911520" y="3605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911520" y="407628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911520" y="4207320"/>
            <a:ext cx="2143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911520" y="43606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1317600" y="228132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1317600" y="303696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1317600" y="379260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911520" y="449892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9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7273440" y="16668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7273440" y="16952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1256040"/>
            <a:ext cx="7674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2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868680" y="1657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868680" y="1790280"/>
            <a:ext cx="5665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868680" y="19450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5818320" y="25711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818320" y="25999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868680" y="2085120"/>
            <a:ext cx="948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868680" y="256212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868680" y="2694600"/>
            <a:ext cx="1927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868680" y="284976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1279440" y="22752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868680" y="298944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555840" y="3254040"/>
            <a:ext cx="6723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555840" y="3409920"/>
            <a:ext cx="698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555840" y="3566520"/>
            <a:ext cx="546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671480" y="386172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41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57200" y="474840"/>
            <a:ext cx="839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1 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212004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3" y="9"/>
                  <a:pt x="201" y="14"/>
                  <a:pt x="207" y="20"/>
                </a:cubicBezTo>
                <a:cubicBezTo>
                  <a:pt x="213" y="26"/>
                  <a:pt x="218" y="34"/>
                  <a:pt x="222" y="42"/>
                </a:cubicBezTo>
                <a:cubicBezTo>
                  <a:pt x="225" y="50"/>
                  <a:pt x="227" y="59"/>
                  <a:pt x="227" y="68"/>
                </a:cubicBezTo>
                <a:cubicBezTo>
                  <a:pt x="227" y="77"/>
                  <a:pt x="225" y="85"/>
                  <a:pt x="222" y="95"/>
                </a:cubicBezTo>
                <a:cubicBezTo>
                  <a:pt x="218" y="103"/>
                  <a:pt x="213" y="110"/>
                  <a:pt x="207" y="117"/>
                </a:cubicBezTo>
                <a:cubicBezTo>
                  <a:pt x="201" y="123"/>
                  <a:pt x="193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218520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5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9" y="131"/>
                </a:cubicBezTo>
                <a:cubicBezTo>
                  <a:pt x="23" y="128"/>
                  <a:pt x="18" y="123"/>
                  <a:pt x="14" y="117"/>
                </a:cubicBezTo>
                <a:cubicBezTo>
                  <a:pt x="10" y="110"/>
                  <a:pt x="5" y="103"/>
                  <a:pt x="3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3" y="42"/>
                </a:cubicBezTo>
                <a:cubicBezTo>
                  <a:pt x="5" y="34"/>
                  <a:pt x="10" y="26"/>
                  <a:pt x="14" y="20"/>
                </a:cubicBezTo>
                <a:cubicBezTo>
                  <a:pt x="18" y="14"/>
                  <a:pt x="23" y="9"/>
                  <a:pt x="29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5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592920" y="770400"/>
            <a:ext cx="6521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67428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6149880" y="1086480"/>
            <a:ext cx="105840" cy="97920"/>
          </a:xfrm>
          <a:custGeom>
            <a:avLst/>
            <a:gdLst/>
            <a:ahLst/>
            <a:rect l="0" t="0" r="r" b="b"/>
            <a:pathLst>
              <a:path w="294" h="272">
                <a:moveTo>
                  <a:pt x="0" y="68"/>
                </a:moveTo>
                <a:lnTo>
                  <a:pt x="181" y="68"/>
                </a:lnTo>
                <a:lnTo>
                  <a:pt x="181" y="0"/>
                </a:lnTo>
                <a:lnTo>
                  <a:pt x="294" y="137"/>
                </a:lnTo>
                <a:lnTo>
                  <a:pt x="181" y="272"/>
                </a:lnTo>
                <a:lnTo>
                  <a:pt x="181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67428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4451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24451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100908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97452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53859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53859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445120" y="1370160"/>
            <a:ext cx="266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90180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901800" y="1940040"/>
            <a:ext cx="3339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90180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820080" y="2647080"/>
            <a:ext cx="5524920" cy="390240"/>
          </a:xfrm>
          <a:custGeom>
            <a:avLst/>
            <a:gdLst/>
            <a:ahLst/>
            <a:rect l="0" t="0" r="r" b="b"/>
            <a:pathLst>
              <a:path w="15347" h="1084">
                <a:moveTo>
                  <a:pt x="0" y="0"/>
                </a:moveTo>
                <a:lnTo>
                  <a:pt x="15347" y="0"/>
                </a:lnTo>
                <a:lnTo>
                  <a:pt x="15347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816120" y="2642760"/>
            <a:ext cx="5533200" cy="398520"/>
          </a:xfrm>
          <a:custGeom>
            <a:avLst/>
            <a:gdLst/>
            <a:ahLst/>
            <a:rect l="0" t="0" r="r" b="b"/>
            <a:pathLst>
              <a:path w="15370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3"/>
                </a:lnTo>
                <a:lnTo>
                  <a:pt x="372" y="23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3"/>
                </a:lnTo>
                <a:lnTo>
                  <a:pt x="734" y="23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3"/>
                </a:lnTo>
                <a:lnTo>
                  <a:pt x="914" y="23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3"/>
                </a:lnTo>
                <a:lnTo>
                  <a:pt x="1095" y="23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3"/>
                </a:lnTo>
                <a:lnTo>
                  <a:pt x="1275" y="23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3"/>
                </a:lnTo>
                <a:lnTo>
                  <a:pt x="1456" y="23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3"/>
                </a:lnTo>
                <a:lnTo>
                  <a:pt x="1636" y="23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3"/>
                </a:lnTo>
                <a:lnTo>
                  <a:pt x="1817" y="23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3"/>
                </a:lnTo>
                <a:lnTo>
                  <a:pt x="1997" y="23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3"/>
                </a:lnTo>
                <a:lnTo>
                  <a:pt x="2178" y="23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3"/>
                </a:lnTo>
                <a:lnTo>
                  <a:pt x="2358" y="23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3"/>
                </a:lnTo>
                <a:lnTo>
                  <a:pt x="2539" y="23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3"/>
                </a:lnTo>
                <a:lnTo>
                  <a:pt x="2719" y="23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3"/>
                </a:lnTo>
                <a:lnTo>
                  <a:pt x="2900" y="23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3"/>
                </a:lnTo>
                <a:lnTo>
                  <a:pt x="3081" y="23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3"/>
                </a:lnTo>
                <a:lnTo>
                  <a:pt x="3261" y="23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3"/>
                </a:lnTo>
                <a:lnTo>
                  <a:pt x="3442" y="23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3"/>
                </a:lnTo>
                <a:lnTo>
                  <a:pt x="3622" y="23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3"/>
                </a:lnTo>
                <a:lnTo>
                  <a:pt x="3803" y="23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3"/>
                </a:lnTo>
                <a:lnTo>
                  <a:pt x="3983" y="23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3"/>
                </a:lnTo>
                <a:lnTo>
                  <a:pt x="4164" y="23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3"/>
                </a:lnTo>
                <a:lnTo>
                  <a:pt x="4344" y="23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3"/>
                </a:lnTo>
                <a:lnTo>
                  <a:pt x="4525" y="23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3"/>
                </a:lnTo>
                <a:lnTo>
                  <a:pt x="4705" y="23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3"/>
                </a:lnTo>
                <a:lnTo>
                  <a:pt x="4886" y="23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3"/>
                </a:lnTo>
                <a:lnTo>
                  <a:pt x="5066" y="23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3"/>
                </a:lnTo>
                <a:lnTo>
                  <a:pt x="5247" y="23"/>
                </a:lnTo>
                <a:lnTo>
                  <a:pt x="5247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3"/>
                </a:lnTo>
                <a:lnTo>
                  <a:pt x="5429" y="23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3"/>
                </a:lnTo>
                <a:lnTo>
                  <a:pt x="5609" y="23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3"/>
                </a:lnTo>
                <a:lnTo>
                  <a:pt x="5790" y="23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3"/>
                </a:lnTo>
                <a:lnTo>
                  <a:pt x="5970" y="23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3"/>
                </a:lnTo>
                <a:lnTo>
                  <a:pt x="6151" y="23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3"/>
                </a:lnTo>
                <a:lnTo>
                  <a:pt x="6331" y="23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3"/>
                </a:lnTo>
                <a:lnTo>
                  <a:pt x="6512" y="23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3"/>
                </a:lnTo>
                <a:lnTo>
                  <a:pt x="6692" y="23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3"/>
                </a:lnTo>
                <a:lnTo>
                  <a:pt x="6873" y="23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3"/>
                </a:lnTo>
                <a:lnTo>
                  <a:pt x="7053" y="23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3"/>
                </a:lnTo>
                <a:lnTo>
                  <a:pt x="7234" y="23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3"/>
                </a:lnTo>
                <a:lnTo>
                  <a:pt x="7415" y="23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3"/>
                </a:lnTo>
                <a:lnTo>
                  <a:pt x="7595" y="23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3"/>
                </a:lnTo>
                <a:lnTo>
                  <a:pt x="7776" y="23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3"/>
                </a:lnTo>
                <a:lnTo>
                  <a:pt x="7956" y="23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3"/>
                </a:lnTo>
                <a:lnTo>
                  <a:pt x="8137" y="23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3"/>
                </a:lnTo>
                <a:lnTo>
                  <a:pt x="8317" y="23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3"/>
                </a:lnTo>
                <a:lnTo>
                  <a:pt x="8498" y="23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3"/>
                </a:lnTo>
                <a:lnTo>
                  <a:pt x="8678" y="23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3"/>
                </a:lnTo>
                <a:lnTo>
                  <a:pt x="8859" y="23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3"/>
                </a:lnTo>
                <a:lnTo>
                  <a:pt x="9039" y="23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3"/>
                </a:lnTo>
                <a:lnTo>
                  <a:pt x="9220" y="23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3"/>
                </a:lnTo>
                <a:lnTo>
                  <a:pt x="9400" y="23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3"/>
                </a:lnTo>
                <a:lnTo>
                  <a:pt x="9581" y="23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3"/>
                </a:lnTo>
                <a:lnTo>
                  <a:pt x="9762" y="23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3"/>
                </a:lnTo>
                <a:lnTo>
                  <a:pt x="9942" y="23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3"/>
                </a:lnTo>
                <a:lnTo>
                  <a:pt x="10123" y="23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3"/>
                </a:lnTo>
                <a:lnTo>
                  <a:pt x="10303" y="23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3"/>
                </a:lnTo>
                <a:lnTo>
                  <a:pt x="10484" y="23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3"/>
                </a:lnTo>
                <a:lnTo>
                  <a:pt x="10664" y="23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3"/>
                </a:lnTo>
                <a:lnTo>
                  <a:pt x="10845" y="23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3"/>
                </a:lnTo>
                <a:lnTo>
                  <a:pt x="11025" y="23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3"/>
                </a:lnTo>
                <a:lnTo>
                  <a:pt x="11206" y="23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3"/>
                </a:lnTo>
                <a:lnTo>
                  <a:pt x="11386" y="23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3"/>
                </a:lnTo>
                <a:lnTo>
                  <a:pt x="11567" y="23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3"/>
                </a:lnTo>
                <a:lnTo>
                  <a:pt x="11747" y="23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3"/>
                </a:lnTo>
                <a:lnTo>
                  <a:pt x="11928" y="23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3"/>
                </a:lnTo>
                <a:lnTo>
                  <a:pt x="12109" y="23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3"/>
                </a:lnTo>
                <a:lnTo>
                  <a:pt x="12289" y="23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3"/>
                </a:lnTo>
                <a:lnTo>
                  <a:pt x="12470" y="23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3"/>
                </a:lnTo>
                <a:lnTo>
                  <a:pt x="12650" y="23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3"/>
                </a:lnTo>
                <a:lnTo>
                  <a:pt x="12831" y="23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3"/>
                </a:lnTo>
                <a:lnTo>
                  <a:pt x="13011" y="23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3"/>
                </a:lnTo>
                <a:lnTo>
                  <a:pt x="13192" y="23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3"/>
                </a:lnTo>
                <a:lnTo>
                  <a:pt x="13372" y="23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3"/>
                </a:lnTo>
                <a:lnTo>
                  <a:pt x="13553" y="23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3"/>
                </a:lnTo>
                <a:lnTo>
                  <a:pt x="13733" y="23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3"/>
                </a:lnTo>
                <a:lnTo>
                  <a:pt x="13914" y="23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3"/>
                </a:lnTo>
                <a:lnTo>
                  <a:pt x="14094" y="23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3"/>
                </a:lnTo>
                <a:lnTo>
                  <a:pt x="14275" y="23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3"/>
                </a:lnTo>
                <a:lnTo>
                  <a:pt x="14456" y="23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3"/>
                </a:lnTo>
                <a:lnTo>
                  <a:pt x="14636" y="23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3"/>
                </a:lnTo>
                <a:lnTo>
                  <a:pt x="14817" y="23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3"/>
                </a:lnTo>
                <a:lnTo>
                  <a:pt x="14997" y="23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3"/>
                </a:lnTo>
                <a:lnTo>
                  <a:pt x="15178" y="23"/>
                </a:lnTo>
                <a:lnTo>
                  <a:pt x="15178" y="0"/>
                </a:lnTo>
                <a:moveTo>
                  <a:pt x="15370" y="12"/>
                </a:moveTo>
                <a:lnTo>
                  <a:pt x="15370" y="124"/>
                </a:lnTo>
                <a:lnTo>
                  <a:pt x="15347" y="124"/>
                </a:lnTo>
                <a:lnTo>
                  <a:pt x="15347" y="12"/>
                </a:lnTo>
                <a:lnTo>
                  <a:pt x="15370" y="12"/>
                </a:lnTo>
                <a:moveTo>
                  <a:pt x="15370" y="192"/>
                </a:moveTo>
                <a:lnTo>
                  <a:pt x="15370" y="305"/>
                </a:lnTo>
                <a:lnTo>
                  <a:pt x="15347" y="305"/>
                </a:lnTo>
                <a:lnTo>
                  <a:pt x="15347" y="192"/>
                </a:lnTo>
                <a:lnTo>
                  <a:pt x="15370" y="192"/>
                </a:lnTo>
                <a:moveTo>
                  <a:pt x="15370" y="373"/>
                </a:moveTo>
                <a:lnTo>
                  <a:pt x="15370" y="486"/>
                </a:lnTo>
                <a:lnTo>
                  <a:pt x="15347" y="486"/>
                </a:lnTo>
                <a:lnTo>
                  <a:pt x="15347" y="373"/>
                </a:lnTo>
                <a:lnTo>
                  <a:pt x="15370" y="373"/>
                </a:lnTo>
                <a:moveTo>
                  <a:pt x="15370" y="553"/>
                </a:moveTo>
                <a:lnTo>
                  <a:pt x="15370" y="666"/>
                </a:lnTo>
                <a:lnTo>
                  <a:pt x="15347" y="666"/>
                </a:lnTo>
                <a:lnTo>
                  <a:pt x="15347" y="553"/>
                </a:lnTo>
                <a:lnTo>
                  <a:pt x="15370" y="553"/>
                </a:lnTo>
                <a:moveTo>
                  <a:pt x="15370" y="734"/>
                </a:moveTo>
                <a:lnTo>
                  <a:pt x="15370" y="847"/>
                </a:lnTo>
                <a:lnTo>
                  <a:pt x="15347" y="847"/>
                </a:lnTo>
                <a:lnTo>
                  <a:pt x="15347" y="734"/>
                </a:lnTo>
                <a:lnTo>
                  <a:pt x="15370" y="734"/>
                </a:lnTo>
                <a:moveTo>
                  <a:pt x="15370" y="914"/>
                </a:moveTo>
                <a:lnTo>
                  <a:pt x="15370" y="1028"/>
                </a:lnTo>
                <a:lnTo>
                  <a:pt x="15347" y="1028"/>
                </a:lnTo>
                <a:lnTo>
                  <a:pt x="15347" y="914"/>
                </a:lnTo>
                <a:lnTo>
                  <a:pt x="15370" y="914"/>
                </a:lnTo>
                <a:moveTo>
                  <a:pt x="15358" y="1107"/>
                </a:moveTo>
                <a:lnTo>
                  <a:pt x="15245" y="1107"/>
                </a:lnTo>
                <a:lnTo>
                  <a:pt x="15245" y="1085"/>
                </a:lnTo>
                <a:lnTo>
                  <a:pt x="15358" y="1085"/>
                </a:lnTo>
                <a:lnTo>
                  <a:pt x="15358" y="1107"/>
                </a:lnTo>
                <a:moveTo>
                  <a:pt x="15178" y="1107"/>
                </a:moveTo>
                <a:lnTo>
                  <a:pt x="15065" y="1107"/>
                </a:lnTo>
                <a:lnTo>
                  <a:pt x="15065" y="1085"/>
                </a:lnTo>
                <a:lnTo>
                  <a:pt x="15178" y="1085"/>
                </a:lnTo>
                <a:lnTo>
                  <a:pt x="15178" y="1107"/>
                </a:lnTo>
                <a:moveTo>
                  <a:pt x="14997" y="1107"/>
                </a:moveTo>
                <a:lnTo>
                  <a:pt x="14884" y="1107"/>
                </a:lnTo>
                <a:lnTo>
                  <a:pt x="14884" y="1085"/>
                </a:lnTo>
                <a:lnTo>
                  <a:pt x="14997" y="1085"/>
                </a:lnTo>
                <a:lnTo>
                  <a:pt x="14997" y="1107"/>
                </a:lnTo>
                <a:moveTo>
                  <a:pt x="14817" y="1107"/>
                </a:moveTo>
                <a:lnTo>
                  <a:pt x="14704" y="1107"/>
                </a:lnTo>
                <a:lnTo>
                  <a:pt x="14704" y="1085"/>
                </a:lnTo>
                <a:lnTo>
                  <a:pt x="14817" y="1085"/>
                </a:lnTo>
                <a:lnTo>
                  <a:pt x="14817" y="1107"/>
                </a:lnTo>
                <a:moveTo>
                  <a:pt x="14636" y="1107"/>
                </a:moveTo>
                <a:lnTo>
                  <a:pt x="14523" y="1107"/>
                </a:lnTo>
                <a:lnTo>
                  <a:pt x="14523" y="1085"/>
                </a:lnTo>
                <a:lnTo>
                  <a:pt x="14636" y="1085"/>
                </a:lnTo>
                <a:lnTo>
                  <a:pt x="14636" y="1107"/>
                </a:lnTo>
                <a:moveTo>
                  <a:pt x="14456" y="1107"/>
                </a:moveTo>
                <a:lnTo>
                  <a:pt x="14343" y="1107"/>
                </a:lnTo>
                <a:lnTo>
                  <a:pt x="14343" y="1085"/>
                </a:lnTo>
                <a:lnTo>
                  <a:pt x="14456" y="1085"/>
                </a:lnTo>
                <a:lnTo>
                  <a:pt x="14456" y="1107"/>
                </a:lnTo>
                <a:moveTo>
                  <a:pt x="14275" y="1107"/>
                </a:moveTo>
                <a:lnTo>
                  <a:pt x="14162" y="1107"/>
                </a:lnTo>
                <a:lnTo>
                  <a:pt x="14162" y="1085"/>
                </a:lnTo>
                <a:lnTo>
                  <a:pt x="14275" y="1085"/>
                </a:lnTo>
                <a:lnTo>
                  <a:pt x="14275" y="1107"/>
                </a:lnTo>
                <a:moveTo>
                  <a:pt x="14094" y="1107"/>
                </a:moveTo>
                <a:lnTo>
                  <a:pt x="13982" y="1107"/>
                </a:lnTo>
                <a:lnTo>
                  <a:pt x="13982" y="1085"/>
                </a:lnTo>
                <a:lnTo>
                  <a:pt x="14094" y="1085"/>
                </a:lnTo>
                <a:lnTo>
                  <a:pt x="14094" y="1107"/>
                </a:lnTo>
                <a:moveTo>
                  <a:pt x="13914" y="1107"/>
                </a:moveTo>
                <a:lnTo>
                  <a:pt x="13801" y="1107"/>
                </a:lnTo>
                <a:lnTo>
                  <a:pt x="13801" y="1085"/>
                </a:lnTo>
                <a:lnTo>
                  <a:pt x="13914" y="1085"/>
                </a:lnTo>
                <a:lnTo>
                  <a:pt x="13914" y="1107"/>
                </a:lnTo>
                <a:moveTo>
                  <a:pt x="13733" y="1107"/>
                </a:moveTo>
                <a:lnTo>
                  <a:pt x="13621" y="1107"/>
                </a:lnTo>
                <a:lnTo>
                  <a:pt x="13621" y="1085"/>
                </a:lnTo>
                <a:lnTo>
                  <a:pt x="13733" y="1085"/>
                </a:lnTo>
                <a:lnTo>
                  <a:pt x="13733" y="1107"/>
                </a:lnTo>
                <a:moveTo>
                  <a:pt x="13553" y="1107"/>
                </a:moveTo>
                <a:lnTo>
                  <a:pt x="13440" y="1107"/>
                </a:lnTo>
                <a:lnTo>
                  <a:pt x="13440" y="1085"/>
                </a:lnTo>
                <a:lnTo>
                  <a:pt x="13553" y="1085"/>
                </a:lnTo>
                <a:lnTo>
                  <a:pt x="13553" y="1107"/>
                </a:lnTo>
                <a:moveTo>
                  <a:pt x="13372" y="1107"/>
                </a:moveTo>
                <a:lnTo>
                  <a:pt x="13259" y="1107"/>
                </a:lnTo>
                <a:lnTo>
                  <a:pt x="13259" y="1085"/>
                </a:lnTo>
                <a:lnTo>
                  <a:pt x="13372" y="1085"/>
                </a:lnTo>
                <a:lnTo>
                  <a:pt x="13372" y="1107"/>
                </a:lnTo>
                <a:moveTo>
                  <a:pt x="13192" y="1107"/>
                </a:moveTo>
                <a:lnTo>
                  <a:pt x="13079" y="1107"/>
                </a:lnTo>
                <a:lnTo>
                  <a:pt x="13079" y="1085"/>
                </a:lnTo>
                <a:lnTo>
                  <a:pt x="13192" y="1085"/>
                </a:lnTo>
                <a:lnTo>
                  <a:pt x="13192" y="1107"/>
                </a:lnTo>
                <a:moveTo>
                  <a:pt x="13011" y="1107"/>
                </a:moveTo>
                <a:lnTo>
                  <a:pt x="12898" y="1107"/>
                </a:lnTo>
                <a:lnTo>
                  <a:pt x="12898" y="1085"/>
                </a:lnTo>
                <a:lnTo>
                  <a:pt x="13011" y="1085"/>
                </a:lnTo>
                <a:lnTo>
                  <a:pt x="13011" y="1107"/>
                </a:lnTo>
                <a:moveTo>
                  <a:pt x="12831" y="1107"/>
                </a:moveTo>
                <a:lnTo>
                  <a:pt x="12718" y="1107"/>
                </a:lnTo>
                <a:lnTo>
                  <a:pt x="12718" y="1085"/>
                </a:lnTo>
                <a:lnTo>
                  <a:pt x="12831" y="1085"/>
                </a:lnTo>
                <a:lnTo>
                  <a:pt x="12831" y="1107"/>
                </a:lnTo>
                <a:moveTo>
                  <a:pt x="12650" y="1107"/>
                </a:moveTo>
                <a:lnTo>
                  <a:pt x="12537" y="1107"/>
                </a:lnTo>
                <a:lnTo>
                  <a:pt x="12537" y="1085"/>
                </a:lnTo>
                <a:lnTo>
                  <a:pt x="12650" y="1085"/>
                </a:lnTo>
                <a:lnTo>
                  <a:pt x="12650" y="1107"/>
                </a:lnTo>
                <a:moveTo>
                  <a:pt x="12470" y="1107"/>
                </a:moveTo>
                <a:lnTo>
                  <a:pt x="12357" y="1107"/>
                </a:lnTo>
                <a:lnTo>
                  <a:pt x="12357" y="1085"/>
                </a:lnTo>
                <a:lnTo>
                  <a:pt x="12470" y="1085"/>
                </a:lnTo>
                <a:lnTo>
                  <a:pt x="12470" y="1107"/>
                </a:lnTo>
                <a:moveTo>
                  <a:pt x="12289" y="1107"/>
                </a:moveTo>
                <a:lnTo>
                  <a:pt x="12176" y="1107"/>
                </a:lnTo>
                <a:lnTo>
                  <a:pt x="12176" y="1085"/>
                </a:lnTo>
                <a:lnTo>
                  <a:pt x="12289" y="1085"/>
                </a:lnTo>
                <a:lnTo>
                  <a:pt x="12289" y="1107"/>
                </a:lnTo>
                <a:moveTo>
                  <a:pt x="12109" y="1107"/>
                </a:moveTo>
                <a:lnTo>
                  <a:pt x="11996" y="1107"/>
                </a:lnTo>
                <a:lnTo>
                  <a:pt x="11996" y="1085"/>
                </a:lnTo>
                <a:lnTo>
                  <a:pt x="12109" y="1085"/>
                </a:lnTo>
                <a:lnTo>
                  <a:pt x="12109" y="1107"/>
                </a:lnTo>
                <a:moveTo>
                  <a:pt x="11928" y="1107"/>
                </a:moveTo>
                <a:lnTo>
                  <a:pt x="11815" y="1107"/>
                </a:lnTo>
                <a:lnTo>
                  <a:pt x="11815" y="1085"/>
                </a:lnTo>
                <a:lnTo>
                  <a:pt x="11928" y="1085"/>
                </a:lnTo>
                <a:lnTo>
                  <a:pt x="11928" y="1107"/>
                </a:lnTo>
                <a:moveTo>
                  <a:pt x="11747" y="1107"/>
                </a:moveTo>
                <a:lnTo>
                  <a:pt x="11635" y="1107"/>
                </a:lnTo>
                <a:lnTo>
                  <a:pt x="11635" y="1085"/>
                </a:lnTo>
                <a:lnTo>
                  <a:pt x="11747" y="1085"/>
                </a:lnTo>
                <a:lnTo>
                  <a:pt x="11747" y="1107"/>
                </a:lnTo>
                <a:moveTo>
                  <a:pt x="11567" y="1107"/>
                </a:moveTo>
                <a:lnTo>
                  <a:pt x="11454" y="1107"/>
                </a:lnTo>
                <a:lnTo>
                  <a:pt x="11454" y="1085"/>
                </a:lnTo>
                <a:lnTo>
                  <a:pt x="11567" y="1085"/>
                </a:lnTo>
                <a:lnTo>
                  <a:pt x="11567" y="1107"/>
                </a:lnTo>
                <a:moveTo>
                  <a:pt x="11386" y="1107"/>
                </a:moveTo>
                <a:lnTo>
                  <a:pt x="11274" y="1107"/>
                </a:lnTo>
                <a:lnTo>
                  <a:pt x="11274" y="1085"/>
                </a:lnTo>
                <a:lnTo>
                  <a:pt x="11386" y="1085"/>
                </a:lnTo>
                <a:lnTo>
                  <a:pt x="11386" y="1107"/>
                </a:lnTo>
                <a:moveTo>
                  <a:pt x="11206" y="1107"/>
                </a:moveTo>
                <a:lnTo>
                  <a:pt x="11093" y="1107"/>
                </a:lnTo>
                <a:lnTo>
                  <a:pt x="11093" y="1085"/>
                </a:lnTo>
                <a:lnTo>
                  <a:pt x="11206" y="1085"/>
                </a:lnTo>
                <a:lnTo>
                  <a:pt x="11206" y="1107"/>
                </a:lnTo>
                <a:moveTo>
                  <a:pt x="11025" y="1107"/>
                </a:moveTo>
                <a:lnTo>
                  <a:pt x="10912" y="1107"/>
                </a:lnTo>
                <a:lnTo>
                  <a:pt x="10912" y="1085"/>
                </a:lnTo>
                <a:lnTo>
                  <a:pt x="11025" y="1085"/>
                </a:lnTo>
                <a:lnTo>
                  <a:pt x="11025" y="1107"/>
                </a:lnTo>
                <a:moveTo>
                  <a:pt x="10845" y="1107"/>
                </a:moveTo>
                <a:lnTo>
                  <a:pt x="10732" y="1107"/>
                </a:lnTo>
                <a:lnTo>
                  <a:pt x="10732" y="1085"/>
                </a:lnTo>
                <a:lnTo>
                  <a:pt x="10845" y="1085"/>
                </a:lnTo>
                <a:lnTo>
                  <a:pt x="10845" y="1107"/>
                </a:lnTo>
                <a:moveTo>
                  <a:pt x="10664" y="1107"/>
                </a:moveTo>
                <a:lnTo>
                  <a:pt x="10551" y="1107"/>
                </a:lnTo>
                <a:lnTo>
                  <a:pt x="10551" y="1085"/>
                </a:lnTo>
                <a:lnTo>
                  <a:pt x="10664" y="1085"/>
                </a:lnTo>
                <a:lnTo>
                  <a:pt x="10664" y="1107"/>
                </a:lnTo>
                <a:moveTo>
                  <a:pt x="10484" y="1107"/>
                </a:moveTo>
                <a:lnTo>
                  <a:pt x="10371" y="1107"/>
                </a:lnTo>
                <a:lnTo>
                  <a:pt x="10371" y="1085"/>
                </a:lnTo>
                <a:lnTo>
                  <a:pt x="10484" y="1085"/>
                </a:lnTo>
                <a:lnTo>
                  <a:pt x="10484" y="1107"/>
                </a:lnTo>
                <a:moveTo>
                  <a:pt x="10303" y="1107"/>
                </a:moveTo>
                <a:lnTo>
                  <a:pt x="10190" y="1107"/>
                </a:lnTo>
                <a:lnTo>
                  <a:pt x="10190" y="1085"/>
                </a:lnTo>
                <a:lnTo>
                  <a:pt x="10303" y="1085"/>
                </a:lnTo>
                <a:lnTo>
                  <a:pt x="10303" y="1107"/>
                </a:lnTo>
                <a:moveTo>
                  <a:pt x="10123" y="1107"/>
                </a:moveTo>
                <a:lnTo>
                  <a:pt x="10010" y="1107"/>
                </a:lnTo>
                <a:lnTo>
                  <a:pt x="10010" y="1085"/>
                </a:lnTo>
                <a:lnTo>
                  <a:pt x="10123" y="1085"/>
                </a:lnTo>
                <a:lnTo>
                  <a:pt x="10123" y="1107"/>
                </a:lnTo>
                <a:moveTo>
                  <a:pt x="9942" y="1107"/>
                </a:moveTo>
                <a:lnTo>
                  <a:pt x="9829" y="1107"/>
                </a:lnTo>
                <a:lnTo>
                  <a:pt x="9829" y="1085"/>
                </a:lnTo>
                <a:lnTo>
                  <a:pt x="9942" y="1085"/>
                </a:lnTo>
                <a:lnTo>
                  <a:pt x="9942" y="1107"/>
                </a:lnTo>
                <a:moveTo>
                  <a:pt x="9762" y="1107"/>
                </a:moveTo>
                <a:lnTo>
                  <a:pt x="9649" y="1107"/>
                </a:lnTo>
                <a:lnTo>
                  <a:pt x="9649" y="1085"/>
                </a:lnTo>
                <a:lnTo>
                  <a:pt x="9762" y="1085"/>
                </a:lnTo>
                <a:lnTo>
                  <a:pt x="9762" y="1107"/>
                </a:lnTo>
                <a:moveTo>
                  <a:pt x="9581" y="1107"/>
                </a:moveTo>
                <a:lnTo>
                  <a:pt x="9468" y="1107"/>
                </a:lnTo>
                <a:lnTo>
                  <a:pt x="9468" y="1085"/>
                </a:lnTo>
                <a:lnTo>
                  <a:pt x="9581" y="1085"/>
                </a:lnTo>
                <a:lnTo>
                  <a:pt x="9581" y="1107"/>
                </a:lnTo>
                <a:moveTo>
                  <a:pt x="9400" y="1107"/>
                </a:moveTo>
                <a:lnTo>
                  <a:pt x="9288" y="1107"/>
                </a:lnTo>
                <a:lnTo>
                  <a:pt x="9288" y="1085"/>
                </a:lnTo>
                <a:lnTo>
                  <a:pt x="9400" y="1085"/>
                </a:lnTo>
                <a:lnTo>
                  <a:pt x="9400" y="1107"/>
                </a:lnTo>
                <a:moveTo>
                  <a:pt x="9220" y="1107"/>
                </a:moveTo>
                <a:lnTo>
                  <a:pt x="9107" y="1107"/>
                </a:lnTo>
                <a:lnTo>
                  <a:pt x="9107" y="1085"/>
                </a:lnTo>
                <a:lnTo>
                  <a:pt x="9220" y="1085"/>
                </a:lnTo>
                <a:lnTo>
                  <a:pt x="9220" y="1107"/>
                </a:lnTo>
                <a:moveTo>
                  <a:pt x="9039" y="1107"/>
                </a:moveTo>
                <a:lnTo>
                  <a:pt x="8927" y="1107"/>
                </a:lnTo>
                <a:lnTo>
                  <a:pt x="8927" y="1085"/>
                </a:lnTo>
                <a:lnTo>
                  <a:pt x="9039" y="1085"/>
                </a:lnTo>
                <a:lnTo>
                  <a:pt x="9039" y="1107"/>
                </a:lnTo>
                <a:moveTo>
                  <a:pt x="8859" y="1107"/>
                </a:moveTo>
                <a:lnTo>
                  <a:pt x="8746" y="1107"/>
                </a:lnTo>
                <a:lnTo>
                  <a:pt x="8746" y="1085"/>
                </a:lnTo>
                <a:lnTo>
                  <a:pt x="8859" y="1085"/>
                </a:lnTo>
                <a:lnTo>
                  <a:pt x="8859" y="1107"/>
                </a:lnTo>
                <a:moveTo>
                  <a:pt x="8678" y="1107"/>
                </a:moveTo>
                <a:lnTo>
                  <a:pt x="8565" y="1107"/>
                </a:lnTo>
                <a:lnTo>
                  <a:pt x="8565" y="1085"/>
                </a:lnTo>
                <a:lnTo>
                  <a:pt x="8678" y="1085"/>
                </a:lnTo>
                <a:lnTo>
                  <a:pt x="8678" y="1107"/>
                </a:lnTo>
                <a:moveTo>
                  <a:pt x="8498" y="1107"/>
                </a:moveTo>
                <a:lnTo>
                  <a:pt x="8385" y="1107"/>
                </a:lnTo>
                <a:lnTo>
                  <a:pt x="8385" y="1085"/>
                </a:lnTo>
                <a:lnTo>
                  <a:pt x="8498" y="1085"/>
                </a:lnTo>
                <a:lnTo>
                  <a:pt x="8498" y="1107"/>
                </a:lnTo>
                <a:moveTo>
                  <a:pt x="8317" y="1107"/>
                </a:moveTo>
                <a:lnTo>
                  <a:pt x="8204" y="1107"/>
                </a:lnTo>
                <a:lnTo>
                  <a:pt x="8204" y="1085"/>
                </a:lnTo>
                <a:lnTo>
                  <a:pt x="8317" y="1085"/>
                </a:lnTo>
                <a:lnTo>
                  <a:pt x="8317" y="1107"/>
                </a:lnTo>
                <a:moveTo>
                  <a:pt x="8137" y="1107"/>
                </a:moveTo>
                <a:lnTo>
                  <a:pt x="8024" y="1107"/>
                </a:lnTo>
                <a:lnTo>
                  <a:pt x="8024" y="1085"/>
                </a:lnTo>
                <a:lnTo>
                  <a:pt x="8137" y="1085"/>
                </a:lnTo>
                <a:lnTo>
                  <a:pt x="8137" y="1107"/>
                </a:lnTo>
                <a:moveTo>
                  <a:pt x="7956" y="1107"/>
                </a:moveTo>
                <a:lnTo>
                  <a:pt x="7843" y="1107"/>
                </a:lnTo>
                <a:lnTo>
                  <a:pt x="7843" y="1085"/>
                </a:lnTo>
                <a:lnTo>
                  <a:pt x="7956" y="1085"/>
                </a:lnTo>
                <a:lnTo>
                  <a:pt x="7956" y="1107"/>
                </a:lnTo>
                <a:moveTo>
                  <a:pt x="7776" y="1107"/>
                </a:moveTo>
                <a:lnTo>
                  <a:pt x="7663" y="1107"/>
                </a:lnTo>
                <a:lnTo>
                  <a:pt x="7663" y="1085"/>
                </a:lnTo>
                <a:lnTo>
                  <a:pt x="7776" y="1085"/>
                </a:lnTo>
                <a:lnTo>
                  <a:pt x="7776" y="1107"/>
                </a:lnTo>
                <a:moveTo>
                  <a:pt x="7595" y="1107"/>
                </a:moveTo>
                <a:lnTo>
                  <a:pt x="7482" y="1107"/>
                </a:lnTo>
                <a:lnTo>
                  <a:pt x="7482" y="1085"/>
                </a:lnTo>
                <a:lnTo>
                  <a:pt x="7595" y="1085"/>
                </a:lnTo>
                <a:lnTo>
                  <a:pt x="7595" y="1107"/>
                </a:lnTo>
                <a:moveTo>
                  <a:pt x="7415" y="1107"/>
                </a:moveTo>
                <a:lnTo>
                  <a:pt x="7302" y="1107"/>
                </a:lnTo>
                <a:lnTo>
                  <a:pt x="7302" y="1085"/>
                </a:lnTo>
                <a:lnTo>
                  <a:pt x="7415" y="1085"/>
                </a:lnTo>
                <a:lnTo>
                  <a:pt x="7415" y="1107"/>
                </a:lnTo>
                <a:moveTo>
                  <a:pt x="7234" y="1107"/>
                </a:moveTo>
                <a:lnTo>
                  <a:pt x="7121" y="1107"/>
                </a:lnTo>
                <a:lnTo>
                  <a:pt x="7121" y="1085"/>
                </a:lnTo>
                <a:lnTo>
                  <a:pt x="7234" y="1085"/>
                </a:lnTo>
                <a:lnTo>
                  <a:pt x="7234" y="1107"/>
                </a:lnTo>
                <a:moveTo>
                  <a:pt x="7053" y="1107"/>
                </a:moveTo>
                <a:lnTo>
                  <a:pt x="6941" y="1107"/>
                </a:lnTo>
                <a:lnTo>
                  <a:pt x="6941" y="1085"/>
                </a:lnTo>
                <a:lnTo>
                  <a:pt x="7053" y="1085"/>
                </a:lnTo>
                <a:lnTo>
                  <a:pt x="7053" y="1107"/>
                </a:lnTo>
                <a:moveTo>
                  <a:pt x="6873" y="1107"/>
                </a:moveTo>
                <a:lnTo>
                  <a:pt x="6760" y="1107"/>
                </a:lnTo>
                <a:lnTo>
                  <a:pt x="6760" y="1085"/>
                </a:lnTo>
                <a:lnTo>
                  <a:pt x="6873" y="1085"/>
                </a:lnTo>
                <a:lnTo>
                  <a:pt x="6873" y="1107"/>
                </a:lnTo>
                <a:moveTo>
                  <a:pt x="6692" y="1107"/>
                </a:moveTo>
                <a:lnTo>
                  <a:pt x="6580" y="1107"/>
                </a:lnTo>
                <a:lnTo>
                  <a:pt x="6580" y="1085"/>
                </a:lnTo>
                <a:lnTo>
                  <a:pt x="6692" y="1085"/>
                </a:lnTo>
                <a:lnTo>
                  <a:pt x="6692" y="1107"/>
                </a:lnTo>
                <a:moveTo>
                  <a:pt x="6512" y="1107"/>
                </a:moveTo>
                <a:lnTo>
                  <a:pt x="6399" y="1107"/>
                </a:lnTo>
                <a:lnTo>
                  <a:pt x="6399" y="1085"/>
                </a:lnTo>
                <a:lnTo>
                  <a:pt x="6512" y="1085"/>
                </a:lnTo>
                <a:lnTo>
                  <a:pt x="6512" y="1107"/>
                </a:lnTo>
                <a:moveTo>
                  <a:pt x="6331" y="1107"/>
                </a:moveTo>
                <a:lnTo>
                  <a:pt x="6218" y="1107"/>
                </a:lnTo>
                <a:lnTo>
                  <a:pt x="6218" y="1085"/>
                </a:lnTo>
                <a:lnTo>
                  <a:pt x="6331" y="1085"/>
                </a:lnTo>
                <a:lnTo>
                  <a:pt x="6331" y="1107"/>
                </a:lnTo>
                <a:moveTo>
                  <a:pt x="6151" y="1107"/>
                </a:moveTo>
                <a:lnTo>
                  <a:pt x="6038" y="1107"/>
                </a:lnTo>
                <a:lnTo>
                  <a:pt x="6038" y="1085"/>
                </a:lnTo>
                <a:lnTo>
                  <a:pt x="6151" y="1085"/>
                </a:lnTo>
                <a:lnTo>
                  <a:pt x="6151" y="1107"/>
                </a:lnTo>
                <a:moveTo>
                  <a:pt x="5970" y="1107"/>
                </a:moveTo>
                <a:lnTo>
                  <a:pt x="5857" y="1107"/>
                </a:lnTo>
                <a:lnTo>
                  <a:pt x="5857" y="1085"/>
                </a:lnTo>
                <a:lnTo>
                  <a:pt x="5970" y="1085"/>
                </a:lnTo>
                <a:lnTo>
                  <a:pt x="5970" y="1107"/>
                </a:lnTo>
                <a:moveTo>
                  <a:pt x="5790" y="1107"/>
                </a:moveTo>
                <a:lnTo>
                  <a:pt x="5677" y="1107"/>
                </a:lnTo>
                <a:lnTo>
                  <a:pt x="5677" y="1085"/>
                </a:lnTo>
                <a:lnTo>
                  <a:pt x="5790" y="1085"/>
                </a:lnTo>
                <a:lnTo>
                  <a:pt x="5790" y="1107"/>
                </a:lnTo>
                <a:moveTo>
                  <a:pt x="5609" y="1107"/>
                </a:moveTo>
                <a:lnTo>
                  <a:pt x="5496" y="1107"/>
                </a:lnTo>
                <a:lnTo>
                  <a:pt x="5496" y="1085"/>
                </a:lnTo>
                <a:lnTo>
                  <a:pt x="5609" y="1085"/>
                </a:lnTo>
                <a:lnTo>
                  <a:pt x="5609" y="1107"/>
                </a:lnTo>
                <a:moveTo>
                  <a:pt x="5429" y="1107"/>
                </a:moveTo>
                <a:lnTo>
                  <a:pt x="5315" y="1107"/>
                </a:lnTo>
                <a:lnTo>
                  <a:pt x="5315" y="1085"/>
                </a:lnTo>
                <a:lnTo>
                  <a:pt x="5429" y="1085"/>
                </a:lnTo>
                <a:lnTo>
                  <a:pt x="5429" y="1107"/>
                </a:lnTo>
                <a:moveTo>
                  <a:pt x="5247" y="1107"/>
                </a:moveTo>
                <a:lnTo>
                  <a:pt x="5134" y="1107"/>
                </a:lnTo>
                <a:lnTo>
                  <a:pt x="5134" y="1085"/>
                </a:lnTo>
                <a:lnTo>
                  <a:pt x="5247" y="1085"/>
                </a:lnTo>
                <a:lnTo>
                  <a:pt x="5247" y="1107"/>
                </a:lnTo>
                <a:moveTo>
                  <a:pt x="5066" y="1107"/>
                </a:moveTo>
                <a:lnTo>
                  <a:pt x="4954" y="1107"/>
                </a:lnTo>
                <a:lnTo>
                  <a:pt x="4954" y="1085"/>
                </a:lnTo>
                <a:lnTo>
                  <a:pt x="5066" y="1085"/>
                </a:lnTo>
                <a:lnTo>
                  <a:pt x="5066" y="1107"/>
                </a:lnTo>
                <a:moveTo>
                  <a:pt x="4886" y="1107"/>
                </a:moveTo>
                <a:lnTo>
                  <a:pt x="4773" y="1107"/>
                </a:lnTo>
                <a:lnTo>
                  <a:pt x="4773" y="1085"/>
                </a:lnTo>
                <a:lnTo>
                  <a:pt x="4886" y="1085"/>
                </a:lnTo>
                <a:lnTo>
                  <a:pt x="4886" y="1107"/>
                </a:lnTo>
                <a:moveTo>
                  <a:pt x="4705" y="1107"/>
                </a:moveTo>
                <a:lnTo>
                  <a:pt x="4593" y="1107"/>
                </a:lnTo>
                <a:lnTo>
                  <a:pt x="4593" y="1085"/>
                </a:lnTo>
                <a:lnTo>
                  <a:pt x="4705" y="1085"/>
                </a:lnTo>
                <a:lnTo>
                  <a:pt x="4705" y="1107"/>
                </a:lnTo>
                <a:moveTo>
                  <a:pt x="4525" y="1107"/>
                </a:moveTo>
                <a:lnTo>
                  <a:pt x="4412" y="1107"/>
                </a:lnTo>
                <a:lnTo>
                  <a:pt x="4412" y="1085"/>
                </a:lnTo>
                <a:lnTo>
                  <a:pt x="4525" y="1085"/>
                </a:lnTo>
                <a:lnTo>
                  <a:pt x="4525" y="1107"/>
                </a:lnTo>
                <a:moveTo>
                  <a:pt x="4344" y="1107"/>
                </a:moveTo>
                <a:lnTo>
                  <a:pt x="4231" y="1107"/>
                </a:lnTo>
                <a:lnTo>
                  <a:pt x="4231" y="1085"/>
                </a:lnTo>
                <a:lnTo>
                  <a:pt x="4344" y="1085"/>
                </a:lnTo>
                <a:lnTo>
                  <a:pt x="4344" y="1107"/>
                </a:lnTo>
                <a:moveTo>
                  <a:pt x="4164" y="1107"/>
                </a:moveTo>
                <a:lnTo>
                  <a:pt x="4051" y="1107"/>
                </a:lnTo>
                <a:lnTo>
                  <a:pt x="4051" y="1085"/>
                </a:lnTo>
                <a:lnTo>
                  <a:pt x="4164" y="1085"/>
                </a:lnTo>
                <a:lnTo>
                  <a:pt x="4164" y="1107"/>
                </a:lnTo>
                <a:moveTo>
                  <a:pt x="3983" y="1107"/>
                </a:moveTo>
                <a:lnTo>
                  <a:pt x="3870" y="1107"/>
                </a:lnTo>
                <a:lnTo>
                  <a:pt x="3870" y="1085"/>
                </a:lnTo>
                <a:lnTo>
                  <a:pt x="3983" y="1085"/>
                </a:lnTo>
                <a:lnTo>
                  <a:pt x="3983" y="1107"/>
                </a:lnTo>
                <a:moveTo>
                  <a:pt x="3803" y="1107"/>
                </a:moveTo>
                <a:lnTo>
                  <a:pt x="3690" y="1107"/>
                </a:lnTo>
                <a:lnTo>
                  <a:pt x="3690" y="1085"/>
                </a:lnTo>
                <a:lnTo>
                  <a:pt x="3803" y="1085"/>
                </a:lnTo>
                <a:lnTo>
                  <a:pt x="3803" y="1107"/>
                </a:lnTo>
                <a:moveTo>
                  <a:pt x="3622" y="1107"/>
                </a:moveTo>
                <a:lnTo>
                  <a:pt x="3509" y="1107"/>
                </a:lnTo>
                <a:lnTo>
                  <a:pt x="3509" y="1085"/>
                </a:lnTo>
                <a:lnTo>
                  <a:pt x="3622" y="1085"/>
                </a:lnTo>
                <a:lnTo>
                  <a:pt x="3622" y="1107"/>
                </a:lnTo>
                <a:moveTo>
                  <a:pt x="3442" y="1107"/>
                </a:moveTo>
                <a:lnTo>
                  <a:pt x="3329" y="1107"/>
                </a:lnTo>
                <a:lnTo>
                  <a:pt x="3329" y="1085"/>
                </a:lnTo>
                <a:lnTo>
                  <a:pt x="3442" y="1085"/>
                </a:lnTo>
                <a:lnTo>
                  <a:pt x="3442" y="1107"/>
                </a:lnTo>
                <a:moveTo>
                  <a:pt x="3261" y="1107"/>
                </a:moveTo>
                <a:lnTo>
                  <a:pt x="3148" y="1107"/>
                </a:lnTo>
                <a:lnTo>
                  <a:pt x="3148" y="1085"/>
                </a:lnTo>
                <a:lnTo>
                  <a:pt x="3261" y="1085"/>
                </a:lnTo>
                <a:lnTo>
                  <a:pt x="3261" y="1107"/>
                </a:lnTo>
                <a:moveTo>
                  <a:pt x="3081" y="1107"/>
                </a:moveTo>
                <a:lnTo>
                  <a:pt x="2968" y="1107"/>
                </a:lnTo>
                <a:lnTo>
                  <a:pt x="2968" y="1085"/>
                </a:lnTo>
                <a:lnTo>
                  <a:pt x="3081" y="1085"/>
                </a:lnTo>
                <a:lnTo>
                  <a:pt x="3081" y="1107"/>
                </a:lnTo>
                <a:moveTo>
                  <a:pt x="2900" y="1107"/>
                </a:moveTo>
                <a:lnTo>
                  <a:pt x="2787" y="1107"/>
                </a:lnTo>
                <a:lnTo>
                  <a:pt x="2787" y="1085"/>
                </a:lnTo>
                <a:lnTo>
                  <a:pt x="2900" y="1085"/>
                </a:lnTo>
                <a:lnTo>
                  <a:pt x="2900" y="1107"/>
                </a:lnTo>
                <a:moveTo>
                  <a:pt x="2719" y="1107"/>
                </a:moveTo>
                <a:lnTo>
                  <a:pt x="2607" y="1107"/>
                </a:lnTo>
                <a:lnTo>
                  <a:pt x="2607" y="1085"/>
                </a:lnTo>
                <a:lnTo>
                  <a:pt x="2719" y="1085"/>
                </a:lnTo>
                <a:lnTo>
                  <a:pt x="2719" y="1107"/>
                </a:lnTo>
                <a:moveTo>
                  <a:pt x="2539" y="1107"/>
                </a:moveTo>
                <a:lnTo>
                  <a:pt x="2426" y="1107"/>
                </a:lnTo>
                <a:lnTo>
                  <a:pt x="2426" y="1085"/>
                </a:lnTo>
                <a:lnTo>
                  <a:pt x="2539" y="1085"/>
                </a:lnTo>
                <a:lnTo>
                  <a:pt x="2539" y="1107"/>
                </a:lnTo>
                <a:moveTo>
                  <a:pt x="2358" y="1107"/>
                </a:moveTo>
                <a:lnTo>
                  <a:pt x="2246" y="1107"/>
                </a:lnTo>
                <a:lnTo>
                  <a:pt x="2246" y="1085"/>
                </a:lnTo>
                <a:lnTo>
                  <a:pt x="2358" y="1085"/>
                </a:lnTo>
                <a:lnTo>
                  <a:pt x="2358" y="1107"/>
                </a:lnTo>
                <a:moveTo>
                  <a:pt x="2178" y="1107"/>
                </a:moveTo>
                <a:lnTo>
                  <a:pt x="2065" y="1107"/>
                </a:lnTo>
                <a:lnTo>
                  <a:pt x="2065" y="1085"/>
                </a:lnTo>
                <a:lnTo>
                  <a:pt x="2178" y="1085"/>
                </a:lnTo>
                <a:lnTo>
                  <a:pt x="2178" y="1107"/>
                </a:lnTo>
                <a:moveTo>
                  <a:pt x="1997" y="1107"/>
                </a:moveTo>
                <a:lnTo>
                  <a:pt x="1884" y="1107"/>
                </a:lnTo>
                <a:lnTo>
                  <a:pt x="1884" y="1085"/>
                </a:lnTo>
                <a:lnTo>
                  <a:pt x="1997" y="1085"/>
                </a:lnTo>
                <a:lnTo>
                  <a:pt x="1997" y="1107"/>
                </a:lnTo>
                <a:moveTo>
                  <a:pt x="1817" y="1107"/>
                </a:moveTo>
                <a:lnTo>
                  <a:pt x="1704" y="1107"/>
                </a:lnTo>
                <a:lnTo>
                  <a:pt x="1704" y="1085"/>
                </a:lnTo>
                <a:lnTo>
                  <a:pt x="1817" y="1085"/>
                </a:lnTo>
                <a:lnTo>
                  <a:pt x="1817" y="1107"/>
                </a:lnTo>
                <a:moveTo>
                  <a:pt x="1636" y="1107"/>
                </a:moveTo>
                <a:lnTo>
                  <a:pt x="1523" y="1107"/>
                </a:lnTo>
                <a:lnTo>
                  <a:pt x="1523" y="1085"/>
                </a:lnTo>
                <a:lnTo>
                  <a:pt x="1636" y="1085"/>
                </a:lnTo>
                <a:lnTo>
                  <a:pt x="1636" y="1107"/>
                </a:lnTo>
                <a:moveTo>
                  <a:pt x="1456" y="1107"/>
                </a:moveTo>
                <a:lnTo>
                  <a:pt x="1343" y="1107"/>
                </a:lnTo>
                <a:lnTo>
                  <a:pt x="1343" y="1085"/>
                </a:lnTo>
                <a:lnTo>
                  <a:pt x="1456" y="1085"/>
                </a:lnTo>
                <a:lnTo>
                  <a:pt x="1456" y="1107"/>
                </a:lnTo>
                <a:moveTo>
                  <a:pt x="1275" y="1107"/>
                </a:moveTo>
                <a:lnTo>
                  <a:pt x="1162" y="1107"/>
                </a:lnTo>
                <a:lnTo>
                  <a:pt x="1162" y="1085"/>
                </a:lnTo>
                <a:lnTo>
                  <a:pt x="1275" y="1085"/>
                </a:lnTo>
                <a:lnTo>
                  <a:pt x="1275" y="1107"/>
                </a:lnTo>
                <a:moveTo>
                  <a:pt x="1095" y="1107"/>
                </a:moveTo>
                <a:lnTo>
                  <a:pt x="982" y="1107"/>
                </a:lnTo>
                <a:lnTo>
                  <a:pt x="982" y="1085"/>
                </a:lnTo>
                <a:lnTo>
                  <a:pt x="1095" y="1085"/>
                </a:lnTo>
                <a:lnTo>
                  <a:pt x="1095" y="1107"/>
                </a:lnTo>
                <a:moveTo>
                  <a:pt x="914" y="1107"/>
                </a:moveTo>
                <a:lnTo>
                  <a:pt x="801" y="1107"/>
                </a:lnTo>
                <a:lnTo>
                  <a:pt x="801" y="1085"/>
                </a:lnTo>
                <a:lnTo>
                  <a:pt x="914" y="1085"/>
                </a:lnTo>
                <a:lnTo>
                  <a:pt x="914" y="1107"/>
                </a:lnTo>
                <a:moveTo>
                  <a:pt x="734" y="1107"/>
                </a:moveTo>
                <a:lnTo>
                  <a:pt x="621" y="1107"/>
                </a:lnTo>
                <a:lnTo>
                  <a:pt x="621" y="1085"/>
                </a:lnTo>
                <a:lnTo>
                  <a:pt x="734" y="1085"/>
                </a:lnTo>
                <a:lnTo>
                  <a:pt x="734" y="1107"/>
                </a:lnTo>
                <a:moveTo>
                  <a:pt x="553" y="1107"/>
                </a:moveTo>
                <a:lnTo>
                  <a:pt x="440" y="1107"/>
                </a:lnTo>
                <a:lnTo>
                  <a:pt x="440" y="1085"/>
                </a:lnTo>
                <a:lnTo>
                  <a:pt x="553" y="1085"/>
                </a:lnTo>
                <a:lnTo>
                  <a:pt x="553" y="1107"/>
                </a:lnTo>
                <a:moveTo>
                  <a:pt x="372" y="1107"/>
                </a:moveTo>
                <a:lnTo>
                  <a:pt x="260" y="1107"/>
                </a:lnTo>
                <a:lnTo>
                  <a:pt x="260" y="1085"/>
                </a:lnTo>
                <a:lnTo>
                  <a:pt x="372" y="1085"/>
                </a:lnTo>
                <a:lnTo>
                  <a:pt x="372" y="1107"/>
                </a:lnTo>
                <a:moveTo>
                  <a:pt x="192" y="1107"/>
                </a:moveTo>
                <a:lnTo>
                  <a:pt x="79" y="1107"/>
                </a:lnTo>
                <a:lnTo>
                  <a:pt x="79" y="1085"/>
                </a:lnTo>
                <a:lnTo>
                  <a:pt x="192" y="1085"/>
                </a:lnTo>
                <a:lnTo>
                  <a:pt x="192" y="1107"/>
                </a:lnTo>
                <a:moveTo>
                  <a:pt x="0" y="1096"/>
                </a:moveTo>
                <a:lnTo>
                  <a:pt x="0" y="983"/>
                </a:lnTo>
                <a:lnTo>
                  <a:pt x="23" y="983"/>
                </a:lnTo>
                <a:lnTo>
                  <a:pt x="23" y="1096"/>
                </a:lnTo>
                <a:lnTo>
                  <a:pt x="0" y="1096"/>
                </a:lnTo>
                <a:moveTo>
                  <a:pt x="0" y="914"/>
                </a:moveTo>
                <a:lnTo>
                  <a:pt x="0" y="802"/>
                </a:lnTo>
                <a:lnTo>
                  <a:pt x="23" y="802"/>
                </a:lnTo>
                <a:lnTo>
                  <a:pt x="23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3" y="621"/>
                </a:lnTo>
                <a:lnTo>
                  <a:pt x="23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3" y="440"/>
                </a:lnTo>
                <a:lnTo>
                  <a:pt x="23" y="553"/>
                </a:lnTo>
                <a:lnTo>
                  <a:pt x="0" y="553"/>
                </a:lnTo>
                <a:moveTo>
                  <a:pt x="0" y="373"/>
                </a:moveTo>
                <a:lnTo>
                  <a:pt x="0" y="260"/>
                </a:lnTo>
                <a:lnTo>
                  <a:pt x="23" y="260"/>
                </a:lnTo>
                <a:lnTo>
                  <a:pt x="23" y="373"/>
                </a:lnTo>
                <a:lnTo>
                  <a:pt x="0" y="373"/>
                </a:lnTo>
                <a:moveTo>
                  <a:pt x="0" y="192"/>
                </a:moveTo>
                <a:lnTo>
                  <a:pt x="0" y="79"/>
                </a:lnTo>
                <a:lnTo>
                  <a:pt x="23" y="79"/>
                </a:lnTo>
                <a:lnTo>
                  <a:pt x="23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82280" y="27118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6182280" y="27403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0180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901800" y="2702880"/>
            <a:ext cx="90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820080" y="3264480"/>
            <a:ext cx="7304400" cy="666720"/>
          </a:xfrm>
          <a:custGeom>
            <a:avLst/>
            <a:gdLst/>
            <a:ahLst/>
            <a:rect l="0" t="0" r="r" b="b"/>
            <a:pathLst>
              <a:path w="20290" h="1852">
                <a:moveTo>
                  <a:pt x="0" y="0"/>
                </a:moveTo>
                <a:lnTo>
                  <a:pt x="20290" y="0"/>
                </a:lnTo>
                <a:lnTo>
                  <a:pt x="20290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816120" y="3260520"/>
            <a:ext cx="7312320" cy="674640"/>
          </a:xfrm>
          <a:custGeom>
            <a:avLst/>
            <a:gdLst/>
            <a:ahLst/>
            <a:rect l="0" t="0" r="r" b="b"/>
            <a:pathLst>
              <a:path w="20312" h="1874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2"/>
                </a:lnTo>
                <a:lnTo>
                  <a:pt x="3442" y="22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2"/>
                </a:lnTo>
                <a:lnTo>
                  <a:pt x="3622" y="22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2"/>
                </a:lnTo>
                <a:lnTo>
                  <a:pt x="3803" y="22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2"/>
                </a:lnTo>
                <a:lnTo>
                  <a:pt x="3983" y="22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2"/>
                </a:lnTo>
                <a:lnTo>
                  <a:pt x="4164" y="22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2"/>
                </a:lnTo>
                <a:lnTo>
                  <a:pt x="4344" y="22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2"/>
                </a:lnTo>
                <a:lnTo>
                  <a:pt x="4525" y="22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2"/>
                </a:lnTo>
                <a:lnTo>
                  <a:pt x="4705" y="22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2"/>
                </a:lnTo>
                <a:lnTo>
                  <a:pt x="4886" y="22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2"/>
                </a:lnTo>
                <a:lnTo>
                  <a:pt x="5066" y="22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2"/>
                </a:lnTo>
                <a:lnTo>
                  <a:pt x="5247" y="22"/>
                </a:lnTo>
                <a:lnTo>
                  <a:pt x="5247" y="0"/>
                </a:lnTo>
                <a:moveTo>
                  <a:pt x="5428" y="0"/>
                </a:moveTo>
                <a:lnTo>
                  <a:pt x="5540" y="0"/>
                </a:lnTo>
                <a:lnTo>
                  <a:pt x="5540" y="22"/>
                </a:lnTo>
                <a:lnTo>
                  <a:pt x="5428" y="22"/>
                </a:lnTo>
                <a:lnTo>
                  <a:pt x="5428" y="0"/>
                </a:lnTo>
                <a:moveTo>
                  <a:pt x="5608" y="0"/>
                </a:moveTo>
                <a:lnTo>
                  <a:pt x="5721" y="0"/>
                </a:lnTo>
                <a:lnTo>
                  <a:pt x="5721" y="22"/>
                </a:lnTo>
                <a:lnTo>
                  <a:pt x="5608" y="22"/>
                </a:lnTo>
                <a:lnTo>
                  <a:pt x="5608" y="0"/>
                </a:lnTo>
                <a:moveTo>
                  <a:pt x="5789" y="0"/>
                </a:moveTo>
                <a:lnTo>
                  <a:pt x="5901" y="0"/>
                </a:lnTo>
                <a:lnTo>
                  <a:pt x="5901" y="22"/>
                </a:lnTo>
                <a:lnTo>
                  <a:pt x="5789" y="22"/>
                </a:lnTo>
                <a:lnTo>
                  <a:pt x="5789" y="0"/>
                </a:lnTo>
                <a:moveTo>
                  <a:pt x="5969" y="0"/>
                </a:moveTo>
                <a:lnTo>
                  <a:pt x="6082" y="0"/>
                </a:lnTo>
                <a:lnTo>
                  <a:pt x="6082" y="22"/>
                </a:lnTo>
                <a:lnTo>
                  <a:pt x="5969" y="22"/>
                </a:lnTo>
                <a:lnTo>
                  <a:pt x="5969" y="0"/>
                </a:lnTo>
                <a:moveTo>
                  <a:pt x="6150" y="0"/>
                </a:moveTo>
                <a:lnTo>
                  <a:pt x="6263" y="0"/>
                </a:lnTo>
                <a:lnTo>
                  <a:pt x="6263" y="22"/>
                </a:lnTo>
                <a:lnTo>
                  <a:pt x="6150" y="22"/>
                </a:lnTo>
                <a:lnTo>
                  <a:pt x="6150" y="0"/>
                </a:lnTo>
                <a:moveTo>
                  <a:pt x="6330" y="0"/>
                </a:moveTo>
                <a:lnTo>
                  <a:pt x="6443" y="0"/>
                </a:lnTo>
                <a:lnTo>
                  <a:pt x="6443" y="22"/>
                </a:lnTo>
                <a:lnTo>
                  <a:pt x="6330" y="22"/>
                </a:lnTo>
                <a:lnTo>
                  <a:pt x="6330" y="0"/>
                </a:lnTo>
                <a:moveTo>
                  <a:pt x="6511" y="0"/>
                </a:moveTo>
                <a:lnTo>
                  <a:pt x="6624" y="0"/>
                </a:lnTo>
                <a:lnTo>
                  <a:pt x="6624" y="22"/>
                </a:lnTo>
                <a:lnTo>
                  <a:pt x="6511" y="22"/>
                </a:lnTo>
                <a:lnTo>
                  <a:pt x="6511" y="0"/>
                </a:lnTo>
                <a:moveTo>
                  <a:pt x="6691" y="0"/>
                </a:moveTo>
                <a:lnTo>
                  <a:pt x="6804" y="0"/>
                </a:lnTo>
                <a:lnTo>
                  <a:pt x="6804" y="22"/>
                </a:lnTo>
                <a:lnTo>
                  <a:pt x="6691" y="22"/>
                </a:lnTo>
                <a:lnTo>
                  <a:pt x="6691" y="0"/>
                </a:lnTo>
                <a:moveTo>
                  <a:pt x="6872" y="0"/>
                </a:moveTo>
                <a:lnTo>
                  <a:pt x="6985" y="0"/>
                </a:lnTo>
                <a:lnTo>
                  <a:pt x="6985" y="22"/>
                </a:lnTo>
                <a:lnTo>
                  <a:pt x="6872" y="22"/>
                </a:lnTo>
                <a:lnTo>
                  <a:pt x="6872" y="0"/>
                </a:lnTo>
                <a:moveTo>
                  <a:pt x="7052" y="0"/>
                </a:moveTo>
                <a:lnTo>
                  <a:pt x="7165" y="0"/>
                </a:lnTo>
                <a:lnTo>
                  <a:pt x="7165" y="22"/>
                </a:lnTo>
                <a:lnTo>
                  <a:pt x="7052" y="22"/>
                </a:lnTo>
                <a:lnTo>
                  <a:pt x="7052" y="0"/>
                </a:lnTo>
                <a:moveTo>
                  <a:pt x="7233" y="0"/>
                </a:moveTo>
                <a:lnTo>
                  <a:pt x="7346" y="0"/>
                </a:lnTo>
                <a:lnTo>
                  <a:pt x="7346" y="22"/>
                </a:lnTo>
                <a:lnTo>
                  <a:pt x="7233" y="22"/>
                </a:lnTo>
                <a:lnTo>
                  <a:pt x="7233" y="0"/>
                </a:lnTo>
                <a:moveTo>
                  <a:pt x="7414" y="0"/>
                </a:moveTo>
                <a:lnTo>
                  <a:pt x="7526" y="0"/>
                </a:lnTo>
                <a:lnTo>
                  <a:pt x="7526" y="22"/>
                </a:lnTo>
                <a:lnTo>
                  <a:pt x="7414" y="22"/>
                </a:lnTo>
                <a:lnTo>
                  <a:pt x="7414" y="0"/>
                </a:lnTo>
                <a:moveTo>
                  <a:pt x="7594" y="0"/>
                </a:moveTo>
                <a:lnTo>
                  <a:pt x="7707" y="0"/>
                </a:lnTo>
                <a:lnTo>
                  <a:pt x="7707" y="22"/>
                </a:lnTo>
                <a:lnTo>
                  <a:pt x="7594" y="22"/>
                </a:lnTo>
                <a:lnTo>
                  <a:pt x="7594" y="0"/>
                </a:lnTo>
                <a:moveTo>
                  <a:pt x="7775" y="0"/>
                </a:moveTo>
                <a:lnTo>
                  <a:pt x="7887" y="0"/>
                </a:lnTo>
                <a:lnTo>
                  <a:pt x="7887" y="22"/>
                </a:lnTo>
                <a:lnTo>
                  <a:pt x="7775" y="22"/>
                </a:lnTo>
                <a:lnTo>
                  <a:pt x="7775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2"/>
                </a:lnTo>
                <a:lnTo>
                  <a:pt x="11747" y="22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2"/>
                </a:lnTo>
                <a:lnTo>
                  <a:pt x="11928" y="22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2"/>
                </a:lnTo>
                <a:lnTo>
                  <a:pt x="12109" y="22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2"/>
                </a:lnTo>
                <a:lnTo>
                  <a:pt x="12289" y="22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2"/>
                </a:lnTo>
                <a:lnTo>
                  <a:pt x="12470" y="22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2"/>
                </a:lnTo>
                <a:lnTo>
                  <a:pt x="12650" y="22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2"/>
                </a:lnTo>
                <a:lnTo>
                  <a:pt x="12831" y="22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2"/>
                </a:lnTo>
                <a:lnTo>
                  <a:pt x="13011" y="22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2"/>
                </a:lnTo>
                <a:lnTo>
                  <a:pt x="13192" y="22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2"/>
                </a:lnTo>
                <a:lnTo>
                  <a:pt x="13372" y="22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2"/>
                </a:lnTo>
                <a:lnTo>
                  <a:pt x="13553" y="22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2"/>
                </a:lnTo>
                <a:lnTo>
                  <a:pt x="13733" y="22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2"/>
                </a:lnTo>
                <a:lnTo>
                  <a:pt x="13914" y="22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2"/>
                </a:lnTo>
                <a:lnTo>
                  <a:pt x="14094" y="22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2"/>
                </a:lnTo>
                <a:lnTo>
                  <a:pt x="14275" y="22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2"/>
                </a:lnTo>
                <a:lnTo>
                  <a:pt x="14456" y="22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2"/>
                </a:lnTo>
                <a:lnTo>
                  <a:pt x="14636" y="22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2"/>
                </a:lnTo>
                <a:lnTo>
                  <a:pt x="14817" y="22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2"/>
                </a:lnTo>
                <a:lnTo>
                  <a:pt x="14997" y="22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2"/>
                </a:lnTo>
                <a:lnTo>
                  <a:pt x="15178" y="22"/>
                </a:lnTo>
                <a:lnTo>
                  <a:pt x="15178" y="0"/>
                </a:lnTo>
                <a:moveTo>
                  <a:pt x="15358" y="0"/>
                </a:moveTo>
                <a:lnTo>
                  <a:pt x="15471" y="0"/>
                </a:lnTo>
                <a:lnTo>
                  <a:pt x="15471" y="22"/>
                </a:lnTo>
                <a:lnTo>
                  <a:pt x="15358" y="22"/>
                </a:lnTo>
                <a:lnTo>
                  <a:pt x="15358" y="0"/>
                </a:lnTo>
                <a:moveTo>
                  <a:pt x="15539" y="0"/>
                </a:moveTo>
                <a:lnTo>
                  <a:pt x="15652" y="0"/>
                </a:lnTo>
                <a:lnTo>
                  <a:pt x="15652" y="22"/>
                </a:lnTo>
                <a:lnTo>
                  <a:pt x="15539" y="22"/>
                </a:lnTo>
                <a:lnTo>
                  <a:pt x="15539" y="0"/>
                </a:lnTo>
                <a:moveTo>
                  <a:pt x="15719" y="0"/>
                </a:moveTo>
                <a:lnTo>
                  <a:pt x="15832" y="0"/>
                </a:lnTo>
                <a:lnTo>
                  <a:pt x="15832" y="22"/>
                </a:lnTo>
                <a:lnTo>
                  <a:pt x="15719" y="22"/>
                </a:lnTo>
                <a:lnTo>
                  <a:pt x="15719" y="0"/>
                </a:lnTo>
                <a:moveTo>
                  <a:pt x="15900" y="0"/>
                </a:moveTo>
                <a:lnTo>
                  <a:pt x="16013" y="0"/>
                </a:lnTo>
                <a:lnTo>
                  <a:pt x="16013" y="22"/>
                </a:lnTo>
                <a:lnTo>
                  <a:pt x="15900" y="22"/>
                </a:lnTo>
                <a:lnTo>
                  <a:pt x="15900" y="0"/>
                </a:lnTo>
                <a:moveTo>
                  <a:pt x="16080" y="0"/>
                </a:moveTo>
                <a:lnTo>
                  <a:pt x="16193" y="0"/>
                </a:lnTo>
                <a:lnTo>
                  <a:pt x="16193" y="22"/>
                </a:lnTo>
                <a:lnTo>
                  <a:pt x="16080" y="22"/>
                </a:lnTo>
                <a:lnTo>
                  <a:pt x="16080" y="0"/>
                </a:lnTo>
                <a:moveTo>
                  <a:pt x="16261" y="0"/>
                </a:moveTo>
                <a:lnTo>
                  <a:pt x="16374" y="0"/>
                </a:lnTo>
                <a:lnTo>
                  <a:pt x="16374" y="22"/>
                </a:lnTo>
                <a:lnTo>
                  <a:pt x="16261" y="22"/>
                </a:lnTo>
                <a:lnTo>
                  <a:pt x="16261" y="0"/>
                </a:lnTo>
                <a:moveTo>
                  <a:pt x="16442" y="0"/>
                </a:moveTo>
                <a:lnTo>
                  <a:pt x="16554" y="0"/>
                </a:lnTo>
                <a:lnTo>
                  <a:pt x="16554" y="22"/>
                </a:lnTo>
                <a:lnTo>
                  <a:pt x="16442" y="22"/>
                </a:lnTo>
                <a:lnTo>
                  <a:pt x="16442" y="0"/>
                </a:lnTo>
                <a:moveTo>
                  <a:pt x="16622" y="0"/>
                </a:moveTo>
                <a:lnTo>
                  <a:pt x="16735" y="0"/>
                </a:lnTo>
                <a:lnTo>
                  <a:pt x="16735" y="22"/>
                </a:lnTo>
                <a:lnTo>
                  <a:pt x="16622" y="22"/>
                </a:lnTo>
                <a:lnTo>
                  <a:pt x="16622" y="0"/>
                </a:lnTo>
                <a:moveTo>
                  <a:pt x="16803" y="0"/>
                </a:moveTo>
                <a:lnTo>
                  <a:pt x="16915" y="0"/>
                </a:lnTo>
                <a:lnTo>
                  <a:pt x="16915" y="22"/>
                </a:lnTo>
                <a:lnTo>
                  <a:pt x="16803" y="22"/>
                </a:lnTo>
                <a:lnTo>
                  <a:pt x="16803" y="0"/>
                </a:lnTo>
                <a:moveTo>
                  <a:pt x="16983" y="0"/>
                </a:moveTo>
                <a:lnTo>
                  <a:pt x="17096" y="0"/>
                </a:lnTo>
                <a:lnTo>
                  <a:pt x="17096" y="22"/>
                </a:lnTo>
                <a:lnTo>
                  <a:pt x="16983" y="22"/>
                </a:lnTo>
                <a:lnTo>
                  <a:pt x="16983" y="0"/>
                </a:lnTo>
                <a:moveTo>
                  <a:pt x="17164" y="0"/>
                </a:moveTo>
                <a:lnTo>
                  <a:pt x="17277" y="0"/>
                </a:lnTo>
                <a:lnTo>
                  <a:pt x="17277" y="22"/>
                </a:lnTo>
                <a:lnTo>
                  <a:pt x="17164" y="22"/>
                </a:lnTo>
                <a:lnTo>
                  <a:pt x="17164" y="0"/>
                </a:lnTo>
                <a:moveTo>
                  <a:pt x="17344" y="0"/>
                </a:moveTo>
                <a:lnTo>
                  <a:pt x="17457" y="0"/>
                </a:lnTo>
                <a:lnTo>
                  <a:pt x="17457" y="22"/>
                </a:lnTo>
                <a:lnTo>
                  <a:pt x="17344" y="22"/>
                </a:lnTo>
                <a:lnTo>
                  <a:pt x="17344" y="0"/>
                </a:lnTo>
                <a:moveTo>
                  <a:pt x="17525" y="0"/>
                </a:moveTo>
                <a:lnTo>
                  <a:pt x="17638" y="0"/>
                </a:lnTo>
                <a:lnTo>
                  <a:pt x="17638" y="22"/>
                </a:lnTo>
                <a:lnTo>
                  <a:pt x="17525" y="22"/>
                </a:lnTo>
                <a:lnTo>
                  <a:pt x="17525" y="0"/>
                </a:lnTo>
                <a:moveTo>
                  <a:pt x="17705" y="0"/>
                </a:moveTo>
                <a:lnTo>
                  <a:pt x="17818" y="0"/>
                </a:lnTo>
                <a:lnTo>
                  <a:pt x="17818" y="22"/>
                </a:lnTo>
                <a:lnTo>
                  <a:pt x="17705" y="22"/>
                </a:lnTo>
                <a:lnTo>
                  <a:pt x="17705" y="0"/>
                </a:lnTo>
                <a:moveTo>
                  <a:pt x="17886" y="0"/>
                </a:moveTo>
                <a:lnTo>
                  <a:pt x="17999" y="0"/>
                </a:lnTo>
                <a:lnTo>
                  <a:pt x="17999" y="22"/>
                </a:lnTo>
                <a:lnTo>
                  <a:pt x="17886" y="22"/>
                </a:lnTo>
                <a:lnTo>
                  <a:pt x="17886" y="0"/>
                </a:lnTo>
                <a:moveTo>
                  <a:pt x="18066" y="0"/>
                </a:moveTo>
                <a:lnTo>
                  <a:pt x="18179" y="0"/>
                </a:lnTo>
                <a:lnTo>
                  <a:pt x="18179" y="22"/>
                </a:lnTo>
                <a:lnTo>
                  <a:pt x="18066" y="22"/>
                </a:lnTo>
                <a:lnTo>
                  <a:pt x="18066" y="0"/>
                </a:lnTo>
                <a:moveTo>
                  <a:pt x="18247" y="0"/>
                </a:moveTo>
                <a:lnTo>
                  <a:pt x="18360" y="0"/>
                </a:lnTo>
                <a:lnTo>
                  <a:pt x="18360" y="22"/>
                </a:lnTo>
                <a:lnTo>
                  <a:pt x="18247" y="22"/>
                </a:lnTo>
                <a:lnTo>
                  <a:pt x="18247" y="0"/>
                </a:lnTo>
                <a:moveTo>
                  <a:pt x="18427" y="0"/>
                </a:moveTo>
                <a:lnTo>
                  <a:pt x="18540" y="0"/>
                </a:lnTo>
                <a:lnTo>
                  <a:pt x="18540" y="22"/>
                </a:lnTo>
                <a:lnTo>
                  <a:pt x="18427" y="22"/>
                </a:lnTo>
                <a:lnTo>
                  <a:pt x="18427" y="0"/>
                </a:lnTo>
                <a:moveTo>
                  <a:pt x="18608" y="0"/>
                </a:moveTo>
                <a:lnTo>
                  <a:pt x="18721" y="0"/>
                </a:lnTo>
                <a:lnTo>
                  <a:pt x="18721" y="22"/>
                </a:lnTo>
                <a:lnTo>
                  <a:pt x="18608" y="22"/>
                </a:lnTo>
                <a:lnTo>
                  <a:pt x="18608" y="0"/>
                </a:lnTo>
                <a:moveTo>
                  <a:pt x="18789" y="0"/>
                </a:moveTo>
                <a:lnTo>
                  <a:pt x="18901" y="0"/>
                </a:lnTo>
                <a:lnTo>
                  <a:pt x="18901" y="22"/>
                </a:lnTo>
                <a:lnTo>
                  <a:pt x="18789" y="22"/>
                </a:lnTo>
                <a:lnTo>
                  <a:pt x="18789" y="0"/>
                </a:lnTo>
                <a:moveTo>
                  <a:pt x="18969" y="0"/>
                </a:moveTo>
                <a:lnTo>
                  <a:pt x="19082" y="0"/>
                </a:lnTo>
                <a:lnTo>
                  <a:pt x="19082" y="22"/>
                </a:lnTo>
                <a:lnTo>
                  <a:pt x="18969" y="22"/>
                </a:lnTo>
                <a:lnTo>
                  <a:pt x="18969" y="0"/>
                </a:lnTo>
                <a:moveTo>
                  <a:pt x="19150" y="0"/>
                </a:moveTo>
                <a:lnTo>
                  <a:pt x="19262" y="0"/>
                </a:lnTo>
                <a:lnTo>
                  <a:pt x="19262" y="22"/>
                </a:lnTo>
                <a:lnTo>
                  <a:pt x="19150" y="22"/>
                </a:lnTo>
                <a:lnTo>
                  <a:pt x="19150" y="0"/>
                </a:lnTo>
                <a:moveTo>
                  <a:pt x="19330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0" y="22"/>
                </a:lnTo>
                <a:lnTo>
                  <a:pt x="19330" y="0"/>
                </a:lnTo>
                <a:moveTo>
                  <a:pt x="19511" y="0"/>
                </a:moveTo>
                <a:lnTo>
                  <a:pt x="19624" y="0"/>
                </a:lnTo>
                <a:lnTo>
                  <a:pt x="19624" y="22"/>
                </a:lnTo>
                <a:lnTo>
                  <a:pt x="19511" y="22"/>
                </a:lnTo>
                <a:lnTo>
                  <a:pt x="19511" y="0"/>
                </a:lnTo>
                <a:moveTo>
                  <a:pt x="19691" y="0"/>
                </a:moveTo>
                <a:lnTo>
                  <a:pt x="19804" y="0"/>
                </a:lnTo>
                <a:lnTo>
                  <a:pt x="19804" y="22"/>
                </a:lnTo>
                <a:lnTo>
                  <a:pt x="19691" y="22"/>
                </a:lnTo>
                <a:lnTo>
                  <a:pt x="19691" y="0"/>
                </a:lnTo>
                <a:moveTo>
                  <a:pt x="19872" y="0"/>
                </a:moveTo>
                <a:lnTo>
                  <a:pt x="19985" y="0"/>
                </a:lnTo>
                <a:lnTo>
                  <a:pt x="19985" y="22"/>
                </a:lnTo>
                <a:lnTo>
                  <a:pt x="19872" y="22"/>
                </a:lnTo>
                <a:lnTo>
                  <a:pt x="19872" y="0"/>
                </a:lnTo>
                <a:moveTo>
                  <a:pt x="20052" y="0"/>
                </a:moveTo>
                <a:lnTo>
                  <a:pt x="20165" y="0"/>
                </a:lnTo>
                <a:lnTo>
                  <a:pt x="20165" y="22"/>
                </a:lnTo>
                <a:lnTo>
                  <a:pt x="20052" y="22"/>
                </a:lnTo>
                <a:lnTo>
                  <a:pt x="20052" y="0"/>
                </a:lnTo>
                <a:moveTo>
                  <a:pt x="20233" y="0"/>
                </a:moveTo>
                <a:lnTo>
                  <a:pt x="20312" y="0"/>
                </a:lnTo>
                <a:lnTo>
                  <a:pt x="20312" y="56"/>
                </a:lnTo>
                <a:lnTo>
                  <a:pt x="20289" y="56"/>
                </a:lnTo>
                <a:lnTo>
                  <a:pt x="20289" y="11"/>
                </a:lnTo>
                <a:lnTo>
                  <a:pt x="20301" y="11"/>
                </a:lnTo>
                <a:lnTo>
                  <a:pt x="20301" y="22"/>
                </a:lnTo>
                <a:lnTo>
                  <a:pt x="20233" y="22"/>
                </a:lnTo>
                <a:lnTo>
                  <a:pt x="20233" y="0"/>
                </a:lnTo>
                <a:moveTo>
                  <a:pt x="20312" y="124"/>
                </a:moveTo>
                <a:lnTo>
                  <a:pt x="20312" y="237"/>
                </a:lnTo>
                <a:lnTo>
                  <a:pt x="20289" y="237"/>
                </a:lnTo>
                <a:lnTo>
                  <a:pt x="20289" y="124"/>
                </a:lnTo>
                <a:lnTo>
                  <a:pt x="20312" y="124"/>
                </a:lnTo>
                <a:moveTo>
                  <a:pt x="20312" y="305"/>
                </a:moveTo>
                <a:lnTo>
                  <a:pt x="20312" y="417"/>
                </a:lnTo>
                <a:lnTo>
                  <a:pt x="20289" y="417"/>
                </a:lnTo>
                <a:lnTo>
                  <a:pt x="20289" y="305"/>
                </a:lnTo>
                <a:lnTo>
                  <a:pt x="20312" y="305"/>
                </a:lnTo>
                <a:moveTo>
                  <a:pt x="20312" y="485"/>
                </a:moveTo>
                <a:lnTo>
                  <a:pt x="20312" y="598"/>
                </a:lnTo>
                <a:lnTo>
                  <a:pt x="20289" y="598"/>
                </a:lnTo>
                <a:lnTo>
                  <a:pt x="20289" y="485"/>
                </a:lnTo>
                <a:lnTo>
                  <a:pt x="20312" y="485"/>
                </a:lnTo>
                <a:moveTo>
                  <a:pt x="20312" y="666"/>
                </a:moveTo>
                <a:lnTo>
                  <a:pt x="20312" y="779"/>
                </a:lnTo>
                <a:lnTo>
                  <a:pt x="20289" y="779"/>
                </a:lnTo>
                <a:lnTo>
                  <a:pt x="20289" y="666"/>
                </a:lnTo>
                <a:lnTo>
                  <a:pt x="20312" y="666"/>
                </a:lnTo>
                <a:moveTo>
                  <a:pt x="20312" y="846"/>
                </a:moveTo>
                <a:lnTo>
                  <a:pt x="20312" y="959"/>
                </a:lnTo>
                <a:lnTo>
                  <a:pt x="20289" y="959"/>
                </a:lnTo>
                <a:lnTo>
                  <a:pt x="20289" y="846"/>
                </a:lnTo>
                <a:lnTo>
                  <a:pt x="20312" y="846"/>
                </a:lnTo>
                <a:moveTo>
                  <a:pt x="20312" y="1027"/>
                </a:moveTo>
                <a:lnTo>
                  <a:pt x="20312" y="1140"/>
                </a:lnTo>
                <a:lnTo>
                  <a:pt x="20289" y="1140"/>
                </a:lnTo>
                <a:lnTo>
                  <a:pt x="20289" y="1027"/>
                </a:lnTo>
                <a:lnTo>
                  <a:pt x="20312" y="1027"/>
                </a:lnTo>
                <a:moveTo>
                  <a:pt x="20312" y="1207"/>
                </a:moveTo>
                <a:lnTo>
                  <a:pt x="20312" y="1321"/>
                </a:lnTo>
                <a:lnTo>
                  <a:pt x="20289" y="1321"/>
                </a:lnTo>
                <a:lnTo>
                  <a:pt x="20289" y="1207"/>
                </a:lnTo>
                <a:lnTo>
                  <a:pt x="20312" y="1207"/>
                </a:lnTo>
                <a:moveTo>
                  <a:pt x="20312" y="1389"/>
                </a:moveTo>
                <a:lnTo>
                  <a:pt x="20312" y="1502"/>
                </a:lnTo>
                <a:lnTo>
                  <a:pt x="20289" y="1502"/>
                </a:lnTo>
                <a:lnTo>
                  <a:pt x="20289" y="1389"/>
                </a:lnTo>
                <a:lnTo>
                  <a:pt x="20312" y="1389"/>
                </a:lnTo>
                <a:moveTo>
                  <a:pt x="20312" y="1570"/>
                </a:moveTo>
                <a:lnTo>
                  <a:pt x="20312" y="1683"/>
                </a:lnTo>
                <a:lnTo>
                  <a:pt x="20289" y="1683"/>
                </a:lnTo>
                <a:lnTo>
                  <a:pt x="20289" y="1570"/>
                </a:lnTo>
                <a:lnTo>
                  <a:pt x="20312" y="1570"/>
                </a:lnTo>
                <a:moveTo>
                  <a:pt x="20312" y="1750"/>
                </a:moveTo>
                <a:lnTo>
                  <a:pt x="20312" y="1863"/>
                </a:lnTo>
                <a:lnTo>
                  <a:pt x="20289" y="1863"/>
                </a:lnTo>
                <a:lnTo>
                  <a:pt x="20289" y="1750"/>
                </a:lnTo>
                <a:lnTo>
                  <a:pt x="20312" y="1750"/>
                </a:lnTo>
                <a:moveTo>
                  <a:pt x="20233" y="1874"/>
                </a:moveTo>
                <a:lnTo>
                  <a:pt x="20120" y="1874"/>
                </a:lnTo>
                <a:lnTo>
                  <a:pt x="20120" y="1852"/>
                </a:lnTo>
                <a:lnTo>
                  <a:pt x="20233" y="1852"/>
                </a:lnTo>
                <a:lnTo>
                  <a:pt x="20233" y="1874"/>
                </a:lnTo>
                <a:moveTo>
                  <a:pt x="20052" y="1874"/>
                </a:moveTo>
                <a:lnTo>
                  <a:pt x="19939" y="1874"/>
                </a:lnTo>
                <a:lnTo>
                  <a:pt x="19939" y="1852"/>
                </a:lnTo>
                <a:lnTo>
                  <a:pt x="20052" y="1852"/>
                </a:lnTo>
                <a:lnTo>
                  <a:pt x="20052" y="1874"/>
                </a:lnTo>
                <a:moveTo>
                  <a:pt x="19872" y="1874"/>
                </a:moveTo>
                <a:lnTo>
                  <a:pt x="19759" y="1874"/>
                </a:lnTo>
                <a:lnTo>
                  <a:pt x="19759" y="1852"/>
                </a:lnTo>
                <a:lnTo>
                  <a:pt x="19872" y="1852"/>
                </a:lnTo>
                <a:lnTo>
                  <a:pt x="19872" y="1874"/>
                </a:lnTo>
                <a:moveTo>
                  <a:pt x="19691" y="1874"/>
                </a:moveTo>
                <a:lnTo>
                  <a:pt x="19578" y="1874"/>
                </a:lnTo>
                <a:lnTo>
                  <a:pt x="19578" y="1852"/>
                </a:lnTo>
                <a:lnTo>
                  <a:pt x="19691" y="1852"/>
                </a:lnTo>
                <a:lnTo>
                  <a:pt x="19691" y="1874"/>
                </a:lnTo>
                <a:moveTo>
                  <a:pt x="19511" y="1874"/>
                </a:moveTo>
                <a:lnTo>
                  <a:pt x="19398" y="1874"/>
                </a:lnTo>
                <a:lnTo>
                  <a:pt x="19398" y="1852"/>
                </a:lnTo>
                <a:lnTo>
                  <a:pt x="19511" y="1852"/>
                </a:lnTo>
                <a:lnTo>
                  <a:pt x="19511" y="1874"/>
                </a:lnTo>
                <a:moveTo>
                  <a:pt x="19330" y="1874"/>
                </a:moveTo>
                <a:lnTo>
                  <a:pt x="19217" y="1874"/>
                </a:lnTo>
                <a:lnTo>
                  <a:pt x="19217" y="1852"/>
                </a:lnTo>
                <a:lnTo>
                  <a:pt x="19330" y="1852"/>
                </a:lnTo>
                <a:lnTo>
                  <a:pt x="19330" y="1874"/>
                </a:lnTo>
                <a:moveTo>
                  <a:pt x="19150" y="1874"/>
                </a:moveTo>
                <a:lnTo>
                  <a:pt x="19037" y="1874"/>
                </a:lnTo>
                <a:lnTo>
                  <a:pt x="19037" y="1852"/>
                </a:lnTo>
                <a:lnTo>
                  <a:pt x="19150" y="1852"/>
                </a:lnTo>
                <a:lnTo>
                  <a:pt x="19150" y="1874"/>
                </a:lnTo>
                <a:moveTo>
                  <a:pt x="18969" y="1874"/>
                </a:moveTo>
                <a:lnTo>
                  <a:pt x="18856" y="1874"/>
                </a:lnTo>
                <a:lnTo>
                  <a:pt x="18856" y="1852"/>
                </a:lnTo>
                <a:lnTo>
                  <a:pt x="18969" y="1852"/>
                </a:lnTo>
                <a:lnTo>
                  <a:pt x="18969" y="1874"/>
                </a:lnTo>
                <a:moveTo>
                  <a:pt x="18789" y="1874"/>
                </a:moveTo>
                <a:lnTo>
                  <a:pt x="18676" y="1874"/>
                </a:lnTo>
                <a:lnTo>
                  <a:pt x="18676" y="1852"/>
                </a:lnTo>
                <a:lnTo>
                  <a:pt x="18789" y="1852"/>
                </a:lnTo>
                <a:lnTo>
                  <a:pt x="18789" y="1874"/>
                </a:lnTo>
                <a:moveTo>
                  <a:pt x="18608" y="1874"/>
                </a:moveTo>
                <a:lnTo>
                  <a:pt x="18495" y="1874"/>
                </a:lnTo>
                <a:lnTo>
                  <a:pt x="18495" y="1852"/>
                </a:lnTo>
                <a:lnTo>
                  <a:pt x="18608" y="1852"/>
                </a:lnTo>
                <a:lnTo>
                  <a:pt x="18608" y="1874"/>
                </a:lnTo>
                <a:moveTo>
                  <a:pt x="18427" y="1874"/>
                </a:moveTo>
                <a:lnTo>
                  <a:pt x="18315" y="1874"/>
                </a:lnTo>
                <a:lnTo>
                  <a:pt x="18315" y="1852"/>
                </a:lnTo>
                <a:lnTo>
                  <a:pt x="18427" y="1852"/>
                </a:lnTo>
                <a:lnTo>
                  <a:pt x="18427" y="1874"/>
                </a:lnTo>
                <a:moveTo>
                  <a:pt x="18247" y="1874"/>
                </a:moveTo>
                <a:lnTo>
                  <a:pt x="18134" y="1874"/>
                </a:lnTo>
                <a:lnTo>
                  <a:pt x="18134" y="1852"/>
                </a:lnTo>
                <a:lnTo>
                  <a:pt x="18247" y="1852"/>
                </a:lnTo>
                <a:lnTo>
                  <a:pt x="18247" y="1874"/>
                </a:lnTo>
                <a:moveTo>
                  <a:pt x="18066" y="1874"/>
                </a:moveTo>
                <a:lnTo>
                  <a:pt x="17954" y="1874"/>
                </a:lnTo>
                <a:lnTo>
                  <a:pt x="17954" y="1852"/>
                </a:lnTo>
                <a:lnTo>
                  <a:pt x="18066" y="1852"/>
                </a:lnTo>
                <a:lnTo>
                  <a:pt x="18066" y="1874"/>
                </a:lnTo>
                <a:moveTo>
                  <a:pt x="17886" y="1874"/>
                </a:moveTo>
                <a:lnTo>
                  <a:pt x="17773" y="1874"/>
                </a:lnTo>
                <a:lnTo>
                  <a:pt x="17773" y="1852"/>
                </a:lnTo>
                <a:lnTo>
                  <a:pt x="17886" y="1852"/>
                </a:lnTo>
                <a:lnTo>
                  <a:pt x="17886" y="1874"/>
                </a:lnTo>
                <a:moveTo>
                  <a:pt x="17705" y="1874"/>
                </a:moveTo>
                <a:lnTo>
                  <a:pt x="17592" y="1874"/>
                </a:lnTo>
                <a:lnTo>
                  <a:pt x="17592" y="1852"/>
                </a:lnTo>
                <a:lnTo>
                  <a:pt x="17705" y="1852"/>
                </a:lnTo>
                <a:lnTo>
                  <a:pt x="17705" y="1874"/>
                </a:lnTo>
                <a:moveTo>
                  <a:pt x="17525" y="1874"/>
                </a:moveTo>
                <a:lnTo>
                  <a:pt x="17412" y="1874"/>
                </a:lnTo>
                <a:lnTo>
                  <a:pt x="17412" y="1852"/>
                </a:lnTo>
                <a:lnTo>
                  <a:pt x="17525" y="1852"/>
                </a:lnTo>
                <a:lnTo>
                  <a:pt x="17525" y="1874"/>
                </a:lnTo>
                <a:moveTo>
                  <a:pt x="17344" y="1874"/>
                </a:moveTo>
                <a:lnTo>
                  <a:pt x="17231" y="1874"/>
                </a:lnTo>
                <a:lnTo>
                  <a:pt x="17231" y="1852"/>
                </a:lnTo>
                <a:lnTo>
                  <a:pt x="17344" y="1852"/>
                </a:lnTo>
                <a:lnTo>
                  <a:pt x="17344" y="1874"/>
                </a:lnTo>
                <a:moveTo>
                  <a:pt x="17164" y="1874"/>
                </a:moveTo>
                <a:lnTo>
                  <a:pt x="17051" y="1874"/>
                </a:lnTo>
                <a:lnTo>
                  <a:pt x="17051" y="1852"/>
                </a:lnTo>
                <a:lnTo>
                  <a:pt x="17164" y="1852"/>
                </a:lnTo>
                <a:lnTo>
                  <a:pt x="17164" y="1874"/>
                </a:lnTo>
                <a:moveTo>
                  <a:pt x="16983" y="1874"/>
                </a:moveTo>
                <a:lnTo>
                  <a:pt x="16870" y="1874"/>
                </a:lnTo>
                <a:lnTo>
                  <a:pt x="16870" y="1852"/>
                </a:lnTo>
                <a:lnTo>
                  <a:pt x="16983" y="1852"/>
                </a:lnTo>
                <a:lnTo>
                  <a:pt x="16983" y="1874"/>
                </a:lnTo>
                <a:moveTo>
                  <a:pt x="16803" y="1874"/>
                </a:moveTo>
                <a:lnTo>
                  <a:pt x="16690" y="1874"/>
                </a:lnTo>
                <a:lnTo>
                  <a:pt x="16690" y="1852"/>
                </a:lnTo>
                <a:lnTo>
                  <a:pt x="16803" y="1852"/>
                </a:lnTo>
                <a:lnTo>
                  <a:pt x="16803" y="1874"/>
                </a:lnTo>
                <a:moveTo>
                  <a:pt x="16622" y="1874"/>
                </a:moveTo>
                <a:lnTo>
                  <a:pt x="16509" y="1874"/>
                </a:lnTo>
                <a:lnTo>
                  <a:pt x="16509" y="1852"/>
                </a:lnTo>
                <a:lnTo>
                  <a:pt x="16622" y="1852"/>
                </a:lnTo>
                <a:lnTo>
                  <a:pt x="16622" y="1874"/>
                </a:lnTo>
                <a:moveTo>
                  <a:pt x="16442" y="1874"/>
                </a:moveTo>
                <a:lnTo>
                  <a:pt x="16329" y="1874"/>
                </a:lnTo>
                <a:lnTo>
                  <a:pt x="16329" y="1852"/>
                </a:lnTo>
                <a:lnTo>
                  <a:pt x="16442" y="1852"/>
                </a:lnTo>
                <a:lnTo>
                  <a:pt x="16442" y="1874"/>
                </a:lnTo>
                <a:moveTo>
                  <a:pt x="16261" y="1874"/>
                </a:moveTo>
                <a:lnTo>
                  <a:pt x="16148" y="1874"/>
                </a:lnTo>
                <a:lnTo>
                  <a:pt x="16148" y="1852"/>
                </a:lnTo>
                <a:lnTo>
                  <a:pt x="16261" y="1852"/>
                </a:lnTo>
                <a:lnTo>
                  <a:pt x="16261" y="1874"/>
                </a:lnTo>
                <a:moveTo>
                  <a:pt x="16080" y="1874"/>
                </a:moveTo>
                <a:lnTo>
                  <a:pt x="15968" y="1874"/>
                </a:lnTo>
                <a:lnTo>
                  <a:pt x="15968" y="1852"/>
                </a:lnTo>
                <a:lnTo>
                  <a:pt x="16080" y="1852"/>
                </a:lnTo>
                <a:lnTo>
                  <a:pt x="16080" y="1874"/>
                </a:lnTo>
                <a:moveTo>
                  <a:pt x="15900" y="1874"/>
                </a:moveTo>
                <a:lnTo>
                  <a:pt x="15787" y="1874"/>
                </a:lnTo>
                <a:lnTo>
                  <a:pt x="15787" y="1852"/>
                </a:lnTo>
                <a:lnTo>
                  <a:pt x="15900" y="1852"/>
                </a:lnTo>
                <a:lnTo>
                  <a:pt x="15900" y="1874"/>
                </a:lnTo>
                <a:moveTo>
                  <a:pt x="15719" y="1874"/>
                </a:moveTo>
                <a:lnTo>
                  <a:pt x="15607" y="1874"/>
                </a:lnTo>
                <a:lnTo>
                  <a:pt x="15607" y="1852"/>
                </a:lnTo>
                <a:lnTo>
                  <a:pt x="15719" y="1852"/>
                </a:lnTo>
                <a:lnTo>
                  <a:pt x="15719" y="1874"/>
                </a:lnTo>
                <a:moveTo>
                  <a:pt x="15539" y="1874"/>
                </a:moveTo>
                <a:lnTo>
                  <a:pt x="15426" y="1874"/>
                </a:lnTo>
                <a:lnTo>
                  <a:pt x="15426" y="1852"/>
                </a:lnTo>
                <a:lnTo>
                  <a:pt x="15539" y="1852"/>
                </a:lnTo>
                <a:lnTo>
                  <a:pt x="15539" y="1874"/>
                </a:lnTo>
                <a:moveTo>
                  <a:pt x="15358" y="1874"/>
                </a:moveTo>
                <a:lnTo>
                  <a:pt x="15245" y="1874"/>
                </a:lnTo>
                <a:lnTo>
                  <a:pt x="15245" y="1852"/>
                </a:lnTo>
                <a:lnTo>
                  <a:pt x="15358" y="1852"/>
                </a:lnTo>
                <a:lnTo>
                  <a:pt x="15358" y="1874"/>
                </a:lnTo>
                <a:moveTo>
                  <a:pt x="15178" y="1874"/>
                </a:moveTo>
                <a:lnTo>
                  <a:pt x="15065" y="1874"/>
                </a:lnTo>
                <a:lnTo>
                  <a:pt x="15065" y="1852"/>
                </a:lnTo>
                <a:lnTo>
                  <a:pt x="15178" y="1852"/>
                </a:lnTo>
                <a:lnTo>
                  <a:pt x="15178" y="1874"/>
                </a:lnTo>
                <a:moveTo>
                  <a:pt x="14997" y="1874"/>
                </a:moveTo>
                <a:lnTo>
                  <a:pt x="14884" y="1874"/>
                </a:lnTo>
                <a:lnTo>
                  <a:pt x="14884" y="1852"/>
                </a:lnTo>
                <a:lnTo>
                  <a:pt x="14997" y="1852"/>
                </a:lnTo>
                <a:lnTo>
                  <a:pt x="14997" y="1874"/>
                </a:lnTo>
                <a:moveTo>
                  <a:pt x="14817" y="1874"/>
                </a:moveTo>
                <a:lnTo>
                  <a:pt x="14704" y="1874"/>
                </a:lnTo>
                <a:lnTo>
                  <a:pt x="14704" y="1852"/>
                </a:lnTo>
                <a:lnTo>
                  <a:pt x="14817" y="1852"/>
                </a:lnTo>
                <a:lnTo>
                  <a:pt x="14817" y="1874"/>
                </a:lnTo>
                <a:moveTo>
                  <a:pt x="14636" y="1874"/>
                </a:moveTo>
                <a:lnTo>
                  <a:pt x="14523" y="1874"/>
                </a:lnTo>
                <a:lnTo>
                  <a:pt x="14523" y="1852"/>
                </a:lnTo>
                <a:lnTo>
                  <a:pt x="14636" y="1852"/>
                </a:lnTo>
                <a:lnTo>
                  <a:pt x="14636" y="1874"/>
                </a:lnTo>
                <a:moveTo>
                  <a:pt x="14456" y="1874"/>
                </a:moveTo>
                <a:lnTo>
                  <a:pt x="14343" y="1874"/>
                </a:lnTo>
                <a:lnTo>
                  <a:pt x="14343" y="1852"/>
                </a:lnTo>
                <a:lnTo>
                  <a:pt x="14456" y="1852"/>
                </a:lnTo>
                <a:lnTo>
                  <a:pt x="14456" y="1874"/>
                </a:lnTo>
                <a:moveTo>
                  <a:pt x="14275" y="1874"/>
                </a:moveTo>
                <a:lnTo>
                  <a:pt x="14162" y="1874"/>
                </a:lnTo>
                <a:lnTo>
                  <a:pt x="14162" y="1852"/>
                </a:lnTo>
                <a:lnTo>
                  <a:pt x="14275" y="1852"/>
                </a:lnTo>
                <a:lnTo>
                  <a:pt x="14275" y="1874"/>
                </a:lnTo>
                <a:moveTo>
                  <a:pt x="14094" y="1874"/>
                </a:moveTo>
                <a:lnTo>
                  <a:pt x="13982" y="1874"/>
                </a:lnTo>
                <a:lnTo>
                  <a:pt x="13982" y="1852"/>
                </a:lnTo>
                <a:lnTo>
                  <a:pt x="14094" y="1852"/>
                </a:lnTo>
                <a:lnTo>
                  <a:pt x="14094" y="1874"/>
                </a:lnTo>
                <a:moveTo>
                  <a:pt x="13914" y="1874"/>
                </a:moveTo>
                <a:lnTo>
                  <a:pt x="13801" y="1874"/>
                </a:lnTo>
                <a:lnTo>
                  <a:pt x="13801" y="1852"/>
                </a:lnTo>
                <a:lnTo>
                  <a:pt x="13914" y="1852"/>
                </a:lnTo>
                <a:lnTo>
                  <a:pt x="13914" y="1874"/>
                </a:lnTo>
                <a:moveTo>
                  <a:pt x="13733" y="1874"/>
                </a:moveTo>
                <a:lnTo>
                  <a:pt x="13621" y="1874"/>
                </a:lnTo>
                <a:lnTo>
                  <a:pt x="13621" y="1852"/>
                </a:lnTo>
                <a:lnTo>
                  <a:pt x="13733" y="1852"/>
                </a:lnTo>
                <a:lnTo>
                  <a:pt x="13733" y="1874"/>
                </a:lnTo>
                <a:moveTo>
                  <a:pt x="13553" y="1874"/>
                </a:moveTo>
                <a:lnTo>
                  <a:pt x="13440" y="1874"/>
                </a:lnTo>
                <a:lnTo>
                  <a:pt x="13440" y="1852"/>
                </a:lnTo>
                <a:lnTo>
                  <a:pt x="13553" y="1852"/>
                </a:lnTo>
                <a:lnTo>
                  <a:pt x="13553" y="1874"/>
                </a:lnTo>
                <a:moveTo>
                  <a:pt x="13372" y="1874"/>
                </a:moveTo>
                <a:lnTo>
                  <a:pt x="13259" y="1874"/>
                </a:lnTo>
                <a:lnTo>
                  <a:pt x="13259" y="1852"/>
                </a:lnTo>
                <a:lnTo>
                  <a:pt x="13372" y="1852"/>
                </a:lnTo>
                <a:lnTo>
                  <a:pt x="13372" y="1874"/>
                </a:lnTo>
                <a:moveTo>
                  <a:pt x="13192" y="1874"/>
                </a:moveTo>
                <a:lnTo>
                  <a:pt x="13079" y="1874"/>
                </a:lnTo>
                <a:lnTo>
                  <a:pt x="13079" y="1852"/>
                </a:lnTo>
                <a:lnTo>
                  <a:pt x="13192" y="1852"/>
                </a:lnTo>
                <a:lnTo>
                  <a:pt x="13192" y="1874"/>
                </a:lnTo>
                <a:moveTo>
                  <a:pt x="13011" y="1874"/>
                </a:moveTo>
                <a:lnTo>
                  <a:pt x="12898" y="1874"/>
                </a:lnTo>
                <a:lnTo>
                  <a:pt x="12898" y="1852"/>
                </a:lnTo>
                <a:lnTo>
                  <a:pt x="13011" y="1852"/>
                </a:lnTo>
                <a:lnTo>
                  <a:pt x="13011" y="1874"/>
                </a:lnTo>
                <a:moveTo>
                  <a:pt x="12831" y="1874"/>
                </a:moveTo>
                <a:lnTo>
                  <a:pt x="12718" y="1874"/>
                </a:lnTo>
                <a:lnTo>
                  <a:pt x="12718" y="1852"/>
                </a:lnTo>
                <a:lnTo>
                  <a:pt x="12831" y="1852"/>
                </a:lnTo>
                <a:lnTo>
                  <a:pt x="12831" y="1874"/>
                </a:lnTo>
                <a:moveTo>
                  <a:pt x="12650" y="1874"/>
                </a:moveTo>
                <a:lnTo>
                  <a:pt x="12537" y="1874"/>
                </a:lnTo>
                <a:lnTo>
                  <a:pt x="12537" y="1852"/>
                </a:lnTo>
                <a:lnTo>
                  <a:pt x="12650" y="1852"/>
                </a:lnTo>
                <a:lnTo>
                  <a:pt x="12650" y="1874"/>
                </a:lnTo>
                <a:moveTo>
                  <a:pt x="12470" y="1874"/>
                </a:moveTo>
                <a:lnTo>
                  <a:pt x="12357" y="1874"/>
                </a:lnTo>
                <a:lnTo>
                  <a:pt x="12357" y="1852"/>
                </a:lnTo>
                <a:lnTo>
                  <a:pt x="12470" y="1852"/>
                </a:lnTo>
                <a:lnTo>
                  <a:pt x="12470" y="1874"/>
                </a:lnTo>
                <a:moveTo>
                  <a:pt x="12289" y="1874"/>
                </a:moveTo>
                <a:lnTo>
                  <a:pt x="12176" y="1874"/>
                </a:lnTo>
                <a:lnTo>
                  <a:pt x="12176" y="1852"/>
                </a:lnTo>
                <a:lnTo>
                  <a:pt x="12289" y="1852"/>
                </a:lnTo>
                <a:lnTo>
                  <a:pt x="12289" y="1874"/>
                </a:lnTo>
                <a:moveTo>
                  <a:pt x="12109" y="1874"/>
                </a:moveTo>
                <a:lnTo>
                  <a:pt x="11996" y="1874"/>
                </a:lnTo>
                <a:lnTo>
                  <a:pt x="11996" y="1852"/>
                </a:lnTo>
                <a:lnTo>
                  <a:pt x="12109" y="1852"/>
                </a:lnTo>
                <a:lnTo>
                  <a:pt x="12109" y="1874"/>
                </a:lnTo>
                <a:moveTo>
                  <a:pt x="11928" y="1874"/>
                </a:moveTo>
                <a:lnTo>
                  <a:pt x="11815" y="1874"/>
                </a:lnTo>
                <a:lnTo>
                  <a:pt x="11815" y="1852"/>
                </a:lnTo>
                <a:lnTo>
                  <a:pt x="11928" y="1852"/>
                </a:lnTo>
                <a:lnTo>
                  <a:pt x="11928" y="1874"/>
                </a:lnTo>
                <a:moveTo>
                  <a:pt x="11747" y="1874"/>
                </a:moveTo>
                <a:lnTo>
                  <a:pt x="11635" y="1874"/>
                </a:lnTo>
                <a:lnTo>
                  <a:pt x="11635" y="1852"/>
                </a:lnTo>
                <a:lnTo>
                  <a:pt x="11747" y="1852"/>
                </a:lnTo>
                <a:lnTo>
                  <a:pt x="11747" y="1874"/>
                </a:lnTo>
                <a:moveTo>
                  <a:pt x="11567" y="1874"/>
                </a:moveTo>
                <a:lnTo>
                  <a:pt x="11454" y="1874"/>
                </a:lnTo>
                <a:lnTo>
                  <a:pt x="11454" y="1852"/>
                </a:lnTo>
                <a:lnTo>
                  <a:pt x="11567" y="1852"/>
                </a:lnTo>
                <a:lnTo>
                  <a:pt x="11567" y="1874"/>
                </a:lnTo>
                <a:moveTo>
                  <a:pt x="11386" y="1874"/>
                </a:moveTo>
                <a:lnTo>
                  <a:pt x="11274" y="1874"/>
                </a:lnTo>
                <a:lnTo>
                  <a:pt x="11274" y="1852"/>
                </a:lnTo>
                <a:lnTo>
                  <a:pt x="11386" y="1852"/>
                </a:lnTo>
                <a:lnTo>
                  <a:pt x="11386" y="1874"/>
                </a:lnTo>
                <a:moveTo>
                  <a:pt x="11206" y="1874"/>
                </a:moveTo>
                <a:lnTo>
                  <a:pt x="11093" y="1874"/>
                </a:lnTo>
                <a:lnTo>
                  <a:pt x="11093" y="1852"/>
                </a:lnTo>
                <a:lnTo>
                  <a:pt x="11206" y="1852"/>
                </a:lnTo>
                <a:lnTo>
                  <a:pt x="11206" y="1874"/>
                </a:lnTo>
                <a:moveTo>
                  <a:pt x="11025" y="1874"/>
                </a:moveTo>
                <a:lnTo>
                  <a:pt x="10912" y="1874"/>
                </a:lnTo>
                <a:lnTo>
                  <a:pt x="10912" y="1852"/>
                </a:lnTo>
                <a:lnTo>
                  <a:pt x="11025" y="1852"/>
                </a:lnTo>
                <a:lnTo>
                  <a:pt x="11025" y="1874"/>
                </a:lnTo>
                <a:moveTo>
                  <a:pt x="10845" y="1874"/>
                </a:moveTo>
                <a:lnTo>
                  <a:pt x="10732" y="1874"/>
                </a:lnTo>
                <a:lnTo>
                  <a:pt x="10732" y="1852"/>
                </a:lnTo>
                <a:lnTo>
                  <a:pt x="10845" y="1852"/>
                </a:lnTo>
                <a:lnTo>
                  <a:pt x="10845" y="1874"/>
                </a:lnTo>
                <a:moveTo>
                  <a:pt x="10664" y="1874"/>
                </a:moveTo>
                <a:lnTo>
                  <a:pt x="10551" y="1874"/>
                </a:lnTo>
                <a:lnTo>
                  <a:pt x="10551" y="1852"/>
                </a:lnTo>
                <a:lnTo>
                  <a:pt x="10664" y="1852"/>
                </a:lnTo>
                <a:lnTo>
                  <a:pt x="10664" y="1874"/>
                </a:lnTo>
                <a:moveTo>
                  <a:pt x="10484" y="1874"/>
                </a:moveTo>
                <a:lnTo>
                  <a:pt x="10371" y="1874"/>
                </a:lnTo>
                <a:lnTo>
                  <a:pt x="10371" y="1852"/>
                </a:lnTo>
                <a:lnTo>
                  <a:pt x="10484" y="1852"/>
                </a:lnTo>
                <a:lnTo>
                  <a:pt x="10484" y="1874"/>
                </a:lnTo>
                <a:moveTo>
                  <a:pt x="10303" y="1874"/>
                </a:moveTo>
                <a:lnTo>
                  <a:pt x="10190" y="1874"/>
                </a:lnTo>
                <a:lnTo>
                  <a:pt x="10190" y="1852"/>
                </a:lnTo>
                <a:lnTo>
                  <a:pt x="10303" y="1852"/>
                </a:lnTo>
                <a:lnTo>
                  <a:pt x="10303" y="1874"/>
                </a:lnTo>
                <a:moveTo>
                  <a:pt x="10123" y="1874"/>
                </a:moveTo>
                <a:lnTo>
                  <a:pt x="10010" y="1874"/>
                </a:lnTo>
                <a:lnTo>
                  <a:pt x="10010" y="1852"/>
                </a:lnTo>
                <a:lnTo>
                  <a:pt x="10123" y="1852"/>
                </a:lnTo>
                <a:lnTo>
                  <a:pt x="10123" y="1874"/>
                </a:lnTo>
                <a:moveTo>
                  <a:pt x="9942" y="1874"/>
                </a:moveTo>
                <a:lnTo>
                  <a:pt x="9829" y="1874"/>
                </a:lnTo>
                <a:lnTo>
                  <a:pt x="9829" y="1852"/>
                </a:lnTo>
                <a:lnTo>
                  <a:pt x="9942" y="1852"/>
                </a:lnTo>
                <a:lnTo>
                  <a:pt x="9942" y="1874"/>
                </a:lnTo>
                <a:moveTo>
                  <a:pt x="9762" y="1874"/>
                </a:moveTo>
                <a:lnTo>
                  <a:pt x="9649" y="1874"/>
                </a:lnTo>
                <a:lnTo>
                  <a:pt x="9649" y="1852"/>
                </a:lnTo>
                <a:lnTo>
                  <a:pt x="9762" y="1852"/>
                </a:lnTo>
                <a:lnTo>
                  <a:pt x="9762" y="1874"/>
                </a:lnTo>
                <a:moveTo>
                  <a:pt x="9581" y="1874"/>
                </a:moveTo>
                <a:lnTo>
                  <a:pt x="9468" y="1874"/>
                </a:lnTo>
                <a:lnTo>
                  <a:pt x="9468" y="1852"/>
                </a:lnTo>
                <a:lnTo>
                  <a:pt x="9581" y="1852"/>
                </a:lnTo>
                <a:lnTo>
                  <a:pt x="9581" y="1874"/>
                </a:lnTo>
                <a:moveTo>
                  <a:pt x="9400" y="1874"/>
                </a:moveTo>
                <a:lnTo>
                  <a:pt x="9288" y="1874"/>
                </a:lnTo>
                <a:lnTo>
                  <a:pt x="9288" y="1852"/>
                </a:lnTo>
                <a:lnTo>
                  <a:pt x="9400" y="1852"/>
                </a:lnTo>
                <a:lnTo>
                  <a:pt x="9400" y="1874"/>
                </a:lnTo>
                <a:moveTo>
                  <a:pt x="9220" y="1874"/>
                </a:moveTo>
                <a:lnTo>
                  <a:pt x="9107" y="1874"/>
                </a:lnTo>
                <a:lnTo>
                  <a:pt x="9107" y="1852"/>
                </a:lnTo>
                <a:lnTo>
                  <a:pt x="9220" y="1852"/>
                </a:lnTo>
                <a:lnTo>
                  <a:pt x="9220" y="1874"/>
                </a:lnTo>
                <a:moveTo>
                  <a:pt x="9039" y="1874"/>
                </a:moveTo>
                <a:lnTo>
                  <a:pt x="8927" y="1874"/>
                </a:lnTo>
                <a:lnTo>
                  <a:pt x="8927" y="1852"/>
                </a:lnTo>
                <a:lnTo>
                  <a:pt x="9039" y="1852"/>
                </a:lnTo>
                <a:lnTo>
                  <a:pt x="9039" y="1874"/>
                </a:lnTo>
                <a:moveTo>
                  <a:pt x="8859" y="1874"/>
                </a:moveTo>
                <a:lnTo>
                  <a:pt x="8746" y="1874"/>
                </a:lnTo>
                <a:lnTo>
                  <a:pt x="8746" y="1852"/>
                </a:lnTo>
                <a:lnTo>
                  <a:pt x="8859" y="1852"/>
                </a:lnTo>
                <a:lnTo>
                  <a:pt x="8859" y="1874"/>
                </a:lnTo>
                <a:moveTo>
                  <a:pt x="8678" y="1874"/>
                </a:moveTo>
                <a:lnTo>
                  <a:pt x="8565" y="1874"/>
                </a:lnTo>
                <a:lnTo>
                  <a:pt x="8565" y="1852"/>
                </a:lnTo>
                <a:lnTo>
                  <a:pt x="8678" y="1852"/>
                </a:lnTo>
                <a:lnTo>
                  <a:pt x="8678" y="1874"/>
                </a:lnTo>
                <a:moveTo>
                  <a:pt x="8498" y="1874"/>
                </a:moveTo>
                <a:lnTo>
                  <a:pt x="8385" y="1874"/>
                </a:lnTo>
                <a:lnTo>
                  <a:pt x="8385" y="1852"/>
                </a:lnTo>
                <a:lnTo>
                  <a:pt x="8498" y="1852"/>
                </a:lnTo>
                <a:lnTo>
                  <a:pt x="8498" y="1874"/>
                </a:lnTo>
                <a:moveTo>
                  <a:pt x="8317" y="1874"/>
                </a:moveTo>
                <a:lnTo>
                  <a:pt x="8204" y="1874"/>
                </a:lnTo>
                <a:lnTo>
                  <a:pt x="8204" y="1852"/>
                </a:lnTo>
                <a:lnTo>
                  <a:pt x="8317" y="1852"/>
                </a:lnTo>
                <a:lnTo>
                  <a:pt x="8317" y="1874"/>
                </a:lnTo>
                <a:moveTo>
                  <a:pt x="8137" y="1874"/>
                </a:moveTo>
                <a:lnTo>
                  <a:pt x="8024" y="1874"/>
                </a:lnTo>
                <a:lnTo>
                  <a:pt x="8024" y="1852"/>
                </a:lnTo>
                <a:lnTo>
                  <a:pt x="8137" y="1852"/>
                </a:lnTo>
                <a:lnTo>
                  <a:pt x="8137" y="1874"/>
                </a:lnTo>
                <a:moveTo>
                  <a:pt x="7956" y="1874"/>
                </a:moveTo>
                <a:lnTo>
                  <a:pt x="7842" y="1874"/>
                </a:lnTo>
                <a:lnTo>
                  <a:pt x="7842" y="1852"/>
                </a:lnTo>
                <a:lnTo>
                  <a:pt x="7956" y="1852"/>
                </a:lnTo>
                <a:lnTo>
                  <a:pt x="7956" y="1874"/>
                </a:lnTo>
                <a:moveTo>
                  <a:pt x="7775" y="1874"/>
                </a:moveTo>
                <a:lnTo>
                  <a:pt x="7662" y="1874"/>
                </a:lnTo>
                <a:lnTo>
                  <a:pt x="7662" y="1852"/>
                </a:lnTo>
                <a:lnTo>
                  <a:pt x="7775" y="1852"/>
                </a:lnTo>
                <a:lnTo>
                  <a:pt x="7775" y="1874"/>
                </a:lnTo>
                <a:moveTo>
                  <a:pt x="7594" y="1874"/>
                </a:moveTo>
                <a:lnTo>
                  <a:pt x="7481" y="1874"/>
                </a:lnTo>
                <a:lnTo>
                  <a:pt x="7481" y="1852"/>
                </a:lnTo>
                <a:lnTo>
                  <a:pt x="7594" y="1852"/>
                </a:lnTo>
                <a:lnTo>
                  <a:pt x="7594" y="1874"/>
                </a:lnTo>
                <a:moveTo>
                  <a:pt x="7414" y="1874"/>
                </a:moveTo>
                <a:lnTo>
                  <a:pt x="7301" y="1874"/>
                </a:lnTo>
                <a:lnTo>
                  <a:pt x="7301" y="1852"/>
                </a:lnTo>
                <a:lnTo>
                  <a:pt x="7414" y="1852"/>
                </a:lnTo>
                <a:lnTo>
                  <a:pt x="7414" y="1874"/>
                </a:lnTo>
                <a:moveTo>
                  <a:pt x="7233" y="1874"/>
                </a:moveTo>
                <a:lnTo>
                  <a:pt x="7120" y="1874"/>
                </a:lnTo>
                <a:lnTo>
                  <a:pt x="7120" y="1852"/>
                </a:lnTo>
                <a:lnTo>
                  <a:pt x="7233" y="1852"/>
                </a:lnTo>
                <a:lnTo>
                  <a:pt x="7233" y="1874"/>
                </a:lnTo>
                <a:moveTo>
                  <a:pt x="7052" y="1874"/>
                </a:moveTo>
                <a:lnTo>
                  <a:pt x="6940" y="1874"/>
                </a:lnTo>
                <a:lnTo>
                  <a:pt x="6940" y="1852"/>
                </a:lnTo>
                <a:lnTo>
                  <a:pt x="7052" y="1852"/>
                </a:lnTo>
                <a:lnTo>
                  <a:pt x="7052" y="1874"/>
                </a:lnTo>
                <a:moveTo>
                  <a:pt x="6872" y="1874"/>
                </a:moveTo>
                <a:lnTo>
                  <a:pt x="6759" y="1874"/>
                </a:lnTo>
                <a:lnTo>
                  <a:pt x="6759" y="1852"/>
                </a:lnTo>
                <a:lnTo>
                  <a:pt x="6872" y="1852"/>
                </a:lnTo>
                <a:lnTo>
                  <a:pt x="6872" y="1874"/>
                </a:lnTo>
                <a:moveTo>
                  <a:pt x="6691" y="1874"/>
                </a:moveTo>
                <a:lnTo>
                  <a:pt x="6579" y="1874"/>
                </a:lnTo>
                <a:lnTo>
                  <a:pt x="6579" y="1852"/>
                </a:lnTo>
                <a:lnTo>
                  <a:pt x="6691" y="1852"/>
                </a:lnTo>
                <a:lnTo>
                  <a:pt x="6691" y="1874"/>
                </a:lnTo>
                <a:moveTo>
                  <a:pt x="6511" y="1874"/>
                </a:moveTo>
                <a:lnTo>
                  <a:pt x="6398" y="1874"/>
                </a:lnTo>
                <a:lnTo>
                  <a:pt x="6398" y="1852"/>
                </a:lnTo>
                <a:lnTo>
                  <a:pt x="6511" y="1852"/>
                </a:lnTo>
                <a:lnTo>
                  <a:pt x="6511" y="1874"/>
                </a:lnTo>
                <a:moveTo>
                  <a:pt x="6330" y="1874"/>
                </a:moveTo>
                <a:lnTo>
                  <a:pt x="6217" y="1874"/>
                </a:lnTo>
                <a:lnTo>
                  <a:pt x="6217" y="1852"/>
                </a:lnTo>
                <a:lnTo>
                  <a:pt x="6330" y="1852"/>
                </a:lnTo>
                <a:lnTo>
                  <a:pt x="6330" y="1874"/>
                </a:lnTo>
                <a:moveTo>
                  <a:pt x="6150" y="1874"/>
                </a:moveTo>
                <a:lnTo>
                  <a:pt x="6037" y="1874"/>
                </a:lnTo>
                <a:lnTo>
                  <a:pt x="6037" y="1852"/>
                </a:lnTo>
                <a:lnTo>
                  <a:pt x="6150" y="1852"/>
                </a:lnTo>
                <a:lnTo>
                  <a:pt x="6150" y="1874"/>
                </a:lnTo>
                <a:moveTo>
                  <a:pt x="5969" y="1874"/>
                </a:moveTo>
                <a:lnTo>
                  <a:pt x="5856" y="1874"/>
                </a:lnTo>
                <a:lnTo>
                  <a:pt x="5856" y="1852"/>
                </a:lnTo>
                <a:lnTo>
                  <a:pt x="5969" y="1852"/>
                </a:lnTo>
                <a:lnTo>
                  <a:pt x="5969" y="1874"/>
                </a:lnTo>
                <a:moveTo>
                  <a:pt x="5789" y="1874"/>
                </a:moveTo>
                <a:lnTo>
                  <a:pt x="5676" y="1874"/>
                </a:lnTo>
                <a:lnTo>
                  <a:pt x="5676" y="1852"/>
                </a:lnTo>
                <a:lnTo>
                  <a:pt x="5789" y="1852"/>
                </a:lnTo>
                <a:lnTo>
                  <a:pt x="5789" y="1874"/>
                </a:lnTo>
                <a:moveTo>
                  <a:pt x="5608" y="1874"/>
                </a:moveTo>
                <a:lnTo>
                  <a:pt x="5495" y="1874"/>
                </a:lnTo>
                <a:lnTo>
                  <a:pt x="5495" y="1852"/>
                </a:lnTo>
                <a:lnTo>
                  <a:pt x="5608" y="1852"/>
                </a:lnTo>
                <a:lnTo>
                  <a:pt x="5608" y="1874"/>
                </a:lnTo>
                <a:moveTo>
                  <a:pt x="5428" y="1874"/>
                </a:moveTo>
                <a:lnTo>
                  <a:pt x="5315" y="1874"/>
                </a:lnTo>
                <a:lnTo>
                  <a:pt x="5315" y="1852"/>
                </a:lnTo>
                <a:lnTo>
                  <a:pt x="5428" y="1852"/>
                </a:lnTo>
                <a:lnTo>
                  <a:pt x="5428" y="1874"/>
                </a:lnTo>
                <a:moveTo>
                  <a:pt x="5247" y="1874"/>
                </a:moveTo>
                <a:lnTo>
                  <a:pt x="5134" y="1874"/>
                </a:lnTo>
                <a:lnTo>
                  <a:pt x="5134" y="1852"/>
                </a:lnTo>
                <a:lnTo>
                  <a:pt x="5247" y="1852"/>
                </a:lnTo>
                <a:lnTo>
                  <a:pt x="5247" y="1874"/>
                </a:lnTo>
                <a:moveTo>
                  <a:pt x="5066" y="1874"/>
                </a:moveTo>
                <a:lnTo>
                  <a:pt x="4954" y="1874"/>
                </a:lnTo>
                <a:lnTo>
                  <a:pt x="4954" y="1852"/>
                </a:lnTo>
                <a:lnTo>
                  <a:pt x="5066" y="1852"/>
                </a:lnTo>
                <a:lnTo>
                  <a:pt x="5066" y="1874"/>
                </a:lnTo>
                <a:moveTo>
                  <a:pt x="4886" y="1874"/>
                </a:moveTo>
                <a:lnTo>
                  <a:pt x="4773" y="1874"/>
                </a:lnTo>
                <a:lnTo>
                  <a:pt x="4773" y="1852"/>
                </a:lnTo>
                <a:lnTo>
                  <a:pt x="4886" y="1852"/>
                </a:lnTo>
                <a:lnTo>
                  <a:pt x="4886" y="1874"/>
                </a:lnTo>
                <a:moveTo>
                  <a:pt x="4705" y="1874"/>
                </a:moveTo>
                <a:lnTo>
                  <a:pt x="4593" y="1874"/>
                </a:lnTo>
                <a:lnTo>
                  <a:pt x="4593" y="1852"/>
                </a:lnTo>
                <a:lnTo>
                  <a:pt x="4705" y="1852"/>
                </a:lnTo>
                <a:lnTo>
                  <a:pt x="4705" y="1874"/>
                </a:lnTo>
                <a:moveTo>
                  <a:pt x="4525" y="1874"/>
                </a:moveTo>
                <a:lnTo>
                  <a:pt x="4412" y="1874"/>
                </a:lnTo>
                <a:lnTo>
                  <a:pt x="4412" y="1852"/>
                </a:lnTo>
                <a:lnTo>
                  <a:pt x="4525" y="1852"/>
                </a:lnTo>
                <a:lnTo>
                  <a:pt x="4525" y="1874"/>
                </a:lnTo>
                <a:moveTo>
                  <a:pt x="4344" y="1874"/>
                </a:moveTo>
                <a:lnTo>
                  <a:pt x="4231" y="1874"/>
                </a:lnTo>
                <a:lnTo>
                  <a:pt x="4231" y="1852"/>
                </a:lnTo>
                <a:lnTo>
                  <a:pt x="4344" y="1852"/>
                </a:lnTo>
                <a:lnTo>
                  <a:pt x="4344" y="1874"/>
                </a:lnTo>
                <a:moveTo>
                  <a:pt x="4164" y="1874"/>
                </a:moveTo>
                <a:lnTo>
                  <a:pt x="4051" y="1874"/>
                </a:lnTo>
                <a:lnTo>
                  <a:pt x="4051" y="1852"/>
                </a:lnTo>
                <a:lnTo>
                  <a:pt x="4164" y="1852"/>
                </a:lnTo>
                <a:lnTo>
                  <a:pt x="4164" y="1874"/>
                </a:lnTo>
                <a:moveTo>
                  <a:pt x="3983" y="1874"/>
                </a:moveTo>
                <a:lnTo>
                  <a:pt x="3870" y="1874"/>
                </a:lnTo>
                <a:lnTo>
                  <a:pt x="3870" y="1852"/>
                </a:lnTo>
                <a:lnTo>
                  <a:pt x="3983" y="1852"/>
                </a:lnTo>
                <a:lnTo>
                  <a:pt x="3983" y="1874"/>
                </a:lnTo>
                <a:moveTo>
                  <a:pt x="3803" y="1874"/>
                </a:moveTo>
                <a:lnTo>
                  <a:pt x="3690" y="1874"/>
                </a:lnTo>
                <a:lnTo>
                  <a:pt x="3690" y="1852"/>
                </a:lnTo>
                <a:lnTo>
                  <a:pt x="3803" y="1852"/>
                </a:lnTo>
                <a:lnTo>
                  <a:pt x="3803" y="1874"/>
                </a:lnTo>
                <a:moveTo>
                  <a:pt x="3622" y="1874"/>
                </a:moveTo>
                <a:lnTo>
                  <a:pt x="3509" y="1874"/>
                </a:lnTo>
                <a:lnTo>
                  <a:pt x="3509" y="1852"/>
                </a:lnTo>
                <a:lnTo>
                  <a:pt x="3622" y="1852"/>
                </a:lnTo>
                <a:lnTo>
                  <a:pt x="3622" y="1874"/>
                </a:lnTo>
                <a:moveTo>
                  <a:pt x="3442" y="1874"/>
                </a:moveTo>
                <a:lnTo>
                  <a:pt x="3329" y="1874"/>
                </a:lnTo>
                <a:lnTo>
                  <a:pt x="3329" y="1852"/>
                </a:lnTo>
                <a:lnTo>
                  <a:pt x="3442" y="1852"/>
                </a:lnTo>
                <a:lnTo>
                  <a:pt x="3442" y="1874"/>
                </a:lnTo>
                <a:moveTo>
                  <a:pt x="3261" y="1874"/>
                </a:moveTo>
                <a:lnTo>
                  <a:pt x="3148" y="1874"/>
                </a:lnTo>
                <a:lnTo>
                  <a:pt x="3148" y="1852"/>
                </a:lnTo>
                <a:lnTo>
                  <a:pt x="3261" y="1852"/>
                </a:lnTo>
                <a:lnTo>
                  <a:pt x="3261" y="1874"/>
                </a:lnTo>
                <a:moveTo>
                  <a:pt x="3081" y="1874"/>
                </a:moveTo>
                <a:lnTo>
                  <a:pt x="2968" y="1874"/>
                </a:lnTo>
                <a:lnTo>
                  <a:pt x="2968" y="1852"/>
                </a:lnTo>
                <a:lnTo>
                  <a:pt x="3081" y="1852"/>
                </a:lnTo>
                <a:lnTo>
                  <a:pt x="3081" y="1874"/>
                </a:lnTo>
                <a:moveTo>
                  <a:pt x="2900" y="1874"/>
                </a:moveTo>
                <a:lnTo>
                  <a:pt x="2787" y="1874"/>
                </a:lnTo>
                <a:lnTo>
                  <a:pt x="2787" y="1852"/>
                </a:lnTo>
                <a:lnTo>
                  <a:pt x="2900" y="1852"/>
                </a:lnTo>
                <a:lnTo>
                  <a:pt x="2900" y="1874"/>
                </a:lnTo>
                <a:moveTo>
                  <a:pt x="2719" y="1874"/>
                </a:moveTo>
                <a:lnTo>
                  <a:pt x="2607" y="1874"/>
                </a:lnTo>
                <a:lnTo>
                  <a:pt x="2607" y="1852"/>
                </a:lnTo>
                <a:lnTo>
                  <a:pt x="2719" y="1852"/>
                </a:lnTo>
                <a:lnTo>
                  <a:pt x="2719" y="1874"/>
                </a:lnTo>
                <a:moveTo>
                  <a:pt x="2539" y="1874"/>
                </a:moveTo>
                <a:lnTo>
                  <a:pt x="2426" y="1874"/>
                </a:lnTo>
                <a:lnTo>
                  <a:pt x="2426" y="1852"/>
                </a:lnTo>
                <a:lnTo>
                  <a:pt x="2539" y="1852"/>
                </a:lnTo>
                <a:lnTo>
                  <a:pt x="2539" y="1874"/>
                </a:lnTo>
                <a:moveTo>
                  <a:pt x="2358" y="1874"/>
                </a:moveTo>
                <a:lnTo>
                  <a:pt x="2246" y="1874"/>
                </a:lnTo>
                <a:lnTo>
                  <a:pt x="2246" y="1852"/>
                </a:lnTo>
                <a:lnTo>
                  <a:pt x="2358" y="1852"/>
                </a:lnTo>
                <a:lnTo>
                  <a:pt x="2358" y="1874"/>
                </a:lnTo>
                <a:moveTo>
                  <a:pt x="2178" y="1874"/>
                </a:moveTo>
                <a:lnTo>
                  <a:pt x="2065" y="1874"/>
                </a:lnTo>
                <a:lnTo>
                  <a:pt x="2065" y="1852"/>
                </a:lnTo>
                <a:lnTo>
                  <a:pt x="2178" y="1852"/>
                </a:lnTo>
                <a:lnTo>
                  <a:pt x="2178" y="1874"/>
                </a:lnTo>
                <a:moveTo>
                  <a:pt x="1997" y="1874"/>
                </a:moveTo>
                <a:lnTo>
                  <a:pt x="1884" y="1874"/>
                </a:lnTo>
                <a:lnTo>
                  <a:pt x="1884" y="1852"/>
                </a:lnTo>
                <a:lnTo>
                  <a:pt x="1997" y="1852"/>
                </a:lnTo>
                <a:lnTo>
                  <a:pt x="1997" y="1874"/>
                </a:lnTo>
                <a:moveTo>
                  <a:pt x="1817" y="1874"/>
                </a:moveTo>
                <a:lnTo>
                  <a:pt x="1704" y="1874"/>
                </a:lnTo>
                <a:lnTo>
                  <a:pt x="1704" y="1852"/>
                </a:lnTo>
                <a:lnTo>
                  <a:pt x="1817" y="1852"/>
                </a:lnTo>
                <a:lnTo>
                  <a:pt x="1817" y="1874"/>
                </a:lnTo>
                <a:moveTo>
                  <a:pt x="1636" y="1874"/>
                </a:moveTo>
                <a:lnTo>
                  <a:pt x="1523" y="1874"/>
                </a:lnTo>
                <a:lnTo>
                  <a:pt x="1523" y="1852"/>
                </a:lnTo>
                <a:lnTo>
                  <a:pt x="1636" y="1852"/>
                </a:lnTo>
                <a:lnTo>
                  <a:pt x="1636" y="1874"/>
                </a:lnTo>
                <a:moveTo>
                  <a:pt x="1456" y="1874"/>
                </a:moveTo>
                <a:lnTo>
                  <a:pt x="1343" y="1874"/>
                </a:lnTo>
                <a:lnTo>
                  <a:pt x="1343" y="1852"/>
                </a:lnTo>
                <a:lnTo>
                  <a:pt x="1456" y="1852"/>
                </a:lnTo>
                <a:lnTo>
                  <a:pt x="1456" y="1874"/>
                </a:lnTo>
                <a:moveTo>
                  <a:pt x="1275" y="1874"/>
                </a:moveTo>
                <a:lnTo>
                  <a:pt x="1162" y="1874"/>
                </a:lnTo>
                <a:lnTo>
                  <a:pt x="1162" y="1852"/>
                </a:lnTo>
                <a:lnTo>
                  <a:pt x="1275" y="1852"/>
                </a:lnTo>
                <a:lnTo>
                  <a:pt x="1275" y="1874"/>
                </a:lnTo>
                <a:moveTo>
                  <a:pt x="1095" y="1874"/>
                </a:moveTo>
                <a:lnTo>
                  <a:pt x="982" y="1874"/>
                </a:lnTo>
                <a:lnTo>
                  <a:pt x="982" y="1852"/>
                </a:lnTo>
                <a:lnTo>
                  <a:pt x="1095" y="1852"/>
                </a:lnTo>
                <a:lnTo>
                  <a:pt x="1095" y="1874"/>
                </a:lnTo>
                <a:moveTo>
                  <a:pt x="914" y="1874"/>
                </a:moveTo>
                <a:lnTo>
                  <a:pt x="801" y="1874"/>
                </a:lnTo>
                <a:lnTo>
                  <a:pt x="801" y="1852"/>
                </a:lnTo>
                <a:lnTo>
                  <a:pt x="914" y="1852"/>
                </a:lnTo>
                <a:lnTo>
                  <a:pt x="914" y="1874"/>
                </a:lnTo>
                <a:moveTo>
                  <a:pt x="734" y="1874"/>
                </a:moveTo>
                <a:lnTo>
                  <a:pt x="621" y="1874"/>
                </a:lnTo>
                <a:lnTo>
                  <a:pt x="621" y="1852"/>
                </a:lnTo>
                <a:lnTo>
                  <a:pt x="734" y="1852"/>
                </a:lnTo>
                <a:lnTo>
                  <a:pt x="734" y="1874"/>
                </a:lnTo>
                <a:moveTo>
                  <a:pt x="553" y="1874"/>
                </a:moveTo>
                <a:lnTo>
                  <a:pt x="440" y="1874"/>
                </a:lnTo>
                <a:lnTo>
                  <a:pt x="440" y="1852"/>
                </a:lnTo>
                <a:lnTo>
                  <a:pt x="553" y="1852"/>
                </a:lnTo>
                <a:lnTo>
                  <a:pt x="553" y="1874"/>
                </a:lnTo>
                <a:moveTo>
                  <a:pt x="372" y="1874"/>
                </a:moveTo>
                <a:lnTo>
                  <a:pt x="260" y="1874"/>
                </a:lnTo>
                <a:lnTo>
                  <a:pt x="260" y="1852"/>
                </a:lnTo>
                <a:lnTo>
                  <a:pt x="372" y="1852"/>
                </a:lnTo>
                <a:lnTo>
                  <a:pt x="372" y="1874"/>
                </a:lnTo>
                <a:moveTo>
                  <a:pt x="192" y="1874"/>
                </a:moveTo>
                <a:lnTo>
                  <a:pt x="79" y="1874"/>
                </a:lnTo>
                <a:lnTo>
                  <a:pt x="79" y="1852"/>
                </a:lnTo>
                <a:lnTo>
                  <a:pt x="192" y="1852"/>
                </a:lnTo>
                <a:lnTo>
                  <a:pt x="192" y="1874"/>
                </a:lnTo>
                <a:moveTo>
                  <a:pt x="0" y="1863"/>
                </a:moveTo>
                <a:lnTo>
                  <a:pt x="0" y="1750"/>
                </a:lnTo>
                <a:lnTo>
                  <a:pt x="23" y="1750"/>
                </a:lnTo>
                <a:lnTo>
                  <a:pt x="23" y="1863"/>
                </a:lnTo>
                <a:lnTo>
                  <a:pt x="0" y="1863"/>
                </a:lnTo>
                <a:moveTo>
                  <a:pt x="0" y="1683"/>
                </a:moveTo>
                <a:lnTo>
                  <a:pt x="0" y="1570"/>
                </a:lnTo>
                <a:lnTo>
                  <a:pt x="23" y="1570"/>
                </a:lnTo>
                <a:lnTo>
                  <a:pt x="23" y="1683"/>
                </a:lnTo>
                <a:lnTo>
                  <a:pt x="0" y="1683"/>
                </a:lnTo>
                <a:moveTo>
                  <a:pt x="0" y="1502"/>
                </a:moveTo>
                <a:lnTo>
                  <a:pt x="0" y="1389"/>
                </a:lnTo>
                <a:lnTo>
                  <a:pt x="23" y="1389"/>
                </a:lnTo>
                <a:lnTo>
                  <a:pt x="23" y="1502"/>
                </a:lnTo>
                <a:lnTo>
                  <a:pt x="0" y="1502"/>
                </a:lnTo>
                <a:moveTo>
                  <a:pt x="0" y="1321"/>
                </a:moveTo>
                <a:lnTo>
                  <a:pt x="0" y="1207"/>
                </a:lnTo>
                <a:lnTo>
                  <a:pt x="23" y="1207"/>
                </a:lnTo>
                <a:lnTo>
                  <a:pt x="23" y="1321"/>
                </a:lnTo>
                <a:lnTo>
                  <a:pt x="0" y="1321"/>
                </a:lnTo>
                <a:moveTo>
                  <a:pt x="0" y="1140"/>
                </a:moveTo>
                <a:lnTo>
                  <a:pt x="0" y="1027"/>
                </a:lnTo>
                <a:lnTo>
                  <a:pt x="23" y="1027"/>
                </a:lnTo>
                <a:lnTo>
                  <a:pt x="23" y="1140"/>
                </a:lnTo>
                <a:lnTo>
                  <a:pt x="0" y="1140"/>
                </a:lnTo>
                <a:moveTo>
                  <a:pt x="0" y="959"/>
                </a:moveTo>
                <a:lnTo>
                  <a:pt x="0" y="846"/>
                </a:lnTo>
                <a:lnTo>
                  <a:pt x="23" y="846"/>
                </a:lnTo>
                <a:lnTo>
                  <a:pt x="23" y="959"/>
                </a:lnTo>
                <a:lnTo>
                  <a:pt x="0" y="959"/>
                </a:lnTo>
                <a:moveTo>
                  <a:pt x="0" y="779"/>
                </a:moveTo>
                <a:lnTo>
                  <a:pt x="0" y="666"/>
                </a:lnTo>
                <a:lnTo>
                  <a:pt x="23" y="666"/>
                </a:lnTo>
                <a:lnTo>
                  <a:pt x="23" y="779"/>
                </a:lnTo>
                <a:lnTo>
                  <a:pt x="0" y="779"/>
                </a:lnTo>
                <a:moveTo>
                  <a:pt x="0" y="598"/>
                </a:moveTo>
                <a:lnTo>
                  <a:pt x="0" y="485"/>
                </a:lnTo>
                <a:lnTo>
                  <a:pt x="23" y="485"/>
                </a:lnTo>
                <a:lnTo>
                  <a:pt x="23" y="598"/>
                </a:lnTo>
                <a:lnTo>
                  <a:pt x="0" y="598"/>
                </a:lnTo>
                <a:moveTo>
                  <a:pt x="0" y="417"/>
                </a:moveTo>
                <a:lnTo>
                  <a:pt x="0" y="305"/>
                </a:lnTo>
                <a:lnTo>
                  <a:pt x="23" y="305"/>
                </a:lnTo>
                <a:lnTo>
                  <a:pt x="23" y="417"/>
                </a:lnTo>
                <a:lnTo>
                  <a:pt x="0" y="417"/>
                </a:lnTo>
                <a:moveTo>
                  <a:pt x="0" y="237"/>
                </a:moveTo>
                <a:lnTo>
                  <a:pt x="0" y="124"/>
                </a:lnTo>
                <a:lnTo>
                  <a:pt x="23" y="124"/>
                </a:lnTo>
                <a:lnTo>
                  <a:pt x="23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7961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7961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901800" y="2833920"/>
            <a:ext cx="4731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901800" y="3320640"/>
            <a:ext cx="423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901800" y="3451680"/>
            <a:ext cx="4953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901800" y="3605040"/>
            <a:ext cx="2515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820080" y="4158360"/>
            <a:ext cx="4168440" cy="528480"/>
          </a:xfrm>
          <a:custGeom>
            <a:avLst/>
            <a:gdLst/>
            <a:ahLst/>
            <a:rect l="0" t="0" r="r" b="b"/>
            <a:pathLst>
              <a:path w="11579" h="1468">
                <a:moveTo>
                  <a:pt x="0" y="0"/>
                </a:moveTo>
                <a:lnTo>
                  <a:pt x="11579" y="0"/>
                </a:lnTo>
                <a:lnTo>
                  <a:pt x="11579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816120" y="4154400"/>
            <a:ext cx="4176360" cy="536760"/>
          </a:xfrm>
          <a:custGeom>
            <a:avLst/>
            <a:gdLst/>
            <a:ahLst/>
            <a:rect l="0" t="0" r="r" b="b"/>
            <a:pathLst>
              <a:path w="11601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5" y="0"/>
                </a:lnTo>
                <a:lnTo>
                  <a:pt x="3555" y="22"/>
                </a:lnTo>
                <a:lnTo>
                  <a:pt x="3442" y="22"/>
                </a:lnTo>
                <a:lnTo>
                  <a:pt x="3442" y="0"/>
                </a:lnTo>
                <a:moveTo>
                  <a:pt x="3623" y="0"/>
                </a:moveTo>
                <a:lnTo>
                  <a:pt x="3736" y="0"/>
                </a:lnTo>
                <a:lnTo>
                  <a:pt x="3736" y="22"/>
                </a:lnTo>
                <a:lnTo>
                  <a:pt x="3623" y="22"/>
                </a:lnTo>
                <a:lnTo>
                  <a:pt x="3623" y="0"/>
                </a:lnTo>
                <a:moveTo>
                  <a:pt x="3804" y="0"/>
                </a:moveTo>
                <a:lnTo>
                  <a:pt x="3917" y="0"/>
                </a:lnTo>
                <a:lnTo>
                  <a:pt x="3917" y="22"/>
                </a:lnTo>
                <a:lnTo>
                  <a:pt x="3804" y="22"/>
                </a:lnTo>
                <a:lnTo>
                  <a:pt x="3804" y="0"/>
                </a:lnTo>
                <a:moveTo>
                  <a:pt x="3984" y="0"/>
                </a:moveTo>
                <a:lnTo>
                  <a:pt x="4097" y="0"/>
                </a:lnTo>
                <a:lnTo>
                  <a:pt x="4097" y="22"/>
                </a:lnTo>
                <a:lnTo>
                  <a:pt x="3984" y="22"/>
                </a:lnTo>
                <a:lnTo>
                  <a:pt x="3984" y="0"/>
                </a:lnTo>
                <a:moveTo>
                  <a:pt x="4165" y="0"/>
                </a:moveTo>
                <a:lnTo>
                  <a:pt x="4278" y="0"/>
                </a:lnTo>
                <a:lnTo>
                  <a:pt x="4278" y="22"/>
                </a:lnTo>
                <a:lnTo>
                  <a:pt x="4165" y="22"/>
                </a:lnTo>
                <a:lnTo>
                  <a:pt x="4165" y="0"/>
                </a:lnTo>
                <a:moveTo>
                  <a:pt x="4345" y="0"/>
                </a:moveTo>
                <a:lnTo>
                  <a:pt x="4458" y="0"/>
                </a:lnTo>
                <a:lnTo>
                  <a:pt x="4458" y="22"/>
                </a:lnTo>
                <a:lnTo>
                  <a:pt x="4345" y="22"/>
                </a:lnTo>
                <a:lnTo>
                  <a:pt x="4345" y="0"/>
                </a:lnTo>
                <a:moveTo>
                  <a:pt x="4526" y="0"/>
                </a:moveTo>
                <a:lnTo>
                  <a:pt x="4639" y="0"/>
                </a:lnTo>
                <a:lnTo>
                  <a:pt x="4639" y="22"/>
                </a:lnTo>
                <a:lnTo>
                  <a:pt x="4526" y="22"/>
                </a:lnTo>
                <a:lnTo>
                  <a:pt x="4526" y="0"/>
                </a:lnTo>
                <a:moveTo>
                  <a:pt x="4706" y="0"/>
                </a:moveTo>
                <a:lnTo>
                  <a:pt x="4819" y="0"/>
                </a:lnTo>
                <a:lnTo>
                  <a:pt x="4819" y="22"/>
                </a:lnTo>
                <a:lnTo>
                  <a:pt x="4706" y="22"/>
                </a:lnTo>
                <a:lnTo>
                  <a:pt x="4706" y="0"/>
                </a:lnTo>
                <a:moveTo>
                  <a:pt x="4887" y="0"/>
                </a:moveTo>
                <a:lnTo>
                  <a:pt x="5000" y="0"/>
                </a:lnTo>
                <a:lnTo>
                  <a:pt x="5000" y="22"/>
                </a:lnTo>
                <a:lnTo>
                  <a:pt x="4887" y="22"/>
                </a:lnTo>
                <a:lnTo>
                  <a:pt x="4887" y="0"/>
                </a:lnTo>
                <a:moveTo>
                  <a:pt x="5067" y="0"/>
                </a:moveTo>
                <a:lnTo>
                  <a:pt x="5180" y="0"/>
                </a:lnTo>
                <a:lnTo>
                  <a:pt x="5180" y="22"/>
                </a:lnTo>
                <a:lnTo>
                  <a:pt x="5067" y="22"/>
                </a:lnTo>
                <a:lnTo>
                  <a:pt x="5067" y="0"/>
                </a:lnTo>
                <a:moveTo>
                  <a:pt x="5248" y="0"/>
                </a:moveTo>
                <a:lnTo>
                  <a:pt x="5361" y="0"/>
                </a:lnTo>
                <a:lnTo>
                  <a:pt x="5361" y="22"/>
                </a:lnTo>
                <a:lnTo>
                  <a:pt x="5248" y="22"/>
                </a:lnTo>
                <a:lnTo>
                  <a:pt x="5248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2"/>
                </a:lnTo>
                <a:lnTo>
                  <a:pt x="5429" y="22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2"/>
                </a:lnTo>
                <a:lnTo>
                  <a:pt x="5609" y="22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2"/>
                </a:lnTo>
                <a:lnTo>
                  <a:pt x="5790" y="22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2"/>
                </a:lnTo>
                <a:lnTo>
                  <a:pt x="5970" y="22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2"/>
                </a:lnTo>
                <a:lnTo>
                  <a:pt x="6151" y="22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2"/>
                </a:lnTo>
                <a:lnTo>
                  <a:pt x="6331" y="22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2"/>
                </a:lnTo>
                <a:lnTo>
                  <a:pt x="6512" y="22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2"/>
                </a:lnTo>
                <a:lnTo>
                  <a:pt x="6692" y="22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2"/>
                </a:lnTo>
                <a:lnTo>
                  <a:pt x="6873" y="22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2"/>
                </a:lnTo>
                <a:lnTo>
                  <a:pt x="7053" y="22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2"/>
                </a:lnTo>
                <a:lnTo>
                  <a:pt x="7234" y="22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2"/>
                </a:lnTo>
                <a:lnTo>
                  <a:pt x="7415" y="22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2"/>
                </a:lnTo>
                <a:lnTo>
                  <a:pt x="7595" y="22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2"/>
                </a:lnTo>
                <a:lnTo>
                  <a:pt x="7776" y="22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01" y="0"/>
                </a:lnTo>
                <a:lnTo>
                  <a:pt x="11601" y="101"/>
                </a:lnTo>
                <a:lnTo>
                  <a:pt x="11578" y="101"/>
                </a:lnTo>
                <a:lnTo>
                  <a:pt x="11578" y="11"/>
                </a:lnTo>
                <a:lnTo>
                  <a:pt x="11590" y="11"/>
                </a:lnTo>
                <a:lnTo>
                  <a:pt x="1159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601" y="169"/>
                </a:moveTo>
                <a:lnTo>
                  <a:pt x="11601" y="282"/>
                </a:lnTo>
                <a:lnTo>
                  <a:pt x="11578" y="282"/>
                </a:lnTo>
                <a:lnTo>
                  <a:pt x="11578" y="169"/>
                </a:lnTo>
                <a:lnTo>
                  <a:pt x="11601" y="169"/>
                </a:lnTo>
                <a:moveTo>
                  <a:pt x="11601" y="350"/>
                </a:moveTo>
                <a:lnTo>
                  <a:pt x="11601" y="463"/>
                </a:lnTo>
                <a:lnTo>
                  <a:pt x="11578" y="463"/>
                </a:lnTo>
                <a:lnTo>
                  <a:pt x="11578" y="350"/>
                </a:lnTo>
                <a:lnTo>
                  <a:pt x="11601" y="350"/>
                </a:lnTo>
                <a:moveTo>
                  <a:pt x="11601" y="530"/>
                </a:moveTo>
                <a:lnTo>
                  <a:pt x="11601" y="643"/>
                </a:lnTo>
                <a:lnTo>
                  <a:pt x="11578" y="643"/>
                </a:lnTo>
                <a:lnTo>
                  <a:pt x="11578" y="530"/>
                </a:lnTo>
                <a:lnTo>
                  <a:pt x="11601" y="530"/>
                </a:lnTo>
                <a:moveTo>
                  <a:pt x="11601" y="711"/>
                </a:moveTo>
                <a:lnTo>
                  <a:pt x="11601" y="824"/>
                </a:lnTo>
                <a:lnTo>
                  <a:pt x="11578" y="824"/>
                </a:lnTo>
                <a:lnTo>
                  <a:pt x="11578" y="711"/>
                </a:lnTo>
                <a:lnTo>
                  <a:pt x="11601" y="711"/>
                </a:lnTo>
                <a:moveTo>
                  <a:pt x="11601" y="892"/>
                </a:moveTo>
                <a:lnTo>
                  <a:pt x="11601" y="1004"/>
                </a:lnTo>
                <a:lnTo>
                  <a:pt x="11578" y="1004"/>
                </a:lnTo>
                <a:lnTo>
                  <a:pt x="11578" y="892"/>
                </a:lnTo>
                <a:lnTo>
                  <a:pt x="11601" y="892"/>
                </a:lnTo>
                <a:moveTo>
                  <a:pt x="11601" y="1072"/>
                </a:moveTo>
                <a:lnTo>
                  <a:pt x="11601" y="1186"/>
                </a:lnTo>
                <a:lnTo>
                  <a:pt x="11578" y="1186"/>
                </a:lnTo>
                <a:lnTo>
                  <a:pt x="11578" y="1072"/>
                </a:lnTo>
                <a:lnTo>
                  <a:pt x="11601" y="1072"/>
                </a:lnTo>
                <a:moveTo>
                  <a:pt x="11601" y="1254"/>
                </a:moveTo>
                <a:lnTo>
                  <a:pt x="11601" y="1367"/>
                </a:lnTo>
                <a:lnTo>
                  <a:pt x="11578" y="1367"/>
                </a:lnTo>
                <a:lnTo>
                  <a:pt x="11578" y="1254"/>
                </a:lnTo>
                <a:lnTo>
                  <a:pt x="11601" y="1254"/>
                </a:lnTo>
                <a:moveTo>
                  <a:pt x="11601" y="1434"/>
                </a:moveTo>
                <a:lnTo>
                  <a:pt x="11601" y="1491"/>
                </a:lnTo>
                <a:lnTo>
                  <a:pt x="11522" y="1491"/>
                </a:lnTo>
                <a:lnTo>
                  <a:pt x="11522" y="1468"/>
                </a:lnTo>
                <a:lnTo>
                  <a:pt x="11590" y="1468"/>
                </a:lnTo>
                <a:lnTo>
                  <a:pt x="11590" y="1479"/>
                </a:lnTo>
                <a:lnTo>
                  <a:pt x="11578" y="1479"/>
                </a:lnTo>
                <a:lnTo>
                  <a:pt x="11578" y="1434"/>
                </a:lnTo>
                <a:lnTo>
                  <a:pt x="11601" y="1434"/>
                </a:lnTo>
                <a:moveTo>
                  <a:pt x="11454" y="1491"/>
                </a:moveTo>
                <a:lnTo>
                  <a:pt x="11341" y="1491"/>
                </a:lnTo>
                <a:lnTo>
                  <a:pt x="11341" y="1468"/>
                </a:lnTo>
                <a:lnTo>
                  <a:pt x="11454" y="1468"/>
                </a:lnTo>
                <a:lnTo>
                  <a:pt x="11454" y="1491"/>
                </a:lnTo>
                <a:moveTo>
                  <a:pt x="11274" y="1491"/>
                </a:moveTo>
                <a:lnTo>
                  <a:pt x="11161" y="1491"/>
                </a:lnTo>
                <a:lnTo>
                  <a:pt x="11161" y="1468"/>
                </a:lnTo>
                <a:lnTo>
                  <a:pt x="11274" y="1468"/>
                </a:lnTo>
                <a:lnTo>
                  <a:pt x="11274" y="1491"/>
                </a:lnTo>
                <a:moveTo>
                  <a:pt x="11093" y="1491"/>
                </a:moveTo>
                <a:lnTo>
                  <a:pt x="10980" y="1491"/>
                </a:lnTo>
                <a:lnTo>
                  <a:pt x="10980" y="1468"/>
                </a:lnTo>
                <a:lnTo>
                  <a:pt x="11093" y="1468"/>
                </a:lnTo>
                <a:lnTo>
                  <a:pt x="11093" y="1491"/>
                </a:lnTo>
                <a:moveTo>
                  <a:pt x="10912" y="1491"/>
                </a:moveTo>
                <a:lnTo>
                  <a:pt x="10800" y="1491"/>
                </a:lnTo>
                <a:lnTo>
                  <a:pt x="10800" y="1468"/>
                </a:lnTo>
                <a:lnTo>
                  <a:pt x="10912" y="1468"/>
                </a:lnTo>
                <a:lnTo>
                  <a:pt x="10912" y="1491"/>
                </a:lnTo>
                <a:moveTo>
                  <a:pt x="10732" y="1491"/>
                </a:moveTo>
                <a:lnTo>
                  <a:pt x="10619" y="1491"/>
                </a:lnTo>
                <a:lnTo>
                  <a:pt x="10619" y="1468"/>
                </a:lnTo>
                <a:lnTo>
                  <a:pt x="10732" y="1468"/>
                </a:lnTo>
                <a:lnTo>
                  <a:pt x="10732" y="1491"/>
                </a:lnTo>
                <a:moveTo>
                  <a:pt x="10551" y="1491"/>
                </a:moveTo>
                <a:lnTo>
                  <a:pt x="10439" y="1491"/>
                </a:lnTo>
                <a:lnTo>
                  <a:pt x="10439" y="1468"/>
                </a:lnTo>
                <a:lnTo>
                  <a:pt x="10551" y="1468"/>
                </a:lnTo>
                <a:lnTo>
                  <a:pt x="10551" y="1491"/>
                </a:lnTo>
                <a:moveTo>
                  <a:pt x="10371" y="1491"/>
                </a:moveTo>
                <a:lnTo>
                  <a:pt x="10258" y="1491"/>
                </a:lnTo>
                <a:lnTo>
                  <a:pt x="10258" y="1468"/>
                </a:lnTo>
                <a:lnTo>
                  <a:pt x="10371" y="1468"/>
                </a:lnTo>
                <a:lnTo>
                  <a:pt x="10371" y="1491"/>
                </a:lnTo>
                <a:moveTo>
                  <a:pt x="10190" y="1491"/>
                </a:moveTo>
                <a:lnTo>
                  <a:pt x="10077" y="1491"/>
                </a:lnTo>
                <a:lnTo>
                  <a:pt x="10077" y="1468"/>
                </a:lnTo>
                <a:lnTo>
                  <a:pt x="10190" y="1468"/>
                </a:lnTo>
                <a:lnTo>
                  <a:pt x="10190" y="1491"/>
                </a:lnTo>
                <a:moveTo>
                  <a:pt x="10010" y="1491"/>
                </a:moveTo>
                <a:lnTo>
                  <a:pt x="9897" y="1491"/>
                </a:lnTo>
                <a:lnTo>
                  <a:pt x="9897" y="1468"/>
                </a:lnTo>
                <a:lnTo>
                  <a:pt x="10010" y="1468"/>
                </a:lnTo>
                <a:lnTo>
                  <a:pt x="10010" y="1491"/>
                </a:lnTo>
                <a:moveTo>
                  <a:pt x="9829" y="1491"/>
                </a:moveTo>
                <a:lnTo>
                  <a:pt x="9716" y="1491"/>
                </a:lnTo>
                <a:lnTo>
                  <a:pt x="9716" y="1468"/>
                </a:lnTo>
                <a:lnTo>
                  <a:pt x="9829" y="1468"/>
                </a:lnTo>
                <a:lnTo>
                  <a:pt x="9829" y="1491"/>
                </a:lnTo>
                <a:moveTo>
                  <a:pt x="9649" y="1491"/>
                </a:moveTo>
                <a:lnTo>
                  <a:pt x="9536" y="1491"/>
                </a:lnTo>
                <a:lnTo>
                  <a:pt x="9536" y="1468"/>
                </a:lnTo>
                <a:lnTo>
                  <a:pt x="9649" y="1468"/>
                </a:lnTo>
                <a:lnTo>
                  <a:pt x="9649" y="1491"/>
                </a:lnTo>
                <a:moveTo>
                  <a:pt x="9468" y="1491"/>
                </a:moveTo>
                <a:lnTo>
                  <a:pt x="9355" y="1491"/>
                </a:lnTo>
                <a:lnTo>
                  <a:pt x="9355" y="1468"/>
                </a:lnTo>
                <a:lnTo>
                  <a:pt x="9468" y="1468"/>
                </a:lnTo>
                <a:lnTo>
                  <a:pt x="9468" y="1491"/>
                </a:lnTo>
                <a:moveTo>
                  <a:pt x="9288" y="1491"/>
                </a:moveTo>
                <a:lnTo>
                  <a:pt x="9175" y="1491"/>
                </a:lnTo>
                <a:lnTo>
                  <a:pt x="9175" y="1468"/>
                </a:lnTo>
                <a:lnTo>
                  <a:pt x="9288" y="1468"/>
                </a:lnTo>
                <a:lnTo>
                  <a:pt x="9288" y="1491"/>
                </a:lnTo>
                <a:moveTo>
                  <a:pt x="9107" y="1491"/>
                </a:moveTo>
                <a:lnTo>
                  <a:pt x="8994" y="1491"/>
                </a:lnTo>
                <a:lnTo>
                  <a:pt x="8994" y="1468"/>
                </a:lnTo>
                <a:lnTo>
                  <a:pt x="9107" y="1468"/>
                </a:lnTo>
                <a:lnTo>
                  <a:pt x="9107" y="1491"/>
                </a:lnTo>
                <a:moveTo>
                  <a:pt x="8927" y="1491"/>
                </a:moveTo>
                <a:lnTo>
                  <a:pt x="8814" y="1491"/>
                </a:lnTo>
                <a:lnTo>
                  <a:pt x="8814" y="1468"/>
                </a:lnTo>
                <a:lnTo>
                  <a:pt x="8927" y="1468"/>
                </a:lnTo>
                <a:lnTo>
                  <a:pt x="8927" y="1491"/>
                </a:lnTo>
                <a:moveTo>
                  <a:pt x="8746" y="1491"/>
                </a:moveTo>
                <a:lnTo>
                  <a:pt x="8633" y="1491"/>
                </a:lnTo>
                <a:lnTo>
                  <a:pt x="8633" y="1468"/>
                </a:lnTo>
                <a:lnTo>
                  <a:pt x="8746" y="1468"/>
                </a:lnTo>
                <a:lnTo>
                  <a:pt x="8746" y="1491"/>
                </a:lnTo>
                <a:moveTo>
                  <a:pt x="8565" y="1491"/>
                </a:moveTo>
                <a:lnTo>
                  <a:pt x="8453" y="1491"/>
                </a:lnTo>
                <a:lnTo>
                  <a:pt x="8453" y="1468"/>
                </a:lnTo>
                <a:lnTo>
                  <a:pt x="8565" y="1468"/>
                </a:lnTo>
                <a:lnTo>
                  <a:pt x="8565" y="1491"/>
                </a:lnTo>
                <a:moveTo>
                  <a:pt x="8385" y="1491"/>
                </a:moveTo>
                <a:lnTo>
                  <a:pt x="8272" y="1491"/>
                </a:lnTo>
                <a:lnTo>
                  <a:pt x="8272" y="1468"/>
                </a:lnTo>
                <a:lnTo>
                  <a:pt x="8385" y="1468"/>
                </a:lnTo>
                <a:lnTo>
                  <a:pt x="8385" y="1491"/>
                </a:lnTo>
                <a:moveTo>
                  <a:pt x="8204" y="1491"/>
                </a:moveTo>
                <a:lnTo>
                  <a:pt x="8092" y="1491"/>
                </a:lnTo>
                <a:lnTo>
                  <a:pt x="8092" y="1468"/>
                </a:lnTo>
                <a:lnTo>
                  <a:pt x="8204" y="1468"/>
                </a:lnTo>
                <a:lnTo>
                  <a:pt x="8204" y="1491"/>
                </a:lnTo>
                <a:moveTo>
                  <a:pt x="8024" y="1491"/>
                </a:moveTo>
                <a:lnTo>
                  <a:pt x="7911" y="1491"/>
                </a:lnTo>
                <a:lnTo>
                  <a:pt x="7911" y="1468"/>
                </a:lnTo>
                <a:lnTo>
                  <a:pt x="8024" y="1468"/>
                </a:lnTo>
                <a:lnTo>
                  <a:pt x="8024" y="1491"/>
                </a:lnTo>
                <a:moveTo>
                  <a:pt x="7843" y="1491"/>
                </a:moveTo>
                <a:lnTo>
                  <a:pt x="7730" y="1491"/>
                </a:lnTo>
                <a:lnTo>
                  <a:pt x="7730" y="1468"/>
                </a:lnTo>
                <a:lnTo>
                  <a:pt x="7843" y="1468"/>
                </a:lnTo>
                <a:lnTo>
                  <a:pt x="7843" y="1491"/>
                </a:lnTo>
                <a:moveTo>
                  <a:pt x="7663" y="1491"/>
                </a:moveTo>
                <a:lnTo>
                  <a:pt x="7550" y="1491"/>
                </a:lnTo>
                <a:lnTo>
                  <a:pt x="7550" y="1468"/>
                </a:lnTo>
                <a:lnTo>
                  <a:pt x="7663" y="1468"/>
                </a:lnTo>
                <a:lnTo>
                  <a:pt x="7663" y="1491"/>
                </a:lnTo>
                <a:moveTo>
                  <a:pt x="7482" y="1491"/>
                </a:moveTo>
                <a:lnTo>
                  <a:pt x="7369" y="1491"/>
                </a:lnTo>
                <a:lnTo>
                  <a:pt x="7369" y="1468"/>
                </a:lnTo>
                <a:lnTo>
                  <a:pt x="7482" y="1468"/>
                </a:lnTo>
                <a:lnTo>
                  <a:pt x="7482" y="1491"/>
                </a:lnTo>
                <a:moveTo>
                  <a:pt x="7302" y="1491"/>
                </a:moveTo>
                <a:lnTo>
                  <a:pt x="7189" y="1491"/>
                </a:lnTo>
                <a:lnTo>
                  <a:pt x="7189" y="1468"/>
                </a:lnTo>
                <a:lnTo>
                  <a:pt x="7302" y="1468"/>
                </a:lnTo>
                <a:lnTo>
                  <a:pt x="7302" y="1491"/>
                </a:lnTo>
                <a:moveTo>
                  <a:pt x="7121" y="1491"/>
                </a:moveTo>
                <a:lnTo>
                  <a:pt x="7008" y="1491"/>
                </a:lnTo>
                <a:lnTo>
                  <a:pt x="7008" y="1468"/>
                </a:lnTo>
                <a:lnTo>
                  <a:pt x="7121" y="1468"/>
                </a:lnTo>
                <a:lnTo>
                  <a:pt x="7121" y="1491"/>
                </a:lnTo>
                <a:moveTo>
                  <a:pt x="6941" y="1491"/>
                </a:moveTo>
                <a:lnTo>
                  <a:pt x="6828" y="1491"/>
                </a:lnTo>
                <a:lnTo>
                  <a:pt x="6828" y="1468"/>
                </a:lnTo>
                <a:lnTo>
                  <a:pt x="6941" y="1468"/>
                </a:lnTo>
                <a:lnTo>
                  <a:pt x="6941" y="1491"/>
                </a:lnTo>
                <a:moveTo>
                  <a:pt x="6760" y="1491"/>
                </a:moveTo>
                <a:lnTo>
                  <a:pt x="6647" y="1491"/>
                </a:lnTo>
                <a:lnTo>
                  <a:pt x="6647" y="1468"/>
                </a:lnTo>
                <a:lnTo>
                  <a:pt x="6760" y="1468"/>
                </a:lnTo>
                <a:lnTo>
                  <a:pt x="6760" y="1491"/>
                </a:lnTo>
                <a:moveTo>
                  <a:pt x="6580" y="1491"/>
                </a:moveTo>
                <a:lnTo>
                  <a:pt x="6467" y="1491"/>
                </a:lnTo>
                <a:lnTo>
                  <a:pt x="6467" y="1468"/>
                </a:lnTo>
                <a:lnTo>
                  <a:pt x="6580" y="1468"/>
                </a:lnTo>
                <a:lnTo>
                  <a:pt x="6580" y="1491"/>
                </a:lnTo>
                <a:moveTo>
                  <a:pt x="6399" y="1491"/>
                </a:moveTo>
                <a:lnTo>
                  <a:pt x="6286" y="1491"/>
                </a:lnTo>
                <a:lnTo>
                  <a:pt x="6286" y="1468"/>
                </a:lnTo>
                <a:lnTo>
                  <a:pt x="6399" y="1468"/>
                </a:lnTo>
                <a:lnTo>
                  <a:pt x="6399" y="1491"/>
                </a:lnTo>
                <a:moveTo>
                  <a:pt x="6218" y="1491"/>
                </a:moveTo>
                <a:lnTo>
                  <a:pt x="6106" y="1491"/>
                </a:lnTo>
                <a:lnTo>
                  <a:pt x="6106" y="1468"/>
                </a:lnTo>
                <a:lnTo>
                  <a:pt x="6218" y="1468"/>
                </a:lnTo>
                <a:lnTo>
                  <a:pt x="6218" y="1491"/>
                </a:lnTo>
                <a:moveTo>
                  <a:pt x="6038" y="1491"/>
                </a:moveTo>
                <a:lnTo>
                  <a:pt x="5925" y="1491"/>
                </a:lnTo>
                <a:lnTo>
                  <a:pt x="5925" y="1468"/>
                </a:lnTo>
                <a:lnTo>
                  <a:pt x="6038" y="1468"/>
                </a:lnTo>
                <a:lnTo>
                  <a:pt x="6038" y="1491"/>
                </a:lnTo>
                <a:moveTo>
                  <a:pt x="5857" y="1491"/>
                </a:moveTo>
                <a:lnTo>
                  <a:pt x="5745" y="1491"/>
                </a:lnTo>
                <a:lnTo>
                  <a:pt x="5745" y="1468"/>
                </a:lnTo>
                <a:lnTo>
                  <a:pt x="5857" y="1468"/>
                </a:lnTo>
                <a:lnTo>
                  <a:pt x="5857" y="1491"/>
                </a:lnTo>
                <a:moveTo>
                  <a:pt x="5677" y="1491"/>
                </a:moveTo>
                <a:lnTo>
                  <a:pt x="5564" y="1491"/>
                </a:lnTo>
                <a:lnTo>
                  <a:pt x="5564" y="1468"/>
                </a:lnTo>
                <a:lnTo>
                  <a:pt x="5677" y="1468"/>
                </a:lnTo>
                <a:lnTo>
                  <a:pt x="5677" y="1491"/>
                </a:lnTo>
                <a:moveTo>
                  <a:pt x="5496" y="1491"/>
                </a:moveTo>
                <a:lnTo>
                  <a:pt x="5383" y="1491"/>
                </a:lnTo>
                <a:lnTo>
                  <a:pt x="5383" y="1468"/>
                </a:lnTo>
                <a:lnTo>
                  <a:pt x="5496" y="1468"/>
                </a:lnTo>
                <a:lnTo>
                  <a:pt x="5496" y="1491"/>
                </a:lnTo>
                <a:moveTo>
                  <a:pt x="5316" y="1491"/>
                </a:moveTo>
                <a:lnTo>
                  <a:pt x="5203" y="1491"/>
                </a:lnTo>
                <a:lnTo>
                  <a:pt x="5203" y="1468"/>
                </a:lnTo>
                <a:lnTo>
                  <a:pt x="5316" y="1468"/>
                </a:lnTo>
                <a:lnTo>
                  <a:pt x="5316" y="1491"/>
                </a:lnTo>
                <a:moveTo>
                  <a:pt x="5135" y="1491"/>
                </a:moveTo>
                <a:lnTo>
                  <a:pt x="5022" y="1491"/>
                </a:lnTo>
                <a:lnTo>
                  <a:pt x="5022" y="1468"/>
                </a:lnTo>
                <a:lnTo>
                  <a:pt x="5135" y="1468"/>
                </a:lnTo>
                <a:lnTo>
                  <a:pt x="5135" y="1491"/>
                </a:lnTo>
                <a:moveTo>
                  <a:pt x="4955" y="1491"/>
                </a:moveTo>
                <a:lnTo>
                  <a:pt x="4842" y="1491"/>
                </a:lnTo>
                <a:lnTo>
                  <a:pt x="4842" y="1468"/>
                </a:lnTo>
                <a:lnTo>
                  <a:pt x="4955" y="1468"/>
                </a:lnTo>
                <a:lnTo>
                  <a:pt x="4955" y="1491"/>
                </a:lnTo>
                <a:moveTo>
                  <a:pt x="4774" y="1491"/>
                </a:moveTo>
                <a:lnTo>
                  <a:pt x="4661" y="1491"/>
                </a:lnTo>
                <a:lnTo>
                  <a:pt x="4661" y="1468"/>
                </a:lnTo>
                <a:lnTo>
                  <a:pt x="4774" y="1468"/>
                </a:lnTo>
                <a:lnTo>
                  <a:pt x="4774" y="1491"/>
                </a:lnTo>
                <a:moveTo>
                  <a:pt x="4594" y="1491"/>
                </a:moveTo>
                <a:lnTo>
                  <a:pt x="4481" y="1491"/>
                </a:lnTo>
                <a:lnTo>
                  <a:pt x="4481" y="1468"/>
                </a:lnTo>
                <a:lnTo>
                  <a:pt x="4594" y="1468"/>
                </a:lnTo>
                <a:lnTo>
                  <a:pt x="4594" y="1491"/>
                </a:lnTo>
                <a:moveTo>
                  <a:pt x="4413" y="1491"/>
                </a:moveTo>
                <a:lnTo>
                  <a:pt x="4300" y="1491"/>
                </a:lnTo>
                <a:lnTo>
                  <a:pt x="4300" y="1468"/>
                </a:lnTo>
                <a:lnTo>
                  <a:pt x="4413" y="1468"/>
                </a:lnTo>
                <a:lnTo>
                  <a:pt x="4413" y="1491"/>
                </a:lnTo>
                <a:moveTo>
                  <a:pt x="4232" y="1491"/>
                </a:moveTo>
                <a:lnTo>
                  <a:pt x="4120" y="1491"/>
                </a:lnTo>
                <a:lnTo>
                  <a:pt x="4120" y="1468"/>
                </a:lnTo>
                <a:lnTo>
                  <a:pt x="4232" y="1468"/>
                </a:lnTo>
                <a:lnTo>
                  <a:pt x="4232" y="1491"/>
                </a:lnTo>
                <a:moveTo>
                  <a:pt x="4052" y="1491"/>
                </a:moveTo>
                <a:lnTo>
                  <a:pt x="3939" y="1491"/>
                </a:lnTo>
                <a:lnTo>
                  <a:pt x="3939" y="1468"/>
                </a:lnTo>
                <a:lnTo>
                  <a:pt x="4052" y="1468"/>
                </a:lnTo>
                <a:lnTo>
                  <a:pt x="4052" y="1491"/>
                </a:lnTo>
                <a:moveTo>
                  <a:pt x="3871" y="1491"/>
                </a:moveTo>
                <a:lnTo>
                  <a:pt x="3759" y="1491"/>
                </a:lnTo>
                <a:lnTo>
                  <a:pt x="3759" y="1468"/>
                </a:lnTo>
                <a:lnTo>
                  <a:pt x="3871" y="1468"/>
                </a:lnTo>
                <a:lnTo>
                  <a:pt x="3871" y="1491"/>
                </a:lnTo>
                <a:moveTo>
                  <a:pt x="3691" y="1491"/>
                </a:moveTo>
                <a:lnTo>
                  <a:pt x="3578" y="1491"/>
                </a:lnTo>
                <a:lnTo>
                  <a:pt x="3578" y="1468"/>
                </a:lnTo>
                <a:lnTo>
                  <a:pt x="3691" y="1468"/>
                </a:lnTo>
                <a:lnTo>
                  <a:pt x="3691" y="1491"/>
                </a:lnTo>
                <a:moveTo>
                  <a:pt x="3509" y="1491"/>
                </a:moveTo>
                <a:lnTo>
                  <a:pt x="3396" y="1491"/>
                </a:lnTo>
                <a:lnTo>
                  <a:pt x="3396" y="1468"/>
                </a:lnTo>
                <a:lnTo>
                  <a:pt x="3509" y="1468"/>
                </a:lnTo>
                <a:lnTo>
                  <a:pt x="3509" y="1491"/>
                </a:lnTo>
                <a:moveTo>
                  <a:pt x="3329" y="1491"/>
                </a:moveTo>
                <a:lnTo>
                  <a:pt x="3216" y="1491"/>
                </a:lnTo>
                <a:lnTo>
                  <a:pt x="3216" y="1468"/>
                </a:lnTo>
                <a:lnTo>
                  <a:pt x="3329" y="1468"/>
                </a:lnTo>
                <a:lnTo>
                  <a:pt x="3329" y="1491"/>
                </a:lnTo>
                <a:moveTo>
                  <a:pt x="3148" y="1491"/>
                </a:moveTo>
                <a:lnTo>
                  <a:pt x="3035" y="1491"/>
                </a:lnTo>
                <a:lnTo>
                  <a:pt x="3035" y="1468"/>
                </a:lnTo>
                <a:lnTo>
                  <a:pt x="3148" y="1468"/>
                </a:lnTo>
                <a:lnTo>
                  <a:pt x="3148" y="1491"/>
                </a:lnTo>
                <a:moveTo>
                  <a:pt x="2968" y="1491"/>
                </a:moveTo>
                <a:lnTo>
                  <a:pt x="2855" y="1491"/>
                </a:lnTo>
                <a:lnTo>
                  <a:pt x="2855" y="1468"/>
                </a:lnTo>
                <a:lnTo>
                  <a:pt x="2968" y="1468"/>
                </a:lnTo>
                <a:lnTo>
                  <a:pt x="2968" y="1491"/>
                </a:lnTo>
                <a:moveTo>
                  <a:pt x="2787" y="1491"/>
                </a:moveTo>
                <a:lnTo>
                  <a:pt x="2674" y="1491"/>
                </a:lnTo>
                <a:lnTo>
                  <a:pt x="2674" y="1468"/>
                </a:lnTo>
                <a:lnTo>
                  <a:pt x="2787" y="1468"/>
                </a:lnTo>
                <a:lnTo>
                  <a:pt x="2787" y="1491"/>
                </a:lnTo>
                <a:moveTo>
                  <a:pt x="2607" y="1491"/>
                </a:moveTo>
                <a:lnTo>
                  <a:pt x="2494" y="1491"/>
                </a:lnTo>
                <a:lnTo>
                  <a:pt x="2494" y="1468"/>
                </a:lnTo>
                <a:lnTo>
                  <a:pt x="2607" y="1468"/>
                </a:lnTo>
                <a:lnTo>
                  <a:pt x="2607" y="1491"/>
                </a:lnTo>
                <a:moveTo>
                  <a:pt x="2426" y="1491"/>
                </a:moveTo>
                <a:lnTo>
                  <a:pt x="2313" y="1491"/>
                </a:lnTo>
                <a:lnTo>
                  <a:pt x="2313" y="1468"/>
                </a:lnTo>
                <a:lnTo>
                  <a:pt x="2426" y="1468"/>
                </a:lnTo>
                <a:lnTo>
                  <a:pt x="2426" y="1491"/>
                </a:lnTo>
                <a:moveTo>
                  <a:pt x="2246" y="1491"/>
                </a:moveTo>
                <a:lnTo>
                  <a:pt x="2133" y="1491"/>
                </a:lnTo>
                <a:lnTo>
                  <a:pt x="2133" y="1468"/>
                </a:lnTo>
                <a:lnTo>
                  <a:pt x="2246" y="1468"/>
                </a:lnTo>
                <a:lnTo>
                  <a:pt x="2246" y="1491"/>
                </a:lnTo>
                <a:moveTo>
                  <a:pt x="2065" y="1491"/>
                </a:moveTo>
                <a:lnTo>
                  <a:pt x="1952" y="1491"/>
                </a:lnTo>
                <a:lnTo>
                  <a:pt x="1952" y="1468"/>
                </a:lnTo>
                <a:lnTo>
                  <a:pt x="2065" y="1468"/>
                </a:lnTo>
                <a:lnTo>
                  <a:pt x="2065" y="1491"/>
                </a:lnTo>
                <a:moveTo>
                  <a:pt x="1884" y="1491"/>
                </a:moveTo>
                <a:lnTo>
                  <a:pt x="1772" y="1491"/>
                </a:lnTo>
                <a:lnTo>
                  <a:pt x="1772" y="1468"/>
                </a:lnTo>
                <a:lnTo>
                  <a:pt x="1884" y="1468"/>
                </a:lnTo>
                <a:lnTo>
                  <a:pt x="1884" y="1491"/>
                </a:lnTo>
                <a:moveTo>
                  <a:pt x="1704" y="1491"/>
                </a:moveTo>
                <a:lnTo>
                  <a:pt x="1591" y="1491"/>
                </a:lnTo>
                <a:lnTo>
                  <a:pt x="1591" y="1468"/>
                </a:lnTo>
                <a:lnTo>
                  <a:pt x="1704" y="1468"/>
                </a:lnTo>
                <a:lnTo>
                  <a:pt x="1704" y="1491"/>
                </a:lnTo>
                <a:moveTo>
                  <a:pt x="1523" y="1491"/>
                </a:moveTo>
                <a:lnTo>
                  <a:pt x="1411" y="1491"/>
                </a:lnTo>
                <a:lnTo>
                  <a:pt x="1411" y="1468"/>
                </a:lnTo>
                <a:lnTo>
                  <a:pt x="1523" y="1468"/>
                </a:lnTo>
                <a:lnTo>
                  <a:pt x="1523" y="1491"/>
                </a:lnTo>
                <a:moveTo>
                  <a:pt x="1343" y="1491"/>
                </a:moveTo>
                <a:lnTo>
                  <a:pt x="1230" y="1491"/>
                </a:lnTo>
                <a:lnTo>
                  <a:pt x="1230" y="1468"/>
                </a:lnTo>
                <a:lnTo>
                  <a:pt x="1343" y="1468"/>
                </a:lnTo>
                <a:lnTo>
                  <a:pt x="1343" y="1491"/>
                </a:lnTo>
                <a:moveTo>
                  <a:pt x="1162" y="1491"/>
                </a:moveTo>
                <a:lnTo>
                  <a:pt x="1049" y="1491"/>
                </a:lnTo>
                <a:lnTo>
                  <a:pt x="1049" y="1468"/>
                </a:lnTo>
                <a:lnTo>
                  <a:pt x="1162" y="1468"/>
                </a:lnTo>
                <a:lnTo>
                  <a:pt x="1162" y="1491"/>
                </a:lnTo>
                <a:moveTo>
                  <a:pt x="982" y="1491"/>
                </a:moveTo>
                <a:lnTo>
                  <a:pt x="869" y="1491"/>
                </a:lnTo>
                <a:lnTo>
                  <a:pt x="869" y="1468"/>
                </a:lnTo>
                <a:lnTo>
                  <a:pt x="982" y="1468"/>
                </a:lnTo>
                <a:lnTo>
                  <a:pt x="982" y="1491"/>
                </a:lnTo>
                <a:moveTo>
                  <a:pt x="801" y="1491"/>
                </a:moveTo>
                <a:lnTo>
                  <a:pt x="688" y="1491"/>
                </a:lnTo>
                <a:lnTo>
                  <a:pt x="688" y="1468"/>
                </a:lnTo>
                <a:lnTo>
                  <a:pt x="801" y="1468"/>
                </a:lnTo>
                <a:lnTo>
                  <a:pt x="801" y="1491"/>
                </a:lnTo>
                <a:moveTo>
                  <a:pt x="621" y="1491"/>
                </a:moveTo>
                <a:lnTo>
                  <a:pt x="508" y="1491"/>
                </a:lnTo>
                <a:lnTo>
                  <a:pt x="508" y="1468"/>
                </a:lnTo>
                <a:lnTo>
                  <a:pt x="621" y="1468"/>
                </a:lnTo>
                <a:lnTo>
                  <a:pt x="621" y="1491"/>
                </a:lnTo>
                <a:moveTo>
                  <a:pt x="440" y="1491"/>
                </a:moveTo>
                <a:lnTo>
                  <a:pt x="327" y="1491"/>
                </a:lnTo>
                <a:lnTo>
                  <a:pt x="327" y="1468"/>
                </a:lnTo>
                <a:lnTo>
                  <a:pt x="440" y="1468"/>
                </a:lnTo>
                <a:lnTo>
                  <a:pt x="440" y="1491"/>
                </a:lnTo>
                <a:moveTo>
                  <a:pt x="260" y="1491"/>
                </a:moveTo>
                <a:lnTo>
                  <a:pt x="147" y="1491"/>
                </a:lnTo>
                <a:lnTo>
                  <a:pt x="147" y="1468"/>
                </a:lnTo>
                <a:lnTo>
                  <a:pt x="260" y="1468"/>
                </a:lnTo>
                <a:lnTo>
                  <a:pt x="260" y="1491"/>
                </a:lnTo>
                <a:moveTo>
                  <a:pt x="79" y="1491"/>
                </a:moveTo>
                <a:lnTo>
                  <a:pt x="0" y="1491"/>
                </a:lnTo>
                <a:lnTo>
                  <a:pt x="0" y="1434"/>
                </a:lnTo>
                <a:lnTo>
                  <a:pt x="23" y="1434"/>
                </a:lnTo>
                <a:lnTo>
                  <a:pt x="23" y="1479"/>
                </a:lnTo>
                <a:lnTo>
                  <a:pt x="11" y="1479"/>
                </a:lnTo>
                <a:lnTo>
                  <a:pt x="11" y="1468"/>
                </a:lnTo>
                <a:lnTo>
                  <a:pt x="79" y="1468"/>
                </a:lnTo>
                <a:lnTo>
                  <a:pt x="79" y="1491"/>
                </a:lnTo>
                <a:moveTo>
                  <a:pt x="0" y="1367"/>
                </a:moveTo>
                <a:lnTo>
                  <a:pt x="0" y="1254"/>
                </a:lnTo>
                <a:lnTo>
                  <a:pt x="23" y="1254"/>
                </a:lnTo>
                <a:lnTo>
                  <a:pt x="23" y="1367"/>
                </a:lnTo>
                <a:lnTo>
                  <a:pt x="0" y="1367"/>
                </a:lnTo>
                <a:moveTo>
                  <a:pt x="0" y="1186"/>
                </a:moveTo>
                <a:lnTo>
                  <a:pt x="0" y="1072"/>
                </a:lnTo>
                <a:lnTo>
                  <a:pt x="23" y="1072"/>
                </a:lnTo>
                <a:lnTo>
                  <a:pt x="23" y="1186"/>
                </a:lnTo>
                <a:lnTo>
                  <a:pt x="0" y="1186"/>
                </a:lnTo>
                <a:moveTo>
                  <a:pt x="0" y="1004"/>
                </a:moveTo>
                <a:lnTo>
                  <a:pt x="0" y="892"/>
                </a:lnTo>
                <a:lnTo>
                  <a:pt x="23" y="892"/>
                </a:lnTo>
                <a:lnTo>
                  <a:pt x="23" y="1004"/>
                </a:lnTo>
                <a:lnTo>
                  <a:pt x="0" y="1004"/>
                </a:lnTo>
                <a:moveTo>
                  <a:pt x="0" y="824"/>
                </a:moveTo>
                <a:lnTo>
                  <a:pt x="0" y="711"/>
                </a:lnTo>
                <a:lnTo>
                  <a:pt x="23" y="711"/>
                </a:lnTo>
                <a:lnTo>
                  <a:pt x="23" y="824"/>
                </a:lnTo>
                <a:lnTo>
                  <a:pt x="0" y="824"/>
                </a:lnTo>
                <a:moveTo>
                  <a:pt x="0" y="643"/>
                </a:moveTo>
                <a:lnTo>
                  <a:pt x="0" y="530"/>
                </a:lnTo>
                <a:lnTo>
                  <a:pt x="23" y="530"/>
                </a:lnTo>
                <a:lnTo>
                  <a:pt x="23" y="643"/>
                </a:lnTo>
                <a:lnTo>
                  <a:pt x="0" y="643"/>
                </a:lnTo>
                <a:moveTo>
                  <a:pt x="0" y="463"/>
                </a:moveTo>
                <a:lnTo>
                  <a:pt x="0" y="350"/>
                </a:lnTo>
                <a:lnTo>
                  <a:pt x="23" y="350"/>
                </a:lnTo>
                <a:lnTo>
                  <a:pt x="23" y="463"/>
                </a:lnTo>
                <a:lnTo>
                  <a:pt x="0" y="463"/>
                </a:lnTo>
                <a:moveTo>
                  <a:pt x="0" y="282"/>
                </a:moveTo>
                <a:lnTo>
                  <a:pt x="0" y="169"/>
                </a:lnTo>
                <a:lnTo>
                  <a:pt x="23" y="169"/>
                </a:lnTo>
                <a:lnTo>
                  <a:pt x="23" y="282"/>
                </a:lnTo>
                <a:lnTo>
                  <a:pt x="0" y="282"/>
                </a:lnTo>
                <a:moveTo>
                  <a:pt x="0" y="101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48254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48254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901800" y="3742920"/>
            <a:ext cx="6166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901800" y="42145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901800" y="43455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1307520" y="4686480"/>
            <a:ext cx="0" cy="2278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901800" y="4498920"/>
            <a:ext cx="1168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97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785160" y="952920"/>
            <a:ext cx="6255720" cy="394920"/>
          </a:xfrm>
          <a:custGeom>
            <a:avLst/>
            <a:gdLst/>
            <a:ahLst/>
            <a:rect l="0" t="0" r="r" b="b"/>
            <a:pathLst>
              <a:path w="17377" h="1097">
                <a:moveTo>
                  <a:pt x="0" y="0"/>
                </a:moveTo>
                <a:lnTo>
                  <a:pt x="17377" y="0"/>
                </a:lnTo>
                <a:lnTo>
                  <a:pt x="17377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780840" y="948960"/>
            <a:ext cx="6264000" cy="402840"/>
          </a:xfrm>
          <a:custGeom>
            <a:avLst/>
            <a:gdLst/>
            <a:ahLst/>
            <a:rect l="0" t="0" r="r" b="b"/>
            <a:pathLst>
              <a:path w="17400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00" y="0"/>
                </a:lnTo>
                <a:lnTo>
                  <a:pt x="17400" y="57"/>
                </a:lnTo>
                <a:lnTo>
                  <a:pt x="17378" y="57"/>
                </a:lnTo>
                <a:lnTo>
                  <a:pt x="17378" y="11"/>
                </a:lnTo>
                <a:lnTo>
                  <a:pt x="17389" y="11"/>
                </a:lnTo>
                <a:lnTo>
                  <a:pt x="17389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400" y="126"/>
                </a:moveTo>
                <a:lnTo>
                  <a:pt x="17400" y="241"/>
                </a:lnTo>
                <a:lnTo>
                  <a:pt x="17378" y="241"/>
                </a:lnTo>
                <a:lnTo>
                  <a:pt x="17378" y="126"/>
                </a:lnTo>
                <a:lnTo>
                  <a:pt x="17400" y="126"/>
                </a:lnTo>
                <a:moveTo>
                  <a:pt x="17400" y="309"/>
                </a:moveTo>
                <a:lnTo>
                  <a:pt x="17400" y="423"/>
                </a:lnTo>
                <a:lnTo>
                  <a:pt x="17378" y="423"/>
                </a:lnTo>
                <a:lnTo>
                  <a:pt x="17378" y="309"/>
                </a:lnTo>
                <a:lnTo>
                  <a:pt x="17400" y="309"/>
                </a:lnTo>
                <a:moveTo>
                  <a:pt x="17400" y="492"/>
                </a:moveTo>
                <a:lnTo>
                  <a:pt x="17400" y="606"/>
                </a:lnTo>
                <a:lnTo>
                  <a:pt x="17378" y="606"/>
                </a:lnTo>
                <a:lnTo>
                  <a:pt x="17378" y="492"/>
                </a:lnTo>
                <a:lnTo>
                  <a:pt x="17400" y="492"/>
                </a:lnTo>
                <a:moveTo>
                  <a:pt x="17400" y="674"/>
                </a:moveTo>
                <a:lnTo>
                  <a:pt x="17400" y="788"/>
                </a:lnTo>
                <a:lnTo>
                  <a:pt x="17378" y="788"/>
                </a:lnTo>
                <a:lnTo>
                  <a:pt x="17378" y="674"/>
                </a:lnTo>
                <a:lnTo>
                  <a:pt x="17400" y="674"/>
                </a:lnTo>
                <a:moveTo>
                  <a:pt x="17400" y="857"/>
                </a:moveTo>
                <a:lnTo>
                  <a:pt x="17400" y="971"/>
                </a:lnTo>
                <a:lnTo>
                  <a:pt x="17378" y="971"/>
                </a:lnTo>
                <a:lnTo>
                  <a:pt x="17378" y="857"/>
                </a:lnTo>
                <a:lnTo>
                  <a:pt x="17400" y="857"/>
                </a:lnTo>
                <a:moveTo>
                  <a:pt x="17400" y="1039"/>
                </a:moveTo>
                <a:lnTo>
                  <a:pt x="17400" y="1119"/>
                </a:lnTo>
                <a:lnTo>
                  <a:pt x="17343" y="1119"/>
                </a:lnTo>
                <a:lnTo>
                  <a:pt x="17343" y="1097"/>
                </a:lnTo>
                <a:lnTo>
                  <a:pt x="17389" y="1097"/>
                </a:lnTo>
                <a:lnTo>
                  <a:pt x="17389" y="1108"/>
                </a:lnTo>
                <a:lnTo>
                  <a:pt x="17378" y="1108"/>
                </a:lnTo>
                <a:lnTo>
                  <a:pt x="17378" y="1039"/>
                </a:lnTo>
                <a:lnTo>
                  <a:pt x="17400" y="1039"/>
                </a:lnTo>
                <a:moveTo>
                  <a:pt x="17275" y="1119"/>
                </a:moveTo>
                <a:lnTo>
                  <a:pt x="17161" y="1119"/>
                </a:lnTo>
                <a:lnTo>
                  <a:pt x="17161" y="1097"/>
                </a:lnTo>
                <a:lnTo>
                  <a:pt x="17275" y="1097"/>
                </a:lnTo>
                <a:lnTo>
                  <a:pt x="17275" y="1119"/>
                </a:lnTo>
                <a:moveTo>
                  <a:pt x="17093" y="1119"/>
                </a:moveTo>
                <a:lnTo>
                  <a:pt x="16979" y="1119"/>
                </a:lnTo>
                <a:lnTo>
                  <a:pt x="16979" y="1097"/>
                </a:lnTo>
                <a:lnTo>
                  <a:pt x="17093" y="1097"/>
                </a:lnTo>
                <a:lnTo>
                  <a:pt x="17093" y="1119"/>
                </a:lnTo>
                <a:moveTo>
                  <a:pt x="16911" y="1119"/>
                </a:moveTo>
                <a:lnTo>
                  <a:pt x="16797" y="1119"/>
                </a:lnTo>
                <a:lnTo>
                  <a:pt x="16797" y="1097"/>
                </a:lnTo>
                <a:lnTo>
                  <a:pt x="16911" y="1097"/>
                </a:lnTo>
                <a:lnTo>
                  <a:pt x="16911" y="1119"/>
                </a:lnTo>
                <a:moveTo>
                  <a:pt x="16729" y="1119"/>
                </a:moveTo>
                <a:lnTo>
                  <a:pt x="16615" y="1119"/>
                </a:lnTo>
                <a:lnTo>
                  <a:pt x="16615" y="1097"/>
                </a:lnTo>
                <a:lnTo>
                  <a:pt x="16729" y="1097"/>
                </a:lnTo>
                <a:lnTo>
                  <a:pt x="16729" y="1119"/>
                </a:lnTo>
                <a:moveTo>
                  <a:pt x="16546" y="1119"/>
                </a:moveTo>
                <a:lnTo>
                  <a:pt x="16433" y="1119"/>
                </a:lnTo>
                <a:lnTo>
                  <a:pt x="16433" y="1097"/>
                </a:lnTo>
                <a:lnTo>
                  <a:pt x="16546" y="1097"/>
                </a:lnTo>
                <a:lnTo>
                  <a:pt x="16546" y="1119"/>
                </a:lnTo>
                <a:moveTo>
                  <a:pt x="16364" y="1119"/>
                </a:moveTo>
                <a:lnTo>
                  <a:pt x="16250" y="1119"/>
                </a:lnTo>
                <a:lnTo>
                  <a:pt x="16250" y="1097"/>
                </a:lnTo>
                <a:lnTo>
                  <a:pt x="16364" y="1097"/>
                </a:lnTo>
                <a:lnTo>
                  <a:pt x="16364" y="1119"/>
                </a:lnTo>
                <a:moveTo>
                  <a:pt x="16182" y="1119"/>
                </a:moveTo>
                <a:lnTo>
                  <a:pt x="16068" y="1119"/>
                </a:lnTo>
                <a:lnTo>
                  <a:pt x="16068" y="1097"/>
                </a:lnTo>
                <a:lnTo>
                  <a:pt x="16182" y="1097"/>
                </a:lnTo>
                <a:lnTo>
                  <a:pt x="16182" y="1119"/>
                </a:lnTo>
                <a:moveTo>
                  <a:pt x="16000" y="1119"/>
                </a:moveTo>
                <a:lnTo>
                  <a:pt x="15886" y="1119"/>
                </a:lnTo>
                <a:lnTo>
                  <a:pt x="15886" y="1097"/>
                </a:lnTo>
                <a:lnTo>
                  <a:pt x="16000" y="1097"/>
                </a:lnTo>
                <a:lnTo>
                  <a:pt x="16000" y="1119"/>
                </a:lnTo>
                <a:moveTo>
                  <a:pt x="15818" y="1119"/>
                </a:moveTo>
                <a:lnTo>
                  <a:pt x="15704" y="1119"/>
                </a:lnTo>
                <a:lnTo>
                  <a:pt x="15704" y="1097"/>
                </a:lnTo>
                <a:lnTo>
                  <a:pt x="15818" y="1097"/>
                </a:lnTo>
                <a:lnTo>
                  <a:pt x="15818" y="1119"/>
                </a:lnTo>
                <a:moveTo>
                  <a:pt x="15635" y="1119"/>
                </a:moveTo>
                <a:lnTo>
                  <a:pt x="15522" y="1119"/>
                </a:lnTo>
                <a:lnTo>
                  <a:pt x="15522" y="1097"/>
                </a:lnTo>
                <a:lnTo>
                  <a:pt x="15635" y="1097"/>
                </a:lnTo>
                <a:lnTo>
                  <a:pt x="15635" y="1119"/>
                </a:lnTo>
                <a:moveTo>
                  <a:pt x="15453" y="1119"/>
                </a:moveTo>
                <a:lnTo>
                  <a:pt x="15339" y="1119"/>
                </a:lnTo>
                <a:lnTo>
                  <a:pt x="15339" y="1097"/>
                </a:lnTo>
                <a:lnTo>
                  <a:pt x="15453" y="1097"/>
                </a:lnTo>
                <a:lnTo>
                  <a:pt x="15453" y="1119"/>
                </a:lnTo>
                <a:moveTo>
                  <a:pt x="15271" y="1119"/>
                </a:moveTo>
                <a:lnTo>
                  <a:pt x="15157" y="1119"/>
                </a:lnTo>
                <a:lnTo>
                  <a:pt x="15157" y="1097"/>
                </a:lnTo>
                <a:lnTo>
                  <a:pt x="15271" y="1097"/>
                </a:lnTo>
                <a:lnTo>
                  <a:pt x="15271" y="1119"/>
                </a:lnTo>
                <a:moveTo>
                  <a:pt x="15089" y="1119"/>
                </a:moveTo>
                <a:lnTo>
                  <a:pt x="14975" y="1119"/>
                </a:lnTo>
                <a:lnTo>
                  <a:pt x="14975" y="1097"/>
                </a:lnTo>
                <a:lnTo>
                  <a:pt x="15089" y="1097"/>
                </a:lnTo>
                <a:lnTo>
                  <a:pt x="15089" y="1119"/>
                </a:lnTo>
                <a:moveTo>
                  <a:pt x="14907" y="1119"/>
                </a:moveTo>
                <a:lnTo>
                  <a:pt x="14793" y="1119"/>
                </a:lnTo>
                <a:lnTo>
                  <a:pt x="14793" y="1097"/>
                </a:lnTo>
                <a:lnTo>
                  <a:pt x="14907" y="1097"/>
                </a:lnTo>
                <a:lnTo>
                  <a:pt x="14907" y="1119"/>
                </a:lnTo>
                <a:moveTo>
                  <a:pt x="14725" y="1119"/>
                </a:moveTo>
                <a:lnTo>
                  <a:pt x="14611" y="1119"/>
                </a:lnTo>
                <a:lnTo>
                  <a:pt x="14611" y="1097"/>
                </a:lnTo>
                <a:lnTo>
                  <a:pt x="14725" y="1097"/>
                </a:lnTo>
                <a:lnTo>
                  <a:pt x="14725" y="1119"/>
                </a:lnTo>
                <a:moveTo>
                  <a:pt x="14542" y="1119"/>
                </a:moveTo>
                <a:lnTo>
                  <a:pt x="14428" y="1119"/>
                </a:lnTo>
                <a:lnTo>
                  <a:pt x="14428" y="1097"/>
                </a:lnTo>
                <a:lnTo>
                  <a:pt x="14542" y="1097"/>
                </a:lnTo>
                <a:lnTo>
                  <a:pt x="14542" y="1119"/>
                </a:lnTo>
                <a:moveTo>
                  <a:pt x="14360" y="1119"/>
                </a:moveTo>
                <a:lnTo>
                  <a:pt x="14246" y="1119"/>
                </a:lnTo>
                <a:lnTo>
                  <a:pt x="14246" y="1097"/>
                </a:lnTo>
                <a:lnTo>
                  <a:pt x="14360" y="1097"/>
                </a:lnTo>
                <a:lnTo>
                  <a:pt x="14360" y="1119"/>
                </a:lnTo>
                <a:moveTo>
                  <a:pt x="14178" y="1119"/>
                </a:moveTo>
                <a:lnTo>
                  <a:pt x="14064" y="1119"/>
                </a:lnTo>
                <a:lnTo>
                  <a:pt x="14064" y="1097"/>
                </a:lnTo>
                <a:lnTo>
                  <a:pt x="14178" y="1097"/>
                </a:lnTo>
                <a:lnTo>
                  <a:pt x="14178" y="1119"/>
                </a:lnTo>
                <a:moveTo>
                  <a:pt x="13996" y="1119"/>
                </a:moveTo>
                <a:lnTo>
                  <a:pt x="13882" y="1119"/>
                </a:lnTo>
                <a:lnTo>
                  <a:pt x="13882" y="1097"/>
                </a:lnTo>
                <a:lnTo>
                  <a:pt x="13996" y="1097"/>
                </a:lnTo>
                <a:lnTo>
                  <a:pt x="13996" y="1119"/>
                </a:lnTo>
                <a:moveTo>
                  <a:pt x="13814" y="1119"/>
                </a:moveTo>
                <a:lnTo>
                  <a:pt x="13700" y="1119"/>
                </a:lnTo>
                <a:lnTo>
                  <a:pt x="13700" y="1097"/>
                </a:lnTo>
                <a:lnTo>
                  <a:pt x="13814" y="1097"/>
                </a:lnTo>
                <a:lnTo>
                  <a:pt x="13814" y="1119"/>
                </a:lnTo>
                <a:moveTo>
                  <a:pt x="13631" y="1119"/>
                </a:moveTo>
                <a:lnTo>
                  <a:pt x="13518" y="1119"/>
                </a:lnTo>
                <a:lnTo>
                  <a:pt x="13518" y="1097"/>
                </a:lnTo>
                <a:lnTo>
                  <a:pt x="13631" y="1097"/>
                </a:lnTo>
                <a:lnTo>
                  <a:pt x="13631" y="1119"/>
                </a:lnTo>
                <a:moveTo>
                  <a:pt x="13449" y="1119"/>
                </a:moveTo>
                <a:lnTo>
                  <a:pt x="13335" y="1119"/>
                </a:lnTo>
                <a:lnTo>
                  <a:pt x="13335" y="1097"/>
                </a:lnTo>
                <a:lnTo>
                  <a:pt x="13449" y="1097"/>
                </a:lnTo>
                <a:lnTo>
                  <a:pt x="13449" y="1119"/>
                </a:lnTo>
                <a:moveTo>
                  <a:pt x="13267" y="1119"/>
                </a:moveTo>
                <a:lnTo>
                  <a:pt x="13153" y="1119"/>
                </a:lnTo>
                <a:lnTo>
                  <a:pt x="13153" y="1097"/>
                </a:lnTo>
                <a:lnTo>
                  <a:pt x="13267" y="1097"/>
                </a:lnTo>
                <a:lnTo>
                  <a:pt x="13267" y="1119"/>
                </a:lnTo>
                <a:moveTo>
                  <a:pt x="13085" y="1119"/>
                </a:moveTo>
                <a:lnTo>
                  <a:pt x="12971" y="1119"/>
                </a:lnTo>
                <a:lnTo>
                  <a:pt x="12971" y="1097"/>
                </a:lnTo>
                <a:lnTo>
                  <a:pt x="13085" y="1097"/>
                </a:lnTo>
                <a:lnTo>
                  <a:pt x="13085" y="1119"/>
                </a:lnTo>
                <a:moveTo>
                  <a:pt x="12903" y="1119"/>
                </a:moveTo>
                <a:lnTo>
                  <a:pt x="12789" y="1119"/>
                </a:lnTo>
                <a:lnTo>
                  <a:pt x="12789" y="1097"/>
                </a:lnTo>
                <a:lnTo>
                  <a:pt x="12903" y="1097"/>
                </a:lnTo>
                <a:lnTo>
                  <a:pt x="12903" y="1119"/>
                </a:lnTo>
                <a:moveTo>
                  <a:pt x="12720" y="1119"/>
                </a:moveTo>
                <a:lnTo>
                  <a:pt x="12607" y="1119"/>
                </a:lnTo>
                <a:lnTo>
                  <a:pt x="12607" y="1097"/>
                </a:lnTo>
                <a:lnTo>
                  <a:pt x="12720" y="1097"/>
                </a:lnTo>
                <a:lnTo>
                  <a:pt x="12720" y="1119"/>
                </a:lnTo>
                <a:moveTo>
                  <a:pt x="12538" y="1119"/>
                </a:moveTo>
                <a:lnTo>
                  <a:pt x="12424" y="1119"/>
                </a:lnTo>
                <a:lnTo>
                  <a:pt x="12424" y="1097"/>
                </a:lnTo>
                <a:lnTo>
                  <a:pt x="12538" y="1097"/>
                </a:lnTo>
                <a:lnTo>
                  <a:pt x="12538" y="1119"/>
                </a:lnTo>
                <a:moveTo>
                  <a:pt x="12356" y="1119"/>
                </a:moveTo>
                <a:lnTo>
                  <a:pt x="12242" y="1119"/>
                </a:lnTo>
                <a:lnTo>
                  <a:pt x="12242" y="1097"/>
                </a:lnTo>
                <a:lnTo>
                  <a:pt x="12356" y="1097"/>
                </a:lnTo>
                <a:lnTo>
                  <a:pt x="12356" y="1119"/>
                </a:lnTo>
                <a:moveTo>
                  <a:pt x="12174" y="1119"/>
                </a:moveTo>
                <a:lnTo>
                  <a:pt x="12060" y="1119"/>
                </a:lnTo>
                <a:lnTo>
                  <a:pt x="12060" y="1097"/>
                </a:lnTo>
                <a:lnTo>
                  <a:pt x="12174" y="1097"/>
                </a:lnTo>
                <a:lnTo>
                  <a:pt x="12174" y="1119"/>
                </a:lnTo>
                <a:moveTo>
                  <a:pt x="11992" y="1119"/>
                </a:moveTo>
                <a:lnTo>
                  <a:pt x="11878" y="1119"/>
                </a:lnTo>
                <a:lnTo>
                  <a:pt x="11878" y="1097"/>
                </a:lnTo>
                <a:lnTo>
                  <a:pt x="11992" y="1097"/>
                </a:lnTo>
                <a:lnTo>
                  <a:pt x="11992" y="1119"/>
                </a:lnTo>
                <a:moveTo>
                  <a:pt x="11810" y="1119"/>
                </a:moveTo>
                <a:lnTo>
                  <a:pt x="11696" y="1119"/>
                </a:lnTo>
                <a:lnTo>
                  <a:pt x="11696" y="1097"/>
                </a:lnTo>
                <a:lnTo>
                  <a:pt x="11810" y="1097"/>
                </a:lnTo>
                <a:lnTo>
                  <a:pt x="11810" y="1119"/>
                </a:lnTo>
                <a:moveTo>
                  <a:pt x="11627" y="1119"/>
                </a:moveTo>
                <a:lnTo>
                  <a:pt x="11513" y="1119"/>
                </a:lnTo>
                <a:lnTo>
                  <a:pt x="11513" y="1097"/>
                </a:lnTo>
                <a:lnTo>
                  <a:pt x="11627" y="1097"/>
                </a:lnTo>
                <a:lnTo>
                  <a:pt x="11627" y="1119"/>
                </a:lnTo>
                <a:moveTo>
                  <a:pt x="11445" y="1119"/>
                </a:moveTo>
                <a:lnTo>
                  <a:pt x="11331" y="1119"/>
                </a:lnTo>
                <a:lnTo>
                  <a:pt x="11331" y="1097"/>
                </a:lnTo>
                <a:lnTo>
                  <a:pt x="11445" y="1097"/>
                </a:lnTo>
                <a:lnTo>
                  <a:pt x="11445" y="1119"/>
                </a:lnTo>
                <a:moveTo>
                  <a:pt x="11263" y="1119"/>
                </a:moveTo>
                <a:lnTo>
                  <a:pt x="11149" y="1119"/>
                </a:lnTo>
                <a:lnTo>
                  <a:pt x="11149" y="1097"/>
                </a:lnTo>
                <a:lnTo>
                  <a:pt x="11263" y="1097"/>
                </a:lnTo>
                <a:lnTo>
                  <a:pt x="11263" y="1119"/>
                </a:lnTo>
                <a:moveTo>
                  <a:pt x="11081" y="1119"/>
                </a:moveTo>
                <a:lnTo>
                  <a:pt x="10967" y="1119"/>
                </a:lnTo>
                <a:lnTo>
                  <a:pt x="10967" y="1097"/>
                </a:lnTo>
                <a:lnTo>
                  <a:pt x="11081" y="1097"/>
                </a:lnTo>
                <a:lnTo>
                  <a:pt x="11081" y="1119"/>
                </a:lnTo>
                <a:moveTo>
                  <a:pt x="10899" y="1119"/>
                </a:moveTo>
                <a:lnTo>
                  <a:pt x="10785" y="1119"/>
                </a:lnTo>
                <a:lnTo>
                  <a:pt x="10785" y="1097"/>
                </a:lnTo>
                <a:lnTo>
                  <a:pt x="10899" y="1097"/>
                </a:lnTo>
                <a:lnTo>
                  <a:pt x="10899" y="1119"/>
                </a:lnTo>
                <a:moveTo>
                  <a:pt x="10716" y="1119"/>
                </a:moveTo>
                <a:lnTo>
                  <a:pt x="10603" y="1119"/>
                </a:lnTo>
                <a:lnTo>
                  <a:pt x="10603" y="1097"/>
                </a:lnTo>
                <a:lnTo>
                  <a:pt x="10716" y="1097"/>
                </a:lnTo>
                <a:lnTo>
                  <a:pt x="10716" y="1119"/>
                </a:lnTo>
                <a:moveTo>
                  <a:pt x="10534" y="1119"/>
                </a:moveTo>
                <a:lnTo>
                  <a:pt x="10420" y="1119"/>
                </a:lnTo>
                <a:lnTo>
                  <a:pt x="10420" y="1097"/>
                </a:lnTo>
                <a:lnTo>
                  <a:pt x="10534" y="1097"/>
                </a:lnTo>
                <a:lnTo>
                  <a:pt x="10534" y="1119"/>
                </a:lnTo>
                <a:moveTo>
                  <a:pt x="10352" y="1119"/>
                </a:moveTo>
                <a:lnTo>
                  <a:pt x="10238" y="1119"/>
                </a:lnTo>
                <a:lnTo>
                  <a:pt x="10238" y="1097"/>
                </a:lnTo>
                <a:lnTo>
                  <a:pt x="10352" y="1097"/>
                </a:lnTo>
                <a:lnTo>
                  <a:pt x="10352" y="1119"/>
                </a:lnTo>
                <a:moveTo>
                  <a:pt x="10170" y="1119"/>
                </a:moveTo>
                <a:lnTo>
                  <a:pt x="10056" y="1119"/>
                </a:lnTo>
                <a:lnTo>
                  <a:pt x="10056" y="1097"/>
                </a:lnTo>
                <a:lnTo>
                  <a:pt x="10170" y="1097"/>
                </a:lnTo>
                <a:lnTo>
                  <a:pt x="10170" y="1119"/>
                </a:lnTo>
                <a:moveTo>
                  <a:pt x="9988" y="1119"/>
                </a:moveTo>
                <a:lnTo>
                  <a:pt x="9874" y="1119"/>
                </a:lnTo>
                <a:lnTo>
                  <a:pt x="9874" y="1097"/>
                </a:lnTo>
                <a:lnTo>
                  <a:pt x="9988" y="1097"/>
                </a:lnTo>
                <a:lnTo>
                  <a:pt x="9988" y="1119"/>
                </a:lnTo>
                <a:moveTo>
                  <a:pt x="9805" y="1119"/>
                </a:moveTo>
                <a:lnTo>
                  <a:pt x="9692" y="1119"/>
                </a:lnTo>
                <a:lnTo>
                  <a:pt x="9692" y="1097"/>
                </a:lnTo>
                <a:lnTo>
                  <a:pt x="9805" y="1097"/>
                </a:lnTo>
                <a:lnTo>
                  <a:pt x="9805" y="1119"/>
                </a:lnTo>
                <a:moveTo>
                  <a:pt x="9623" y="1119"/>
                </a:moveTo>
                <a:lnTo>
                  <a:pt x="9509" y="1119"/>
                </a:lnTo>
                <a:lnTo>
                  <a:pt x="9509" y="1097"/>
                </a:lnTo>
                <a:lnTo>
                  <a:pt x="9623" y="1097"/>
                </a:lnTo>
                <a:lnTo>
                  <a:pt x="9623" y="1119"/>
                </a:lnTo>
                <a:moveTo>
                  <a:pt x="9441" y="1119"/>
                </a:moveTo>
                <a:lnTo>
                  <a:pt x="9327" y="1119"/>
                </a:lnTo>
                <a:lnTo>
                  <a:pt x="9327" y="1097"/>
                </a:lnTo>
                <a:lnTo>
                  <a:pt x="9441" y="1097"/>
                </a:lnTo>
                <a:lnTo>
                  <a:pt x="9441" y="1119"/>
                </a:lnTo>
                <a:moveTo>
                  <a:pt x="9259" y="1119"/>
                </a:moveTo>
                <a:lnTo>
                  <a:pt x="9145" y="1119"/>
                </a:lnTo>
                <a:lnTo>
                  <a:pt x="9145" y="1097"/>
                </a:lnTo>
                <a:lnTo>
                  <a:pt x="9259" y="1097"/>
                </a:lnTo>
                <a:lnTo>
                  <a:pt x="9259" y="1119"/>
                </a:lnTo>
                <a:moveTo>
                  <a:pt x="9077" y="1119"/>
                </a:moveTo>
                <a:lnTo>
                  <a:pt x="8963" y="1119"/>
                </a:lnTo>
                <a:lnTo>
                  <a:pt x="8963" y="1097"/>
                </a:lnTo>
                <a:lnTo>
                  <a:pt x="9077" y="1097"/>
                </a:lnTo>
                <a:lnTo>
                  <a:pt x="9077" y="1119"/>
                </a:lnTo>
                <a:moveTo>
                  <a:pt x="8894" y="1119"/>
                </a:moveTo>
                <a:lnTo>
                  <a:pt x="8781" y="1119"/>
                </a:lnTo>
                <a:lnTo>
                  <a:pt x="8781" y="1097"/>
                </a:lnTo>
                <a:lnTo>
                  <a:pt x="8894" y="1097"/>
                </a:lnTo>
                <a:lnTo>
                  <a:pt x="8894" y="1119"/>
                </a:lnTo>
                <a:moveTo>
                  <a:pt x="8712" y="1119"/>
                </a:moveTo>
                <a:lnTo>
                  <a:pt x="8598" y="1119"/>
                </a:lnTo>
                <a:lnTo>
                  <a:pt x="8598" y="1097"/>
                </a:lnTo>
                <a:lnTo>
                  <a:pt x="8712" y="1097"/>
                </a:lnTo>
                <a:lnTo>
                  <a:pt x="8712" y="1119"/>
                </a:lnTo>
                <a:moveTo>
                  <a:pt x="8530" y="1119"/>
                </a:moveTo>
                <a:lnTo>
                  <a:pt x="8416" y="1119"/>
                </a:lnTo>
                <a:lnTo>
                  <a:pt x="8416" y="1097"/>
                </a:lnTo>
                <a:lnTo>
                  <a:pt x="8530" y="1097"/>
                </a:lnTo>
                <a:lnTo>
                  <a:pt x="8530" y="1119"/>
                </a:lnTo>
                <a:moveTo>
                  <a:pt x="8348" y="1119"/>
                </a:moveTo>
                <a:lnTo>
                  <a:pt x="8234" y="1119"/>
                </a:lnTo>
                <a:lnTo>
                  <a:pt x="8234" y="1097"/>
                </a:lnTo>
                <a:lnTo>
                  <a:pt x="8348" y="1097"/>
                </a:lnTo>
                <a:lnTo>
                  <a:pt x="8348" y="1119"/>
                </a:lnTo>
                <a:moveTo>
                  <a:pt x="8166" y="1119"/>
                </a:moveTo>
                <a:lnTo>
                  <a:pt x="8052" y="1119"/>
                </a:lnTo>
                <a:lnTo>
                  <a:pt x="8052" y="1097"/>
                </a:lnTo>
                <a:lnTo>
                  <a:pt x="8166" y="1097"/>
                </a:lnTo>
                <a:lnTo>
                  <a:pt x="8166" y="1119"/>
                </a:lnTo>
                <a:moveTo>
                  <a:pt x="7984" y="1119"/>
                </a:moveTo>
                <a:lnTo>
                  <a:pt x="7870" y="1119"/>
                </a:lnTo>
                <a:lnTo>
                  <a:pt x="7870" y="1097"/>
                </a:lnTo>
                <a:lnTo>
                  <a:pt x="7984" y="1097"/>
                </a:lnTo>
                <a:lnTo>
                  <a:pt x="7984" y="1119"/>
                </a:lnTo>
                <a:moveTo>
                  <a:pt x="7801" y="1119"/>
                </a:moveTo>
                <a:lnTo>
                  <a:pt x="7687" y="1119"/>
                </a:lnTo>
                <a:lnTo>
                  <a:pt x="7687" y="1097"/>
                </a:lnTo>
                <a:lnTo>
                  <a:pt x="7801" y="1097"/>
                </a:lnTo>
                <a:lnTo>
                  <a:pt x="7801" y="1119"/>
                </a:lnTo>
                <a:moveTo>
                  <a:pt x="7619" y="1119"/>
                </a:moveTo>
                <a:lnTo>
                  <a:pt x="7505" y="1119"/>
                </a:lnTo>
                <a:lnTo>
                  <a:pt x="7505" y="1097"/>
                </a:lnTo>
                <a:lnTo>
                  <a:pt x="7619" y="1097"/>
                </a:lnTo>
                <a:lnTo>
                  <a:pt x="7619" y="1119"/>
                </a:lnTo>
                <a:moveTo>
                  <a:pt x="7437" y="1119"/>
                </a:moveTo>
                <a:lnTo>
                  <a:pt x="7323" y="1119"/>
                </a:lnTo>
                <a:lnTo>
                  <a:pt x="7323" y="1097"/>
                </a:lnTo>
                <a:lnTo>
                  <a:pt x="7437" y="1097"/>
                </a:lnTo>
                <a:lnTo>
                  <a:pt x="7437" y="1119"/>
                </a:lnTo>
                <a:moveTo>
                  <a:pt x="7255" y="1119"/>
                </a:moveTo>
                <a:lnTo>
                  <a:pt x="7141" y="1119"/>
                </a:lnTo>
                <a:lnTo>
                  <a:pt x="7141" y="1097"/>
                </a:lnTo>
                <a:lnTo>
                  <a:pt x="7255" y="1097"/>
                </a:lnTo>
                <a:lnTo>
                  <a:pt x="7255" y="1119"/>
                </a:lnTo>
                <a:moveTo>
                  <a:pt x="7073" y="1119"/>
                </a:moveTo>
                <a:lnTo>
                  <a:pt x="6959" y="1119"/>
                </a:lnTo>
                <a:lnTo>
                  <a:pt x="6959" y="1097"/>
                </a:lnTo>
                <a:lnTo>
                  <a:pt x="7073" y="1097"/>
                </a:lnTo>
                <a:lnTo>
                  <a:pt x="7073" y="1119"/>
                </a:lnTo>
                <a:moveTo>
                  <a:pt x="6890" y="1119"/>
                </a:moveTo>
                <a:lnTo>
                  <a:pt x="6777" y="1119"/>
                </a:lnTo>
                <a:lnTo>
                  <a:pt x="6777" y="1097"/>
                </a:lnTo>
                <a:lnTo>
                  <a:pt x="6890" y="1097"/>
                </a:lnTo>
                <a:lnTo>
                  <a:pt x="6890" y="1119"/>
                </a:lnTo>
                <a:moveTo>
                  <a:pt x="6708" y="1119"/>
                </a:moveTo>
                <a:lnTo>
                  <a:pt x="6594" y="1119"/>
                </a:lnTo>
                <a:lnTo>
                  <a:pt x="6594" y="1097"/>
                </a:lnTo>
                <a:lnTo>
                  <a:pt x="6708" y="1097"/>
                </a:lnTo>
                <a:lnTo>
                  <a:pt x="6708" y="1119"/>
                </a:lnTo>
                <a:moveTo>
                  <a:pt x="6525" y="1119"/>
                </a:moveTo>
                <a:lnTo>
                  <a:pt x="6411" y="1119"/>
                </a:lnTo>
                <a:lnTo>
                  <a:pt x="6411" y="1097"/>
                </a:lnTo>
                <a:lnTo>
                  <a:pt x="6525" y="1097"/>
                </a:lnTo>
                <a:lnTo>
                  <a:pt x="6525" y="1119"/>
                </a:lnTo>
                <a:moveTo>
                  <a:pt x="6343" y="1119"/>
                </a:moveTo>
                <a:lnTo>
                  <a:pt x="6229" y="1119"/>
                </a:lnTo>
                <a:lnTo>
                  <a:pt x="6229" y="1097"/>
                </a:lnTo>
                <a:lnTo>
                  <a:pt x="6343" y="1097"/>
                </a:lnTo>
                <a:lnTo>
                  <a:pt x="6343" y="1119"/>
                </a:lnTo>
                <a:moveTo>
                  <a:pt x="6161" y="1119"/>
                </a:moveTo>
                <a:lnTo>
                  <a:pt x="6047" y="1119"/>
                </a:lnTo>
                <a:lnTo>
                  <a:pt x="6047" y="1097"/>
                </a:lnTo>
                <a:lnTo>
                  <a:pt x="6161" y="1097"/>
                </a:lnTo>
                <a:lnTo>
                  <a:pt x="6161" y="1119"/>
                </a:lnTo>
                <a:moveTo>
                  <a:pt x="5978" y="1119"/>
                </a:moveTo>
                <a:lnTo>
                  <a:pt x="5865" y="1119"/>
                </a:lnTo>
                <a:lnTo>
                  <a:pt x="5865" y="1097"/>
                </a:lnTo>
                <a:lnTo>
                  <a:pt x="5978" y="1097"/>
                </a:lnTo>
                <a:lnTo>
                  <a:pt x="5978" y="1119"/>
                </a:lnTo>
                <a:moveTo>
                  <a:pt x="5796" y="1119"/>
                </a:moveTo>
                <a:lnTo>
                  <a:pt x="5682" y="1119"/>
                </a:lnTo>
                <a:lnTo>
                  <a:pt x="5682" y="1097"/>
                </a:lnTo>
                <a:lnTo>
                  <a:pt x="5796" y="1097"/>
                </a:lnTo>
                <a:lnTo>
                  <a:pt x="5796" y="1119"/>
                </a:lnTo>
                <a:moveTo>
                  <a:pt x="5614" y="1119"/>
                </a:moveTo>
                <a:lnTo>
                  <a:pt x="5500" y="1119"/>
                </a:lnTo>
                <a:lnTo>
                  <a:pt x="5500" y="1097"/>
                </a:lnTo>
                <a:lnTo>
                  <a:pt x="5614" y="1097"/>
                </a:lnTo>
                <a:lnTo>
                  <a:pt x="5614" y="1119"/>
                </a:lnTo>
                <a:moveTo>
                  <a:pt x="5432" y="1119"/>
                </a:moveTo>
                <a:lnTo>
                  <a:pt x="5318" y="1119"/>
                </a:lnTo>
                <a:lnTo>
                  <a:pt x="5318" y="1097"/>
                </a:lnTo>
                <a:lnTo>
                  <a:pt x="5432" y="1097"/>
                </a:lnTo>
                <a:lnTo>
                  <a:pt x="5432" y="1119"/>
                </a:lnTo>
                <a:moveTo>
                  <a:pt x="5250" y="1119"/>
                </a:moveTo>
                <a:lnTo>
                  <a:pt x="5136" y="1119"/>
                </a:lnTo>
                <a:lnTo>
                  <a:pt x="5136" y="1097"/>
                </a:lnTo>
                <a:lnTo>
                  <a:pt x="5250" y="1097"/>
                </a:lnTo>
                <a:lnTo>
                  <a:pt x="5250" y="1119"/>
                </a:lnTo>
                <a:moveTo>
                  <a:pt x="5068" y="1119"/>
                </a:moveTo>
                <a:lnTo>
                  <a:pt x="4954" y="1119"/>
                </a:lnTo>
                <a:lnTo>
                  <a:pt x="4954" y="1097"/>
                </a:lnTo>
                <a:lnTo>
                  <a:pt x="5068" y="1097"/>
                </a:lnTo>
                <a:lnTo>
                  <a:pt x="5068" y="1119"/>
                </a:lnTo>
                <a:moveTo>
                  <a:pt x="4885" y="1119"/>
                </a:moveTo>
                <a:lnTo>
                  <a:pt x="4771" y="1119"/>
                </a:lnTo>
                <a:lnTo>
                  <a:pt x="4771" y="1097"/>
                </a:lnTo>
                <a:lnTo>
                  <a:pt x="4885" y="1097"/>
                </a:lnTo>
                <a:lnTo>
                  <a:pt x="4885" y="1119"/>
                </a:lnTo>
                <a:moveTo>
                  <a:pt x="4703" y="1119"/>
                </a:moveTo>
                <a:lnTo>
                  <a:pt x="4589" y="1119"/>
                </a:lnTo>
                <a:lnTo>
                  <a:pt x="4589" y="1097"/>
                </a:lnTo>
                <a:lnTo>
                  <a:pt x="4703" y="1097"/>
                </a:lnTo>
                <a:lnTo>
                  <a:pt x="4703" y="1119"/>
                </a:lnTo>
                <a:moveTo>
                  <a:pt x="4521" y="1119"/>
                </a:moveTo>
                <a:lnTo>
                  <a:pt x="4407" y="1119"/>
                </a:lnTo>
                <a:lnTo>
                  <a:pt x="4407" y="1097"/>
                </a:lnTo>
                <a:lnTo>
                  <a:pt x="4521" y="1097"/>
                </a:lnTo>
                <a:lnTo>
                  <a:pt x="4521" y="1119"/>
                </a:lnTo>
                <a:moveTo>
                  <a:pt x="4339" y="1119"/>
                </a:moveTo>
                <a:lnTo>
                  <a:pt x="4225" y="1119"/>
                </a:lnTo>
                <a:lnTo>
                  <a:pt x="4225" y="1097"/>
                </a:lnTo>
                <a:lnTo>
                  <a:pt x="4339" y="1097"/>
                </a:lnTo>
                <a:lnTo>
                  <a:pt x="4339" y="1119"/>
                </a:lnTo>
                <a:moveTo>
                  <a:pt x="4157" y="1119"/>
                </a:moveTo>
                <a:lnTo>
                  <a:pt x="4043" y="1119"/>
                </a:lnTo>
                <a:lnTo>
                  <a:pt x="4043" y="1097"/>
                </a:lnTo>
                <a:lnTo>
                  <a:pt x="4157" y="1097"/>
                </a:lnTo>
                <a:lnTo>
                  <a:pt x="4157" y="1119"/>
                </a:lnTo>
                <a:moveTo>
                  <a:pt x="3974" y="1119"/>
                </a:moveTo>
                <a:lnTo>
                  <a:pt x="3861" y="1119"/>
                </a:lnTo>
                <a:lnTo>
                  <a:pt x="3861" y="1097"/>
                </a:lnTo>
                <a:lnTo>
                  <a:pt x="3974" y="1097"/>
                </a:lnTo>
                <a:lnTo>
                  <a:pt x="3974" y="1119"/>
                </a:lnTo>
                <a:moveTo>
                  <a:pt x="3792" y="1119"/>
                </a:moveTo>
                <a:lnTo>
                  <a:pt x="3678" y="1119"/>
                </a:lnTo>
                <a:lnTo>
                  <a:pt x="3678" y="1097"/>
                </a:lnTo>
                <a:lnTo>
                  <a:pt x="3792" y="1097"/>
                </a:lnTo>
                <a:lnTo>
                  <a:pt x="3792" y="1119"/>
                </a:lnTo>
                <a:moveTo>
                  <a:pt x="3610" y="1119"/>
                </a:moveTo>
                <a:lnTo>
                  <a:pt x="3496" y="1119"/>
                </a:lnTo>
                <a:lnTo>
                  <a:pt x="3496" y="1097"/>
                </a:lnTo>
                <a:lnTo>
                  <a:pt x="3610" y="1097"/>
                </a:lnTo>
                <a:lnTo>
                  <a:pt x="3610" y="1119"/>
                </a:lnTo>
                <a:moveTo>
                  <a:pt x="3428" y="1119"/>
                </a:moveTo>
                <a:lnTo>
                  <a:pt x="3314" y="1119"/>
                </a:lnTo>
                <a:lnTo>
                  <a:pt x="3314" y="1097"/>
                </a:lnTo>
                <a:lnTo>
                  <a:pt x="3428" y="1097"/>
                </a:lnTo>
                <a:lnTo>
                  <a:pt x="3428" y="1119"/>
                </a:lnTo>
                <a:moveTo>
                  <a:pt x="3246" y="1119"/>
                </a:moveTo>
                <a:lnTo>
                  <a:pt x="3132" y="1119"/>
                </a:lnTo>
                <a:lnTo>
                  <a:pt x="3132" y="1097"/>
                </a:lnTo>
                <a:lnTo>
                  <a:pt x="3246" y="1097"/>
                </a:lnTo>
                <a:lnTo>
                  <a:pt x="3246" y="1119"/>
                </a:lnTo>
                <a:moveTo>
                  <a:pt x="3063" y="1119"/>
                </a:moveTo>
                <a:lnTo>
                  <a:pt x="2950" y="1119"/>
                </a:lnTo>
                <a:lnTo>
                  <a:pt x="2950" y="1097"/>
                </a:lnTo>
                <a:lnTo>
                  <a:pt x="3063" y="1097"/>
                </a:lnTo>
                <a:lnTo>
                  <a:pt x="3063" y="1119"/>
                </a:lnTo>
                <a:moveTo>
                  <a:pt x="2881" y="1119"/>
                </a:moveTo>
                <a:lnTo>
                  <a:pt x="2767" y="1119"/>
                </a:lnTo>
                <a:lnTo>
                  <a:pt x="2767" y="1097"/>
                </a:lnTo>
                <a:lnTo>
                  <a:pt x="2881" y="1097"/>
                </a:lnTo>
                <a:lnTo>
                  <a:pt x="2881" y="1119"/>
                </a:lnTo>
                <a:moveTo>
                  <a:pt x="2699" y="1119"/>
                </a:moveTo>
                <a:lnTo>
                  <a:pt x="2585" y="1119"/>
                </a:lnTo>
                <a:lnTo>
                  <a:pt x="2585" y="1097"/>
                </a:lnTo>
                <a:lnTo>
                  <a:pt x="2699" y="1097"/>
                </a:lnTo>
                <a:lnTo>
                  <a:pt x="2699" y="1119"/>
                </a:lnTo>
                <a:moveTo>
                  <a:pt x="2517" y="1119"/>
                </a:moveTo>
                <a:lnTo>
                  <a:pt x="2403" y="1119"/>
                </a:lnTo>
                <a:lnTo>
                  <a:pt x="2403" y="1097"/>
                </a:lnTo>
                <a:lnTo>
                  <a:pt x="2517" y="1097"/>
                </a:lnTo>
                <a:lnTo>
                  <a:pt x="2517" y="1119"/>
                </a:lnTo>
                <a:moveTo>
                  <a:pt x="2335" y="1119"/>
                </a:moveTo>
                <a:lnTo>
                  <a:pt x="2221" y="1119"/>
                </a:lnTo>
                <a:lnTo>
                  <a:pt x="2221" y="1097"/>
                </a:lnTo>
                <a:lnTo>
                  <a:pt x="2335" y="1097"/>
                </a:lnTo>
                <a:lnTo>
                  <a:pt x="2335" y="1119"/>
                </a:lnTo>
                <a:moveTo>
                  <a:pt x="2153" y="1119"/>
                </a:moveTo>
                <a:lnTo>
                  <a:pt x="2039" y="1119"/>
                </a:lnTo>
                <a:lnTo>
                  <a:pt x="2039" y="1097"/>
                </a:lnTo>
                <a:lnTo>
                  <a:pt x="2153" y="1097"/>
                </a:lnTo>
                <a:lnTo>
                  <a:pt x="2153" y="1119"/>
                </a:lnTo>
                <a:moveTo>
                  <a:pt x="1970" y="1119"/>
                </a:moveTo>
                <a:lnTo>
                  <a:pt x="1856" y="1119"/>
                </a:lnTo>
                <a:lnTo>
                  <a:pt x="1856" y="1097"/>
                </a:lnTo>
                <a:lnTo>
                  <a:pt x="1970" y="1097"/>
                </a:lnTo>
                <a:lnTo>
                  <a:pt x="1970" y="1119"/>
                </a:lnTo>
                <a:moveTo>
                  <a:pt x="1788" y="1119"/>
                </a:moveTo>
                <a:lnTo>
                  <a:pt x="1674" y="1119"/>
                </a:lnTo>
                <a:lnTo>
                  <a:pt x="1674" y="1097"/>
                </a:lnTo>
                <a:lnTo>
                  <a:pt x="1788" y="1097"/>
                </a:lnTo>
                <a:lnTo>
                  <a:pt x="1788" y="1119"/>
                </a:lnTo>
                <a:moveTo>
                  <a:pt x="1606" y="1119"/>
                </a:moveTo>
                <a:lnTo>
                  <a:pt x="1492" y="1119"/>
                </a:lnTo>
                <a:lnTo>
                  <a:pt x="1492" y="1097"/>
                </a:lnTo>
                <a:lnTo>
                  <a:pt x="1606" y="1097"/>
                </a:lnTo>
                <a:lnTo>
                  <a:pt x="1606" y="1119"/>
                </a:lnTo>
                <a:moveTo>
                  <a:pt x="1424" y="1119"/>
                </a:moveTo>
                <a:lnTo>
                  <a:pt x="1310" y="1119"/>
                </a:lnTo>
                <a:lnTo>
                  <a:pt x="1310" y="1097"/>
                </a:lnTo>
                <a:lnTo>
                  <a:pt x="1424" y="1097"/>
                </a:lnTo>
                <a:lnTo>
                  <a:pt x="1424" y="1119"/>
                </a:lnTo>
                <a:moveTo>
                  <a:pt x="1242" y="1119"/>
                </a:moveTo>
                <a:lnTo>
                  <a:pt x="1128" y="1119"/>
                </a:lnTo>
                <a:lnTo>
                  <a:pt x="1128" y="1097"/>
                </a:lnTo>
                <a:lnTo>
                  <a:pt x="1242" y="1097"/>
                </a:lnTo>
                <a:lnTo>
                  <a:pt x="1242" y="1119"/>
                </a:lnTo>
                <a:moveTo>
                  <a:pt x="1059" y="1119"/>
                </a:moveTo>
                <a:lnTo>
                  <a:pt x="946" y="1119"/>
                </a:lnTo>
                <a:lnTo>
                  <a:pt x="946" y="1097"/>
                </a:lnTo>
                <a:lnTo>
                  <a:pt x="1059" y="1097"/>
                </a:lnTo>
                <a:lnTo>
                  <a:pt x="1059" y="1119"/>
                </a:lnTo>
                <a:moveTo>
                  <a:pt x="877" y="1119"/>
                </a:moveTo>
                <a:lnTo>
                  <a:pt x="763" y="1119"/>
                </a:lnTo>
                <a:lnTo>
                  <a:pt x="763" y="1097"/>
                </a:lnTo>
                <a:lnTo>
                  <a:pt x="877" y="1097"/>
                </a:lnTo>
                <a:lnTo>
                  <a:pt x="877" y="1119"/>
                </a:lnTo>
                <a:moveTo>
                  <a:pt x="695" y="1119"/>
                </a:moveTo>
                <a:lnTo>
                  <a:pt x="581" y="1119"/>
                </a:lnTo>
                <a:lnTo>
                  <a:pt x="581" y="1097"/>
                </a:lnTo>
                <a:lnTo>
                  <a:pt x="695" y="1097"/>
                </a:lnTo>
                <a:lnTo>
                  <a:pt x="695" y="1119"/>
                </a:lnTo>
                <a:moveTo>
                  <a:pt x="513" y="1119"/>
                </a:moveTo>
                <a:lnTo>
                  <a:pt x="399" y="1119"/>
                </a:lnTo>
                <a:lnTo>
                  <a:pt x="399" y="1097"/>
                </a:lnTo>
                <a:lnTo>
                  <a:pt x="513" y="1097"/>
                </a:lnTo>
                <a:lnTo>
                  <a:pt x="513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7"/>
                </a:lnTo>
                <a:lnTo>
                  <a:pt x="331" y="1097"/>
                </a:lnTo>
                <a:lnTo>
                  <a:pt x="331" y="1119"/>
                </a:lnTo>
                <a:moveTo>
                  <a:pt x="148" y="1119"/>
                </a:moveTo>
                <a:lnTo>
                  <a:pt x="35" y="1119"/>
                </a:lnTo>
                <a:lnTo>
                  <a:pt x="35" y="1097"/>
                </a:lnTo>
                <a:lnTo>
                  <a:pt x="148" y="1097"/>
                </a:lnTo>
                <a:lnTo>
                  <a:pt x="148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8"/>
                </a:lnTo>
                <a:lnTo>
                  <a:pt x="23" y="218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6876720" y="10188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6876720" y="10476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457200" y="6084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2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867240" y="10098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785160" y="1577520"/>
            <a:ext cx="3771720" cy="534600"/>
          </a:xfrm>
          <a:custGeom>
            <a:avLst/>
            <a:gdLst/>
            <a:ahLst/>
            <a:rect l="0" t="0" r="r" b="b"/>
            <a:pathLst>
              <a:path w="10477" h="1485">
                <a:moveTo>
                  <a:pt x="0" y="0"/>
                </a:moveTo>
                <a:lnTo>
                  <a:pt x="10477" y="0"/>
                </a:lnTo>
                <a:lnTo>
                  <a:pt x="10477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780840" y="1573560"/>
            <a:ext cx="3780000" cy="542520"/>
          </a:xfrm>
          <a:custGeom>
            <a:avLst/>
            <a:gdLst/>
            <a:ahLst/>
            <a:rect l="0" t="0" r="r" b="b"/>
            <a:pathLst>
              <a:path w="10500" h="1507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2"/>
                </a:lnTo>
                <a:lnTo>
                  <a:pt x="3110" y="22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2"/>
                </a:lnTo>
                <a:lnTo>
                  <a:pt x="3292" y="22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2"/>
                </a:lnTo>
                <a:lnTo>
                  <a:pt x="3474" y="22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2"/>
                </a:lnTo>
                <a:lnTo>
                  <a:pt x="3657" y="22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00" y="0"/>
                </a:lnTo>
                <a:lnTo>
                  <a:pt x="10500" y="34"/>
                </a:lnTo>
                <a:lnTo>
                  <a:pt x="10477" y="34"/>
                </a:lnTo>
                <a:lnTo>
                  <a:pt x="10477" y="11"/>
                </a:lnTo>
                <a:lnTo>
                  <a:pt x="10489" y="11"/>
                </a:lnTo>
                <a:lnTo>
                  <a:pt x="10489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00" y="102"/>
                </a:moveTo>
                <a:lnTo>
                  <a:pt x="10500" y="216"/>
                </a:lnTo>
                <a:lnTo>
                  <a:pt x="10477" y="216"/>
                </a:lnTo>
                <a:lnTo>
                  <a:pt x="10477" y="102"/>
                </a:lnTo>
                <a:lnTo>
                  <a:pt x="10500" y="102"/>
                </a:lnTo>
                <a:moveTo>
                  <a:pt x="10500" y="285"/>
                </a:moveTo>
                <a:lnTo>
                  <a:pt x="10500" y="399"/>
                </a:lnTo>
                <a:lnTo>
                  <a:pt x="10477" y="399"/>
                </a:lnTo>
                <a:lnTo>
                  <a:pt x="10477" y="285"/>
                </a:lnTo>
                <a:lnTo>
                  <a:pt x="10500" y="285"/>
                </a:lnTo>
                <a:moveTo>
                  <a:pt x="10500" y="468"/>
                </a:moveTo>
                <a:lnTo>
                  <a:pt x="10500" y="582"/>
                </a:lnTo>
                <a:lnTo>
                  <a:pt x="10477" y="582"/>
                </a:lnTo>
                <a:lnTo>
                  <a:pt x="10477" y="468"/>
                </a:lnTo>
                <a:lnTo>
                  <a:pt x="10500" y="468"/>
                </a:lnTo>
                <a:moveTo>
                  <a:pt x="10500" y="650"/>
                </a:moveTo>
                <a:lnTo>
                  <a:pt x="10500" y="764"/>
                </a:lnTo>
                <a:lnTo>
                  <a:pt x="10477" y="764"/>
                </a:lnTo>
                <a:lnTo>
                  <a:pt x="10477" y="650"/>
                </a:lnTo>
                <a:lnTo>
                  <a:pt x="10500" y="650"/>
                </a:lnTo>
                <a:moveTo>
                  <a:pt x="10500" y="833"/>
                </a:moveTo>
                <a:lnTo>
                  <a:pt x="10500" y="948"/>
                </a:lnTo>
                <a:lnTo>
                  <a:pt x="10477" y="948"/>
                </a:lnTo>
                <a:lnTo>
                  <a:pt x="10477" y="833"/>
                </a:lnTo>
                <a:lnTo>
                  <a:pt x="10500" y="833"/>
                </a:lnTo>
                <a:moveTo>
                  <a:pt x="10500" y="1016"/>
                </a:moveTo>
                <a:lnTo>
                  <a:pt x="10500" y="1130"/>
                </a:lnTo>
                <a:lnTo>
                  <a:pt x="10477" y="1130"/>
                </a:lnTo>
                <a:lnTo>
                  <a:pt x="10477" y="1016"/>
                </a:lnTo>
                <a:lnTo>
                  <a:pt x="10500" y="1016"/>
                </a:lnTo>
                <a:moveTo>
                  <a:pt x="10500" y="1199"/>
                </a:moveTo>
                <a:lnTo>
                  <a:pt x="10500" y="1313"/>
                </a:lnTo>
                <a:lnTo>
                  <a:pt x="10477" y="1313"/>
                </a:lnTo>
                <a:lnTo>
                  <a:pt x="10477" y="1199"/>
                </a:lnTo>
                <a:lnTo>
                  <a:pt x="10500" y="1199"/>
                </a:lnTo>
                <a:moveTo>
                  <a:pt x="10500" y="1382"/>
                </a:moveTo>
                <a:lnTo>
                  <a:pt x="10500" y="1496"/>
                </a:lnTo>
                <a:lnTo>
                  <a:pt x="10477" y="1496"/>
                </a:lnTo>
                <a:lnTo>
                  <a:pt x="10477" y="1382"/>
                </a:lnTo>
                <a:lnTo>
                  <a:pt x="10500" y="1382"/>
                </a:lnTo>
                <a:moveTo>
                  <a:pt x="10420" y="1507"/>
                </a:moveTo>
                <a:lnTo>
                  <a:pt x="10306" y="1507"/>
                </a:lnTo>
                <a:lnTo>
                  <a:pt x="10306" y="1484"/>
                </a:lnTo>
                <a:lnTo>
                  <a:pt x="10420" y="1484"/>
                </a:lnTo>
                <a:lnTo>
                  <a:pt x="10420" y="1507"/>
                </a:lnTo>
                <a:moveTo>
                  <a:pt x="10238" y="1507"/>
                </a:moveTo>
                <a:lnTo>
                  <a:pt x="10124" y="1507"/>
                </a:lnTo>
                <a:lnTo>
                  <a:pt x="10124" y="1484"/>
                </a:lnTo>
                <a:lnTo>
                  <a:pt x="10238" y="1484"/>
                </a:lnTo>
                <a:lnTo>
                  <a:pt x="10238" y="1507"/>
                </a:lnTo>
                <a:moveTo>
                  <a:pt x="10056" y="1507"/>
                </a:moveTo>
                <a:lnTo>
                  <a:pt x="9942" y="1507"/>
                </a:lnTo>
                <a:lnTo>
                  <a:pt x="9942" y="1484"/>
                </a:lnTo>
                <a:lnTo>
                  <a:pt x="10056" y="1484"/>
                </a:lnTo>
                <a:lnTo>
                  <a:pt x="10056" y="1507"/>
                </a:lnTo>
                <a:moveTo>
                  <a:pt x="9874" y="1507"/>
                </a:moveTo>
                <a:lnTo>
                  <a:pt x="9760" y="1507"/>
                </a:lnTo>
                <a:lnTo>
                  <a:pt x="9760" y="1484"/>
                </a:lnTo>
                <a:lnTo>
                  <a:pt x="9874" y="1484"/>
                </a:lnTo>
                <a:lnTo>
                  <a:pt x="9874" y="1507"/>
                </a:lnTo>
                <a:moveTo>
                  <a:pt x="9692" y="1507"/>
                </a:moveTo>
                <a:lnTo>
                  <a:pt x="9578" y="1507"/>
                </a:lnTo>
                <a:lnTo>
                  <a:pt x="9578" y="1484"/>
                </a:lnTo>
                <a:lnTo>
                  <a:pt x="9692" y="1484"/>
                </a:lnTo>
                <a:lnTo>
                  <a:pt x="9692" y="1507"/>
                </a:lnTo>
                <a:moveTo>
                  <a:pt x="9509" y="1507"/>
                </a:moveTo>
                <a:lnTo>
                  <a:pt x="9396" y="1507"/>
                </a:lnTo>
                <a:lnTo>
                  <a:pt x="9396" y="1484"/>
                </a:lnTo>
                <a:lnTo>
                  <a:pt x="9509" y="1484"/>
                </a:lnTo>
                <a:lnTo>
                  <a:pt x="9509" y="1507"/>
                </a:lnTo>
                <a:moveTo>
                  <a:pt x="9327" y="1507"/>
                </a:moveTo>
                <a:lnTo>
                  <a:pt x="9213" y="1507"/>
                </a:lnTo>
                <a:lnTo>
                  <a:pt x="9213" y="1484"/>
                </a:lnTo>
                <a:lnTo>
                  <a:pt x="9327" y="1484"/>
                </a:lnTo>
                <a:lnTo>
                  <a:pt x="9327" y="1507"/>
                </a:lnTo>
                <a:moveTo>
                  <a:pt x="9145" y="1507"/>
                </a:moveTo>
                <a:lnTo>
                  <a:pt x="9031" y="1507"/>
                </a:lnTo>
                <a:lnTo>
                  <a:pt x="9031" y="1484"/>
                </a:lnTo>
                <a:lnTo>
                  <a:pt x="9145" y="1484"/>
                </a:lnTo>
                <a:lnTo>
                  <a:pt x="9145" y="1507"/>
                </a:lnTo>
                <a:moveTo>
                  <a:pt x="8963" y="1507"/>
                </a:moveTo>
                <a:lnTo>
                  <a:pt x="8849" y="1507"/>
                </a:lnTo>
                <a:lnTo>
                  <a:pt x="8849" y="1484"/>
                </a:lnTo>
                <a:lnTo>
                  <a:pt x="8963" y="1484"/>
                </a:lnTo>
                <a:lnTo>
                  <a:pt x="8963" y="1507"/>
                </a:lnTo>
                <a:moveTo>
                  <a:pt x="8781" y="1507"/>
                </a:moveTo>
                <a:lnTo>
                  <a:pt x="8667" y="1507"/>
                </a:lnTo>
                <a:lnTo>
                  <a:pt x="8667" y="1484"/>
                </a:lnTo>
                <a:lnTo>
                  <a:pt x="8781" y="1484"/>
                </a:lnTo>
                <a:lnTo>
                  <a:pt x="8781" y="1507"/>
                </a:lnTo>
                <a:moveTo>
                  <a:pt x="8598" y="1507"/>
                </a:moveTo>
                <a:lnTo>
                  <a:pt x="8485" y="1507"/>
                </a:lnTo>
                <a:lnTo>
                  <a:pt x="8485" y="1484"/>
                </a:lnTo>
                <a:lnTo>
                  <a:pt x="8598" y="1484"/>
                </a:lnTo>
                <a:lnTo>
                  <a:pt x="8598" y="1507"/>
                </a:lnTo>
                <a:moveTo>
                  <a:pt x="8416" y="1507"/>
                </a:moveTo>
                <a:lnTo>
                  <a:pt x="8302" y="1507"/>
                </a:lnTo>
                <a:lnTo>
                  <a:pt x="8302" y="1484"/>
                </a:lnTo>
                <a:lnTo>
                  <a:pt x="8416" y="1484"/>
                </a:lnTo>
                <a:lnTo>
                  <a:pt x="8416" y="1507"/>
                </a:lnTo>
                <a:moveTo>
                  <a:pt x="8234" y="1507"/>
                </a:moveTo>
                <a:lnTo>
                  <a:pt x="8120" y="1507"/>
                </a:lnTo>
                <a:lnTo>
                  <a:pt x="8120" y="1484"/>
                </a:lnTo>
                <a:lnTo>
                  <a:pt x="8234" y="1484"/>
                </a:lnTo>
                <a:lnTo>
                  <a:pt x="8234" y="1507"/>
                </a:lnTo>
                <a:moveTo>
                  <a:pt x="8052" y="1507"/>
                </a:moveTo>
                <a:lnTo>
                  <a:pt x="7938" y="1507"/>
                </a:lnTo>
                <a:lnTo>
                  <a:pt x="7938" y="1484"/>
                </a:lnTo>
                <a:lnTo>
                  <a:pt x="8052" y="1484"/>
                </a:lnTo>
                <a:lnTo>
                  <a:pt x="8052" y="1507"/>
                </a:lnTo>
                <a:moveTo>
                  <a:pt x="7870" y="1507"/>
                </a:moveTo>
                <a:lnTo>
                  <a:pt x="7756" y="1507"/>
                </a:lnTo>
                <a:lnTo>
                  <a:pt x="7756" y="1484"/>
                </a:lnTo>
                <a:lnTo>
                  <a:pt x="7870" y="1484"/>
                </a:lnTo>
                <a:lnTo>
                  <a:pt x="7870" y="1507"/>
                </a:lnTo>
                <a:moveTo>
                  <a:pt x="7687" y="1507"/>
                </a:moveTo>
                <a:lnTo>
                  <a:pt x="7574" y="1507"/>
                </a:lnTo>
                <a:lnTo>
                  <a:pt x="7574" y="1484"/>
                </a:lnTo>
                <a:lnTo>
                  <a:pt x="7687" y="1484"/>
                </a:lnTo>
                <a:lnTo>
                  <a:pt x="7687" y="1507"/>
                </a:lnTo>
                <a:moveTo>
                  <a:pt x="7505" y="1507"/>
                </a:moveTo>
                <a:lnTo>
                  <a:pt x="7391" y="1507"/>
                </a:lnTo>
                <a:lnTo>
                  <a:pt x="7391" y="1484"/>
                </a:lnTo>
                <a:lnTo>
                  <a:pt x="7505" y="1484"/>
                </a:lnTo>
                <a:lnTo>
                  <a:pt x="7505" y="1507"/>
                </a:lnTo>
                <a:moveTo>
                  <a:pt x="7323" y="1507"/>
                </a:moveTo>
                <a:lnTo>
                  <a:pt x="7209" y="1507"/>
                </a:lnTo>
                <a:lnTo>
                  <a:pt x="7209" y="1484"/>
                </a:lnTo>
                <a:lnTo>
                  <a:pt x="7323" y="1484"/>
                </a:lnTo>
                <a:lnTo>
                  <a:pt x="7323" y="1507"/>
                </a:lnTo>
                <a:moveTo>
                  <a:pt x="7141" y="1507"/>
                </a:moveTo>
                <a:lnTo>
                  <a:pt x="7027" y="1507"/>
                </a:lnTo>
                <a:lnTo>
                  <a:pt x="7027" y="1484"/>
                </a:lnTo>
                <a:lnTo>
                  <a:pt x="7141" y="1484"/>
                </a:lnTo>
                <a:lnTo>
                  <a:pt x="7141" y="1507"/>
                </a:lnTo>
                <a:moveTo>
                  <a:pt x="6959" y="1507"/>
                </a:moveTo>
                <a:lnTo>
                  <a:pt x="6845" y="1507"/>
                </a:lnTo>
                <a:lnTo>
                  <a:pt x="6845" y="1484"/>
                </a:lnTo>
                <a:lnTo>
                  <a:pt x="6959" y="1484"/>
                </a:lnTo>
                <a:lnTo>
                  <a:pt x="6959" y="1507"/>
                </a:lnTo>
                <a:moveTo>
                  <a:pt x="6777" y="1507"/>
                </a:moveTo>
                <a:lnTo>
                  <a:pt x="6663" y="1507"/>
                </a:lnTo>
                <a:lnTo>
                  <a:pt x="6663" y="1484"/>
                </a:lnTo>
                <a:lnTo>
                  <a:pt x="6777" y="1484"/>
                </a:lnTo>
                <a:lnTo>
                  <a:pt x="6777" y="1507"/>
                </a:lnTo>
                <a:moveTo>
                  <a:pt x="6594" y="1507"/>
                </a:moveTo>
                <a:lnTo>
                  <a:pt x="6481" y="1507"/>
                </a:lnTo>
                <a:lnTo>
                  <a:pt x="6481" y="1484"/>
                </a:lnTo>
                <a:lnTo>
                  <a:pt x="6594" y="1484"/>
                </a:lnTo>
                <a:lnTo>
                  <a:pt x="6594" y="1507"/>
                </a:lnTo>
                <a:moveTo>
                  <a:pt x="6412" y="1507"/>
                </a:moveTo>
                <a:lnTo>
                  <a:pt x="6298" y="1507"/>
                </a:lnTo>
                <a:lnTo>
                  <a:pt x="6298" y="1484"/>
                </a:lnTo>
                <a:lnTo>
                  <a:pt x="6412" y="1484"/>
                </a:lnTo>
                <a:lnTo>
                  <a:pt x="6412" y="1507"/>
                </a:lnTo>
                <a:moveTo>
                  <a:pt x="6230" y="1507"/>
                </a:moveTo>
                <a:lnTo>
                  <a:pt x="6116" y="1507"/>
                </a:lnTo>
                <a:lnTo>
                  <a:pt x="6116" y="1484"/>
                </a:lnTo>
                <a:lnTo>
                  <a:pt x="6230" y="1484"/>
                </a:lnTo>
                <a:lnTo>
                  <a:pt x="6230" y="1507"/>
                </a:lnTo>
                <a:moveTo>
                  <a:pt x="6048" y="1507"/>
                </a:moveTo>
                <a:lnTo>
                  <a:pt x="5934" y="1507"/>
                </a:lnTo>
                <a:lnTo>
                  <a:pt x="5934" y="1484"/>
                </a:lnTo>
                <a:lnTo>
                  <a:pt x="6048" y="1484"/>
                </a:lnTo>
                <a:lnTo>
                  <a:pt x="6048" y="1507"/>
                </a:lnTo>
                <a:moveTo>
                  <a:pt x="5866" y="1507"/>
                </a:moveTo>
                <a:lnTo>
                  <a:pt x="5752" y="1507"/>
                </a:lnTo>
                <a:lnTo>
                  <a:pt x="5752" y="1484"/>
                </a:lnTo>
                <a:lnTo>
                  <a:pt x="5866" y="1484"/>
                </a:lnTo>
                <a:lnTo>
                  <a:pt x="5866" y="1507"/>
                </a:lnTo>
                <a:moveTo>
                  <a:pt x="5683" y="1507"/>
                </a:moveTo>
                <a:lnTo>
                  <a:pt x="5570" y="1507"/>
                </a:lnTo>
                <a:lnTo>
                  <a:pt x="5570" y="1484"/>
                </a:lnTo>
                <a:lnTo>
                  <a:pt x="5683" y="1484"/>
                </a:lnTo>
                <a:lnTo>
                  <a:pt x="5683" y="1507"/>
                </a:lnTo>
                <a:moveTo>
                  <a:pt x="5501" y="1507"/>
                </a:moveTo>
                <a:lnTo>
                  <a:pt x="5387" y="1507"/>
                </a:lnTo>
                <a:lnTo>
                  <a:pt x="5387" y="1484"/>
                </a:lnTo>
                <a:lnTo>
                  <a:pt x="5501" y="1484"/>
                </a:lnTo>
                <a:lnTo>
                  <a:pt x="5501" y="1507"/>
                </a:lnTo>
                <a:moveTo>
                  <a:pt x="5319" y="1507"/>
                </a:moveTo>
                <a:lnTo>
                  <a:pt x="5205" y="1507"/>
                </a:lnTo>
                <a:lnTo>
                  <a:pt x="5205" y="1484"/>
                </a:lnTo>
                <a:lnTo>
                  <a:pt x="5319" y="1484"/>
                </a:lnTo>
                <a:lnTo>
                  <a:pt x="5319" y="1507"/>
                </a:lnTo>
                <a:moveTo>
                  <a:pt x="5137" y="1507"/>
                </a:moveTo>
                <a:lnTo>
                  <a:pt x="5023" y="1507"/>
                </a:lnTo>
                <a:lnTo>
                  <a:pt x="5023" y="1484"/>
                </a:lnTo>
                <a:lnTo>
                  <a:pt x="5137" y="1484"/>
                </a:lnTo>
                <a:lnTo>
                  <a:pt x="5137" y="1507"/>
                </a:lnTo>
                <a:moveTo>
                  <a:pt x="4955" y="1507"/>
                </a:moveTo>
                <a:lnTo>
                  <a:pt x="4841" y="1507"/>
                </a:lnTo>
                <a:lnTo>
                  <a:pt x="4841" y="1484"/>
                </a:lnTo>
                <a:lnTo>
                  <a:pt x="4955" y="1484"/>
                </a:lnTo>
                <a:lnTo>
                  <a:pt x="4955" y="1507"/>
                </a:lnTo>
                <a:moveTo>
                  <a:pt x="4772" y="1507"/>
                </a:moveTo>
                <a:lnTo>
                  <a:pt x="4659" y="1507"/>
                </a:lnTo>
                <a:lnTo>
                  <a:pt x="4659" y="1484"/>
                </a:lnTo>
                <a:lnTo>
                  <a:pt x="4772" y="1484"/>
                </a:lnTo>
                <a:lnTo>
                  <a:pt x="4772" y="1507"/>
                </a:lnTo>
                <a:moveTo>
                  <a:pt x="4590" y="1507"/>
                </a:moveTo>
                <a:lnTo>
                  <a:pt x="4476" y="1507"/>
                </a:lnTo>
                <a:lnTo>
                  <a:pt x="4476" y="1484"/>
                </a:lnTo>
                <a:lnTo>
                  <a:pt x="4590" y="1484"/>
                </a:lnTo>
                <a:lnTo>
                  <a:pt x="4590" y="1507"/>
                </a:lnTo>
                <a:moveTo>
                  <a:pt x="4408" y="1507"/>
                </a:moveTo>
                <a:lnTo>
                  <a:pt x="4294" y="1507"/>
                </a:lnTo>
                <a:lnTo>
                  <a:pt x="4294" y="1484"/>
                </a:lnTo>
                <a:lnTo>
                  <a:pt x="4408" y="1484"/>
                </a:lnTo>
                <a:lnTo>
                  <a:pt x="4408" y="1507"/>
                </a:lnTo>
                <a:moveTo>
                  <a:pt x="4226" y="1507"/>
                </a:moveTo>
                <a:lnTo>
                  <a:pt x="4112" y="1507"/>
                </a:lnTo>
                <a:lnTo>
                  <a:pt x="4112" y="1484"/>
                </a:lnTo>
                <a:lnTo>
                  <a:pt x="4226" y="1484"/>
                </a:lnTo>
                <a:lnTo>
                  <a:pt x="4226" y="1507"/>
                </a:lnTo>
                <a:moveTo>
                  <a:pt x="4044" y="1507"/>
                </a:moveTo>
                <a:lnTo>
                  <a:pt x="3930" y="1507"/>
                </a:lnTo>
                <a:lnTo>
                  <a:pt x="3930" y="1484"/>
                </a:lnTo>
                <a:lnTo>
                  <a:pt x="4044" y="1484"/>
                </a:lnTo>
                <a:lnTo>
                  <a:pt x="4044" y="1507"/>
                </a:lnTo>
                <a:moveTo>
                  <a:pt x="3862" y="1507"/>
                </a:moveTo>
                <a:lnTo>
                  <a:pt x="3748" y="1507"/>
                </a:lnTo>
                <a:lnTo>
                  <a:pt x="3748" y="1484"/>
                </a:lnTo>
                <a:lnTo>
                  <a:pt x="3862" y="1484"/>
                </a:lnTo>
                <a:lnTo>
                  <a:pt x="3862" y="1507"/>
                </a:lnTo>
                <a:moveTo>
                  <a:pt x="3679" y="1507"/>
                </a:moveTo>
                <a:lnTo>
                  <a:pt x="3565" y="1507"/>
                </a:lnTo>
                <a:lnTo>
                  <a:pt x="3565" y="1484"/>
                </a:lnTo>
                <a:lnTo>
                  <a:pt x="3679" y="1484"/>
                </a:lnTo>
                <a:lnTo>
                  <a:pt x="3679" y="1507"/>
                </a:lnTo>
                <a:moveTo>
                  <a:pt x="3497" y="1507"/>
                </a:moveTo>
                <a:lnTo>
                  <a:pt x="3383" y="1507"/>
                </a:lnTo>
                <a:lnTo>
                  <a:pt x="3383" y="1484"/>
                </a:lnTo>
                <a:lnTo>
                  <a:pt x="3497" y="1484"/>
                </a:lnTo>
                <a:lnTo>
                  <a:pt x="3497" y="1507"/>
                </a:lnTo>
                <a:moveTo>
                  <a:pt x="3315" y="1507"/>
                </a:moveTo>
                <a:lnTo>
                  <a:pt x="3201" y="1507"/>
                </a:lnTo>
                <a:lnTo>
                  <a:pt x="3201" y="1484"/>
                </a:lnTo>
                <a:lnTo>
                  <a:pt x="3315" y="1484"/>
                </a:lnTo>
                <a:lnTo>
                  <a:pt x="3315" y="1507"/>
                </a:lnTo>
                <a:moveTo>
                  <a:pt x="3133" y="1507"/>
                </a:moveTo>
                <a:lnTo>
                  <a:pt x="3018" y="1507"/>
                </a:lnTo>
                <a:lnTo>
                  <a:pt x="3018" y="1484"/>
                </a:lnTo>
                <a:lnTo>
                  <a:pt x="3133" y="1484"/>
                </a:lnTo>
                <a:lnTo>
                  <a:pt x="3133" y="1507"/>
                </a:lnTo>
                <a:moveTo>
                  <a:pt x="2950" y="1507"/>
                </a:moveTo>
                <a:lnTo>
                  <a:pt x="2836" y="1507"/>
                </a:lnTo>
                <a:lnTo>
                  <a:pt x="2836" y="1484"/>
                </a:lnTo>
                <a:lnTo>
                  <a:pt x="2950" y="1484"/>
                </a:lnTo>
                <a:lnTo>
                  <a:pt x="2950" y="1507"/>
                </a:lnTo>
                <a:moveTo>
                  <a:pt x="2767" y="1507"/>
                </a:moveTo>
                <a:lnTo>
                  <a:pt x="2654" y="1507"/>
                </a:lnTo>
                <a:lnTo>
                  <a:pt x="2654" y="1484"/>
                </a:lnTo>
                <a:lnTo>
                  <a:pt x="2767" y="1484"/>
                </a:lnTo>
                <a:lnTo>
                  <a:pt x="2767" y="1507"/>
                </a:lnTo>
                <a:moveTo>
                  <a:pt x="2585" y="1507"/>
                </a:moveTo>
                <a:lnTo>
                  <a:pt x="2471" y="1507"/>
                </a:lnTo>
                <a:lnTo>
                  <a:pt x="2471" y="1484"/>
                </a:lnTo>
                <a:lnTo>
                  <a:pt x="2585" y="1484"/>
                </a:lnTo>
                <a:lnTo>
                  <a:pt x="2585" y="1507"/>
                </a:lnTo>
                <a:moveTo>
                  <a:pt x="2403" y="1507"/>
                </a:moveTo>
                <a:lnTo>
                  <a:pt x="2289" y="1507"/>
                </a:lnTo>
                <a:lnTo>
                  <a:pt x="2289" y="1484"/>
                </a:lnTo>
                <a:lnTo>
                  <a:pt x="2403" y="1484"/>
                </a:lnTo>
                <a:lnTo>
                  <a:pt x="2403" y="1507"/>
                </a:lnTo>
                <a:moveTo>
                  <a:pt x="2221" y="1507"/>
                </a:moveTo>
                <a:lnTo>
                  <a:pt x="2107" y="1507"/>
                </a:lnTo>
                <a:lnTo>
                  <a:pt x="2107" y="1484"/>
                </a:lnTo>
                <a:lnTo>
                  <a:pt x="2221" y="1484"/>
                </a:lnTo>
                <a:lnTo>
                  <a:pt x="2221" y="1507"/>
                </a:lnTo>
                <a:moveTo>
                  <a:pt x="2039" y="1507"/>
                </a:moveTo>
                <a:lnTo>
                  <a:pt x="1925" y="1507"/>
                </a:lnTo>
                <a:lnTo>
                  <a:pt x="1925" y="1484"/>
                </a:lnTo>
                <a:lnTo>
                  <a:pt x="2039" y="1484"/>
                </a:lnTo>
                <a:lnTo>
                  <a:pt x="2039" y="1507"/>
                </a:lnTo>
                <a:moveTo>
                  <a:pt x="1856" y="1507"/>
                </a:moveTo>
                <a:lnTo>
                  <a:pt x="1743" y="1507"/>
                </a:lnTo>
                <a:lnTo>
                  <a:pt x="1743" y="1484"/>
                </a:lnTo>
                <a:lnTo>
                  <a:pt x="1856" y="1484"/>
                </a:lnTo>
                <a:lnTo>
                  <a:pt x="1856" y="1507"/>
                </a:lnTo>
                <a:moveTo>
                  <a:pt x="1674" y="1507"/>
                </a:moveTo>
                <a:lnTo>
                  <a:pt x="1560" y="1507"/>
                </a:lnTo>
                <a:lnTo>
                  <a:pt x="1560" y="1484"/>
                </a:lnTo>
                <a:lnTo>
                  <a:pt x="1674" y="1484"/>
                </a:lnTo>
                <a:lnTo>
                  <a:pt x="1674" y="1507"/>
                </a:lnTo>
                <a:moveTo>
                  <a:pt x="1492" y="1507"/>
                </a:moveTo>
                <a:lnTo>
                  <a:pt x="1378" y="1507"/>
                </a:lnTo>
                <a:lnTo>
                  <a:pt x="1378" y="1484"/>
                </a:lnTo>
                <a:lnTo>
                  <a:pt x="1492" y="1484"/>
                </a:lnTo>
                <a:lnTo>
                  <a:pt x="1492" y="1507"/>
                </a:lnTo>
                <a:moveTo>
                  <a:pt x="1310" y="1507"/>
                </a:moveTo>
                <a:lnTo>
                  <a:pt x="1196" y="1507"/>
                </a:lnTo>
                <a:lnTo>
                  <a:pt x="1196" y="1484"/>
                </a:lnTo>
                <a:lnTo>
                  <a:pt x="1310" y="1484"/>
                </a:lnTo>
                <a:lnTo>
                  <a:pt x="1310" y="1507"/>
                </a:lnTo>
                <a:moveTo>
                  <a:pt x="1128" y="1507"/>
                </a:moveTo>
                <a:lnTo>
                  <a:pt x="1014" y="1507"/>
                </a:lnTo>
                <a:lnTo>
                  <a:pt x="1014" y="1484"/>
                </a:lnTo>
                <a:lnTo>
                  <a:pt x="1128" y="1484"/>
                </a:lnTo>
                <a:lnTo>
                  <a:pt x="1128" y="1507"/>
                </a:lnTo>
                <a:moveTo>
                  <a:pt x="946" y="1507"/>
                </a:moveTo>
                <a:lnTo>
                  <a:pt x="832" y="1507"/>
                </a:lnTo>
                <a:lnTo>
                  <a:pt x="832" y="1484"/>
                </a:lnTo>
                <a:lnTo>
                  <a:pt x="946" y="1484"/>
                </a:lnTo>
                <a:lnTo>
                  <a:pt x="946" y="1507"/>
                </a:lnTo>
                <a:moveTo>
                  <a:pt x="763" y="1507"/>
                </a:moveTo>
                <a:lnTo>
                  <a:pt x="649" y="1507"/>
                </a:lnTo>
                <a:lnTo>
                  <a:pt x="649" y="1484"/>
                </a:lnTo>
                <a:lnTo>
                  <a:pt x="763" y="1484"/>
                </a:lnTo>
                <a:lnTo>
                  <a:pt x="763" y="1507"/>
                </a:lnTo>
                <a:moveTo>
                  <a:pt x="581" y="1507"/>
                </a:moveTo>
                <a:lnTo>
                  <a:pt x="467" y="1507"/>
                </a:lnTo>
                <a:lnTo>
                  <a:pt x="467" y="1484"/>
                </a:lnTo>
                <a:lnTo>
                  <a:pt x="581" y="1484"/>
                </a:lnTo>
                <a:lnTo>
                  <a:pt x="581" y="1507"/>
                </a:lnTo>
                <a:moveTo>
                  <a:pt x="399" y="1507"/>
                </a:moveTo>
                <a:lnTo>
                  <a:pt x="285" y="1507"/>
                </a:lnTo>
                <a:lnTo>
                  <a:pt x="285" y="1484"/>
                </a:lnTo>
                <a:lnTo>
                  <a:pt x="399" y="1484"/>
                </a:lnTo>
                <a:lnTo>
                  <a:pt x="399" y="1507"/>
                </a:lnTo>
                <a:moveTo>
                  <a:pt x="217" y="1507"/>
                </a:moveTo>
                <a:lnTo>
                  <a:pt x="103" y="1507"/>
                </a:lnTo>
                <a:lnTo>
                  <a:pt x="103" y="1484"/>
                </a:lnTo>
                <a:lnTo>
                  <a:pt x="217" y="1484"/>
                </a:lnTo>
                <a:lnTo>
                  <a:pt x="217" y="1507"/>
                </a:lnTo>
                <a:moveTo>
                  <a:pt x="35" y="1507"/>
                </a:moveTo>
                <a:lnTo>
                  <a:pt x="0" y="1507"/>
                </a:lnTo>
                <a:lnTo>
                  <a:pt x="0" y="1404"/>
                </a:lnTo>
                <a:lnTo>
                  <a:pt x="23" y="1404"/>
                </a:lnTo>
                <a:lnTo>
                  <a:pt x="23" y="1496"/>
                </a:lnTo>
                <a:lnTo>
                  <a:pt x="12" y="1496"/>
                </a:lnTo>
                <a:lnTo>
                  <a:pt x="12" y="1484"/>
                </a:lnTo>
                <a:lnTo>
                  <a:pt x="35" y="1484"/>
                </a:lnTo>
                <a:lnTo>
                  <a:pt x="35" y="1507"/>
                </a:lnTo>
                <a:moveTo>
                  <a:pt x="0" y="1336"/>
                </a:moveTo>
                <a:lnTo>
                  <a:pt x="0" y="1222"/>
                </a:lnTo>
                <a:lnTo>
                  <a:pt x="23" y="1222"/>
                </a:lnTo>
                <a:lnTo>
                  <a:pt x="23" y="1336"/>
                </a:lnTo>
                <a:lnTo>
                  <a:pt x="0" y="1336"/>
                </a:lnTo>
                <a:moveTo>
                  <a:pt x="0" y="1153"/>
                </a:moveTo>
                <a:lnTo>
                  <a:pt x="0" y="1039"/>
                </a:lnTo>
                <a:lnTo>
                  <a:pt x="23" y="1039"/>
                </a:lnTo>
                <a:lnTo>
                  <a:pt x="23" y="1153"/>
                </a:lnTo>
                <a:lnTo>
                  <a:pt x="0" y="1153"/>
                </a:lnTo>
                <a:moveTo>
                  <a:pt x="0" y="971"/>
                </a:moveTo>
                <a:lnTo>
                  <a:pt x="0" y="856"/>
                </a:lnTo>
                <a:lnTo>
                  <a:pt x="23" y="856"/>
                </a:lnTo>
                <a:lnTo>
                  <a:pt x="23" y="971"/>
                </a:lnTo>
                <a:lnTo>
                  <a:pt x="0" y="971"/>
                </a:lnTo>
                <a:moveTo>
                  <a:pt x="0" y="787"/>
                </a:moveTo>
                <a:lnTo>
                  <a:pt x="0" y="673"/>
                </a:lnTo>
                <a:lnTo>
                  <a:pt x="23" y="673"/>
                </a:lnTo>
                <a:lnTo>
                  <a:pt x="23" y="787"/>
                </a:lnTo>
                <a:lnTo>
                  <a:pt x="0" y="787"/>
                </a:lnTo>
                <a:moveTo>
                  <a:pt x="0" y="604"/>
                </a:moveTo>
                <a:lnTo>
                  <a:pt x="0" y="490"/>
                </a:lnTo>
                <a:lnTo>
                  <a:pt x="23" y="490"/>
                </a:lnTo>
                <a:lnTo>
                  <a:pt x="23" y="604"/>
                </a:lnTo>
                <a:lnTo>
                  <a:pt x="0" y="604"/>
                </a:lnTo>
                <a:moveTo>
                  <a:pt x="0" y="422"/>
                </a:moveTo>
                <a:lnTo>
                  <a:pt x="0" y="308"/>
                </a:lnTo>
                <a:lnTo>
                  <a:pt x="23" y="308"/>
                </a:lnTo>
                <a:lnTo>
                  <a:pt x="23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3" y="125"/>
                </a:lnTo>
                <a:lnTo>
                  <a:pt x="23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392360" y="16434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4392360" y="16722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867240" y="1142280"/>
            <a:ext cx="5116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867240" y="1634040"/>
            <a:ext cx="1055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867240" y="1766880"/>
            <a:ext cx="217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785160" y="2341800"/>
            <a:ext cx="3952080" cy="821880"/>
          </a:xfrm>
          <a:custGeom>
            <a:avLst/>
            <a:gdLst/>
            <a:ahLst/>
            <a:rect l="0" t="0" r="r" b="b"/>
            <a:pathLst>
              <a:path w="10978" h="2283">
                <a:moveTo>
                  <a:pt x="0" y="0"/>
                </a:moveTo>
                <a:lnTo>
                  <a:pt x="10978" y="0"/>
                </a:lnTo>
                <a:lnTo>
                  <a:pt x="10978" y="2283"/>
                </a:lnTo>
                <a:lnTo>
                  <a:pt x="0" y="22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780840" y="2337480"/>
            <a:ext cx="3960360" cy="830520"/>
          </a:xfrm>
          <a:custGeom>
            <a:avLst/>
            <a:gdLst/>
            <a:ahLst/>
            <a:rect l="0" t="0" r="r" b="b"/>
            <a:pathLst>
              <a:path w="11001" h="23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6" y="0"/>
                </a:lnTo>
                <a:lnTo>
                  <a:pt x="3406" y="23"/>
                </a:lnTo>
                <a:lnTo>
                  <a:pt x="3291" y="23"/>
                </a:lnTo>
                <a:lnTo>
                  <a:pt x="3291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3"/>
                </a:lnTo>
                <a:lnTo>
                  <a:pt x="3657" y="23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3"/>
                </a:lnTo>
                <a:lnTo>
                  <a:pt x="4568" y="23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3"/>
                </a:lnTo>
                <a:lnTo>
                  <a:pt x="5661" y="23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01" y="0"/>
                </a:lnTo>
                <a:lnTo>
                  <a:pt x="11001" y="80"/>
                </a:lnTo>
                <a:lnTo>
                  <a:pt x="10978" y="80"/>
                </a:lnTo>
                <a:lnTo>
                  <a:pt x="10978" y="12"/>
                </a:lnTo>
                <a:lnTo>
                  <a:pt x="10990" y="12"/>
                </a:lnTo>
                <a:lnTo>
                  <a:pt x="10990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001" y="149"/>
                </a:moveTo>
                <a:lnTo>
                  <a:pt x="11001" y="263"/>
                </a:lnTo>
                <a:lnTo>
                  <a:pt x="10978" y="263"/>
                </a:lnTo>
                <a:lnTo>
                  <a:pt x="10978" y="149"/>
                </a:lnTo>
                <a:lnTo>
                  <a:pt x="11001" y="149"/>
                </a:lnTo>
                <a:moveTo>
                  <a:pt x="11001" y="331"/>
                </a:moveTo>
                <a:lnTo>
                  <a:pt x="11001" y="445"/>
                </a:lnTo>
                <a:lnTo>
                  <a:pt x="10978" y="445"/>
                </a:lnTo>
                <a:lnTo>
                  <a:pt x="10978" y="331"/>
                </a:lnTo>
                <a:lnTo>
                  <a:pt x="11001" y="331"/>
                </a:lnTo>
                <a:moveTo>
                  <a:pt x="11001" y="514"/>
                </a:moveTo>
                <a:lnTo>
                  <a:pt x="11001" y="628"/>
                </a:lnTo>
                <a:lnTo>
                  <a:pt x="10978" y="628"/>
                </a:lnTo>
                <a:lnTo>
                  <a:pt x="10978" y="514"/>
                </a:lnTo>
                <a:lnTo>
                  <a:pt x="11001" y="514"/>
                </a:lnTo>
                <a:moveTo>
                  <a:pt x="11001" y="696"/>
                </a:moveTo>
                <a:lnTo>
                  <a:pt x="11001" y="811"/>
                </a:lnTo>
                <a:lnTo>
                  <a:pt x="10978" y="811"/>
                </a:lnTo>
                <a:lnTo>
                  <a:pt x="10978" y="696"/>
                </a:lnTo>
                <a:lnTo>
                  <a:pt x="11001" y="696"/>
                </a:lnTo>
                <a:moveTo>
                  <a:pt x="11001" y="879"/>
                </a:moveTo>
                <a:lnTo>
                  <a:pt x="11001" y="993"/>
                </a:lnTo>
                <a:lnTo>
                  <a:pt x="10978" y="993"/>
                </a:lnTo>
                <a:lnTo>
                  <a:pt x="10978" y="879"/>
                </a:lnTo>
                <a:lnTo>
                  <a:pt x="11001" y="879"/>
                </a:lnTo>
                <a:moveTo>
                  <a:pt x="11001" y="1062"/>
                </a:moveTo>
                <a:lnTo>
                  <a:pt x="11001" y="1176"/>
                </a:lnTo>
                <a:lnTo>
                  <a:pt x="10978" y="1176"/>
                </a:lnTo>
                <a:lnTo>
                  <a:pt x="10978" y="1062"/>
                </a:lnTo>
                <a:lnTo>
                  <a:pt x="11001" y="1062"/>
                </a:lnTo>
                <a:moveTo>
                  <a:pt x="11001" y="1244"/>
                </a:moveTo>
                <a:lnTo>
                  <a:pt x="11001" y="1358"/>
                </a:lnTo>
                <a:lnTo>
                  <a:pt x="10978" y="1358"/>
                </a:lnTo>
                <a:lnTo>
                  <a:pt x="10978" y="1244"/>
                </a:lnTo>
                <a:lnTo>
                  <a:pt x="11001" y="1244"/>
                </a:lnTo>
                <a:moveTo>
                  <a:pt x="11001" y="1427"/>
                </a:moveTo>
                <a:lnTo>
                  <a:pt x="11001" y="1541"/>
                </a:lnTo>
                <a:lnTo>
                  <a:pt x="10978" y="1541"/>
                </a:lnTo>
                <a:lnTo>
                  <a:pt x="10978" y="1427"/>
                </a:lnTo>
                <a:lnTo>
                  <a:pt x="11001" y="1427"/>
                </a:lnTo>
                <a:moveTo>
                  <a:pt x="11001" y="1610"/>
                </a:moveTo>
                <a:lnTo>
                  <a:pt x="11001" y="1725"/>
                </a:lnTo>
                <a:lnTo>
                  <a:pt x="10978" y="1725"/>
                </a:lnTo>
                <a:lnTo>
                  <a:pt x="10978" y="1610"/>
                </a:lnTo>
                <a:lnTo>
                  <a:pt x="11001" y="1610"/>
                </a:lnTo>
                <a:moveTo>
                  <a:pt x="11001" y="1793"/>
                </a:moveTo>
                <a:lnTo>
                  <a:pt x="11001" y="1907"/>
                </a:lnTo>
                <a:lnTo>
                  <a:pt x="10978" y="1907"/>
                </a:lnTo>
                <a:lnTo>
                  <a:pt x="10978" y="1793"/>
                </a:lnTo>
                <a:lnTo>
                  <a:pt x="11001" y="1793"/>
                </a:lnTo>
                <a:moveTo>
                  <a:pt x="11001" y="1976"/>
                </a:moveTo>
                <a:lnTo>
                  <a:pt x="11001" y="2090"/>
                </a:lnTo>
                <a:lnTo>
                  <a:pt x="10978" y="2090"/>
                </a:lnTo>
                <a:lnTo>
                  <a:pt x="10978" y="1976"/>
                </a:lnTo>
                <a:lnTo>
                  <a:pt x="11001" y="1976"/>
                </a:lnTo>
                <a:moveTo>
                  <a:pt x="11001" y="2158"/>
                </a:moveTo>
                <a:lnTo>
                  <a:pt x="11001" y="2272"/>
                </a:lnTo>
                <a:lnTo>
                  <a:pt x="10978" y="2272"/>
                </a:lnTo>
                <a:lnTo>
                  <a:pt x="10978" y="2158"/>
                </a:lnTo>
                <a:lnTo>
                  <a:pt x="11001" y="2158"/>
                </a:lnTo>
                <a:moveTo>
                  <a:pt x="10944" y="2307"/>
                </a:moveTo>
                <a:lnTo>
                  <a:pt x="10830" y="2307"/>
                </a:lnTo>
                <a:lnTo>
                  <a:pt x="10830" y="2284"/>
                </a:lnTo>
                <a:lnTo>
                  <a:pt x="10944" y="2284"/>
                </a:lnTo>
                <a:lnTo>
                  <a:pt x="10944" y="2307"/>
                </a:lnTo>
                <a:moveTo>
                  <a:pt x="10762" y="2307"/>
                </a:moveTo>
                <a:lnTo>
                  <a:pt x="10648" y="2307"/>
                </a:lnTo>
                <a:lnTo>
                  <a:pt x="10648" y="2284"/>
                </a:lnTo>
                <a:lnTo>
                  <a:pt x="10762" y="2284"/>
                </a:lnTo>
                <a:lnTo>
                  <a:pt x="10762" y="2307"/>
                </a:lnTo>
                <a:moveTo>
                  <a:pt x="10580" y="2307"/>
                </a:moveTo>
                <a:lnTo>
                  <a:pt x="10466" y="2307"/>
                </a:lnTo>
                <a:lnTo>
                  <a:pt x="10466" y="2284"/>
                </a:lnTo>
                <a:lnTo>
                  <a:pt x="10580" y="2284"/>
                </a:lnTo>
                <a:lnTo>
                  <a:pt x="10580" y="2307"/>
                </a:lnTo>
                <a:moveTo>
                  <a:pt x="10398" y="2307"/>
                </a:moveTo>
                <a:lnTo>
                  <a:pt x="10284" y="2307"/>
                </a:lnTo>
                <a:lnTo>
                  <a:pt x="10284" y="2284"/>
                </a:lnTo>
                <a:lnTo>
                  <a:pt x="10398" y="2284"/>
                </a:lnTo>
                <a:lnTo>
                  <a:pt x="10398" y="2307"/>
                </a:lnTo>
                <a:moveTo>
                  <a:pt x="10215" y="2307"/>
                </a:moveTo>
                <a:lnTo>
                  <a:pt x="10101" y="2307"/>
                </a:lnTo>
                <a:lnTo>
                  <a:pt x="10101" y="2284"/>
                </a:lnTo>
                <a:lnTo>
                  <a:pt x="10215" y="2284"/>
                </a:lnTo>
                <a:lnTo>
                  <a:pt x="10215" y="2307"/>
                </a:lnTo>
                <a:moveTo>
                  <a:pt x="10033" y="2307"/>
                </a:moveTo>
                <a:lnTo>
                  <a:pt x="9919" y="2307"/>
                </a:lnTo>
                <a:lnTo>
                  <a:pt x="9919" y="2284"/>
                </a:lnTo>
                <a:lnTo>
                  <a:pt x="10033" y="2284"/>
                </a:lnTo>
                <a:lnTo>
                  <a:pt x="10033" y="2307"/>
                </a:lnTo>
                <a:moveTo>
                  <a:pt x="9851" y="2307"/>
                </a:moveTo>
                <a:lnTo>
                  <a:pt x="9737" y="2307"/>
                </a:lnTo>
                <a:lnTo>
                  <a:pt x="9737" y="2284"/>
                </a:lnTo>
                <a:lnTo>
                  <a:pt x="9851" y="2284"/>
                </a:lnTo>
                <a:lnTo>
                  <a:pt x="9851" y="2307"/>
                </a:lnTo>
                <a:moveTo>
                  <a:pt x="9669" y="2307"/>
                </a:moveTo>
                <a:lnTo>
                  <a:pt x="9555" y="2307"/>
                </a:lnTo>
                <a:lnTo>
                  <a:pt x="9555" y="2284"/>
                </a:lnTo>
                <a:lnTo>
                  <a:pt x="9669" y="2284"/>
                </a:lnTo>
                <a:lnTo>
                  <a:pt x="9669" y="2307"/>
                </a:lnTo>
                <a:moveTo>
                  <a:pt x="9487" y="2307"/>
                </a:moveTo>
                <a:lnTo>
                  <a:pt x="9373" y="2307"/>
                </a:lnTo>
                <a:lnTo>
                  <a:pt x="9373" y="2284"/>
                </a:lnTo>
                <a:lnTo>
                  <a:pt x="9487" y="2284"/>
                </a:lnTo>
                <a:lnTo>
                  <a:pt x="9487" y="2307"/>
                </a:lnTo>
                <a:moveTo>
                  <a:pt x="9304" y="2307"/>
                </a:moveTo>
                <a:lnTo>
                  <a:pt x="9191" y="2307"/>
                </a:lnTo>
                <a:lnTo>
                  <a:pt x="9191" y="2284"/>
                </a:lnTo>
                <a:lnTo>
                  <a:pt x="9304" y="2284"/>
                </a:lnTo>
                <a:lnTo>
                  <a:pt x="9304" y="2307"/>
                </a:lnTo>
                <a:moveTo>
                  <a:pt x="9122" y="2307"/>
                </a:moveTo>
                <a:lnTo>
                  <a:pt x="9008" y="2307"/>
                </a:lnTo>
                <a:lnTo>
                  <a:pt x="9008" y="2284"/>
                </a:lnTo>
                <a:lnTo>
                  <a:pt x="9122" y="2284"/>
                </a:lnTo>
                <a:lnTo>
                  <a:pt x="9122" y="2307"/>
                </a:lnTo>
                <a:moveTo>
                  <a:pt x="8940" y="2307"/>
                </a:moveTo>
                <a:lnTo>
                  <a:pt x="8826" y="2307"/>
                </a:lnTo>
                <a:lnTo>
                  <a:pt x="8826" y="2284"/>
                </a:lnTo>
                <a:lnTo>
                  <a:pt x="8940" y="2284"/>
                </a:lnTo>
                <a:lnTo>
                  <a:pt x="8940" y="2307"/>
                </a:lnTo>
                <a:moveTo>
                  <a:pt x="8758" y="2307"/>
                </a:moveTo>
                <a:lnTo>
                  <a:pt x="8644" y="2307"/>
                </a:lnTo>
                <a:lnTo>
                  <a:pt x="8644" y="2284"/>
                </a:lnTo>
                <a:lnTo>
                  <a:pt x="8758" y="2284"/>
                </a:lnTo>
                <a:lnTo>
                  <a:pt x="8758" y="2307"/>
                </a:lnTo>
                <a:moveTo>
                  <a:pt x="8576" y="2307"/>
                </a:moveTo>
                <a:lnTo>
                  <a:pt x="8462" y="2307"/>
                </a:lnTo>
                <a:lnTo>
                  <a:pt x="8462" y="2284"/>
                </a:lnTo>
                <a:lnTo>
                  <a:pt x="8576" y="2284"/>
                </a:lnTo>
                <a:lnTo>
                  <a:pt x="8576" y="2307"/>
                </a:lnTo>
                <a:moveTo>
                  <a:pt x="8393" y="2307"/>
                </a:moveTo>
                <a:lnTo>
                  <a:pt x="8280" y="2307"/>
                </a:lnTo>
                <a:lnTo>
                  <a:pt x="8280" y="2284"/>
                </a:lnTo>
                <a:lnTo>
                  <a:pt x="8393" y="2284"/>
                </a:lnTo>
                <a:lnTo>
                  <a:pt x="8393" y="2307"/>
                </a:lnTo>
                <a:moveTo>
                  <a:pt x="8211" y="2307"/>
                </a:moveTo>
                <a:lnTo>
                  <a:pt x="8097" y="2307"/>
                </a:lnTo>
                <a:lnTo>
                  <a:pt x="8097" y="2284"/>
                </a:lnTo>
                <a:lnTo>
                  <a:pt x="8211" y="2284"/>
                </a:lnTo>
                <a:lnTo>
                  <a:pt x="8211" y="2307"/>
                </a:lnTo>
                <a:moveTo>
                  <a:pt x="8029" y="2307"/>
                </a:moveTo>
                <a:lnTo>
                  <a:pt x="7915" y="2307"/>
                </a:lnTo>
                <a:lnTo>
                  <a:pt x="7915" y="2284"/>
                </a:lnTo>
                <a:lnTo>
                  <a:pt x="8029" y="2284"/>
                </a:lnTo>
                <a:lnTo>
                  <a:pt x="8029" y="2307"/>
                </a:lnTo>
                <a:moveTo>
                  <a:pt x="7847" y="2307"/>
                </a:moveTo>
                <a:lnTo>
                  <a:pt x="7733" y="2307"/>
                </a:lnTo>
                <a:lnTo>
                  <a:pt x="7733" y="2284"/>
                </a:lnTo>
                <a:lnTo>
                  <a:pt x="7847" y="2284"/>
                </a:lnTo>
                <a:lnTo>
                  <a:pt x="7847" y="2307"/>
                </a:lnTo>
                <a:moveTo>
                  <a:pt x="7665" y="2307"/>
                </a:moveTo>
                <a:lnTo>
                  <a:pt x="7551" y="2307"/>
                </a:lnTo>
                <a:lnTo>
                  <a:pt x="7551" y="2284"/>
                </a:lnTo>
                <a:lnTo>
                  <a:pt x="7665" y="2284"/>
                </a:lnTo>
                <a:lnTo>
                  <a:pt x="7665" y="2307"/>
                </a:lnTo>
                <a:moveTo>
                  <a:pt x="7483" y="2307"/>
                </a:moveTo>
                <a:lnTo>
                  <a:pt x="7369" y="2307"/>
                </a:lnTo>
                <a:lnTo>
                  <a:pt x="7369" y="2284"/>
                </a:lnTo>
                <a:lnTo>
                  <a:pt x="7483" y="2284"/>
                </a:lnTo>
                <a:lnTo>
                  <a:pt x="7483" y="2307"/>
                </a:lnTo>
                <a:moveTo>
                  <a:pt x="7300" y="2307"/>
                </a:moveTo>
                <a:lnTo>
                  <a:pt x="7186" y="2307"/>
                </a:lnTo>
                <a:lnTo>
                  <a:pt x="7186" y="2284"/>
                </a:lnTo>
                <a:lnTo>
                  <a:pt x="7300" y="2284"/>
                </a:lnTo>
                <a:lnTo>
                  <a:pt x="7300" y="2307"/>
                </a:lnTo>
                <a:moveTo>
                  <a:pt x="7118" y="2307"/>
                </a:moveTo>
                <a:lnTo>
                  <a:pt x="7004" y="2307"/>
                </a:lnTo>
                <a:lnTo>
                  <a:pt x="7004" y="2284"/>
                </a:lnTo>
                <a:lnTo>
                  <a:pt x="7118" y="2284"/>
                </a:lnTo>
                <a:lnTo>
                  <a:pt x="7118" y="2307"/>
                </a:lnTo>
                <a:moveTo>
                  <a:pt x="6936" y="2307"/>
                </a:moveTo>
                <a:lnTo>
                  <a:pt x="6822" y="2307"/>
                </a:lnTo>
                <a:lnTo>
                  <a:pt x="6822" y="2284"/>
                </a:lnTo>
                <a:lnTo>
                  <a:pt x="6936" y="2284"/>
                </a:lnTo>
                <a:lnTo>
                  <a:pt x="6936" y="2307"/>
                </a:lnTo>
                <a:moveTo>
                  <a:pt x="6754" y="2307"/>
                </a:moveTo>
                <a:lnTo>
                  <a:pt x="6640" y="2307"/>
                </a:lnTo>
                <a:lnTo>
                  <a:pt x="6640" y="2284"/>
                </a:lnTo>
                <a:lnTo>
                  <a:pt x="6754" y="2284"/>
                </a:lnTo>
                <a:lnTo>
                  <a:pt x="6754" y="2307"/>
                </a:lnTo>
                <a:moveTo>
                  <a:pt x="6572" y="2307"/>
                </a:moveTo>
                <a:lnTo>
                  <a:pt x="6458" y="2307"/>
                </a:lnTo>
                <a:lnTo>
                  <a:pt x="6458" y="2284"/>
                </a:lnTo>
                <a:lnTo>
                  <a:pt x="6572" y="2284"/>
                </a:lnTo>
                <a:lnTo>
                  <a:pt x="6572" y="2307"/>
                </a:lnTo>
                <a:moveTo>
                  <a:pt x="6389" y="2307"/>
                </a:moveTo>
                <a:lnTo>
                  <a:pt x="6276" y="2307"/>
                </a:lnTo>
                <a:lnTo>
                  <a:pt x="6276" y="2284"/>
                </a:lnTo>
                <a:lnTo>
                  <a:pt x="6389" y="2284"/>
                </a:lnTo>
                <a:lnTo>
                  <a:pt x="6389" y="2307"/>
                </a:lnTo>
                <a:moveTo>
                  <a:pt x="6207" y="2307"/>
                </a:moveTo>
                <a:lnTo>
                  <a:pt x="6093" y="2307"/>
                </a:lnTo>
                <a:lnTo>
                  <a:pt x="6093" y="2284"/>
                </a:lnTo>
                <a:lnTo>
                  <a:pt x="6207" y="2284"/>
                </a:lnTo>
                <a:lnTo>
                  <a:pt x="6207" y="2307"/>
                </a:lnTo>
                <a:moveTo>
                  <a:pt x="6025" y="2307"/>
                </a:moveTo>
                <a:lnTo>
                  <a:pt x="5911" y="2307"/>
                </a:lnTo>
                <a:lnTo>
                  <a:pt x="5911" y="2284"/>
                </a:lnTo>
                <a:lnTo>
                  <a:pt x="6025" y="2284"/>
                </a:lnTo>
                <a:lnTo>
                  <a:pt x="6025" y="2307"/>
                </a:lnTo>
                <a:moveTo>
                  <a:pt x="5843" y="2307"/>
                </a:moveTo>
                <a:lnTo>
                  <a:pt x="5729" y="2307"/>
                </a:lnTo>
                <a:lnTo>
                  <a:pt x="5729" y="2284"/>
                </a:lnTo>
                <a:lnTo>
                  <a:pt x="5843" y="2284"/>
                </a:lnTo>
                <a:lnTo>
                  <a:pt x="5843" y="2307"/>
                </a:lnTo>
                <a:moveTo>
                  <a:pt x="5661" y="2307"/>
                </a:moveTo>
                <a:lnTo>
                  <a:pt x="5547" y="2307"/>
                </a:lnTo>
                <a:lnTo>
                  <a:pt x="5547" y="2284"/>
                </a:lnTo>
                <a:lnTo>
                  <a:pt x="5661" y="2284"/>
                </a:lnTo>
                <a:lnTo>
                  <a:pt x="5661" y="2307"/>
                </a:lnTo>
                <a:moveTo>
                  <a:pt x="5478" y="2307"/>
                </a:moveTo>
                <a:lnTo>
                  <a:pt x="5365" y="2307"/>
                </a:lnTo>
                <a:lnTo>
                  <a:pt x="5365" y="2284"/>
                </a:lnTo>
                <a:lnTo>
                  <a:pt x="5478" y="2284"/>
                </a:lnTo>
                <a:lnTo>
                  <a:pt x="5478" y="2307"/>
                </a:lnTo>
                <a:moveTo>
                  <a:pt x="5296" y="2307"/>
                </a:moveTo>
                <a:lnTo>
                  <a:pt x="5182" y="2307"/>
                </a:lnTo>
                <a:lnTo>
                  <a:pt x="5182" y="2284"/>
                </a:lnTo>
                <a:lnTo>
                  <a:pt x="5296" y="2284"/>
                </a:lnTo>
                <a:lnTo>
                  <a:pt x="5296" y="2307"/>
                </a:lnTo>
                <a:moveTo>
                  <a:pt x="5114" y="2307"/>
                </a:moveTo>
                <a:lnTo>
                  <a:pt x="5000" y="2307"/>
                </a:lnTo>
                <a:lnTo>
                  <a:pt x="5000" y="2284"/>
                </a:lnTo>
                <a:lnTo>
                  <a:pt x="5114" y="2284"/>
                </a:lnTo>
                <a:lnTo>
                  <a:pt x="5114" y="2307"/>
                </a:lnTo>
                <a:moveTo>
                  <a:pt x="4932" y="2307"/>
                </a:moveTo>
                <a:lnTo>
                  <a:pt x="4818" y="2307"/>
                </a:lnTo>
                <a:lnTo>
                  <a:pt x="4818" y="2284"/>
                </a:lnTo>
                <a:lnTo>
                  <a:pt x="4932" y="2284"/>
                </a:lnTo>
                <a:lnTo>
                  <a:pt x="4932" y="2307"/>
                </a:lnTo>
                <a:moveTo>
                  <a:pt x="4750" y="2307"/>
                </a:moveTo>
                <a:lnTo>
                  <a:pt x="4636" y="2307"/>
                </a:lnTo>
                <a:lnTo>
                  <a:pt x="4636" y="2284"/>
                </a:lnTo>
                <a:lnTo>
                  <a:pt x="4750" y="2284"/>
                </a:lnTo>
                <a:lnTo>
                  <a:pt x="4750" y="2307"/>
                </a:lnTo>
                <a:moveTo>
                  <a:pt x="4568" y="2307"/>
                </a:moveTo>
                <a:lnTo>
                  <a:pt x="4454" y="2307"/>
                </a:lnTo>
                <a:lnTo>
                  <a:pt x="4454" y="2284"/>
                </a:lnTo>
                <a:lnTo>
                  <a:pt x="4568" y="2284"/>
                </a:lnTo>
                <a:lnTo>
                  <a:pt x="4568" y="2307"/>
                </a:lnTo>
                <a:moveTo>
                  <a:pt x="4385" y="2307"/>
                </a:moveTo>
                <a:lnTo>
                  <a:pt x="4271" y="2307"/>
                </a:lnTo>
                <a:lnTo>
                  <a:pt x="4271" y="2284"/>
                </a:lnTo>
                <a:lnTo>
                  <a:pt x="4385" y="2284"/>
                </a:lnTo>
                <a:lnTo>
                  <a:pt x="4385" y="2307"/>
                </a:lnTo>
                <a:moveTo>
                  <a:pt x="4203" y="2307"/>
                </a:moveTo>
                <a:lnTo>
                  <a:pt x="4089" y="2307"/>
                </a:lnTo>
                <a:lnTo>
                  <a:pt x="4089" y="2284"/>
                </a:lnTo>
                <a:lnTo>
                  <a:pt x="4203" y="2284"/>
                </a:lnTo>
                <a:lnTo>
                  <a:pt x="4203" y="2307"/>
                </a:lnTo>
                <a:moveTo>
                  <a:pt x="4021" y="2307"/>
                </a:moveTo>
                <a:lnTo>
                  <a:pt x="3907" y="2307"/>
                </a:lnTo>
                <a:lnTo>
                  <a:pt x="3907" y="2284"/>
                </a:lnTo>
                <a:lnTo>
                  <a:pt x="4021" y="2284"/>
                </a:lnTo>
                <a:lnTo>
                  <a:pt x="4021" y="2307"/>
                </a:lnTo>
                <a:moveTo>
                  <a:pt x="3839" y="2307"/>
                </a:moveTo>
                <a:lnTo>
                  <a:pt x="3725" y="2307"/>
                </a:lnTo>
                <a:lnTo>
                  <a:pt x="3725" y="2284"/>
                </a:lnTo>
                <a:lnTo>
                  <a:pt x="3839" y="2284"/>
                </a:lnTo>
                <a:lnTo>
                  <a:pt x="3839" y="2307"/>
                </a:lnTo>
                <a:moveTo>
                  <a:pt x="3657" y="2307"/>
                </a:moveTo>
                <a:lnTo>
                  <a:pt x="3543" y="2307"/>
                </a:lnTo>
                <a:lnTo>
                  <a:pt x="3543" y="2284"/>
                </a:lnTo>
                <a:lnTo>
                  <a:pt x="3657" y="2284"/>
                </a:lnTo>
                <a:lnTo>
                  <a:pt x="3657" y="2307"/>
                </a:lnTo>
                <a:moveTo>
                  <a:pt x="3474" y="2307"/>
                </a:moveTo>
                <a:lnTo>
                  <a:pt x="3361" y="2307"/>
                </a:lnTo>
                <a:lnTo>
                  <a:pt x="3361" y="2284"/>
                </a:lnTo>
                <a:lnTo>
                  <a:pt x="3474" y="2284"/>
                </a:lnTo>
                <a:lnTo>
                  <a:pt x="3474" y="2307"/>
                </a:lnTo>
                <a:moveTo>
                  <a:pt x="3291" y="2307"/>
                </a:moveTo>
                <a:lnTo>
                  <a:pt x="3177" y="2307"/>
                </a:lnTo>
                <a:lnTo>
                  <a:pt x="3177" y="2284"/>
                </a:lnTo>
                <a:lnTo>
                  <a:pt x="3291" y="2284"/>
                </a:lnTo>
                <a:lnTo>
                  <a:pt x="3291" y="2307"/>
                </a:lnTo>
                <a:moveTo>
                  <a:pt x="3109" y="2307"/>
                </a:moveTo>
                <a:lnTo>
                  <a:pt x="2995" y="2307"/>
                </a:lnTo>
                <a:lnTo>
                  <a:pt x="2995" y="2284"/>
                </a:lnTo>
                <a:lnTo>
                  <a:pt x="3109" y="2284"/>
                </a:lnTo>
                <a:lnTo>
                  <a:pt x="3109" y="2307"/>
                </a:lnTo>
                <a:moveTo>
                  <a:pt x="2927" y="2307"/>
                </a:moveTo>
                <a:lnTo>
                  <a:pt x="2813" y="2307"/>
                </a:lnTo>
                <a:lnTo>
                  <a:pt x="2813" y="2284"/>
                </a:lnTo>
                <a:lnTo>
                  <a:pt x="2927" y="2284"/>
                </a:lnTo>
                <a:lnTo>
                  <a:pt x="2927" y="2307"/>
                </a:lnTo>
                <a:moveTo>
                  <a:pt x="2745" y="2307"/>
                </a:moveTo>
                <a:lnTo>
                  <a:pt x="2631" y="2307"/>
                </a:lnTo>
                <a:lnTo>
                  <a:pt x="2631" y="2284"/>
                </a:lnTo>
                <a:lnTo>
                  <a:pt x="2745" y="2284"/>
                </a:lnTo>
                <a:lnTo>
                  <a:pt x="2745" y="2307"/>
                </a:lnTo>
                <a:moveTo>
                  <a:pt x="2562" y="2307"/>
                </a:moveTo>
                <a:lnTo>
                  <a:pt x="2449" y="2307"/>
                </a:lnTo>
                <a:lnTo>
                  <a:pt x="2449" y="2284"/>
                </a:lnTo>
                <a:lnTo>
                  <a:pt x="2562" y="2284"/>
                </a:lnTo>
                <a:lnTo>
                  <a:pt x="2562" y="2307"/>
                </a:lnTo>
                <a:moveTo>
                  <a:pt x="2380" y="2307"/>
                </a:moveTo>
                <a:lnTo>
                  <a:pt x="2266" y="2307"/>
                </a:lnTo>
                <a:lnTo>
                  <a:pt x="2266" y="2284"/>
                </a:lnTo>
                <a:lnTo>
                  <a:pt x="2380" y="2284"/>
                </a:lnTo>
                <a:lnTo>
                  <a:pt x="2380" y="2307"/>
                </a:lnTo>
                <a:moveTo>
                  <a:pt x="2198" y="2307"/>
                </a:moveTo>
                <a:lnTo>
                  <a:pt x="2084" y="2307"/>
                </a:lnTo>
                <a:lnTo>
                  <a:pt x="2084" y="2284"/>
                </a:lnTo>
                <a:lnTo>
                  <a:pt x="2198" y="2284"/>
                </a:lnTo>
                <a:lnTo>
                  <a:pt x="2198" y="2307"/>
                </a:lnTo>
                <a:moveTo>
                  <a:pt x="2016" y="2307"/>
                </a:moveTo>
                <a:lnTo>
                  <a:pt x="1902" y="2307"/>
                </a:lnTo>
                <a:lnTo>
                  <a:pt x="1902" y="2284"/>
                </a:lnTo>
                <a:lnTo>
                  <a:pt x="2016" y="2284"/>
                </a:lnTo>
                <a:lnTo>
                  <a:pt x="2016" y="2307"/>
                </a:lnTo>
                <a:moveTo>
                  <a:pt x="1834" y="2307"/>
                </a:moveTo>
                <a:lnTo>
                  <a:pt x="1720" y="2307"/>
                </a:lnTo>
                <a:lnTo>
                  <a:pt x="1720" y="2284"/>
                </a:lnTo>
                <a:lnTo>
                  <a:pt x="1834" y="2284"/>
                </a:lnTo>
                <a:lnTo>
                  <a:pt x="1834" y="2307"/>
                </a:lnTo>
                <a:moveTo>
                  <a:pt x="1652" y="2307"/>
                </a:moveTo>
                <a:lnTo>
                  <a:pt x="1538" y="2307"/>
                </a:lnTo>
                <a:lnTo>
                  <a:pt x="1538" y="2284"/>
                </a:lnTo>
                <a:lnTo>
                  <a:pt x="1652" y="2284"/>
                </a:lnTo>
                <a:lnTo>
                  <a:pt x="1652" y="2307"/>
                </a:lnTo>
                <a:moveTo>
                  <a:pt x="1469" y="2307"/>
                </a:moveTo>
                <a:lnTo>
                  <a:pt x="1355" y="2307"/>
                </a:lnTo>
                <a:lnTo>
                  <a:pt x="1355" y="2284"/>
                </a:lnTo>
                <a:lnTo>
                  <a:pt x="1469" y="2284"/>
                </a:lnTo>
                <a:lnTo>
                  <a:pt x="1469" y="2307"/>
                </a:lnTo>
                <a:moveTo>
                  <a:pt x="1287" y="2307"/>
                </a:moveTo>
                <a:lnTo>
                  <a:pt x="1173" y="2307"/>
                </a:lnTo>
                <a:lnTo>
                  <a:pt x="1173" y="2284"/>
                </a:lnTo>
                <a:lnTo>
                  <a:pt x="1287" y="2284"/>
                </a:lnTo>
                <a:lnTo>
                  <a:pt x="1287" y="2307"/>
                </a:lnTo>
                <a:moveTo>
                  <a:pt x="1105" y="2307"/>
                </a:moveTo>
                <a:lnTo>
                  <a:pt x="991" y="2307"/>
                </a:lnTo>
                <a:lnTo>
                  <a:pt x="991" y="2284"/>
                </a:lnTo>
                <a:lnTo>
                  <a:pt x="1105" y="2284"/>
                </a:lnTo>
                <a:lnTo>
                  <a:pt x="1105" y="2307"/>
                </a:lnTo>
                <a:moveTo>
                  <a:pt x="923" y="2307"/>
                </a:moveTo>
                <a:lnTo>
                  <a:pt x="809" y="2307"/>
                </a:lnTo>
                <a:lnTo>
                  <a:pt x="809" y="2284"/>
                </a:lnTo>
                <a:lnTo>
                  <a:pt x="923" y="2284"/>
                </a:lnTo>
                <a:lnTo>
                  <a:pt x="923" y="2307"/>
                </a:lnTo>
                <a:moveTo>
                  <a:pt x="741" y="2307"/>
                </a:moveTo>
                <a:lnTo>
                  <a:pt x="627" y="2307"/>
                </a:lnTo>
                <a:lnTo>
                  <a:pt x="627" y="2284"/>
                </a:lnTo>
                <a:lnTo>
                  <a:pt x="741" y="2284"/>
                </a:lnTo>
                <a:lnTo>
                  <a:pt x="741" y="2307"/>
                </a:lnTo>
                <a:moveTo>
                  <a:pt x="558" y="2307"/>
                </a:moveTo>
                <a:lnTo>
                  <a:pt x="445" y="2307"/>
                </a:lnTo>
                <a:lnTo>
                  <a:pt x="445" y="2284"/>
                </a:lnTo>
                <a:lnTo>
                  <a:pt x="558" y="2284"/>
                </a:lnTo>
                <a:lnTo>
                  <a:pt x="558" y="2307"/>
                </a:lnTo>
                <a:moveTo>
                  <a:pt x="376" y="2307"/>
                </a:moveTo>
                <a:lnTo>
                  <a:pt x="262" y="2307"/>
                </a:lnTo>
                <a:lnTo>
                  <a:pt x="262" y="2284"/>
                </a:lnTo>
                <a:lnTo>
                  <a:pt x="376" y="2284"/>
                </a:lnTo>
                <a:lnTo>
                  <a:pt x="376" y="2307"/>
                </a:lnTo>
                <a:moveTo>
                  <a:pt x="194" y="2307"/>
                </a:moveTo>
                <a:lnTo>
                  <a:pt x="80" y="2307"/>
                </a:lnTo>
                <a:lnTo>
                  <a:pt x="80" y="2284"/>
                </a:lnTo>
                <a:lnTo>
                  <a:pt x="194" y="2284"/>
                </a:lnTo>
                <a:lnTo>
                  <a:pt x="194" y="2307"/>
                </a:lnTo>
                <a:moveTo>
                  <a:pt x="0" y="2295"/>
                </a:moveTo>
                <a:lnTo>
                  <a:pt x="0" y="2181"/>
                </a:lnTo>
                <a:lnTo>
                  <a:pt x="23" y="2181"/>
                </a:lnTo>
                <a:lnTo>
                  <a:pt x="23" y="2295"/>
                </a:lnTo>
                <a:lnTo>
                  <a:pt x="0" y="2295"/>
                </a:lnTo>
                <a:moveTo>
                  <a:pt x="0" y="2113"/>
                </a:moveTo>
                <a:lnTo>
                  <a:pt x="0" y="1998"/>
                </a:lnTo>
                <a:lnTo>
                  <a:pt x="23" y="1998"/>
                </a:lnTo>
                <a:lnTo>
                  <a:pt x="23" y="2113"/>
                </a:lnTo>
                <a:lnTo>
                  <a:pt x="0" y="2113"/>
                </a:lnTo>
                <a:moveTo>
                  <a:pt x="0" y="1930"/>
                </a:moveTo>
                <a:lnTo>
                  <a:pt x="0" y="1816"/>
                </a:lnTo>
                <a:lnTo>
                  <a:pt x="23" y="1816"/>
                </a:lnTo>
                <a:lnTo>
                  <a:pt x="23" y="1930"/>
                </a:lnTo>
                <a:lnTo>
                  <a:pt x="0" y="1930"/>
                </a:lnTo>
                <a:moveTo>
                  <a:pt x="0" y="1747"/>
                </a:moveTo>
                <a:lnTo>
                  <a:pt x="0" y="1633"/>
                </a:lnTo>
                <a:lnTo>
                  <a:pt x="23" y="1633"/>
                </a:lnTo>
                <a:lnTo>
                  <a:pt x="23" y="1747"/>
                </a:lnTo>
                <a:lnTo>
                  <a:pt x="0" y="1747"/>
                </a:lnTo>
                <a:moveTo>
                  <a:pt x="0" y="1564"/>
                </a:moveTo>
                <a:lnTo>
                  <a:pt x="0" y="1450"/>
                </a:lnTo>
                <a:lnTo>
                  <a:pt x="23" y="1450"/>
                </a:lnTo>
                <a:lnTo>
                  <a:pt x="23" y="1564"/>
                </a:lnTo>
                <a:lnTo>
                  <a:pt x="0" y="1564"/>
                </a:lnTo>
                <a:moveTo>
                  <a:pt x="0" y="1381"/>
                </a:moveTo>
                <a:lnTo>
                  <a:pt x="0" y="1267"/>
                </a:lnTo>
                <a:lnTo>
                  <a:pt x="23" y="1267"/>
                </a:lnTo>
                <a:lnTo>
                  <a:pt x="23" y="1381"/>
                </a:lnTo>
                <a:lnTo>
                  <a:pt x="0" y="1381"/>
                </a:lnTo>
                <a:moveTo>
                  <a:pt x="0" y="1199"/>
                </a:moveTo>
                <a:lnTo>
                  <a:pt x="0" y="1084"/>
                </a:lnTo>
                <a:lnTo>
                  <a:pt x="23" y="1084"/>
                </a:lnTo>
                <a:lnTo>
                  <a:pt x="23" y="1199"/>
                </a:lnTo>
                <a:lnTo>
                  <a:pt x="0" y="119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4572720" y="2407320"/>
            <a:ext cx="98640" cy="82800"/>
          </a:xfrm>
          <a:custGeom>
            <a:avLst/>
            <a:gdLst/>
            <a:ahLst/>
            <a:rect l="0" t="0" r="r" b="b"/>
            <a:pathLst>
              <a:path w="274" h="230">
                <a:moveTo>
                  <a:pt x="0" y="0"/>
                </a:moveTo>
                <a:lnTo>
                  <a:pt x="274" y="0"/>
                </a:lnTo>
                <a:lnTo>
                  <a:pt x="274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4572720" y="243612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867240" y="1921680"/>
            <a:ext cx="276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867240" y="2398320"/>
            <a:ext cx="840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900000" y="2686680"/>
            <a:ext cx="3755160" cy="394920"/>
          </a:xfrm>
          <a:custGeom>
            <a:avLst/>
            <a:gdLst/>
            <a:ahLst/>
            <a:rect l="0" t="0" r="r" b="b"/>
            <a:pathLst>
              <a:path w="10431" h="1097">
                <a:moveTo>
                  <a:pt x="0" y="0"/>
                </a:moveTo>
                <a:lnTo>
                  <a:pt x="10431" y="0"/>
                </a:lnTo>
                <a:lnTo>
                  <a:pt x="10431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895680" y="2682720"/>
            <a:ext cx="3763440" cy="402840"/>
          </a:xfrm>
          <a:custGeom>
            <a:avLst/>
            <a:gdLst/>
            <a:ahLst/>
            <a:rect l="0" t="0" r="r" b="b"/>
            <a:pathLst>
              <a:path w="10454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0" y="0"/>
                </a:moveTo>
                <a:lnTo>
                  <a:pt x="854" y="0"/>
                </a:lnTo>
                <a:lnTo>
                  <a:pt x="854" y="23"/>
                </a:lnTo>
                <a:lnTo>
                  <a:pt x="740" y="23"/>
                </a:lnTo>
                <a:lnTo>
                  <a:pt x="740" y="0"/>
                </a:lnTo>
                <a:moveTo>
                  <a:pt x="923" y="0"/>
                </a:moveTo>
                <a:lnTo>
                  <a:pt x="1036" y="0"/>
                </a:lnTo>
                <a:lnTo>
                  <a:pt x="1036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1" y="0"/>
                </a:moveTo>
                <a:lnTo>
                  <a:pt x="1765" y="0"/>
                </a:lnTo>
                <a:lnTo>
                  <a:pt x="1765" y="23"/>
                </a:lnTo>
                <a:lnTo>
                  <a:pt x="1651" y="23"/>
                </a:lnTo>
                <a:lnTo>
                  <a:pt x="1651" y="0"/>
                </a:lnTo>
                <a:moveTo>
                  <a:pt x="1834" y="0"/>
                </a:moveTo>
                <a:lnTo>
                  <a:pt x="1947" y="0"/>
                </a:lnTo>
                <a:lnTo>
                  <a:pt x="1947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8" y="0"/>
                </a:moveTo>
                <a:lnTo>
                  <a:pt x="3042" y="0"/>
                </a:lnTo>
                <a:lnTo>
                  <a:pt x="3042" y="23"/>
                </a:lnTo>
                <a:lnTo>
                  <a:pt x="2928" y="23"/>
                </a:lnTo>
                <a:lnTo>
                  <a:pt x="2928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3"/>
                </a:lnTo>
                <a:lnTo>
                  <a:pt x="3110" y="23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3"/>
                </a:lnTo>
                <a:lnTo>
                  <a:pt x="3292" y="23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6" y="0"/>
                </a:moveTo>
                <a:lnTo>
                  <a:pt x="3770" y="0"/>
                </a:lnTo>
                <a:lnTo>
                  <a:pt x="3770" y="23"/>
                </a:lnTo>
                <a:lnTo>
                  <a:pt x="3656" y="23"/>
                </a:lnTo>
                <a:lnTo>
                  <a:pt x="3656" y="0"/>
                </a:lnTo>
                <a:moveTo>
                  <a:pt x="3839" y="0"/>
                </a:moveTo>
                <a:lnTo>
                  <a:pt x="3952" y="0"/>
                </a:lnTo>
                <a:lnTo>
                  <a:pt x="3952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7" y="0"/>
                </a:moveTo>
                <a:lnTo>
                  <a:pt x="4681" y="0"/>
                </a:lnTo>
                <a:lnTo>
                  <a:pt x="4681" y="23"/>
                </a:lnTo>
                <a:lnTo>
                  <a:pt x="4567" y="23"/>
                </a:lnTo>
                <a:lnTo>
                  <a:pt x="4567" y="0"/>
                </a:lnTo>
                <a:moveTo>
                  <a:pt x="4750" y="0"/>
                </a:moveTo>
                <a:lnTo>
                  <a:pt x="4863" y="0"/>
                </a:lnTo>
                <a:lnTo>
                  <a:pt x="4863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1" y="0"/>
                </a:moveTo>
                <a:lnTo>
                  <a:pt x="6685" y="0"/>
                </a:lnTo>
                <a:lnTo>
                  <a:pt x="6685" y="23"/>
                </a:lnTo>
                <a:lnTo>
                  <a:pt x="6571" y="23"/>
                </a:lnTo>
                <a:lnTo>
                  <a:pt x="6571" y="0"/>
                </a:lnTo>
                <a:moveTo>
                  <a:pt x="6754" y="0"/>
                </a:moveTo>
                <a:lnTo>
                  <a:pt x="6867" y="0"/>
                </a:lnTo>
                <a:lnTo>
                  <a:pt x="6867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2" y="0"/>
                </a:moveTo>
                <a:lnTo>
                  <a:pt x="7596" y="0"/>
                </a:lnTo>
                <a:lnTo>
                  <a:pt x="7596" y="23"/>
                </a:lnTo>
                <a:lnTo>
                  <a:pt x="7482" y="23"/>
                </a:lnTo>
                <a:lnTo>
                  <a:pt x="7482" y="0"/>
                </a:lnTo>
                <a:moveTo>
                  <a:pt x="7665" y="0"/>
                </a:moveTo>
                <a:lnTo>
                  <a:pt x="7778" y="0"/>
                </a:lnTo>
                <a:lnTo>
                  <a:pt x="7778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6" y="0"/>
                </a:moveTo>
                <a:lnTo>
                  <a:pt x="9600" y="0"/>
                </a:lnTo>
                <a:lnTo>
                  <a:pt x="9600" y="23"/>
                </a:lnTo>
                <a:lnTo>
                  <a:pt x="9486" y="23"/>
                </a:lnTo>
                <a:lnTo>
                  <a:pt x="9486" y="0"/>
                </a:lnTo>
                <a:moveTo>
                  <a:pt x="9669" y="0"/>
                </a:moveTo>
                <a:lnTo>
                  <a:pt x="9782" y="0"/>
                </a:lnTo>
                <a:lnTo>
                  <a:pt x="9782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7" y="0"/>
                </a:moveTo>
                <a:lnTo>
                  <a:pt x="10454" y="0"/>
                </a:lnTo>
                <a:lnTo>
                  <a:pt x="10454" y="80"/>
                </a:lnTo>
                <a:lnTo>
                  <a:pt x="10432" y="80"/>
                </a:lnTo>
                <a:lnTo>
                  <a:pt x="10432" y="11"/>
                </a:lnTo>
                <a:lnTo>
                  <a:pt x="10443" y="11"/>
                </a:lnTo>
                <a:lnTo>
                  <a:pt x="10443" y="23"/>
                </a:lnTo>
                <a:lnTo>
                  <a:pt x="10397" y="23"/>
                </a:lnTo>
                <a:lnTo>
                  <a:pt x="10397" y="0"/>
                </a:lnTo>
                <a:moveTo>
                  <a:pt x="10454" y="148"/>
                </a:moveTo>
                <a:lnTo>
                  <a:pt x="10454" y="262"/>
                </a:lnTo>
                <a:lnTo>
                  <a:pt x="10432" y="262"/>
                </a:lnTo>
                <a:lnTo>
                  <a:pt x="10432" y="148"/>
                </a:lnTo>
                <a:lnTo>
                  <a:pt x="10454" y="148"/>
                </a:lnTo>
                <a:moveTo>
                  <a:pt x="10454" y="331"/>
                </a:moveTo>
                <a:lnTo>
                  <a:pt x="10454" y="445"/>
                </a:lnTo>
                <a:lnTo>
                  <a:pt x="10432" y="445"/>
                </a:lnTo>
                <a:lnTo>
                  <a:pt x="10432" y="331"/>
                </a:lnTo>
                <a:lnTo>
                  <a:pt x="10454" y="331"/>
                </a:lnTo>
                <a:moveTo>
                  <a:pt x="10454" y="514"/>
                </a:moveTo>
                <a:lnTo>
                  <a:pt x="10454" y="628"/>
                </a:lnTo>
                <a:lnTo>
                  <a:pt x="10432" y="628"/>
                </a:lnTo>
                <a:lnTo>
                  <a:pt x="10432" y="514"/>
                </a:lnTo>
                <a:lnTo>
                  <a:pt x="10454" y="514"/>
                </a:lnTo>
                <a:moveTo>
                  <a:pt x="10454" y="696"/>
                </a:moveTo>
                <a:lnTo>
                  <a:pt x="10454" y="810"/>
                </a:lnTo>
                <a:lnTo>
                  <a:pt x="10432" y="810"/>
                </a:lnTo>
                <a:lnTo>
                  <a:pt x="10432" y="696"/>
                </a:lnTo>
                <a:lnTo>
                  <a:pt x="10454" y="696"/>
                </a:lnTo>
                <a:moveTo>
                  <a:pt x="10454" y="879"/>
                </a:moveTo>
                <a:lnTo>
                  <a:pt x="10454" y="994"/>
                </a:lnTo>
                <a:lnTo>
                  <a:pt x="10432" y="994"/>
                </a:lnTo>
                <a:lnTo>
                  <a:pt x="10432" y="879"/>
                </a:lnTo>
                <a:lnTo>
                  <a:pt x="10454" y="879"/>
                </a:lnTo>
                <a:moveTo>
                  <a:pt x="10454" y="1062"/>
                </a:moveTo>
                <a:lnTo>
                  <a:pt x="10454" y="1119"/>
                </a:lnTo>
                <a:lnTo>
                  <a:pt x="10375" y="1119"/>
                </a:lnTo>
                <a:lnTo>
                  <a:pt x="10375" y="1097"/>
                </a:lnTo>
                <a:lnTo>
                  <a:pt x="10443" y="1097"/>
                </a:lnTo>
                <a:lnTo>
                  <a:pt x="10443" y="1108"/>
                </a:lnTo>
                <a:lnTo>
                  <a:pt x="10432" y="1108"/>
                </a:lnTo>
                <a:lnTo>
                  <a:pt x="10432" y="1062"/>
                </a:lnTo>
                <a:lnTo>
                  <a:pt x="10454" y="1062"/>
                </a:lnTo>
                <a:moveTo>
                  <a:pt x="10306" y="1119"/>
                </a:moveTo>
                <a:lnTo>
                  <a:pt x="10192" y="1119"/>
                </a:lnTo>
                <a:lnTo>
                  <a:pt x="10192" y="1097"/>
                </a:lnTo>
                <a:lnTo>
                  <a:pt x="10306" y="1097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7"/>
                </a:lnTo>
                <a:lnTo>
                  <a:pt x="10124" y="1097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7"/>
                </a:lnTo>
                <a:lnTo>
                  <a:pt x="9942" y="1097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7"/>
                </a:lnTo>
                <a:lnTo>
                  <a:pt x="9760" y="1097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7"/>
                </a:lnTo>
                <a:lnTo>
                  <a:pt x="9578" y="1097"/>
                </a:lnTo>
                <a:lnTo>
                  <a:pt x="9578" y="1119"/>
                </a:lnTo>
                <a:moveTo>
                  <a:pt x="9395" y="1119"/>
                </a:moveTo>
                <a:lnTo>
                  <a:pt x="9281" y="1119"/>
                </a:lnTo>
                <a:lnTo>
                  <a:pt x="9281" y="1097"/>
                </a:lnTo>
                <a:lnTo>
                  <a:pt x="9395" y="1097"/>
                </a:lnTo>
                <a:lnTo>
                  <a:pt x="9395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7"/>
                </a:lnTo>
                <a:lnTo>
                  <a:pt x="9213" y="1097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7"/>
                </a:lnTo>
                <a:lnTo>
                  <a:pt x="9031" y="1097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7"/>
                </a:lnTo>
                <a:lnTo>
                  <a:pt x="8849" y="1097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7"/>
                </a:lnTo>
                <a:lnTo>
                  <a:pt x="8667" y="1097"/>
                </a:lnTo>
                <a:lnTo>
                  <a:pt x="8667" y="1119"/>
                </a:lnTo>
                <a:moveTo>
                  <a:pt x="8484" y="1119"/>
                </a:moveTo>
                <a:lnTo>
                  <a:pt x="8371" y="1119"/>
                </a:lnTo>
                <a:lnTo>
                  <a:pt x="8371" y="1097"/>
                </a:lnTo>
                <a:lnTo>
                  <a:pt x="8484" y="1097"/>
                </a:lnTo>
                <a:lnTo>
                  <a:pt x="8484" y="1119"/>
                </a:lnTo>
                <a:moveTo>
                  <a:pt x="8302" y="1119"/>
                </a:moveTo>
                <a:lnTo>
                  <a:pt x="8188" y="1119"/>
                </a:lnTo>
                <a:lnTo>
                  <a:pt x="8188" y="1097"/>
                </a:lnTo>
                <a:lnTo>
                  <a:pt x="8302" y="1097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7"/>
                </a:lnTo>
                <a:lnTo>
                  <a:pt x="8120" y="1097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7"/>
                </a:lnTo>
                <a:lnTo>
                  <a:pt x="7938" y="1097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7"/>
                </a:lnTo>
                <a:lnTo>
                  <a:pt x="7756" y="1097"/>
                </a:lnTo>
                <a:lnTo>
                  <a:pt x="7756" y="1119"/>
                </a:lnTo>
                <a:moveTo>
                  <a:pt x="7573" y="1119"/>
                </a:moveTo>
                <a:lnTo>
                  <a:pt x="7460" y="1119"/>
                </a:lnTo>
                <a:lnTo>
                  <a:pt x="7460" y="1097"/>
                </a:lnTo>
                <a:lnTo>
                  <a:pt x="7573" y="1097"/>
                </a:lnTo>
                <a:lnTo>
                  <a:pt x="7573" y="1119"/>
                </a:lnTo>
                <a:moveTo>
                  <a:pt x="7391" y="1119"/>
                </a:moveTo>
                <a:lnTo>
                  <a:pt x="7277" y="1119"/>
                </a:lnTo>
                <a:lnTo>
                  <a:pt x="7277" y="1097"/>
                </a:lnTo>
                <a:lnTo>
                  <a:pt x="7391" y="1097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7"/>
                </a:lnTo>
                <a:lnTo>
                  <a:pt x="7209" y="1097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7"/>
                </a:lnTo>
                <a:lnTo>
                  <a:pt x="7027" y="1097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7"/>
                </a:lnTo>
                <a:lnTo>
                  <a:pt x="6845" y="1097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7"/>
                </a:lnTo>
                <a:lnTo>
                  <a:pt x="6663" y="1097"/>
                </a:lnTo>
                <a:lnTo>
                  <a:pt x="6663" y="1119"/>
                </a:lnTo>
                <a:moveTo>
                  <a:pt x="6480" y="1119"/>
                </a:moveTo>
                <a:lnTo>
                  <a:pt x="6366" y="1119"/>
                </a:lnTo>
                <a:lnTo>
                  <a:pt x="6366" y="1097"/>
                </a:lnTo>
                <a:lnTo>
                  <a:pt x="6480" y="1097"/>
                </a:lnTo>
                <a:lnTo>
                  <a:pt x="6480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7"/>
                </a:lnTo>
                <a:lnTo>
                  <a:pt x="6298" y="1097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7"/>
                </a:lnTo>
                <a:lnTo>
                  <a:pt x="6116" y="1097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7"/>
                </a:lnTo>
                <a:lnTo>
                  <a:pt x="5934" y="1097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7"/>
                </a:lnTo>
                <a:lnTo>
                  <a:pt x="5752" y="1097"/>
                </a:lnTo>
                <a:lnTo>
                  <a:pt x="5752" y="1119"/>
                </a:lnTo>
                <a:moveTo>
                  <a:pt x="5569" y="1119"/>
                </a:moveTo>
                <a:lnTo>
                  <a:pt x="5456" y="1119"/>
                </a:lnTo>
                <a:lnTo>
                  <a:pt x="5456" y="1097"/>
                </a:lnTo>
                <a:lnTo>
                  <a:pt x="5569" y="1097"/>
                </a:lnTo>
                <a:lnTo>
                  <a:pt x="5569" y="1119"/>
                </a:lnTo>
                <a:moveTo>
                  <a:pt x="5387" y="1119"/>
                </a:moveTo>
                <a:lnTo>
                  <a:pt x="5273" y="1119"/>
                </a:lnTo>
                <a:lnTo>
                  <a:pt x="5273" y="1097"/>
                </a:lnTo>
                <a:lnTo>
                  <a:pt x="5387" y="1097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7"/>
                </a:lnTo>
                <a:lnTo>
                  <a:pt x="5205" y="1097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7"/>
                </a:lnTo>
                <a:lnTo>
                  <a:pt x="5023" y="1097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7"/>
                </a:lnTo>
                <a:lnTo>
                  <a:pt x="4841" y="1097"/>
                </a:lnTo>
                <a:lnTo>
                  <a:pt x="4841" y="1119"/>
                </a:lnTo>
                <a:moveTo>
                  <a:pt x="4658" y="1119"/>
                </a:moveTo>
                <a:lnTo>
                  <a:pt x="4545" y="1119"/>
                </a:lnTo>
                <a:lnTo>
                  <a:pt x="4545" y="1097"/>
                </a:lnTo>
                <a:lnTo>
                  <a:pt x="4658" y="1097"/>
                </a:lnTo>
                <a:lnTo>
                  <a:pt x="4658" y="1119"/>
                </a:lnTo>
                <a:moveTo>
                  <a:pt x="4476" y="1119"/>
                </a:moveTo>
                <a:lnTo>
                  <a:pt x="4362" y="1119"/>
                </a:lnTo>
                <a:lnTo>
                  <a:pt x="4362" y="1097"/>
                </a:lnTo>
                <a:lnTo>
                  <a:pt x="4476" y="1097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7"/>
                </a:lnTo>
                <a:lnTo>
                  <a:pt x="4294" y="1097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7"/>
                </a:lnTo>
                <a:lnTo>
                  <a:pt x="4112" y="1097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7"/>
                </a:lnTo>
                <a:lnTo>
                  <a:pt x="3930" y="1097"/>
                </a:lnTo>
                <a:lnTo>
                  <a:pt x="3930" y="1119"/>
                </a:lnTo>
                <a:moveTo>
                  <a:pt x="3748" y="1119"/>
                </a:moveTo>
                <a:lnTo>
                  <a:pt x="3634" y="1119"/>
                </a:lnTo>
                <a:lnTo>
                  <a:pt x="3634" y="1097"/>
                </a:lnTo>
                <a:lnTo>
                  <a:pt x="3748" y="1097"/>
                </a:lnTo>
                <a:lnTo>
                  <a:pt x="3748" y="1119"/>
                </a:lnTo>
                <a:moveTo>
                  <a:pt x="3565" y="1119"/>
                </a:moveTo>
                <a:lnTo>
                  <a:pt x="3451" y="1119"/>
                </a:lnTo>
                <a:lnTo>
                  <a:pt x="3451" y="1097"/>
                </a:lnTo>
                <a:lnTo>
                  <a:pt x="3565" y="1097"/>
                </a:lnTo>
                <a:lnTo>
                  <a:pt x="3565" y="1119"/>
                </a:lnTo>
                <a:moveTo>
                  <a:pt x="3383" y="1119"/>
                </a:moveTo>
                <a:lnTo>
                  <a:pt x="3269" y="1119"/>
                </a:lnTo>
                <a:lnTo>
                  <a:pt x="3269" y="1097"/>
                </a:lnTo>
                <a:lnTo>
                  <a:pt x="3383" y="1097"/>
                </a:lnTo>
                <a:lnTo>
                  <a:pt x="3383" y="1119"/>
                </a:lnTo>
                <a:moveTo>
                  <a:pt x="3201" y="1119"/>
                </a:moveTo>
                <a:lnTo>
                  <a:pt x="3087" y="1119"/>
                </a:lnTo>
                <a:lnTo>
                  <a:pt x="3087" y="1097"/>
                </a:lnTo>
                <a:lnTo>
                  <a:pt x="3201" y="1097"/>
                </a:lnTo>
                <a:lnTo>
                  <a:pt x="3201" y="1119"/>
                </a:lnTo>
                <a:moveTo>
                  <a:pt x="3019" y="1119"/>
                </a:moveTo>
                <a:lnTo>
                  <a:pt x="2905" y="1119"/>
                </a:lnTo>
                <a:lnTo>
                  <a:pt x="2905" y="1097"/>
                </a:lnTo>
                <a:lnTo>
                  <a:pt x="3019" y="1097"/>
                </a:lnTo>
                <a:lnTo>
                  <a:pt x="3019" y="1119"/>
                </a:lnTo>
                <a:moveTo>
                  <a:pt x="2837" y="1119"/>
                </a:moveTo>
                <a:lnTo>
                  <a:pt x="2722" y="1119"/>
                </a:lnTo>
                <a:lnTo>
                  <a:pt x="2722" y="1097"/>
                </a:lnTo>
                <a:lnTo>
                  <a:pt x="2837" y="1097"/>
                </a:lnTo>
                <a:lnTo>
                  <a:pt x="2837" y="1119"/>
                </a:lnTo>
                <a:moveTo>
                  <a:pt x="2653" y="1119"/>
                </a:moveTo>
                <a:lnTo>
                  <a:pt x="2540" y="1119"/>
                </a:lnTo>
                <a:lnTo>
                  <a:pt x="2540" y="1097"/>
                </a:lnTo>
                <a:lnTo>
                  <a:pt x="2653" y="1097"/>
                </a:lnTo>
                <a:lnTo>
                  <a:pt x="2653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7"/>
                </a:lnTo>
                <a:lnTo>
                  <a:pt x="2471" y="1097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7"/>
                </a:lnTo>
                <a:lnTo>
                  <a:pt x="2289" y="1097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7"/>
                </a:lnTo>
                <a:lnTo>
                  <a:pt x="2107" y="1097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7"/>
                </a:lnTo>
                <a:lnTo>
                  <a:pt x="1925" y="1097"/>
                </a:lnTo>
                <a:lnTo>
                  <a:pt x="1925" y="1119"/>
                </a:lnTo>
                <a:moveTo>
                  <a:pt x="1742" y="1119"/>
                </a:moveTo>
                <a:lnTo>
                  <a:pt x="1629" y="1119"/>
                </a:lnTo>
                <a:lnTo>
                  <a:pt x="1629" y="1097"/>
                </a:lnTo>
                <a:lnTo>
                  <a:pt x="1742" y="1097"/>
                </a:lnTo>
                <a:lnTo>
                  <a:pt x="1742" y="1119"/>
                </a:lnTo>
                <a:moveTo>
                  <a:pt x="1560" y="1119"/>
                </a:moveTo>
                <a:lnTo>
                  <a:pt x="1446" y="1119"/>
                </a:lnTo>
                <a:lnTo>
                  <a:pt x="1446" y="1097"/>
                </a:lnTo>
                <a:lnTo>
                  <a:pt x="1560" y="1097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7"/>
                </a:lnTo>
                <a:lnTo>
                  <a:pt x="1378" y="1097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7"/>
                </a:lnTo>
                <a:lnTo>
                  <a:pt x="1196" y="1097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7"/>
                </a:lnTo>
                <a:lnTo>
                  <a:pt x="1014" y="1097"/>
                </a:lnTo>
                <a:lnTo>
                  <a:pt x="1014" y="1119"/>
                </a:lnTo>
                <a:moveTo>
                  <a:pt x="831" y="1119"/>
                </a:moveTo>
                <a:lnTo>
                  <a:pt x="718" y="1119"/>
                </a:lnTo>
                <a:lnTo>
                  <a:pt x="718" y="1097"/>
                </a:lnTo>
                <a:lnTo>
                  <a:pt x="831" y="1097"/>
                </a:lnTo>
                <a:lnTo>
                  <a:pt x="831" y="1119"/>
                </a:lnTo>
                <a:moveTo>
                  <a:pt x="649" y="1119"/>
                </a:moveTo>
                <a:lnTo>
                  <a:pt x="535" y="1119"/>
                </a:lnTo>
                <a:lnTo>
                  <a:pt x="535" y="1097"/>
                </a:lnTo>
                <a:lnTo>
                  <a:pt x="649" y="1097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7"/>
                </a:lnTo>
                <a:lnTo>
                  <a:pt x="467" y="1097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7"/>
                </a:lnTo>
                <a:lnTo>
                  <a:pt x="285" y="1097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7"/>
                </a:lnTo>
                <a:lnTo>
                  <a:pt x="103" y="1097"/>
                </a:lnTo>
                <a:lnTo>
                  <a:pt x="103" y="1119"/>
                </a:lnTo>
                <a:moveTo>
                  <a:pt x="0" y="1017"/>
                </a:moveTo>
                <a:lnTo>
                  <a:pt x="0" y="902"/>
                </a:lnTo>
                <a:lnTo>
                  <a:pt x="23" y="902"/>
                </a:lnTo>
                <a:lnTo>
                  <a:pt x="23" y="1017"/>
                </a:lnTo>
                <a:lnTo>
                  <a:pt x="0" y="1017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1"/>
                </a:lnTo>
                <a:lnTo>
                  <a:pt x="23" y="11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4490640" y="27525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4490640" y="27813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867240" y="253080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982080" y="2743560"/>
            <a:ext cx="586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85160" y="3393360"/>
            <a:ext cx="7993800" cy="534600"/>
          </a:xfrm>
          <a:custGeom>
            <a:avLst/>
            <a:gdLst/>
            <a:ahLst/>
            <a:rect l="0" t="0" r="r" b="b"/>
            <a:pathLst>
              <a:path w="22205" h="1485">
                <a:moveTo>
                  <a:pt x="0" y="0"/>
                </a:moveTo>
                <a:lnTo>
                  <a:pt x="22205" y="0"/>
                </a:lnTo>
                <a:lnTo>
                  <a:pt x="22205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780840" y="3389400"/>
            <a:ext cx="8002080" cy="542520"/>
          </a:xfrm>
          <a:custGeom>
            <a:avLst/>
            <a:gdLst/>
            <a:ahLst/>
            <a:rect l="0" t="0" r="r" b="b"/>
            <a:pathLst>
              <a:path w="22228" h="15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1" y="0"/>
                </a:moveTo>
                <a:lnTo>
                  <a:pt x="6684" y="0"/>
                </a:lnTo>
                <a:lnTo>
                  <a:pt x="6684" y="23"/>
                </a:lnTo>
                <a:lnTo>
                  <a:pt x="6571" y="23"/>
                </a:lnTo>
                <a:lnTo>
                  <a:pt x="6571" y="0"/>
                </a:lnTo>
                <a:moveTo>
                  <a:pt x="6753" y="0"/>
                </a:moveTo>
                <a:lnTo>
                  <a:pt x="6867" y="0"/>
                </a:lnTo>
                <a:lnTo>
                  <a:pt x="6867" y="23"/>
                </a:lnTo>
                <a:lnTo>
                  <a:pt x="6753" y="23"/>
                </a:lnTo>
                <a:lnTo>
                  <a:pt x="6753" y="0"/>
                </a:lnTo>
                <a:moveTo>
                  <a:pt x="6935" y="0"/>
                </a:moveTo>
                <a:lnTo>
                  <a:pt x="7049" y="0"/>
                </a:lnTo>
                <a:lnTo>
                  <a:pt x="7049" y="23"/>
                </a:lnTo>
                <a:lnTo>
                  <a:pt x="6935" y="23"/>
                </a:lnTo>
                <a:lnTo>
                  <a:pt x="6935" y="0"/>
                </a:lnTo>
                <a:moveTo>
                  <a:pt x="7117" y="0"/>
                </a:moveTo>
                <a:lnTo>
                  <a:pt x="7231" y="0"/>
                </a:lnTo>
                <a:lnTo>
                  <a:pt x="7231" y="23"/>
                </a:lnTo>
                <a:lnTo>
                  <a:pt x="7117" y="23"/>
                </a:lnTo>
                <a:lnTo>
                  <a:pt x="7117" y="0"/>
                </a:lnTo>
                <a:moveTo>
                  <a:pt x="7299" y="0"/>
                </a:moveTo>
                <a:lnTo>
                  <a:pt x="7413" y="0"/>
                </a:lnTo>
                <a:lnTo>
                  <a:pt x="7413" y="23"/>
                </a:lnTo>
                <a:lnTo>
                  <a:pt x="7299" y="23"/>
                </a:lnTo>
                <a:lnTo>
                  <a:pt x="7299" y="0"/>
                </a:lnTo>
                <a:moveTo>
                  <a:pt x="7482" y="0"/>
                </a:moveTo>
                <a:lnTo>
                  <a:pt x="7595" y="0"/>
                </a:lnTo>
                <a:lnTo>
                  <a:pt x="7595" y="23"/>
                </a:lnTo>
                <a:lnTo>
                  <a:pt x="7482" y="23"/>
                </a:lnTo>
                <a:lnTo>
                  <a:pt x="7482" y="0"/>
                </a:lnTo>
                <a:moveTo>
                  <a:pt x="7664" y="0"/>
                </a:moveTo>
                <a:lnTo>
                  <a:pt x="7778" y="0"/>
                </a:lnTo>
                <a:lnTo>
                  <a:pt x="7778" y="23"/>
                </a:lnTo>
                <a:lnTo>
                  <a:pt x="7664" y="23"/>
                </a:lnTo>
                <a:lnTo>
                  <a:pt x="7664" y="0"/>
                </a:lnTo>
                <a:moveTo>
                  <a:pt x="7846" y="0"/>
                </a:moveTo>
                <a:lnTo>
                  <a:pt x="7960" y="0"/>
                </a:lnTo>
                <a:lnTo>
                  <a:pt x="7960" y="23"/>
                </a:lnTo>
                <a:lnTo>
                  <a:pt x="7846" y="23"/>
                </a:lnTo>
                <a:lnTo>
                  <a:pt x="7846" y="0"/>
                </a:lnTo>
                <a:moveTo>
                  <a:pt x="8028" y="0"/>
                </a:moveTo>
                <a:lnTo>
                  <a:pt x="8142" y="0"/>
                </a:lnTo>
                <a:lnTo>
                  <a:pt x="8142" y="23"/>
                </a:lnTo>
                <a:lnTo>
                  <a:pt x="8028" y="23"/>
                </a:lnTo>
                <a:lnTo>
                  <a:pt x="8028" y="0"/>
                </a:lnTo>
                <a:moveTo>
                  <a:pt x="8210" y="0"/>
                </a:moveTo>
                <a:lnTo>
                  <a:pt x="8324" y="0"/>
                </a:lnTo>
                <a:lnTo>
                  <a:pt x="8324" y="23"/>
                </a:lnTo>
                <a:lnTo>
                  <a:pt x="8210" y="23"/>
                </a:lnTo>
                <a:lnTo>
                  <a:pt x="8210" y="0"/>
                </a:lnTo>
                <a:moveTo>
                  <a:pt x="8392" y="0"/>
                </a:moveTo>
                <a:lnTo>
                  <a:pt x="8506" y="0"/>
                </a:lnTo>
                <a:lnTo>
                  <a:pt x="8506" y="23"/>
                </a:lnTo>
                <a:lnTo>
                  <a:pt x="8392" y="23"/>
                </a:lnTo>
                <a:lnTo>
                  <a:pt x="8392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7" y="0"/>
                </a:moveTo>
                <a:lnTo>
                  <a:pt x="8871" y="0"/>
                </a:lnTo>
                <a:lnTo>
                  <a:pt x="8871" y="23"/>
                </a:lnTo>
                <a:lnTo>
                  <a:pt x="8757" y="23"/>
                </a:lnTo>
                <a:lnTo>
                  <a:pt x="8757" y="0"/>
                </a:lnTo>
                <a:moveTo>
                  <a:pt x="8939" y="0"/>
                </a:moveTo>
                <a:lnTo>
                  <a:pt x="9054" y="0"/>
                </a:lnTo>
                <a:lnTo>
                  <a:pt x="9054" y="23"/>
                </a:lnTo>
                <a:lnTo>
                  <a:pt x="8939" y="23"/>
                </a:lnTo>
                <a:lnTo>
                  <a:pt x="8939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35" y="0"/>
                </a:lnTo>
                <a:lnTo>
                  <a:pt x="17435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503" y="0"/>
                </a:moveTo>
                <a:lnTo>
                  <a:pt x="17617" y="0"/>
                </a:lnTo>
                <a:lnTo>
                  <a:pt x="17617" y="23"/>
                </a:lnTo>
                <a:lnTo>
                  <a:pt x="17503" y="23"/>
                </a:lnTo>
                <a:lnTo>
                  <a:pt x="17503" y="0"/>
                </a:lnTo>
                <a:moveTo>
                  <a:pt x="17685" y="0"/>
                </a:moveTo>
                <a:lnTo>
                  <a:pt x="17799" y="0"/>
                </a:lnTo>
                <a:lnTo>
                  <a:pt x="17799" y="23"/>
                </a:lnTo>
                <a:lnTo>
                  <a:pt x="17685" y="23"/>
                </a:lnTo>
                <a:lnTo>
                  <a:pt x="17685" y="0"/>
                </a:lnTo>
                <a:moveTo>
                  <a:pt x="17867" y="0"/>
                </a:moveTo>
                <a:lnTo>
                  <a:pt x="17981" y="0"/>
                </a:lnTo>
                <a:lnTo>
                  <a:pt x="17981" y="23"/>
                </a:lnTo>
                <a:lnTo>
                  <a:pt x="17867" y="23"/>
                </a:lnTo>
                <a:lnTo>
                  <a:pt x="17867" y="0"/>
                </a:lnTo>
                <a:moveTo>
                  <a:pt x="18049" y="0"/>
                </a:moveTo>
                <a:lnTo>
                  <a:pt x="18163" y="0"/>
                </a:lnTo>
                <a:lnTo>
                  <a:pt x="18163" y="23"/>
                </a:lnTo>
                <a:lnTo>
                  <a:pt x="18049" y="23"/>
                </a:lnTo>
                <a:lnTo>
                  <a:pt x="18049" y="0"/>
                </a:lnTo>
                <a:moveTo>
                  <a:pt x="18232" y="0"/>
                </a:moveTo>
                <a:lnTo>
                  <a:pt x="18346" y="0"/>
                </a:lnTo>
                <a:lnTo>
                  <a:pt x="18346" y="23"/>
                </a:lnTo>
                <a:lnTo>
                  <a:pt x="18232" y="23"/>
                </a:lnTo>
                <a:lnTo>
                  <a:pt x="18232" y="0"/>
                </a:lnTo>
                <a:moveTo>
                  <a:pt x="18414" y="0"/>
                </a:moveTo>
                <a:lnTo>
                  <a:pt x="18528" y="0"/>
                </a:lnTo>
                <a:lnTo>
                  <a:pt x="18528" y="23"/>
                </a:lnTo>
                <a:lnTo>
                  <a:pt x="18414" y="23"/>
                </a:lnTo>
                <a:lnTo>
                  <a:pt x="18414" y="0"/>
                </a:lnTo>
                <a:moveTo>
                  <a:pt x="18596" y="0"/>
                </a:moveTo>
                <a:lnTo>
                  <a:pt x="18710" y="0"/>
                </a:lnTo>
                <a:lnTo>
                  <a:pt x="18710" y="23"/>
                </a:lnTo>
                <a:lnTo>
                  <a:pt x="18596" y="23"/>
                </a:lnTo>
                <a:lnTo>
                  <a:pt x="18596" y="0"/>
                </a:lnTo>
                <a:moveTo>
                  <a:pt x="18778" y="0"/>
                </a:moveTo>
                <a:lnTo>
                  <a:pt x="18892" y="0"/>
                </a:lnTo>
                <a:lnTo>
                  <a:pt x="18892" y="23"/>
                </a:lnTo>
                <a:lnTo>
                  <a:pt x="18778" y="23"/>
                </a:lnTo>
                <a:lnTo>
                  <a:pt x="18778" y="0"/>
                </a:lnTo>
                <a:moveTo>
                  <a:pt x="18960" y="0"/>
                </a:moveTo>
                <a:lnTo>
                  <a:pt x="19074" y="0"/>
                </a:lnTo>
                <a:lnTo>
                  <a:pt x="19074" y="23"/>
                </a:lnTo>
                <a:lnTo>
                  <a:pt x="18960" y="23"/>
                </a:lnTo>
                <a:lnTo>
                  <a:pt x="18960" y="0"/>
                </a:lnTo>
                <a:moveTo>
                  <a:pt x="19143" y="0"/>
                </a:moveTo>
                <a:lnTo>
                  <a:pt x="19256" y="0"/>
                </a:lnTo>
                <a:lnTo>
                  <a:pt x="19256" y="23"/>
                </a:lnTo>
                <a:lnTo>
                  <a:pt x="19143" y="23"/>
                </a:lnTo>
                <a:lnTo>
                  <a:pt x="19143" y="0"/>
                </a:lnTo>
                <a:moveTo>
                  <a:pt x="19325" y="0"/>
                </a:moveTo>
                <a:lnTo>
                  <a:pt x="19439" y="0"/>
                </a:lnTo>
                <a:lnTo>
                  <a:pt x="19439" y="23"/>
                </a:lnTo>
                <a:lnTo>
                  <a:pt x="19325" y="23"/>
                </a:lnTo>
                <a:lnTo>
                  <a:pt x="19325" y="0"/>
                </a:lnTo>
                <a:moveTo>
                  <a:pt x="19507" y="0"/>
                </a:moveTo>
                <a:lnTo>
                  <a:pt x="19621" y="0"/>
                </a:lnTo>
                <a:lnTo>
                  <a:pt x="19621" y="23"/>
                </a:lnTo>
                <a:lnTo>
                  <a:pt x="19507" y="23"/>
                </a:lnTo>
                <a:lnTo>
                  <a:pt x="19507" y="0"/>
                </a:lnTo>
                <a:moveTo>
                  <a:pt x="19689" y="0"/>
                </a:moveTo>
                <a:lnTo>
                  <a:pt x="19803" y="0"/>
                </a:lnTo>
                <a:lnTo>
                  <a:pt x="19803" y="23"/>
                </a:lnTo>
                <a:lnTo>
                  <a:pt x="19689" y="23"/>
                </a:lnTo>
                <a:lnTo>
                  <a:pt x="19689" y="0"/>
                </a:lnTo>
                <a:moveTo>
                  <a:pt x="19871" y="0"/>
                </a:moveTo>
                <a:lnTo>
                  <a:pt x="19985" y="0"/>
                </a:lnTo>
                <a:lnTo>
                  <a:pt x="19985" y="23"/>
                </a:lnTo>
                <a:lnTo>
                  <a:pt x="19871" y="23"/>
                </a:lnTo>
                <a:lnTo>
                  <a:pt x="19871" y="0"/>
                </a:lnTo>
                <a:moveTo>
                  <a:pt x="20054" y="0"/>
                </a:moveTo>
                <a:lnTo>
                  <a:pt x="20167" y="0"/>
                </a:lnTo>
                <a:lnTo>
                  <a:pt x="20167" y="23"/>
                </a:lnTo>
                <a:lnTo>
                  <a:pt x="20054" y="23"/>
                </a:lnTo>
                <a:lnTo>
                  <a:pt x="20054" y="0"/>
                </a:lnTo>
                <a:moveTo>
                  <a:pt x="20236" y="0"/>
                </a:moveTo>
                <a:lnTo>
                  <a:pt x="20350" y="0"/>
                </a:lnTo>
                <a:lnTo>
                  <a:pt x="20350" y="23"/>
                </a:lnTo>
                <a:lnTo>
                  <a:pt x="20236" y="23"/>
                </a:lnTo>
                <a:lnTo>
                  <a:pt x="20236" y="0"/>
                </a:lnTo>
                <a:moveTo>
                  <a:pt x="20418" y="0"/>
                </a:moveTo>
                <a:lnTo>
                  <a:pt x="20532" y="0"/>
                </a:lnTo>
                <a:lnTo>
                  <a:pt x="20532" y="23"/>
                </a:lnTo>
                <a:lnTo>
                  <a:pt x="20418" y="23"/>
                </a:lnTo>
                <a:lnTo>
                  <a:pt x="20418" y="0"/>
                </a:lnTo>
                <a:moveTo>
                  <a:pt x="20600" y="0"/>
                </a:moveTo>
                <a:lnTo>
                  <a:pt x="20714" y="0"/>
                </a:lnTo>
                <a:lnTo>
                  <a:pt x="20714" y="23"/>
                </a:lnTo>
                <a:lnTo>
                  <a:pt x="20600" y="23"/>
                </a:lnTo>
                <a:lnTo>
                  <a:pt x="20600" y="0"/>
                </a:lnTo>
                <a:moveTo>
                  <a:pt x="20782" y="0"/>
                </a:moveTo>
                <a:lnTo>
                  <a:pt x="20896" y="0"/>
                </a:lnTo>
                <a:lnTo>
                  <a:pt x="20896" y="23"/>
                </a:lnTo>
                <a:lnTo>
                  <a:pt x="20782" y="23"/>
                </a:lnTo>
                <a:lnTo>
                  <a:pt x="20782" y="0"/>
                </a:lnTo>
                <a:moveTo>
                  <a:pt x="20964" y="0"/>
                </a:moveTo>
                <a:lnTo>
                  <a:pt x="21078" y="0"/>
                </a:lnTo>
                <a:lnTo>
                  <a:pt x="21078" y="23"/>
                </a:lnTo>
                <a:lnTo>
                  <a:pt x="20964" y="23"/>
                </a:lnTo>
                <a:lnTo>
                  <a:pt x="20964" y="0"/>
                </a:lnTo>
                <a:moveTo>
                  <a:pt x="21147" y="0"/>
                </a:moveTo>
                <a:lnTo>
                  <a:pt x="21261" y="0"/>
                </a:lnTo>
                <a:lnTo>
                  <a:pt x="21261" y="23"/>
                </a:lnTo>
                <a:lnTo>
                  <a:pt x="21147" y="23"/>
                </a:lnTo>
                <a:lnTo>
                  <a:pt x="21147" y="0"/>
                </a:lnTo>
                <a:moveTo>
                  <a:pt x="21329" y="0"/>
                </a:moveTo>
                <a:lnTo>
                  <a:pt x="21443" y="0"/>
                </a:lnTo>
                <a:lnTo>
                  <a:pt x="21443" y="23"/>
                </a:lnTo>
                <a:lnTo>
                  <a:pt x="21329" y="23"/>
                </a:lnTo>
                <a:lnTo>
                  <a:pt x="21329" y="0"/>
                </a:lnTo>
                <a:moveTo>
                  <a:pt x="21511" y="0"/>
                </a:moveTo>
                <a:lnTo>
                  <a:pt x="21625" y="0"/>
                </a:lnTo>
                <a:lnTo>
                  <a:pt x="21625" y="23"/>
                </a:lnTo>
                <a:lnTo>
                  <a:pt x="21511" y="23"/>
                </a:lnTo>
                <a:lnTo>
                  <a:pt x="21511" y="0"/>
                </a:lnTo>
                <a:moveTo>
                  <a:pt x="21693" y="0"/>
                </a:moveTo>
                <a:lnTo>
                  <a:pt x="21807" y="0"/>
                </a:lnTo>
                <a:lnTo>
                  <a:pt x="21807" y="23"/>
                </a:lnTo>
                <a:lnTo>
                  <a:pt x="21693" y="23"/>
                </a:lnTo>
                <a:lnTo>
                  <a:pt x="21693" y="0"/>
                </a:lnTo>
                <a:moveTo>
                  <a:pt x="21875" y="0"/>
                </a:moveTo>
                <a:lnTo>
                  <a:pt x="21989" y="0"/>
                </a:lnTo>
                <a:lnTo>
                  <a:pt x="21989" y="23"/>
                </a:lnTo>
                <a:lnTo>
                  <a:pt x="21875" y="23"/>
                </a:lnTo>
                <a:lnTo>
                  <a:pt x="21875" y="0"/>
                </a:lnTo>
                <a:moveTo>
                  <a:pt x="22058" y="0"/>
                </a:moveTo>
                <a:lnTo>
                  <a:pt x="22171" y="0"/>
                </a:lnTo>
                <a:lnTo>
                  <a:pt x="22171" y="23"/>
                </a:lnTo>
                <a:lnTo>
                  <a:pt x="22058" y="23"/>
                </a:lnTo>
                <a:lnTo>
                  <a:pt x="22058" y="0"/>
                </a:lnTo>
                <a:moveTo>
                  <a:pt x="22228" y="34"/>
                </a:moveTo>
                <a:lnTo>
                  <a:pt x="22228" y="148"/>
                </a:lnTo>
                <a:lnTo>
                  <a:pt x="22206" y="148"/>
                </a:lnTo>
                <a:lnTo>
                  <a:pt x="22206" y="34"/>
                </a:lnTo>
                <a:lnTo>
                  <a:pt x="22228" y="34"/>
                </a:lnTo>
                <a:moveTo>
                  <a:pt x="22228" y="217"/>
                </a:moveTo>
                <a:lnTo>
                  <a:pt x="22228" y="331"/>
                </a:lnTo>
                <a:lnTo>
                  <a:pt x="22206" y="331"/>
                </a:lnTo>
                <a:lnTo>
                  <a:pt x="22206" y="217"/>
                </a:lnTo>
                <a:lnTo>
                  <a:pt x="22228" y="217"/>
                </a:lnTo>
                <a:moveTo>
                  <a:pt x="22228" y="400"/>
                </a:moveTo>
                <a:lnTo>
                  <a:pt x="22228" y="514"/>
                </a:lnTo>
                <a:lnTo>
                  <a:pt x="22206" y="514"/>
                </a:lnTo>
                <a:lnTo>
                  <a:pt x="22206" y="400"/>
                </a:lnTo>
                <a:lnTo>
                  <a:pt x="22228" y="400"/>
                </a:lnTo>
                <a:moveTo>
                  <a:pt x="22228" y="583"/>
                </a:moveTo>
                <a:lnTo>
                  <a:pt x="22228" y="697"/>
                </a:lnTo>
                <a:lnTo>
                  <a:pt x="22206" y="697"/>
                </a:lnTo>
                <a:lnTo>
                  <a:pt x="22206" y="583"/>
                </a:lnTo>
                <a:lnTo>
                  <a:pt x="22228" y="583"/>
                </a:lnTo>
                <a:moveTo>
                  <a:pt x="22228" y="765"/>
                </a:moveTo>
                <a:lnTo>
                  <a:pt x="22228" y="880"/>
                </a:lnTo>
                <a:lnTo>
                  <a:pt x="22206" y="880"/>
                </a:lnTo>
                <a:lnTo>
                  <a:pt x="22206" y="765"/>
                </a:lnTo>
                <a:lnTo>
                  <a:pt x="22228" y="765"/>
                </a:lnTo>
                <a:moveTo>
                  <a:pt x="22228" y="948"/>
                </a:moveTo>
                <a:lnTo>
                  <a:pt x="22228" y="1062"/>
                </a:lnTo>
                <a:lnTo>
                  <a:pt x="22206" y="1062"/>
                </a:lnTo>
                <a:lnTo>
                  <a:pt x="22206" y="948"/>
                </a:lnTo>
                <a:lnTo>
                  <a:pt x="22228" y="948"/>
                </a:lnTo>
                <a:moveTo>
                  <a:pt x="22228" y="1131"/>
                </a:moveTo>
                <a:lnTo>
                  <a:pt x="22228" y="1245"/>
                </a:lnTo>
                <a:lnTo>
                  <a:pt x="22206" y="1245"/>
                </a:lnTo>
                <a:lnTo>
                  <a:pt x="22206" y="1131"/>
                </a:lnTo>
                <a:lnTo>
                  <a:pt x="22228" y="1131"/>
                </a:lnTo>
                <a:moveTo>
                  <a:pt x="22228" y="1313"/>
                </a:moveTo>
                <a:lnTo>
                  <a:pt x="22228" y="1427"/>
                </a:lnTo>
                <a:lnTo>
                  <a:pt x="22206" y="1427"/>
                </a:lnTo>
                <a:lnTo>
                  <a:pt x="22206" y="1313"/>
                </a:lnTo>
                <a:lnTo>
                  <a:pt x="22228" y="1313"/>
                </a:lnTo>
                <a:moveTo>
                  <a:pt x="22217" y="1507"/>
                </a:moveTo>
                <a:lnTo>
                  <a:pt x="22103" y="1507"/>
                </a:lnTo>
                <a:lnTo>
                  <a:pt x="22103" y="1484"/>
                </a:lnTo>
                <a:lnTo>
                  <a:pt x="22217" y="1484"/>
                </a:lnTo>
                <a:lnTo>
                  <a:pt x="22217" y="1507"/>
                </a:lnTo>
                <a:moveTo>
                  <a:pt x="22035" y="1507"/>
                </a:moveTo>
                <a:lnTo>
                  <a:pt x="21921" y="1507"/>
                </a:lnTo>
                <a:lnTo>
                  <a:pt x="21921" y="1484"/>
                </a:lnTo>
                <a:lnTo>
                  <a:pt x="22035" y="1484"/>
                </a:lnTo>
                <a:lnTo>
                  <a:pt x="22035" y="1507"/>
                </a:lnTo>
                <a:moveTo>
                  <a:pt x="21853" y="1507"/>
                </a:moveTo>
                <a:lnTo>
                  <a:pt x="21739" y="1507"/>
                </a:lnTo>
                <a:lnTo>
                  <a:pt x="21739" y="1484"/>
                </a:lnTo>
                <a:lnTo>
                  <a:pt x="21853" y="1484"/>
                </a:lnTo>
                <a:lnTo>
                  <a:pt x="21853" y="1507"/>
                </a:lnTo>
                <a:moveTo>
                  <a:pt x="21670" y="1507"/>
                </a:moveTo>
                <a:lnTo>
                  <a:pt x="21557" y="1507"/>
                </a:lnTo>
                <a:lnTo>
                  <a:pt x="21557" y="1484"/>
                </a:lnTo>
                <a:lnTo>
                  <a:pt x="21670" y="1484"/>
                </a:lnTo>
                <a:lnTo>
                  <a:pt x="21670" y="1507"/>
                </a:lnTo>
                <a:moveTo>
                  <a:pt x="21488" y="1507"/>
                </a:moveTo>
                <a:lnTo>
                  <a:pt x="21374" y="1507"/>
                </a:lnTo>
                <a:lnTo>
                  <a:pt x="21374" y="1484"/>
                </a:lnTo>
                <a:lnTo>
                  <a:pt x="21488" y="1484"/>
                </a:lnTo>
                <a:lnTo>
                  <a:pt x="21488" y="1507"/>
                </a:lnTo>
                <a:moveTo>
                  <a:pt x="21306" y="1507"/>
                </a:moveTo>
                <a:lnTo>
                  <a:pt x="21192" y="1507"/>
                </a:lnTo>
                <a:lnTo>
                  <a:pt x="21192" y="1484"/>
                </a:lnTo>
                <a:lnTo>
                  <a:pt x="21306" y="1484"/>
                </a:lnTo>
                <a:lnTo>
                  <a:pt x="21306" y="1507"/>
                </a:lnTo>
                <a:moveTo>
                  <a:pt x="21124" y="1507"/>
                </a:moveTo>
                <a:lnTo>
                  <a:pt x="21010" y="1507"/>
                </a:lnTo>
                <a:lnTo>
                  <a:pt x="21010" y="1484"/>
                </a:lnTo>
                <a:lnTo>
                  <a:pt x="21124" y="1484"/>
                </a:lnTo>
                <a:lnTo>
                  <a:pt x="21124" y="1507"/>
                </a:lnTo>
                <a:moveTo>
                  <a:pt x="20942" y="1507"/>
                </a:moveTo>
                <a:lnTo>
                  <a:pt x="20828" y="1507"/>
                </a:lnTo>
                <a:lnTo>
                  <a:pt x="20828" y="1484"/>
                </a:lnTo>
                <a:lnTo>
                  <a:pt x="20942" y="1484"/>
                </a:lnTo>
                <a:lnTo>
                  <a:pt x="20942" y="1507"/>
                </a:lnTo>
                <a:moveTo>
                  <a:pt x="20759" y="1507"/>
                </a:moveTo>
                <a:lnTo>
                  <a:pt x="20646" y="1507"/>
                </a:lnTo>
                <a:lnTo>
                  <a:pt x="20646" y="1484"/>
                </a:lnTo>
                <a:lnTo>
                  <a:pt x="20759" y="1484"/>
                </a:lnTo>
                <a:lnTo>
                  <a:pt x="20759" y="1507"/>
                </a:lnTo>
                <a:moveTo>
                  <a:pt x="20577" y="1507"/>
                </a:moveTo>
                <a:lnTo>
                  <a:pt x="20463" y="1507"/>
                </a:lnTo>
                <a:lnTo>
                  <a:pt x="20463" y="1484"/>
                </a:lnTo>
                <a:lnTo>
                  <a:pt x="20577" y="1484"/>
                </a:lnTo>
                <a:lnTo>
                  <a:pt x="20577" y="1507"/>
                </a:lnTo>
                <a:moveTo>
                  <a:pt x="20395" y="1507"/>
                </a:moveTo>
                <a:lnTo>
                  <a:pt x="20281" y="1507"/>
                </a:lnTo>
                <a:lnTo>
                  <a:pt x="20281" y="1484"/>
                </a:lnTo>
                <a:lnTo>
                  <a:pt x="20395" y="1484"/>
                </a:lnTo>
                <a:lnTo>
                  <a:pt x="20395" y="1507"/>
                </a:lnTo>
                <a:moveTo>
                  <a:pt x="20213" y="1507"/>
                </a:moveTo>
                <a:lnTo>
                  <a:pt x="20099" y="1507"/>
                </a:lnTo>
                <a:lnTo>
                  <a:pt x="20099" y="1484"/>
                </a:lnTo>
                <a:lnTo>
                  <a:pt x="20213" y="1484"/>
                </a:lnTo>
                <a:lnTo>
                  <a:pt x="20213" y="1507"/>
                </a:lnTo>
                <a:moveTo>
                  <a:pt x="20031" y="1507"/>
                </a:moveTo>
                <a:lnTo>
                  <a:pt x="19917" y="1507"/>
                </a:lnTo>
                <a:lnTo>
                  <a:pt x="19917" y="1484"/>
                </a:lnTo>
                <a:lnTo>
                  <a:pt x="20031" y="1484"/>
                </a:lnTo>
                <a:lnTo>
                  <a:pt x="20031" y="1507"/>
                </a:lnTo>
                <a:moveTo>
                  <a:pt x="19849" y="1507"/>
                </a:moveTo>
                <a:lnTo>
                  <a:pt x="19735" y="1507"/>
                </a:lnTo>
                <a:lnTo>
                  <a:pt x="19735" y="1484"/>
                </a:lnTo>
                <a:lnTo>
                  <a:pt x="19849" y="1484"/>
                </a:lnTo>
                <a:lnTo>
                  <a:pt x="19849" y="1507"/>
                </a:lnTo>
                <a:moveTo>
                  <a:pt x="19666" y="1507"/>
                </a:moveTo>
                <a:lnTo>
                  <a:pt x="19552" y="1507"/>
                </a:lnTo>
                <a:lnTo>
                  <a:pt x="19552" y="1484"/>
                </a:lnTo>
                <a:lnTo>
                  <a:pt x="19666" y="1484"/>
                </a:lnTo>
                <a:lnTo>
                  <a:pt x="19666" y="1507"/>
                </a:lnTo>
                <a:moveTo>
                  <a:pt x="19484" y="1507"/>
                </a:moveTo>
                <a:lnTo>
                  <a:pt x="19370" y="1507"/>
                </a:lnTo>
                <a:lnTo>
                  <a:pt x="19370" y="1484"/>
                </a:lnTo>
                <a:lnTo>
                  <a:pt x="19484" y="1484"/>
                </a:lnTo>
                <a:lnTo>
                  <a:pt x="19484" y="1507"/>
                </a:lnTo>
                <a:moveTo>
                  <a:pt x="19302" y="1507"/>
                </a:moveTo>
                <a:lnTo>
                  <a:pt x="19188" y="1507"/>
                </a:lnTo>
                <a:lnTo>
                  <a:pt x="19188" y="1484"/>
                </a:lnTo>
                <a:lnTo>
                  <a:pt x="19302" y="1484"/>
                </a:lnTo>
                <a:lnTo>
                  <a:pt x="19302" y="1507"/>
                </a:lnTo>
                <a:moveTo>
                  <a:pt x="19120" y="1507"/>
                </a:moveTo>
                <a:lnTo>
                  <a:pt x="19006" y="1507"/>
                </a:lnTo>
                <a:lnTo>
                  <a:pt x="19006" y="1484"/>
                </a:lnTo>
                <a:lnTo>
                  <a:pt x="19120" y="1484"/>
                </a:lnTo>
                <a:lnTo>
                  <a:pt x="19120" y="1507"/>
                </a:lnTo>
                <a:moveTo>
                  <a:pt x="18938" y="1507"/>
                </a:moveTo>
                <a:lnTo>
                  <a:pt x="18824" y="1507"/>
                </a:lnTo>
                <a:lnTo>
                  <a:pt x="18824" y="1484"/>
                </a:lnTo>
                <a:lnTo>
                  <a:pt x="18938" y="1484"/>
                </a:lnTo>
                <a:lnTo>
                  <a:pt x="18938" y="1507"/>
                </a:lnTo>
                <a:moveTo>
                  <a:pt x="18755" y="1507"/>
                </a:moveTo>
                <a:lnTo>
                  <a:pt x="18642" y="1507"/>
                </a:lnTo>
                <a:lnTo>
                  <a:pt x="18642" y="1484"/>
                </a:lnTo>
                <a:lnTo>
                  <a:pt x="18755" y="1484"/>
                </a:lnTo>
                <a:lnTo>
                  <a:pt x="18755" y="1507"/>
                </a:lnTo>
                <a:moveTo>
                  <a:pt x="18573" y="1507"/>
                </a:moveTo>
                <a:lnTo>
                  <a:pt x="18459" y="1507"/>
                </a:lnTo>
                <a:lnTo>
                  <a:pt x="18459" y="1484"/>
                </a:lnTo>
                <a:lnTo>
                  <a:pt x="18573" y="1484"/>
                </a:lnTo>
                <a:lnTo>
                  <a:pt x="18573" y="1507"/>
                </a:lnTo>
                <a:moveTo>
                  <a:pt x="18391" y="1507"/>
                </a:moveTo>
                <a:lnTo>
                  <a:pt x="18277" y="1507"/>
                </a:lnTo>
                <a:lnTo>
                  <a:pt x="18277" y="1484"/>
                </a:lnTo>
                <a:lnTo>
                  <a:pt x="18391" y="1484"/>
                </a:lnTo>
                <a:lnTo>
                  <a:pt x="18391" y="1507"/>
                </a:lnTo>
                <a:moveTo>
                  <a:pt x="18209" y="1507"/>
                </a:moveTo>
                <a:lnTo>
                  <a:pt x="18095" y="1507"/>
                </a:lnTo>
                <a:lnTo>
                  <a:pt x="18095" y="1484"/>
                </a:lnTo>
                <a:lnTo>
                  <a:pt x="18209" y="1484"/>
                </a:lnTo>
                <a:lnTo>
                  <a:pt x="18209" y="1507"/>
                </a:lnTo>
                <a:moveTo>
                  <a:pt x="18027" y="1507"/>
                </a:moveTo>
                <a:lnTo>
                  <a:pt x="17913" y="1507"/>
                </a:lnTo>
                <a:lnTo>
                  <a:pt x="17913" y="1484"/>
                </a:lnTo>
                <a:lnTo>
                  <a:pt x="18027" y="1484"/>
                </a:lnTo>
                <a:lnTo>
                  <a:pt x="18027" y="1507"/>
                </a:lnTo>
                <a:moveTo>
                  <a:pt x="17844" y="1507"/>
                </a:moveTo>
                <a:lnTo>
                  <a:pt x="17731" y="1507"/>
                </a:lnTo>
                <a:lnTo>
                  <a:pt x="17731" y="1484"/>
                </a:lnTo>
                <a:lnTo>
                  <a:pt x="17844" y="1484"/>
                </a:lnTo>
                <a:lnTo>
                  <a:pt x="17844" y="1507"/>
                </a:lnTo>
                <a:moveTo>
                  <a:pt x="17662" y="1507"/>
                </a:moveTo>
                <a:lnTo>
                  <a:pt x="17548" y="1507"/>
                </a:lnTo>
                <a:lnTo>
                  <a:pt x="17548" y="1484"/>
                </a:lnTo>
                <a:lnTo>
                  <a:pt x="17662" y="1484"/>
                </a:lnTo>
                <a:lnTo>
                  <a:pt x="17662" y="1507"/>
                </a:lnTo>
                <a:moveTo>
                  <a:pt x="17480" y="1507"/>
                </a:moveTo>
                <a:lnTo>
                  <a:pt x="17366" y="1507"/>
                </a:lnTo>
                <a:lnTo>
                  <a:pt x="17366" y="1484"/>
                </a:lnTo>
                <a:lnTo>
                  <a:pt x="17480" y="1484"/>
                </a:lnTo>
                <a:lnTo>
                  <a:pt x="17480" y="1507"/>
                </a:lnTo>
                <a:moveTo>
                  <a:pt x="17298" y="1507"/>
                </a:moveTo>
                <a:lnTo>
                  <a:pt x="17184" y="1507"/>
                </a:lnTo>
                <a:lnTo>
                  <a:pt x="17184" y="1484"/>
                </a:lnTo>
                <a:lnTo>
                  <a:pt x="17298" y="1484"/>
                </a:lnTo>
                <a:lnTo>
                  <a:pt x="17298" y="1507"/>
                </a:lnTo>
                <a:moveTo>
                  <a:pt x="17116" y="1507"/>
                </a:moveTo>
                <a:lnTo>
                  <a:pt x="17002" y="1507"/>
                </a:lnTo>
                <a:lnTo>
                  <a:pt x="17002" y="1484"/>
                </a:lnTo>
                <a:lnTo>
                  <a:pt x="17116" y="1484"/>
                </a:lnTo>
                <a:lnTo>
                  <a:pt x="17116" y="1507"/>
                </a:lnTo>
                <a:moveTo>
                  <a:pt x="16934" y="1507"/>
                </a:moveTo>
                <a:lnTo>
                  <a:pt x="16820" y="1507"/>
                </a:lnTo>
                <a:lnTo>
                  <a:pt x="16820" y="1484"/>
                </a:lnTo>
                <a:lnTo>
                  <a:pt x="16934" y="1484"/>
                </a:lnTo>
                <a:lnTo>
                  <a:pt x="16934" y="1507"/>
                </a:lnTo>
                <a:moveTo>
                  <a:pt x="16751" y="1507"/>
                </a:moveTo>
                <a:lnTo>
                  <a:pt x="16637" y="1507"/>
                </a:lnTo>
                <a:lnTo>
                  <a:pt x="16637" y="1484"/>
                </a:lnTo>
                <a:lnTo>
                  <a:pt x="16751" y="1484"/>
                </a:lnTo>
                <a:lnTo>
                  <a:pt x="16751" y="1507"/>
                </a:lnTo>
                <a:moveTo>
                  <a:pt x="16569" y="1507"/>
                </a:moveTo>
                <a:lnTo>
                  <a:pt x="16455" y="1507"/>
                </a:lnTo>
                <a:lnTo>
                  <a:pt x="16455" y="1484"/>
                </a:lnTo>
                <a:lnTo>
                  <a:pt x="16569" y="1484"/>
                </a:lnTo>
                <a:lnTo>
                  <a:pt x="16569" y="1507"/>
                </a:lnTo>
                <a:moveTo>
                  <a:pt x="16387" y="1507"/>
                </a:moveTo>
                <a:lnTo>
                  <a:pt x="16273" y="1507"/>
                </a:lnTo>
                <a:lnTo>
                  <a:pt x="16273" y="1484"/>
                </a:lnTo>
                <a:lnTo>
                  <a:pt x="16387" y="1484"/>
                </a:lnTo>
                <a:lnTo>
                  <a:pt x="16387" y="1507"/>
                </a:lnTo>
                <a:moveTo>
                  <a:pt x="16205" y="1507"/>
                </a:moveTo>
                <a:lnTo>
                  <a:pt x="16091" y="1507"/>
                </a:lnTo>
                <a:lnTo>
                  <a:pt x="16091" y="1484"/>
                </a:lnTo>
                <a:lnTo>
                  <a:pt x="16205" y="1484"/>
                </a:lnTo>
                <a:lnTo>
                  <a:pt x="16205" y="1507"/>
                </a:lnTo>
                <a:moveTo>
                  <a:pt x="16023" y="1507"/>
                </a:moveTo>
                <a:lnTo>
                  <a:pt x="15909" y="1507"/>
                </a:lnTo>
                <a:lnTo>
                  <a:pt x="15909" y="1484"/>
                </a:lnTo>
                <a:lnTo>
                  <a:pt x="16023" y="1484"/>
                </a:lnTo>
                <a:lnTo>
                  <a:pt x="16023" y="1507"/>
                </a:lnTo>
                <a:moveTo>
                  <a:pt x="15840" y="1507"/>
                </a:moveTo>
                <a:lnTo>
                  <a:pt x="15727" y="1507"/>
                </a:lnTo>
                <a:lnTo>
                  <a:pt x="15727" y="1484"/>
                </a:lnTo>
                <a:lnTo>
                  <a:pt x="15840" y="1484"/>
                </a:lnTo>
                <a:lnTo>
                  <a:pt x="15840" y="1507"/>
                </a:lnTo>
                <a:moveTo>
                  <a:pt x="15658" y="1507"/>
                </a:moveTo>
                <a:lnTo>
                  <a:pt x="15544" y="1507"/>
                </a:lnTo>
                <a:lnTo>
                  <a:pt x="15544" y="1484"/>
                </a:lnTo>
                <a:lnTo>
                  <a:pt x="15658" y="1484"/>
                </a:lnTo>
                <a:lnTo>
                  <a:pt x="15658" y="1507"/>
                </a:lnTo>
                <a:moveTo>
                  <a:pt x="15476" y="1507"/>
                </a:moveTo>
                <a:lnTo>
                  <a:pt x="15362" y="1507"/>
                </a:lnTo>
                <a:lnTo>
                  <a:pt x="15362" y="1484"/>
                </a:lnTo>
                <a:lnTo>
                  <a:pt x="15476" y="1484"/>
                </a:lnTo>
                <a:lnTo>
                  <a:pt x="15476" y="1507"/>
                </a:lnTo>
                <a:moveTo>
                  <a:pt x="15294" y="1507"/>
                </a:moveTo>
                <a:lnTo>
                  <a:pt x="15180" y="1507"/>
                </a:lnTo>
                <a:lnTo>
                  <a:pt x="15180" y="1484"/>
                </a:lnTo>
                <a:lnTo>
                  <a:pt x="15294" y="1484"/>
                </a:lnTo>
                <a:lnTo>
                  <a:pt x="15294" y="1507"/>
                </a:lnTo>
                <a:moveTo>
                  <a:pt x="15112" y="1507"/>
                </a:moveTo>
                <a:lnTo>
                  <a:pt x="14998" y="1507"/>
                </a:lnTo>
                <a:lnTo>
                  <a:pt x="14998" y="1484"/>
                </a:lnTo>
                <a:lnTo>
                  <a:pt x="15112" y="1484"/>
                </a:lnTo>
                <a:lnTo>
                  <a:pt x="15112" y="1507"/>
                </a:lnTo>
                <a:moveTo>
                  <a:pt x="14929" y="1507"/>
                </a:moveTo>
                <a:lnTo>
                  <a:pt x="14816" y="1507"/>
                </a:lnTo>
                <a:lnTo>
                  <a:pt x="14816" y="1484"/>
                </a:lnTo>
                <a:lnTo>
                  <a:pt x="14929" y="1484"/>
                </a:lnTo>
                <a:lnTo>
                  <a:pt x="14929" y="1507"/>
                </a:lnTo>
                <a:moveTo>
                  <a:pt x="14747" y="1507"/>
                </a:moveTo>
                <a:lnTo>
                  <a:pt x="14633" y="1507"/>
                </a:lnTo>
                <a:lnTo>
                  <a:pt x="14633" y="1484"/>
                </a:lnTo>
                <a:lnTo>
                  <a:pt x="14747" y="1484"/>
                </a:lnTo>
                <a:lnTo>
                  <a:pt x="14747" y="1507"/>
                </a:lnTo>
                <a:moveTo>
                  <a:pt x="14565" y="1507"/>
                </a:moveTo>
                <a:lnTo>
                  <a:pt x="14451" y="1507"/>
                </a:lnTo>
                <a:lnTo>
                  <a:pt x="14451" y="1484"/>
                </a:lnTo>
                <a:lnTo>
                  <a:pt x="14565" y="1484"/>
                </a:lnTo>
                <a:lnTo>
                  <a:pt x="14565" y="1507"/>
                </a:lnTo>
                <a:moveTo>
                  <a:pt x="14383" y="1507"/>
                </a:moveTo>
                <a:lnTo>
                  <a:pt x="14269" y="1507"/>
                </a:lnTo>
                <a:lnTo>
                  <a:pt x="14269" y="1484"/>
                </a:lnTo>
                <a:lnTo>
                  <a:pt x="14383" y="1484"/>
                </a:lnTo>
                <a:lnTo>
                  <a:pt x="14383" y="1507"/>
                </a:lnTo>
                <a:moveTo>
                  <a:pt x="14201" y="1507"/>
                </a:moveTo>
                <a:lnTo>
                  <a:pt x="14087" y="1507"/>
                </a:lnTo>
                <a:lnTo>
                  <a:pt x="14087" y="1484"/>
                </a:lnTo>
                <a:lnTo>
                  <a:pt x="14201" y="1484"/>
                </a:lnTo>
                <a:lnTo>
                  <a:pt x="14201" y="1507"/>
                </a:lnTo>
                <a:moveTo>
                  <a:pt x="14019" y="1507"/>
                </a:moveTo>
                <a:lnTo>
                  <a:pt x="13905" y="1507"/>
                </a:lnTo>
                <a:lnTo>
                  <a:pt x="13905" y="1484"/>
                </a:lnTo>
                <a:lnTo>
                  <a:pt x="14019" y="1484"/>
                </a:lnTo>
                <a:lnTo>
                  <a:pt x="14019" y="1507"/>
                </a:lnTo>
                <a:moveTo>
                  <a:pt x="13836" y="1507"/>
                </a:moveTo>
                <a:lnTo>
                  <a:pt x="13722" y="1507"/>
                </a:lnTo>
                <a:lnTo>
                  <a:pt x="13722" y="1484"/>
                </a:lnTo>
                <a:lnTo>
                  <a:pt x="13836" y="1484"/>
                </a:lnTo>
                <a:lnTo>
                  <a:pt x="13836" y="1507"/>
                </a:lnTo>
                <a:moveTo>
                  <a:pt x="13654" y="1507"/>
                </a:moveTo>
                <a:lnTo>
                  <a:pt x="13540" y="1507"/>
                </a:lnTo>
                <a:lnTo>
                  <a:pt x="13540" y="1484"/>
                </a:lnTo>
                <a:lnTo>
                  <a:pt x="13654" y="1484"/>
                </a:lnTo>
                <a:lnTo>
                  <a:pt x="13654" y="1507"/>
                </a:lnTo>
                <a:moveTo>
                  <a:pt x="13472" y="1507"/>
                </a:moveTo>
                <a:lnTo>
                  <a:pt x="13358" y="1507"/>
                </a:lnTo>
                <a:lnTo>
                  <a:pt x="13358" y="1484"/>
                </a:lnTo>
                <a:lnTo>
                  <a:pt x="13472" y="1484"/>
                </a:lnTo>
                <a:lnTo>
                  <a:pt x="13472" y="1507"/>
                </a:lnTo>
                <a:moveTo>
                  <a:pt x="13290" y="1507"/>
                </a:moveTo>
                <a:lnTo>
                  <a:pt x="13176" y="1507"/>
                </a:lnTo>
                <a:lnTo>
                  <a:pt x="13176" y="1484"/>
                </a:lnTo>
                <a:lnTo>
                  <a:pt x="13290" y="1484"/>
                </a:lnTo>
                <a:lnTo>
                  <a:pt x="13290" y="1507"/>
                </a:lnTo>
                <a:moveTo>
                  <a:pt x="13108" y="1507"/>
                </a:moveTo>
                <a:lnTo>
                  <a:pt x="12994" y="1507"/>
                </a:lnTo>
                <a:lnTo>
                  <a:pt x="12994" y="1484"/>
                </a:lnTo>
                <a:lnTo>
                  <a:pt x="13108" y="1484"/>
                </a:lnTo>
                <a:lnTo>
                  <a:pt x="13108" y="1507"/>
                </a:lnTo>
                <a:moveTo>
                  <a:pt x="12925" y="1507"/>
                </a:moveTo>
                <a:lnTo>
                  <a:pt x="12812" y="1507"/>
                </a:lnTo>
                <a:lnTo>
                  <a:pt x="12812" y="1484"/>
                </a:lnTo>
                <a:lnTo>
                  <a:pt x="12925" y="1484"/>
                </a:lnTo>
                <a:lnTo>
                  <a:pt x="12925" y="1507"/>
                </a:lnTo>
                <a:moveTo>
                  <a:pt x="12743" y="1507"/>
                </a:moveTo>
                <a:lnTo>
                  <a:pt x="12629" y="1507"/>
                </a:lnTo>
                <a:lnTo>
                  <a:pt x="12629" y="1484"/>
                </a:lnTo>
                <a:lnTo>
                  <a:pt x="12743" y="1484"/>
                </a:lnTo>
                <a:lnTo>
                  <a:pt x="12743" y="1507"/>
                </a:lnTo>
                <a:moveTo>
                  <a:pt x="12561" y="1507"/>
                </a:moveTo>
                <a:lnTo>
                  <a:pt x="12447" y="1507"/>
                </a:lnTo>
                <a:lnTo>
                  <a:pt x="12447" y="1484"/>
                </a:lnTo>
                <a:lnTo>
                  <a:pt x="12561" y="1484"/>
                </a:lnTo>
                <a:lnTo>
                  <a:pt x="12561" y="1507"/>
                </a:lnTo>
                <a:moveTo>
                  <a:pt x="12379" y="1507"/>
                </a:moveTo>
                <a:lnTo>
                  <a:pt x="12265" y="1507"/>
                </a:lnTo>
                <a:lnTo>
                  <a:pt x="12265" y="1484"/>
                </a:lnTo>
                <a:lnTo>
                  <a:pt x="12379" y="1484"/>
                </a:lnTo>
                <a:lnTo>
                  <a:pt x="12379" y="1507"/>
                </a:lnTo>
                <a:moveTo>
                  <a:pt x="12197" y="1507"/>
                </a:moveTo>
                <a:lnTo>
                  <a:pt x="12083" y="1507"/>
                </a:lnTo>
                <a:lnTo>
                  <a:pt x="12083" y="1484"/>
                </a:lnTo>
                <a:lnTo>
                  <a:pt x="12197" y="1484"/>
                </a:lnTo>
                <a:lnTo>
                  <a:pt x="12197" y="1507"/>
                </a:lnTo>
                <a:moveTo>
                  <a:pt x="12014" y="1507"/>
                </a:moveTo>
                <a:lnTo>
                  <a:pt x="11901" y="1507"/>
                </a:lnTo>
                <a:lnTo>
                  <a:pt x="11901" y="1484"/>
                </a:lnTo>
                <a:lnTo>
                  <a:pt x="12014" y="1484"/>
                </a:lnTo>
                <a:lnTo>
                  <a:pt x="12014" y="1507"/>
                </a:lnTo>
                <a:moveTo>
                  <a:pt x="11832" y="1507"/>
                </a:moveTo>
                <a:lnTo>
                  <a:pt x="11718" y="1507"/>
                </a:lnTo>
                <a:lnTo>
                  <a:pt x="11718" y="1484"/>
                </a:lnTo>
                <a:lnTo>
                  <a:pt x="11832" y="1484"/>
                </a:lnTo>
                <a:lnTo>
                  <a:pt x="11832" y="1507"/>
                </a:lnTo>
                <a:moveTo>
                  <a:pt x="11650" y="1507"/>
                </a:moveTo>
                <a:lnTo>
                  <a:pt x="11536" y="1507"/>
                </a:lnTo>
                <a:lnTo>
                  <a:pt x="11536" y="1484"/>
                </a:lnTo>
                <a:lnTo>
                  <a:pt x="11650" y="1484"/>
                </a:lnTo>
                <a:lnTo>
                  <a:pt x="11650" y="1507"/>
                </a:lnTo>
                <a:moveTo>
                  <a:pt x="11468" y="1507"/>
                </a:moveTo>
                <a:lnTo>
                  <a:pt x="11354" y="1507"/>
                </a:lnTo>
                <a:lnTo>
                  <a:pt x="11354" y="1484"/>
                </a:lnTo>
                <a:lnTo>
                  <a:pt x="11468" y="1484"/>
                </a:lnTo>
                <a:lnTo>
                  <a:pt x="11468" y="1507"/>
                </a:lnTo>
                <a:moveTo>
                  <a:pt x="11286" y="1507"/>
                </a:moveTo>
                <a:lnTo>
                  <a:pt x="11172" y="1507"/>
                </a:lnTo>
                <a:lnTo>
                  <a:pt x="11172" y="1484"/>
                </a:lnTo>
                <a:lnTo>
                  <a:pt x="11286" y="1484"/>
                </a:lnTo>
                <a:lnTo>
                  <a:pt x="11286" y="1507"/>
                </a:lnTo>
                <a:moveTo>
                  <a:pt x="11104" y="1507"/>
                </a:moveTo>
                <a:lnTo>
                  <a:pt x="10990" y="1507"/>
                </a:lnTo>
                <a:lnTo>
                  <a:pt x="10990" y="1484"/>
                </a:lnTo>
                <a:lnTo>
                  <a:pt x="11104" y="1484"/>
                </a:lnTo>
                <a:lnTo>
                  <a:pt x="11104" y="1507"/>
                </a:lnTo>
                <a:moveTo>
                  <a:pt x="10921" y="1507"/>
                </a:moveTo>
                <a:lnTo>
                  <a:pt x="10807" y="1507"/>
                </a:lnTo>
                <a:lnTo>
                  <a:pt x="10807" y="1484"/>
                </a:lnTo>
                <a:lnTo>
                  <a:pt x="10921" y="1484"/>
                </a:lnTo>
                <a:lnTo>
                  <a:pt x="10921" y="1507"/>
                </a:lnTo>
                <a:moveTo>
                  <a:pt x="10739" y="1507"/>
                </a:moveTo>
                <a:lnTo>
                  <a:pt x="10625" y="1507"/>
                </a:lnTo>
                <a:lnTo>
                  <a:pt x="10625" y="1484"/>
                </a:lnTo>
                <a:lnTo>
                  <a:pt x="10739" y="1484"/>
                </a:lnTo>
                <a:lnTo>
                  <a:pt x="10739" y="1507"/>
                </a:lnTo>
                <a:moveTo>
                  <a:pt x="10557" y="1507"/>
                </a:moveTo>
                <a:lnTo>
                  <a:pt x="10443" y="1507"/>
                </a:lnTo>
                <a:lnTo>
                  <a:pt x="10443" y="1484"/>
                </a:lnTo>
                <a:lnTo>
                  <a:pt x="10557" y="1484"/>
                </a:lnTo>
                <a:lnTo>
                  <a:pt x="10557" y="1507"/>
                </a:lnTo>
                <a:moveTo>
                  <a:pt x="10375" y="1507"/>
                </a:moveTo>
                <a:lnTo>
                  <a:pt x="10261" y="1507"/>
                </a:lnTo>
                <a:lnTo>
                  <a:pt x="10261" y="1484"/>
                </a:lnTo>
                <a:lnTo>
                  <a:pt x="10375" y="1484"/>
                </a:lnTo>
                <a:lnTo>
                  <a:pt x="10375" y="1507"/>
                </a:lnTo>
                <a:moveTo>
                  <a:pt x="10193" y="1507"/>
                </a:moveTo>
                <a:lnTo>
                  <a:pt x="10079" y="1507"/>
                </a:lnTo>
                <a:lnTo>
                  <a:pt x="10079" y="1484"/>
                </a:lnTo>
                <a:lnTo>
                  <a:pt x="10193" y="1484"/>
                </a:lnTo>
                <a:lnTo>
                  <a:pt x="10193" y="1507"/>
                </a:lnTo>
                <a:moveTo>
                  <a:pt x="10010" y="1507"/>
                </a:moveTo>
                <a:lnTo>
                  <a:pt x="9897" y="1507"/>
                </a:lnTo>
                <a:lnTo>
                  <a:pt x="9897" y="1484"/>
                </a:lnTo>
                <a:lnTo>
                  <a:pt x="10010" y="1484"/>
                </a:lnTo>
                <a:lnTo>
                  <a:pt x="10010" y="1507"/>
                </a:lnTo>
                <a:moveTo>
                  <a:pt x="9828" y="1507"/>
                </a:moveTo>
                <a:lnTo>
                  <a:pt x="9714" y="1507"/>
                </a:lnTo>
                <a:lnTo>
                  <a:pt x="9714" y="1484"/>
                </a:lnTo>
                <a:lnTo>
                  <a:pt x="9828" y="1484"/>
                </a:lnTo>
                <a:lnTo>
                  <a:pt x="9828" y="1507"/>
                </a:lnTo>
                <a:moveTo>
                  <a:pt x="9646" y="1507"/>
                </a:moveTo>
                <a:lnTo>
                  <a:pt x="9532" y="1507"/>
                </a:lnTo>
                <a:lnTo>
                  <a:pt x="9532" y="1484"/>
                </a:lnTo>
                <a:lnTo>
                  <a:pt x="9646" y="1484"/>
                </a:lnTo>
                <a:lnTo>
                  <a:pt x="9646" y="1507"/>
                </a:lnTo>
                <a:moveTo>
                  <a:pt x="9464" y="1507"/>
                </a:moveTo>
                <a:lnTo>
                  <a:pt x="9350" y="1507"/>
                </a:lnTo>
                <a:lnTo>
                  <a:pt x="9350" y="1484"/>
                </a:lnTo>
                <a:lnTo>
                  <a:pt x="9464" y="1484"/>
                </a:lnTo>
                <a:lnTo>
                  <a:pt x="9464" y="1507"/>
                </a:lnTo>
                <a:moveTo>
                  <a:pt x="9282" y="1507"/>
                </a:moveTo>
                <a:lnTo>
                  <a:pt x="9168" y="1507"/>
                </a:lnTo>
                <a:lnTo>
                  <a:pt x="9168" y="1484"/>
                </a:lnTo>
                <a:lnTo>
                  <a:pt x="9282" y="1484"/>
                </a:lnTo>
                <a:lnTo>
                  <a:pt x="9282" y="1507"/>
                </a:lnTo>
                <a:moveTo>
                  <a:pt x="9099" y="1507"/>
                </a:moveTo>
                <a:lnTo>
                  <a:pt x="8986" y="1507"/>
                </a:lnTo>
                <a:lnTo>
                  <a:pt x="8986" y="1484"/>
                </a:lnTo>
                <a:lnTo>
                  <a:pt x="9099" y="1484"/>
                </a:lnTo>
                <a:lnTo>
                  <a:pt x="9099" y="1507"/>
                </a:lnTo>
                <a:moveTo>
                  <a:pt x="8916" y="1507"/>
                </a:moveTo>
                <a:lnTo>
                  <a:pt x="8802" y="1507"/>
                </a:lnTo>
                <a:lnTo>
                  <a:pt x="8802" y="1484"/>
                </a:lnTo>
                <a:lnTo>
                  <a:pt x="8916" y="1484"/>
                </a:lnTo>
                <a:lnTo>
                  <a:pt x="8916" y="1507"/>
                </a:lnTo>
                <a:moveTo>
                  <a:pt x="8734" y="1507"/>
                </a:moveTo>
                <a:lnTo>
                  <a:pt x="8620" y="1507"/>
                </a:lnTo>
                <a:lnTo>
                  <a:pt x="8620" y="1484"/>
                </a:lnTo>
                <a:lnTo>
                  <a:pt x="8734" y="1484"/>
                </a:lnTo>
                <a:lnTo>
                  <a:pt x="8734" y="1507"/>
                </a:lnTo>
                <a:moveTo>
                  <a:pt x="8552" y="1507"/>
                </a:moveTo>
                <a:lnTo>
                  <a:pt x="8438" y="1507"/>
                </a:lnTo>
                <a:lnTo>
                  <a:pt x="8438" y="1484"/>
                </a:lnTo>
                <a:lnTo>
                  <a:pt x="8552" y="1484"/>
                </a:lnTo>
                <a:lnTo>
                  <a:pt x="8552" y="1507"/>
                </a:lnTo>
                <a:moveTo>
                  <a:pt x="8370" y="1507"/>
                </a:moveTo>
                <a:lnTo>
                  <a:pt x="8256" y="1507"/>
                </a:lnTo>
                <a:lnTo>
                  <a:pt x="8256" y="1484"/>
                </a:lnTo>
                <a:lnTo>
                  <a:pt x="8370" y="1484"/>
                </a:lnTo>
                <a:lnTo>
                  <a:pt x="8370" y="1507"/>
                </a:lnTo>
                <a:moveTo>
                  <a:pt x="8188" y="1507"/>
                </a:moveTo>
                <a:lnTo>
                  <a:pt x="8074" y="1507"/>
                </a:lnTo>
                <a:lnTo>
                  <a:pt x="8074" y="1484"/>
                </a:lnTo>
                <a:lnTo>
                  <a:pt x="8188" y="1484"/>
                </a:lnTo>
                <a:lnTo>
                  <a:pt x="8188" y="1507"/>
                </a:lnTo>
                <a:moveTo>
                  <a:pt x="8005" y="1507"/>
                </a:moveTo>
                <a:lnTo>
                  <a:pt x="7891" y="1507"/>
                </a:lnTo>
                <a:lnTo>
                  <a:pt x="7891" y="1484"/>
                </a:lnTo>
                <a:lnTo>
                  <a:pt x="8005" y="1484"/>
                </a:lnTo>
                <a:lnTo>
                  <a:pt x="8005" y="1507"/>
                </a:lnTo>
                <a:moveTo>
                  <a:pt x="7823" y="1507"/>
                </a:moveTo>
                <a:lnTo>
                  <a:pt x="7709" y="1507"/>
                </a:lnTo>
                <a:lnTo>
                  <a:pt x="7709" y="1484"/>
                </a:lnTo>
                <a:lnTo>
                  <a:pt x="7823" y="1484"/>
                </a:lnTo>
                <a:lnTo>
                  <a:pt x="7823" y="1507"/>
                </a:lnTo>
                <a:moveTo>
                  <a:pt x="7641" y="1507"/>
                </a:moveTo>
                <a:lnTo>
                  <a:pt x="7527" y="1507"/>
                </a:lnTo>
                <a:lnTo>
                  <a:pt x="7527" y="1484"/>
                </a:lnTo>
                <a:lnTo>
                  <a:pt x="7641" y="1484"/>
                </a:lnTo>
                <a:lnTo>
                  <a:pt x="7641" y="1507"/>
                </a:lnTo>
                <a:moveTo>
                  <a:pt x="7459" y="1507"/>
                </a:moveTo>
                <a:lnTo>
                  <a:pt x="7345" y="1507"/>
                </a:lnTo>
                <a:lnTo>
                  <a:pt x="7345" y="1484"/>
                </a:lnTo>
                <a:lnTo>
                  <a:pt x="7459" y="1484"/>
                </a:lnTo>
                <a:lnTo>
                  <a:pt x="7459" y="1507"/>
                </a:lnTo>
                <a:moveTo>
                  <a:pt x="7277" y="1507"/>
                </a:moveTo>
                <a:lnTo>
                  <a:pt x="7163" y="1507"/>
                </a:lnTo>
                <a:lnTo>
                  <a:pt x="7163" y="1484"/>
                </a:lnTo>
                <a:lnTo>
                  <a:pt x="7277" y="1484"/>
                </a:lnTo>
                <a:lnTo>
                  <a:pt x="7277" y="1507"/>
                </a:lnTo>
                <a:moveTo>
                  <a:pt x="7094" y="1507"/>
                </a:moveTo>
                <a:lnTo>
                  <a:pt x="6981" y="1507"/>
                </a:lnTo>
                <a:lnTo>
                  <a:pt x="6981" y="1484"/>
                </a:lnTo>
                <a:lnTo>
                  <a:pt x="7094" y="1484"/>
                </a:lnTo>
                <a:lnTo>
                  <a:pt x="7094" y="1507"/>
                </a:lnTo>
                <a:moveTo>
                  <a:pt x="6912" y="1507"/>
                </a:moveTo>
                <a:lnTo>
                  <a:pt x="6798" y="1507"/>
                </a:lnTo>
                <a:lnTo>
                  <a:pt x="6798" y="1484"/>
                </a:lnTo>
                <a:lnTo>
                  <a:pt x="6912" y="1484"/>
                </a:lnTo>
                <a:lnTo>
                  <a:pt x="6912" y="1507"/>
                </a:lnTo>
                <a:moveTo>
                  <a:pt x="6730" y="1507"/>
                </a:moveTo>
                <a:lnTo>
                  <a:pt x="6616" y="1507"/>
                </a:lnTo>
                <a:lnTo>
                  <a:pt x="6616" y="1484"/>
                </a:lnTo>
                <a:lnTo>
                  <a:pt x="6730" y="1484"/>
                </a:lnTo>
                <a:lnTo>
                  <a:pt x="6730" y="1507"/>
                </a:lnTo>
                <a:moveTo>
                  <a:pt x="6548" y="1507"/>
                </a:moveTo>
                <a:lnTo>
                  <a:pt x="6434" y="1507"/>
                </a:lnTo>
                <a:lnTo>
                  <a:pt x="6434" y="1484"/>
                </a:lnTo>
                <a:lnTo>
                  <a:pt x="6548" y="1484"/>
                </a:lnTo>
                <a:lnTo>
                  <a:pt x="6548" y="1507"/>
                </a:lnTo>
                <a:moveTo>
                  <a:pt x="6366" y="1507"/>
                </a:moveTo>
                <a:lnTo>
                  <a:pt x="6252" y="1507"/>
                </a:lnTo>
                <a:lnTo>
                  <a:pt x="6252" y="1484"/>
                </a:lnTo>
                <a:lnTo>
                  <a:pt x="6366" y="1484"/>
                </a:lnTo>
                <a:lnTo>
                  <a:pt x="6366" y="1507"/>
                </a:lnTo>
                <a:moveTo>
                  <a:pt x="6183" y="1507"/>
                </a:moveTo>
                <a:lnTo>
                  <a:pt x="6070" y="1507"/>
                </a:lnTo>
                <a:lnTo>
                  <a:pt x="6070" y="1484"/>
                </a:lnTo>
                <a:lnTo>
                  <a:pt x="6183" y="1484"/>
                </a:lnTo>
                <a:lnTo>
                  <a:pt x="6183" y="1507"/>
                </a:lnTo>
                <a:moveTo>
                  <a:pt x="6001" y="1507"/>
                </a:moveTo>
                <a:lnTo>
                  <a:pt x="5887" y="1507"/>
                </a:lnTo>
                <a:lnTo>
                  <a:pt x="5887" y="1484"/>
                </a:lnTo>
                <a:lnTo>
                  <a:pt x="6001" y="1484"/>
                </a:lnTo>
                <a:lnTo>
                  <a:pt x="6001" y="1507"/>
                </a:lnTo>
                <a:moveTo>
                  <a:pt x="5819" y="1507"/>
                </a:moveTo>
                <a:lnTo>
                  <a:pt x="5705" y="1507"/>
                </a:lnTo>
                <a:lnTo>
                  <a:pt x="5705" y="1484"/>
                </a:lnTo>
                <a:lnTo>
                  <a:pt x="5819" y="1484"/>
                </a:lnTo>
                <a:lnTo>
                  <a:pt x="5819" y="1507"/>
                </a:lnTo>
                <a:moveTo>
                  <a:pt x="5637" y="1507"/>
                </a:moveTo>
                <a:lnTo>
                  <a:pt x="5523" y="1507"/>
                </a:lnTo>
                <a:lnTo>
                  <a:pt x="5523" y="1484"/>
                </a:lnTo>
                <a:lnTo>
                  <a:pt x="5637" y="1484"/>
                </a:lnTo>
                <a:lnTo>
                  <a:pt x="5637" y="1507"/>
                </a:lnTo>
                <a:moveTo>
                  <a:pt x="5455" y="1507"/>
                </a:moveTo>
                <a:lnTo>
                  <a:pt x="5341" y="1507"/>
                </a:lnTo>
                <a:lnTo>
                  <a:pt x="5341" y="1484"/>
                </a:lnTo>
                <a:lnTo>
                  <a:pt x="5455" y="1484"/>
                </a:lnTo>
                <a:lnTo>
                  <a:pt x="5455" y="1507"/>
                </a:lnTo>
                <a:moveTo>
                  <a:pt x="5273" y="1507"/>
                </a:moveTo>
                <a:lnTo>
                  <a:pt x="5159" y="1507"/>
                </a:lnTo>
                <a:lnTo>
                  <a:pt x="5159" y="1484"/>
                </a:lnTo>
                <a:lnTo>
                  <a:pt x="5273" y="1484"/>
                </a:lnTo>
                <a:lnTo>
                  <a:pt x="5273" y="1507"/>
                </a:lnTo>
                <a:moveTo>
                  <a:pt x="5090" y="1507"/>
                </a:moveTo>
                <a:lnTo>
                  <a:pt x="4976" y="1507"/>
                </a:lnTo>
                <a:lnTo>
                  <a:pt x="4976" y="1484"/>
                </a:lnTo>
                <a:lnTo>
                  <a:pt x="5090" y="1484"/>
                </a:lnTo>
                <a:lnTo>
                  <a:pt x="5090" y="1507"/>
                </a:lnTo>
                <a:moveTo>
                  <a:pt x="4908" y="1507"/>
                </a:moveTo>
                <a:lnTo>
                  <a:pt x="4794" y="1507"/>
                </a:lnTo>
                <a:lnTo>
                  <a:pt x="4794" y="1484"/>
                </a:lnTo>
                <a:lnTo>
                  <a:pt x="4908" y="1484"/>
                </a:lnTo>
                <a:lnTo>
                  <a:pt x="4908" y="1507"/>
                </a:lnTo>
                <a:moveTo>
                  <a:pt x="4726" y="1507"/>
                </a:moveTo>
                <a:lnTo>
                  <a:pt x="4612" y="1507"/>
                </a:lnTo>
                <a:lnTo>
                  <a:pt x="4612" y="1484"/>
                </a:lnTo>
                <a:lnTo>
                  <a:pt x="4726" y="1484"/>
                </a:lnTo>
                <a:lnTo>
                  <a:pt x="4726" y="1507"/>
                </a:lnTo>
                <a:moveTo>
                  <a:pt x="4544" y="1507"/>
                </a:moveTo>
                <a:lnTo>
                  <a:pt x="4430" y="1507"/>
                </a:lnTo>
                <a:lnTo>
                  <a:pt x="4430" y="1484"/>
                </a:lnTo>
                <a:lnTo>
                  <a:pt x="4544" y="1484"/>
                </a:lnTo>
                <a:lnTo>
                  <a:pt x="4544" y="1507"/>
                </a:lnTo>
                <a:moveTo>
                  <a:pt x="4362" y="1507"/>
                </a:moveTo>
                <a:lnTo>
                  <a:pt x="4248" y="1507"/>
                </a:lnTo>
                <a:lnTo>
                  <a:pt x="4248" y="1484"/>
                </a:lnTo>
                <a:lnTo>
                  <a:pt x="4362" y="1484"/>
                </a:lnTo>
                <a:lnTo>
                  <a:pt x="4362" y="1507"/>
                </a:lnTo>
                <a:moveTo>
                  <a:pt x="4179" y="1507"/>
                </a:moveTo>
                <a:lnTo>
                  <a:pt x="4066" y="1507"/>
                </a:lnTo>
                <a:lnTo>
                  <a:pt x="4066" y="1484"/>
                </a:lnTo>
                <a:lnTo>
                  <a:pt x="4179" y="1484"/>
                </a:lnTo>
                <a:lnTo>
                  <a:pt x="4179" y="1507"/>
                </a:lnTo>
                <a:moveTo>
                  <a:pt x="3997" y="1507"/>
                </a:moveTo>
                <a:lnTo>
                  <a:pt x="3883" y="1507"/>
                </a:lnTo>
                <a:lnTo>
                  <a:pt x="3883" y="1484"/>
                </a:lnTo>
                <a:lnTo>
                  <a:pt x="3997" y="1484"/>
                </a:lnTo>
                <a:lnTo>
                  <a:pt x="3997" y="1507"/>
                </a:lnTo>
                <a:moveTo>
                  <a:pt x="3815" y="1507"/>
                </a:moveTo>
                <a:lnTo>
                  <a:pt x="3701" y="1507"/>
                </a:lnTo>
                <a:lnTo>
                  <a:pt x="3701" y="1484"/>
                </a:lnTo>
                <a:lnTo>
                  <a:pt x="3815" y="1484"/>
                </a:lnTo>
                <a:lnTo>
                  <a:pt x="3815" y="1507"/>
                </a:lnTo>
                <a:moveTo>
                  <a:pt x="3633" y="1507"/>
                </a:moveTo>
                <a:lnTo>
                  <a:pt x="3519" y="1507"/>
                </a:lnTo>
                <a:lnTo>
                  <a:pt x="3519" y="1484"/>
                </a:lnTo>
                <a:lnTo>
                  <a:pt x="3633" y="1484"/>
                </a:lnTo>
                <a:lnTo>
                  <a:pt x="3633" y="1507"/>
                </a:lnTo>
                <a:moveTo>
                  <a:pt x="3451" y="1507"/>
                </a:moveTo>
                <a:lnTo>
                  <a:pt x="3337" y="1507"/>
                </a:lnTo>
                <a:lnTo>
                  <a:pt x="3337" y="1484"/>
                </a:lnTo>
                <a:lnTo>
                  <a:pt x="3451" y="1484"/>
                </a:lnTo>
                <a:lnTo>
                  <a:pt x="3451" y="1507"/>
                </a:lnTo>
                <a:moveTo>
                  <a:pt x="3268" y="1507"/>
                </a:moveTo>
                <a:lnTo>
                  <a:pt x="3155" y="1507"/>
                </a:lnTo>
                <a:lnTo>
                  <a:pt x="3155" y="1484"/>
                </a:lnTo>
                <a:lnTo>
                  <a:pt x="3268" y="1484"/>
                </a:lnTo>
                <a:lnTo>
                  <a:pt x="3268" y="1507"/>
                </a:lnTo>
                <a:moveTo>
                  <a:pt x="3086" y="1507"/>
                </a:moveTo>
                <a:lnTo>
                  <a:pt x="2972" y="1507"/>
                </a:lnTo>
                <a:lnTo>
                  <a:pt x="2972" y="1484"/>
                </a:lnTo>
                <a:lnTo>
                  <a:pt x="3086" y="1484"/>
                </a:lnTo>
                <a:lnTo>
                  <a:pt x="3086" y="1507"/>
                </a:lnTo>
                <a:moveTo>
                  <a:pt x="2904" y="1507"/>
                </a:moveTo>
                <a:lnTo>
                  <a:pt x="2790" y="1507"/>
                </a:lnTo>
                <a:lnTo>
                  <a:pt x="2790" y="1484"/>
                </a:lnTo>
                <a:lnTo>
                  <a:pt x="2904" y="1484"/>
                </a:lnTo>
                <a:lnTo>
                  <a:pt x="2904" y="1507"/>
                </a:lnTo>
                <a:moveTo>
                  <a:pt x="2722" y="1507"/>
                </a:moveTo>
                <a:lnTo>
                  <a:pt x="2608" y="1507"/>
                </a:lnTo>
                <a:lnTo>
                  <a:pt x="2608" y="1484"/>
                </a:lnTo>
                <a:lnTo>
                  <a:pt x="2722" y="1484"/>
                </a:lnTo>
                <a:lnTo>
                  <a:pt x="2722" y="1507"/>
                </a:lnTo>
                <a:moveTo>
                  <a:pt x="2540" y="1507"/>
                </a:moveTo>
                <a:lnTo>
                  <a:pt x="2426" y="1507"/>
                </a:lnTo>
                <a:lnTo>
                  <a:pt x="2426" y="1484"/>
                </a:lnTo>
                <a:lnTo>
                  <a:pt x="2540" y="1484"/>
                </a:lnTo>
                <a:lnTo>
                  <a:pt x="2540" y="1507"/>
                </a:lnTo>
                <a:moveTo>
                  <a:pt x="2357" y="1507"/>
                </a:moveTo>
                <a:lnTo>
                  <a:pt x="2244" y="1507"/>
                </a:lnTo>
                <a:lnTo>
                  <a:pt x="2244" y="1484"/>
                </a:lnTo>
                <a:lnTo>
                  <a:pt x="2357" y="1484"/>
                </a:lnTo>
                <a:lnTo>
                  <a:pt x="2357" y="1507"/>
                </a:lnTo>
                <a:moveTo>
                  <a:pt x="2175" y="1507"/>
                </a:moveTo>
                <a:lnTo>
                  <a:pt x="2061" y="1507"/>
                </a:lnTo>
                <a:lnTo>
                  <a:pt x="2061" y="1484"/>
                </a:lnTo>
                <a:lnTo>
                  <a:pt x="2175" y="1484"/>
                </a:lnTo>
                <a:lnTo>
                  <a:pt x="2175" y="1507"/>
                </a:lnTo>
                <a:moveTo>
                  <a:pt x="1993" y="1507"/>
                </a:moveTo>
                <a:lnTo>
                  <a:pt x="1879" y="1507"/>
                </a:lnTo>
                <a:lnTo>
                  <a:pt x="1879" y="1484"/>
                </a:lnTo>
                <a:lnTo>
                  <a:pt x="1993" y="1484"/>
                </a:lnTo>
                <a:lnTo>
                  <a:pt x="1993" y="1507"/>
                </a:lnTo>
                <a:moveTo>
                  <a:pt x="1811" y="1507"/>
                </a:moveTo>
                <a:lnTo>
                  <a:pt x="1697" y="1507"/>
                </a:lnTo>
                <a:lnTo>
                  <a:pt x="1697" y="1484"/>
                </a:lnTo>
                <a:lnTo>
                  <a:pt x="1811" y="1484"/>
                </a:lnTo>
                <a:lnTo>
                  <a:pt x="1811" y="1507"/>
                </a:lnTo>
                <a:moveTo>
                  <a:pt x="1629" y="1507"/>
                </a:moveTo>
                <a:lnTo>
                  <a:pt x="1515" y="1507"/>
                </a:lnTo>
                <a:lnTo>
                  <a:pt x="1515" y="1484"/>
                </a:lnTo>
                <a:lnTo>
                  <a:pt x="1629" y="1484"/>
                </a:lnTo>
                <a:lnTo>
                  <a:pt x="1629" y="1507"/>
                </a:lnTo>
                <a:moveTo>
                  <a:pt x="1447" y="1507"/>
                </a:moveTo>
                <a:lnTo>
                  <a:pt x="1333" y="1507"/>
                </a:lnTo>
                <a:lnTo>
                  <a:pt x="1333" y="1484"/>
                </a:lnTo>
                <a:lnTo>
                  <a:pt x="1447" y="1484"/>
                </a:lnTo>
                <a:lnTo>
                  <a:pt x="1447" y="1507"/>
                </a:lnTo>
                <a:moveTo>
                  <a:pt x="1264" y="1507"/>
                </a:moveTo>
                <a:lnTo>
                  <a:pt x="1150" y="1507"/>
                </a:lnTo>
                <a:lnTo>
                  <a:pt x="1150" y="1484"/>
                </a:lnTo>
                <a:lnTo>
                  <a:pt x="1264" y="1484"/>
                </a:lnTo>
                <a:lnTo>
                  <a:pt x="1264" y="1507"/>
                </a:lnTo>
                <a:moveTo>
                  <a:pt x="1082" y="1507"/>
                </a:moveTo>
                <a:lnTo>
                  <a:pt x="968" y="1507"/>
                </a:lnTo>
                <a:lnTo>
                  <a:pt x="968" y="1484"/>
                </a:lnTo>
                <a:lnTo>
                  <a:pt x="1082" y="1484"/>
                </a:lnTo>
                <a:lnTo>
                  <a:pt x="1082" y="1507"/>
                </a:lnTo>
                <a:moveTo>
                  <a:pt x="900" y="1507"/>
                </a:moveTo>
                <a:lnTo>
                  <a:pt x="786" y="1507"/>
                </a:lnTo>
                <a:lnTo>
                  <a:pt x="786" y="1484"/>
                </a:lnTo>
                <a:lnTo>
                  <a:pt x="900" y="1484"/>
                </a:lnTo>
                <a:lnTo>
                  <a:pt x="900" y="1507"/>
                </a:lnTo>
                <a:moveTo>
                  <a:pt x="718" y="1507"/>
                </a:moveTo>
                <a:lnTo>
                  <a:pt x="604" y="1507"/>
                </a:lnTo>
                <a:lnTo>
                  <a:pt x="604" y="1484"/>
                </a:lnTo>
                <a:lnTo>
                  <a:pt x="718" y="1484"/>
                </a:lnTo>
                <a:lnTo>
                  <a:pt x="718" y="1507"/>
                </a:lnTo>
                <a:moveTo>
                  <a:pt x="536" y="1507"/>
                </a:moveTo>
                <a:lnTo>
                  <a:pt x="422" y="1507"/>
                </a:lnTo>
                <a:lnTo>
                  <a:pt x="422" y="1484"/>
                </a:lnTo>
                <a:lnTo>
                  <a:pt x="536" y="1484"/>
                </a:lnTo>
                <a:lnTo>
                  <a:pt x="536" y="1507"/>
                </a:lnTo>
                <a:moveTo>
                  <a:pt x="353" y="1507"/>
                </a:moveTo>
                <a:lnTo>
                  <a:pt x="240" y="1507"/>
                </a:lnTo>
                <a:lnTo>
                  <a:pt x="240" y="1484"/>
                </a:lnTo>
                <a:lnTo>
                  <a:pt x="353" y="1484"/>
                </a:lnTo>
                <a:lnTo>
                  <a:pt x="353" y="1507"/>
                </a:lnTo>
                <a:moveTo>
                  <a:pt x="171" y="1507"/>
                </a:moveTo>
                <a:lnTo>
                  <a:pt x="57" y="1507"/>
                </a:lnTo>
                <a:lnTo>
                  <a:pt x="57" y="1484"/>
                </a:lnTo>
                <a:lnTo>
                  <a:pt x="171" y="1484"/>
                </a:lnTo>
                <a:lnTo>
                  <a:pt x="171" y="1507"/>
                </a:lnTo>
                <a:moveTo>
                  <a:pt x="0" y="1473"/>
                </a:moveTo>
                <a:lnTo>
                  <a:pt x="0" y="1359"/>
                </a:lnTo>
                <a:lnTo>
                  <a:pt x="23" y="1359"/>
                </a:lnTo>
                <a:lnTo>
                  <a:pt x="23" y="1473"/>
                </a:lnTo>
                <a:lnTo>
                  <a:pt x="0" y="1473"/>
                </a:lnTo>
                <a:moveTo>
                  <a:pt x="0" y="1290"/>
                </a:moveTo>
                <a:lnTo>
                  <a:pt x="0" y="1176"/>
                </a:lnTo>
                <a:lnTo>
                  <a:pt x="23" y="1176"/>
                </a:lnTo>
                <a:lnTo>
                  <a:pt x="23" y="1290"/>
                </a:lnTo>
                <a:lnTo>
                  <a:pt x="0" y="1290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2"/>
                </a:lnTo>
                <a:lnTo>
                  <a:pt x="23" y="262"/>
                </a:lnTo>
                <a:lnTo>
                  <a:pt x="23" y="377"/>
                </a:lnTo>
                <a:lnTo>
                  <a:pt x="0" y="377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8614800" y="34592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8614800" y="348804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982080" y="2876040"/>
            <a:ext cx="2925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867240" y="344988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867240" y="3582720"/>
            <a:ext cx="687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785160" y="4157640"/>
            <a:ext cx="4280040" cy="394920"/>
          </a:xfrm>
          <a:custGeom>
            <a:avLst/>
            <a:gdLst/>
            <a:ahLst/>
            <a:rect l="0" t="0" r="r" b="b"/>
            <a:pathLst>
              <a:path w="11889" h="1097">
                <a:moveTo>
                  <a:pt x="0" y="0"/>
                </a:moveTo>
                <a:lnTo>
                  <a:pt x="11889" y="0"/>
                </a:lnTo>
                <a:lnTo>
                  <a:pt x="11889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780840" y="4153680"/>
            <a:ext cx="4288320" cy="402840"/>
          </a:xfrm>
          <a:custGeom>
            <a:avLst/>
            <a:gdLst/>
            <a:ahLst/>
            <a:rect l="0" t="0" r="r" b="b"/>
            <a:pathLst>
              <a:path w="11912" h="1119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2"/>
                </a:lnTo>
                <a:lnTo>
                  <a:pt x="3109" y="22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2"/>
                </a:lnTo>
                <a:lnTo>
                  <a:pt x="3291" y="22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2"/>
                </a:lnTo>
                <a:lnTo>
                  <a:pt x="3473" y="22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2"/>
                </a:lnTo>
                <a:lnTo>
                  <a:pt x="3656" y="22"/>
                </a:lnTo>
                <a:lnTo>
                  <a:pt x="3656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2"/>
                </a:lnTo>
                <a:lnTo>
                  <a:pt x="10580" y="22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2"/>
                </a:lnTo>
                <a:lnTo>
                  <a:pt x="10762" y="22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2"/>
                </a:lnTo>
                <a:lnTo>
                  <a:pt x="10944" y="22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2"/>
                </a:lnTo>
                <a:lnTo>
                  <a:pt x="11126" y="22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2"/>
                </a:lnTo>
                <a:lnTo>
                  <a:pt x="11308" y="22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2"/>
                </a:lnTo>
                <a:lnTo>
                  <a:pt x="11491" y="22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2"/>
                </a:lnTo>
                <a:lnTo>
                  <a:pt x="11673" y="22"/>
                </a:lnTo>
                <a:lnTo>
                  <a:pt x="11673" y="0"/>
                </a:lnTo>
                <a:moveTo>
                  <a:pt x="11855" y="0"/>
                </a:moveTo>
                <a:lnTo>
                  <a:pt x="11912" y="0"/>
                </a:lnTo>
                <a:lnTo>
                  <a:pt x="11912" y="79"/>
                </a:lnTo>
                <a:lnTo>
                  <a:pt x="11889" y="79"/>
                </a:lnTo>
                <a:lnTo>
                  <a:pt x="11889" y="11"/>
                </a:lnTo>
                <a:lnTo>
                  <a:pt x="11901" y="11"/>
                </a:lnTo>
                <a:lnTo>
                  <a:pt x="11901" y="22"/>
                </a:lnTo>
                <a:lnTo>
                  <a:pt x="11855" y="22"/>
                </a:lnTo>
                <a:lnTo>
                  <a:pt x="11855" y="0"/>
                </a:lnTo>
                <a:moveTo>
                  <a:pt x="11912" y="148"/>
                </a:moveTo>
                <a:lnTo>
                  <a:pt x="11912" y="263"/>
                </a:lnTo>
                <a:lnTo>
                  <a:pt x="11889" y="263"/>
                </a:lnTo>
                <a:lnTo>
                  <a:pt x="11889" y="148"/>
                </a:lnTo>
                <a:lnTo>
                  <a:pt x="11912" y="148"/>
                </a:lnTo>
                <a:moveTo>
                  <a:pt x="11912" y="332"/>
                </a:moveTo>
                <a:lnTo>
                  <a:pt x="11912" y="446"/>
                </a:lnTo>
                <a:lnTo>
                  <a:pt x="11889" y="446"/>
                </a:lnTo>
                <a:lnTo>
                  <a:pt x="11889" y="332"/>
                </a:lnTo>
                <a:lnTo>
                  <a:pt x="11912" y="332"/>
                </a:lnTo>
                <a:moveTo>
                  <a:pt x="11912" y="514"/>
                </a:moveTo>
                <a:lnTo>
                  <a:pt x="11912" y="628"/>
                </a:lnTo>
                <a:lnTo>
                  <a:pt x="11889" y="628"/>
                </a:lnTo>
                <a:lnTo>
                  <a:pt x="11889" y="514"/>
                </a:lnTo>
                <a:lnTo>
                  <a:pt x="11912" y="514"/>
                </a:lnTo>
                <a:moveTo>
                  <a:pt x="11912" y="697"/>
                </a:moveTo>
                <a:lnTo>
                  <a:pt x="11912" y="811"/>
                </a:lnTo>
                <a:lnTo>
                  <a:pt x="11889" y="811"/>
                </a:lnTo>
                <a:lnTo>
                  <a:pt x="11889" y="697"/>
                </a:lnTo>
                <a:lnTo>
                  <a:pt x="11912" y="697"/>
                </a:lnTo>
                <a:moveTo>
                  <a:pt x="11912" y="879"/>
                </a:moveTo>
                <a:lnTo>
                  <a:pt x="11912" y="993"/>
                </a:lnTo>
                <a:lnTo>
                  <a:pt x="11889" y="993"/>
                </a:lnTo>
                <a:lnTo>
                  <a:pt x="11889" y="879"/>
                </a:lnTo>
                <a:lnTo>
                  <a:pt x="11912" y="879"/>
                </a:lnTo>
                <a:moveTo>
                  <a:pt x="11912" y="1062"/>
                </a:moveTo>
                <a:lnTo>
                  <a:pt x="11912" y="1119"/>
                </a:lnTo>
                <a:lnTo>
                  <a:pt x="11832" y="1119"/>
                </a:lnTo>
                <a:lnTo>
                  <a:pt x="11832" y="1096"/>
                </a:lnTo>
                <a:lnTo>
                  <a:pt x="11901" y="1096"/>
                </a:lnTo>
                <a:lnTo>
                  <a:pt x="11901" y="1108"/>
                </a:lnTo>
                <a:lnTo>
                  <a:pt x="11889" y="1108"/>
                </a:lnTo>
                <a:lnTo>
                  <a:pt x="11889" y="1062"/>
                </a:lnTo>
                <a:lnTo>
                  <a:pt x="11912" y="1062"/>
                </a:lnTo>
                <a:moveTo>
                  <a:pt x="11764" y="1119"/>
                </a:moveTo>
                <a:lnTo>
                  <a:pt x="11650" y="1119"/>
                </a:lnTo>
                <a:lnTo>
                  <a:pt x="11650" y="1096"/>
                </a:lnTo>
                <a:lnTo>
                  <a:pt x="11764" y="1096"/>
                </a:lnTo>
                <a:lnTo>
                  <a:pt x="11764" y="1119"/>
                </a:lnTo>
                <a:moveTo>
                  <a:pt x="11582" y="1119"/>
                </a:moveTo>
                <a:lnTo>
                  <a:pt x="11468" y="1119"/>
                </a:lnTo>
                <a:lnTo>
                  <a:pt x="11468" y="1096"/>
                </a:lnTo>
                <a:lnTo>
                  <a:pt x="11582" y="1096"/>
                </a:lnTo>
                <a:lnTo>
                  <a:pt x="11582" y="1119"/>
                </a:lnTo>
                <a:moveTo>
                  <a:pt x="11400" y="1119"/>
                </a:moveTo>
                <a:lnTo>
                  <a:pt x="11286" y="1119"/>
                </a:lnTo>
                <a:lnTo>
                  <a:pt x="11286" y="1096"/>
                </a:lnTo>
                <a:lnTo>
                  <a:pt x="11400" y="1096"/>
                </a:lnTo>
                <a:lnTo>
                  <a:pt x="11400" y="1119"/>
                </a:lnTo>
                <a:moveTo>
                  <a:pt x="11217" y="1119"/>
                </a:moveTo>
                <a:lnTo>
                  <a:pt x="11104" y="1119"/>
                </a:lnTo>
                <a:lnTo>
                  <a:pt x="11104" y="1096"/>
                </a:lnTo>
                <a:lnTo>
                  <a:pt x="11217" y="1096"/>
                </a:lnTo>
                <a:lnTo>
                  <a:pt x="11217" y="1119"/>
                </a:lnTo>
                <a:moveTo>
                  <a:pt x="11035" y="1119"/>
                </a:moveTo>
                <a:lnTo>
                  <a:pt x="10921" y="1119"/>
                </a:lnTo>
                <a:lnTo>
                  <a:pt x="10921" y="1096"/>
                </a:lnTo>
                <a:lnTo>
                  <a:pt x="11035" y="1096"/>
                </a:lnTo>
                <a:lnTo>
                  <a:pt x="11035" y="1119"/>
                </a:lnTo>
                <a:moveTo>
                  <a:pt x="10853" y="1119"/>
                </a:moveTo>
                <a:lnTo>
                  <a:pt x="10739" y="1119"/>
                </a:lnTo>
                <a:lnTo>
                  <a:pt x="10739" y="1096"/>
                </a:lnTo>
                <a:lnTo>
                  <a:pt x="10853" y="1096"/>
                </a:lnTo>
                <a:lnTo>
                  <a:pt x="10853" y="1119"/>
                </a:lnTo>
                <a:moveTo>
                  <a:pt x="10671" y="1119"/>
                </a:moveTo>
                <a:lnTo>
                  <a:pt x="10557" y="1119"/>
                </a:lnTo>
                <a:lnTo>
                  <a:pt x="10557" y="1096"/>
                </a:lnTo>
                <a:lnTo>
                  <a:pt x="10671" y="1096"/>
                </a:lnTo>
                <a:lnTo>
                  <a:pt x="10671" y="1119"/>
                </a:lnTo>
                <a:moveTo>
                  <a:pt x="10489" y="1119"/>
                </a:moveTo>
                <a:lnTo>
                  <a:pt x="10375" y="1119"/>
                </a:lnTo>
                <a:lnTo>
                  <a:pt x="10375" y="1096"/>
                </a:lnTo>
                <a:lnTo>
                  <a:pt x="10489" y="1096"/>
                </a:lnTo>
                <a:lnTo>
                  <a:pt x="10489" y="1119"/>
                </a:lnTo>
                <a:moveTo>
                  <a:pt x="10306" y="1119"/>
                </a:moveTo>
                <a:lnTo>
                  <a:pt x="10193" y="1119"/>
                </a:lnTo>
                <a:lnTo>
                  <a:pt x="10193" y="1096"/>
                </a:lnTo>
                <a:lnTo>
                  <a:pt x="10306" y="1096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6"/>
                </a:lnTo>
                <a:lnTo>
                  <a:pt x="10124" y="1096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6"/>
                </a:lnTo>
                <a:lnTo>
                  <a:pt x="9942" y="1096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6"/>
                </a:lnTo>
                <a:lnTo>
                  <a:pt x="9760" y="1096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6"/>
                </a:lnTo>
                <a:lnTo>
                  <a:pt x="9578" y="1096"/>
                </a:lnTo>
                <a:lnTo>
                  <a:pt x="9578" y="1119"/>
                </a:lnTo>
                <a:moveTo>
                  <a:pt x="9396" y="1119"/>
                </a:moveTo>
                <a:lnTo>
                  <a:pt x="9282" y="1119"/>
                </a:lnTo>
                <a:lnTo>
                  <a:pt x="9282" y="1096"/>
                </a:lnTo>
                <a:lnTo>
                  <a:pt x="9396" y="1096"/>
                </a:lnTo>
                <a:lnTo>
                  <a:pt x="9396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6"/>
                </a:lnTo>
                <a:lnTo>
                  <a:pt x="9213" y="1096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6"/>
                </a:lnTo>
                <a:lnTo>
                  <a:pt x="9031" y="1096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6"/>
                </a:lnTo>
                <a:lnTo>
                  <a:pt x="8849" y="1096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6"/>
                </a:lnTo>
                <a:lnTo>
                  <a:pt x="8667" y="1096"/>
                </a:lnTo>
                <a:lnTo>
                  <a:pt x="8667" y="1119"/>
                </a:lnTo>
                <a:moveTo>
                  <a:pt x="8485" y="1119"/>
                </a:moveTo>
                <a:lnTo>
                  <a:pt x="8371" y="1119"/>
                </a:lnTo>
                <a:lnTo>
                  <a:pt x="8371" y="1096"/>
                </a:lnTo>
                <a:lnTo>
                  <a:pt x="8485" y="1096"/>
                </a:lnTo>
                <a:lnTo>
                  <a:pt x="8485" y="1119"/>
                </a:lnTo>
                <a:moveTo>
                  <a:pt x="8302" y="1119"/>
                </a:moveTo>
                <a:lnTo>
                  <a:pt x="8189" y="1119"/>
                </a:lnTo>
                <a:lnTo>
                  <a:pt x="8189" y="1096"/>
                </a:lnTo>
                <a:lnTo>
                  <a:pt x="8302" y="1096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6"/>
                </a:lnTo>
                <a:lnTo>
                  <a:pt x="8120" y="1096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6"/>
                </a:lnTo>
                <a:lnTo>
                  <a:pt x="7938" y="1096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6"/>
                </a:lnTo>
                <a:lnTo>
                  <a:pt x="7756" y="1096"/>
                </a:lnTo>
                <a:lnTo>
                  <a:pt x="7756" y="1119"/>
                </a:lnTo>
                <a:moveTo>
                  <a:pt x="7574" y="1119"/>
                </a:moveTo>
                <a:lnTo>
                  <a:pt x="7460" y="1119"/>
                </a:lnTo>
                <a:lnTo>
                  <a:pt x="7460" y="1096"/>
                </a:lnTo>
                <a:lnTo>
                  <a:pt x="7574" y="1096"/>
                </a:lnTo>
                <a:lnTo>
                  <a:pt x="7574" y="1119"/>
                </a:lnTo>
                <a:moveTo>
                  <a:pt x="7391" y="1119"/>
                </a:moveTo>
                <a:lnTo>
                  <a:pt x="7278" y="1119"/>
                </a:lnTo>
                <a:lnTo>
                  <a:pt x="7278" y="1096"/>
                </a:lnTo>
                <a:lnTo>
                  <a:pt x="7391" y="1096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6"/>
                </a:lnTo>
                <a:lnTo>
                  <a:pt x="7209" y="1096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6"/>
                </a:lnTo>
                <a:lnTo>
                  <a:pt x="7027" y="1096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6"/>
                </a:lnTo>
                <a:lnTo>
                  <a:pt x="6845" y="1096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6"/>
                </a:lnTo>
                <a:lnTo>
                  <a:pt x="6663" y="1096"/>
                </a:lnTo>
                <a:lnTo>
                  <a:pt x="6663" y="1119"/>
                </a:lnTo>
                <a:moveTo>
                  <a:pt x="6481" y="1119"/>
                </a:moveTo>
                <a:lnTo>
                  <a:pt x="6367" y="1119"/>
                </a:lnTo>
                <a:lnTo>
                  <a:pt x="6367" y="1096"/>
                </a:lnTo>
                <a:lnTo>
                  <a:pt x="6481" y="1096"/>
                </a:lnTo>
                <a:lnTo>
                  <a:pt x="6481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6"/>
                </a:lnTo>
                <a:lnTo>
                  <a:pt x="6298" y="1096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6"/>
                </a:lnTo>
                <a:lnTo>
                  <a:pt x="6116" y="1096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6"/>
                </a:lnTo>
                <a:lnTo>
                  <a:pt x="5934" y="1096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6"/>
                </a:lnTo>
                <a:lnTo>
                  <a:pt x="5752" y="1096"/>
                </a:lnTo>
                <a:lnTo>
                  <a:pt x="5752" y="1119"/>
                </a:lnTo>
                <a:moveTo>
                  <a:pt x="5570" y="1119"/>
                </a:moveTo>
                <a:lnTo>
                  <a:pt x="5456" y="1119"/>
                </a:lnTo>
                <a:lnTo>
                  <a:pt x="5456" y="1096"/>
                </a:lnTo>
                <a:lnTo>
                  <a:pt x="5570" y="1096"/>
                </a:lnTo>
                <a:lnTo>
                  <a:pt x="5570" y="1119"/>
                </a:lnTo>
                <a:moveTo>
                  <a:pt x="5387" y="1119"/>
                </a:moveTo>
                <a:lnTo>
                  <a:pt x="5274" y="1119"/>
                </a:lnTo>
                <a:lnTo>
                  <a:pt x="5274" y="1096"/>
                </a:lnTo>
                <a:lnTo>
                  <a:pt x="5387" y="1096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6"/>
                </a:lnTo>
                <a:lnTo>
                  <a:pt x="5205" y="1096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6"/>
                </a:lnTo>
                <a:lnTo>
                  <a:pt x="5023" y="1096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6"/>
                </a:lnTo>
                <a:lnTo>
                  <a:pt x="4841" y="1096"/>
                </a:lnTo>
                <a:lnTo>
                  <a:pt x="4841" y="1119"/>
                </a:lnTo>
                <a:moveTo>
                  <a:pt x="4659" y="1119"/>
                </a:moveTo>
                <a:lnTo>
                  <a:pt x="4545" y="1119"/>
                </a:lnTo>
                <a:lnTo>
                  <a:pt x="4545" y="1096"/>
                </a:lnTo>
                <a:lnTo>
                  <a:pt x="4659" y="1096"/>
                </a:lnTo>
                <a:lnTo>
                  <a:pt x="4659" y="1119"/>
                </a:lnTo>
                <a:moveTo>
                  <a:pt x="4476" y="1119"/>
                </a:moveTo>
                <a:lnTo>
                  <a:pt x="4363" y="1119"/>
                </a:lnTo>
                <a:lnTo>
                  <a:pt x="4363" y="1096"/>
                </a:lnTo>
                <a:lnTo>
                  <a:pt x="4476" y="1096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6"/>
                </a:lnTo>
                <a:lnTo>
                  <a:pt x="4294" y="1096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6"/>
                </a:lnTo>
                <a:lnTo>
                  <a:pt x="4112" y="1096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6"/>
                </a:lnTo>
                <a:lnTo>
                  <a:pt x="3930" y="1096"/>
                </a:lnTo>
                <a:lnTo>
                  <a:pt x="3930" y="1119"/>
                </a:lnTo>
                <a:moveTo>
                  <a:pt x="3747" y="1119"/>
                </a:moveTo>
                <a:lnTo>
                  <a:pt x="3633" y="1119"/>
                </a:lnTo>
                <a:lnTo>
                  <a:pt x="3633" y="1096"/>
                </a:lnTo>
                <a:lnTo>
                  <a:pt x="3747" y="1096"/>
                </a:lnTo>
                <a:lnTo>
                  <a:pt x="3747" y="1119"/>
                </a:lnTo>
                <a:moveTo>
                  <a:pt x="3564" y="1119"/>
                </a:moveTo>
                <a:lnTo>
                  <a:pt x="3451" y="1119"/>
                </a:lnTo>
                <a:lnTo>
                  <a:pt x="3451" y="1096"/>
                </a:lnTo>
                <a:lnTo>
                  <a:pt x="3564" y="1096"/>
                </a:lnTo>
                <a:lnTo>
                  <a:pt x="3564" y="1119"/>
                </a:lnTo>
                <a:moveTo>
                  <a:pt x="3382" y="1119"/>
                </a:moveTo>
                <a:lnTo>
                  <a:pt x="3268" y="1119"/>
                </a:lnTo>
                <a:lnTo>
                  <a:pt x="3268" y="1096"/>
                </a:lnTo>
                <a:lnTo>
                  <a:pt x="3382" y="1096"/>
                </a:lnTo>
                <a:lnTo>
                  <a:pt x="3382" y="1119"/>
                </a:lnTo>
                <a:moveTo>
                  <a:pt x="3200" y="1119"/>
                </a:moveTo>
                <a:lnTo>
                  <a:pt x="3086" y="1119"/>
                </a:lnTo>
                <a:lnTo>
                  <a:pt x="3086" y="1096"/>
                </a:lnTo>
                <a:lnTo>
                  <a:pt x="3200" y="1096"/>
                </a:lnTo>
                <a:lnTo>
                  <a:pt x="3200" y="1119"/>
                </a:lnTo>
                <a:moveTo>
                  <a:pt x="3018" y="1119"/>
                </a:moveTo>
                <a:lnTo>
                  <a:pt x="2904" y="1119"/>
                </a:lnTo>
                <a:lnTo>
                  <a:pt x="2904" y="1096"/>
                </a:lnTo>
                <a:lnTo>
                  <a:pt x="3018" y="1096"/>
                </a:lnTo>
                <a:lnTo>
                  <a:pt x="3018" y="1119"/>
                </a:lnTo>
                <a:moveTo>
                  <a:pt x="2836" y="1119"/>
                </a:moveTo>
                <a:lnTo>
                  <a:pt x="2722" y="1119"/>
                </a:lnTo>
                <a:lnTo>
                  <a:pt x="2722" y="1096"/>
                </a:lnTo>
                <a:lnTo>
                  <a:pt x="2836" y="1096"/>
                </a:lnTo>
                <a:lnTo>
                  <a:pt x="2836" y="1119"/>
                </a:lnTo>
                <a:moveTo>
                  <a:pt x="2654" y="1119"/>
                </a:moveTo>
                <a:lnTo>
                  <a:pt x="2540" y="1119"/>
                </a:lnTo>
                <a:lnTo>
                  <a:pt x="2540" y="1096"/>
                </a:lnTo>
                <a:lnTo>
                  <a:pt x="2654" y="1096"/>
                </a:lnTo>
                <a:lnTo>
                  <a:pt x="2654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6"/>
                </a:lnTo>
                <a:lnTo>
                  <a:pt x="2471" y="1096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6"/>
                </a:lnTo>
                <a:lnTo>
                  <a:pt x="2289" y="1096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6"/>
                </a:lnTo>
                <a:lnTo>
                  <a:pt x="2107" y="1096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6"/>
                </a:lnTo>
                <a:lnTo>
                  <a:pt x="1925" y="1096"/>
                </a:lnTo>
                <a:lnTo>
                  <a:pt x="1925" y="1119"/>
                </a:lnTo>
                <a:moveTo>
                  <a:pt x="1743" y="1119"/>
                </a:moveTo>
                <a:lnTo>
                  <a:pt x="1629" y="1119"/>
                </a:lnTo>
                <a:lnTo>
                  <a:pt x="1629" y="1096"/>
                </a:lnTo>
                <a:lnTo>
                  <a:pt x="1743" y="1096"/>
                </a:lnTo>
                <a:lnTo>
                  <a:pt x="1743" y="1119"/>
                </a:lnTo>
                <a:moveTo>
                  <a:pt x="1560" y="1119"/>
                </a:moveTo>
                <a:lnTo>
                  <a:pt x="1447" y="1119"/>
                </a:lnTo>
                <a:lnTo>
                  <a:pt x="1447" y="1096"/>
                </a:lnTo>
                <a:lnTo>
                  <a:pt x="1560" y="1096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6"/>
                </a:lnTo>
                <a:lnTo>
                  <a:pt x="1378" y="1096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6"/>
                </a:lnTo>
                <a:lnTo>
                  <a:pt x="1196" y="1096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6"/>
                </a:lnTo>
                <a:lnTo>
                  <a:pt x="1014" y="1096"/>
                </a:lnTo>
                <a:lnTo>
                  <a:pt x="1014" y="1119"/>
                </a:lnTo>
                <a:moveTo>
                  <a:pt x="832" y="1119"/>
                </a:moveTo>
                <a:lnTo>
                  <a:pt x="718" y="1119"/>
                </a:lnTo>
                <a:lnTo>
                  <a:pt x="718" y="1096"/>
                </a:lnTo>
                <a:lnTo>
                  <a:pt x="832" y="1096"/>
                </a:lnTo>
                <a:lnTo>
                  <a:pt x="832" y="1119"/>
                </a:lnTo>
                <a:moveTo>
                  <a:pt x="649" y="1119"/>
                </a:moveTo>
                <a:lnTo>
                  <a:pt x="536" y="1119"/>
                </a:lnTo>
                <a:lnTo>
                  <a:pt x="536" y="1096"/>
                </a:lnTo>
                <a:lnTo>
                  <a:pt x="649" y="1096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6"/>
                </a:lnTo>
                <a:lnTo>
                  <a:pt x="467" y="1096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6"/>
                </a:lnTo>
                <a:lnTo>
                  <a:pt x="285" y="1096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6"/>
                </a:lnTo>
                <a:lnTo>
                  <a:pt x="103" y="1096"/>
                </a:lnTo>
                <a:lnTo>
                  <a:pt x="103" y="111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1"/>
                </a:lnTo>
                <a:lnTo>
                  <a:pt x="23" y="171"/>
                </a:lnTo>
                <a:lnTo>
                  <a:pt x="23" y="286"/>
                </a:lnTo>
                <a:lnTo>
                  <a:pt x="0" y="286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4900680" y="422352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/>
          <p:nvPr/>
        </p:nvSpPr>
        <p:spPr>
          <a:xfrm>
            <a:off x="4900680" y="425196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867240" y="37375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867240" y="4214160"/>
            <a:ext cx="175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1276920" y="7228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1276920" y="13474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1276920" y="3927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244160" y="39276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1" y="0"/>
                </a:moveTo>
                <a:lnTo>
                  <a:pt x="0" y="183"/>
                </a:lnTo>
                <a:lnTo>
                  <a:pt x="183" y="183"/>
                </a:lnTo>
                <a:lnTo>
                  <a:pt x="91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867240" y="4347000"/>
            <a:ext cx="3382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342800" y="3999600"/>
            <a:ext cx="651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3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1391040" y="677880"/>
            <a:ext cx="5023440" cy="1079640"/>
          </a:xfrm>
          <a:custGeom>
            <a:avLst/>
            <a:gdLst/>
            <a:ahLst/>
            <a:rect l="0" t="0" r="r" b="b"/>
            <a:pathLst>
              <a:path w="13954" h="2999">
                <a:moveTo>
                  <a:pt x="0" y="0"/>
                </a:moveTo>
                <a:lnTo>
                  <a:pt x="13954" y="0"/>
                </a:lnTo>
                <a:lnTo>
                  <a:pt x="13954" y="2999"/>
                </a:lnTo>
                <a:lnTo>
                  <a:pt x="0" y="299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1387440" y="674280"/>
            <a:ext cx="5030280" cy="1086480"/>
          </a:xfrm>
          <a:custGeom>
            <a:avLst/>
            <a:gdLst/>
            <a:ahLst/>
            <a:rect l="0" t="0" r="r" b="b"/>
            <a:pathLst>
              <a:path w="13973" h="301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2" y="0"/>
                </a:lnTo>
                <a:lnTo>
                  <a:pt x="3182" y="19"/>
                </a:lnTo>
                <a:lnTo>
                  <a:pt x="3085" y="19"/>
                </a:lnTo>
                <a:lnTo>
                  <a:pt x="3085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57" y="0"/>
                </a:moveTo>
                <a:lnTo>
                  <a:pt x="12253" y="0"/>
                </a:lnTo>
                <a:lnTo>
                  <a:pt x="12253" y="19"/>
                </a:lnTo>
                <a:lnTo>
                  <a:pt x="12157" y="19"/>
                </a:lnTo>
                <a:lnTo>
                  <a:pt x="12157" y="0"/>
                </a:lnTo>
                <a:moveTo>
                  <a:pt x="12311" y="0"/>
                </a:moveTo>
                <a:lnTo>
                  <a:pt x="12407" y="0"/>
                </a:lnTo>
                <a:lnTo>
                  <a:pt x="12407" y="19"/>
                </a:lnTo>
                <a:lnTo>
                  <a:pt x="12311" y="19"/>
                </a:lnTo>
                <a:lnTo>
                  <a:pt x="12311" y="0"/>
                </a:lnTo>
                <a:moveTo>
                  <a:pt x="12465" y="0"/>
                </a:moveTo>
                <a:lnTo>
                  <a:pt x="12561" y="0"/>
                </a:lnTo>
                <a:lnTo>
                  <a:pt x="12561" y="19"/>
                </a:lnTo>
                <a:lnTo>
                  <a:pt x="12465" y="19"/>
                </a:lnTo>
                <a:lnTo>
                  <a:pt x="12465" y="0"/>
                </a:lnTo>
                <a:moveTo>
                  <a:pt x="12618" y="0"/>
                </a:moveTo>
                <a:lnTo>
                  <a:pt x="12715" y="0"/>
                </a:lnTo>
                <a:lnTo>
                  <a:pt x="12715" y="19"/>
                </a:lnTo>
                <a:lnTo>
                  <a:pt x="12618" y="19"/>
                </a:lnTo>
                <a:lnTo>
                  <a:pt x="12618" y="0"/>
                </a:lnTo>
                <a:moveTo>
                  <a:pt x="12772" y="0"/>
                </a:moveTo>
                <a:lnTo>
                  <a:pt x="12868" y="0"/>
                </a:lnTo>
                <a:lnTo>
                  <a:pt x="12868" y="19"/>
                </a:lnTo>
                <a:lnTo>
                  <a:pt x="12772" y="19"/>
                </a:lnTo>
                <a:lnTo>
                  <a:pt x="12772" y="0"/>
                </a:lnTo>
                <a:moveTo>
                  <a:pt x="12926" y="0"/>
                </a:moveTo>
                <a:lnTo>
                  <a:pt x="13022" y="0"/>
                </a:lnTo>
                <a:lnTo>
                  <a:pt x="13022" y="19"/>
                </a:lnTo>
                <a:lnTo>
                  <a:pt x="12926" y="19"/>
                </a:lnTo>
                <a:lnTo>
                  <a:pt x="12926" y="0"/>
                </a:lnTo>
                <a:moveTo>
                  <a:pt x="13080" y="0"/>
                </a:moveTo>
                <a:lnTo>
                  <a:pt x="13176" y="0"/>
                </a:lnTo>
                <a:lnTo>
                  <a:pt x="13176" y="19"/>
                </a:lnTo>
                <a:lnTo>
                  <a:pt x="13080" y="19"/>
                </a:lnTo>
                <a:lnTo>
                  <a:pt x="13080" y="0"/>
                </a:lnTo>
                <a:moveTo>
                  <a:pt x="13233" y="0"/>
                </a:moveTo>
                <a:lnTo>
                  <a:pt x="13330" y="0"/>
                </a:lnTo>
                <a:lnTo>
                  <a:pt x="13330" y="19"/>
                </a:lnTo>
                <a:lnTo>
                  <a:pt x="13233" y="19"/>
                </a:lnTo>
                <a:lnTo>
                  <a:pt x="13233" y="0"/>
                </a:lnTo>
                <a:moveTo>
                  <a:pt x="13387" y="0"/>
                </a:moveTo>
                <a:lnTo>
                  <a:pt x="13483" y="0"/>
                </a:lnTo>
                <a:lnTo>
                  <a:pt x="13483" y="19"/>
                </a:lnTo>
                <a:lnTo>
                  <a:pt x="13387" y="19"/>
                </a:lnTo>
                <a:lnTo>
                  <a:pt x="13387" y="0"/>
                </a:lnTo>
                <a:moveTo>
                  <a:pt x="13541" y="0"/>
                </a:moveTo>
                <a:lnTo>
                  <a:pt x="13637" y="0"/>
                </a:lnTo>
                <a:lnTo>
                  <a:pt x="13637" y="19"/>
                </a:lnTo>
                <a:lnTo>
                  <a:pt x="13541" y="19"/>
                </a:lnTo>
                <a:lnTo>
                  <a:pt x="13541" y="0"/>
                </a:lnTo>
                <a:moveTo>
                  <a:pt x="13695" y="0"/>
                </a:moveTo>
                <a:lnTo>
                  <a:pt x="13791" y="0"/>
                </a:lnTo>
                <a:lnTo>
                  <a:pt x="13791" y="19"/>
                </a:lnTo>
                <a:lnTo>
                  <a:pt x="13695" y="19"/>
                </a:lnTo>
                <a:lnTo>
                  <a:pt x="13695" y="0"/>
                </a:lnTo>
                <a:moveTo>
                  <a:pt x="13848" y="0"/>
                </a:moveTo>
                <a:lnTo>
                  <a:pt x="13945" y="0"/>
                </a:lnTo>
                <a:lnTo>
                  <a:pt x="13945" y="19"/>
                </a:lnTo>
                <a:lnTo>
                  <a:pt x="13848" y="19"/>
                </a:lnTo>
                <a:lnTo>
                  <a:pt x="13848" y="0"/>
                </a:lnTo>
                <a:moveTo>
                  <a:pt x="13973" y="48"/>
                </a:moveTo>
                <a:lnTo>
                  <a:pt x="13973" y="144"/>
                </a:lnTo>
                <a:lnTo>
                  <a:pt x="13954" y="144"/>
                </a:lnTo>
                <a:lnTo>
                  <a:pt x="13954" y="48"/>
                </a:lnTo>
                <a:lnTo>
                  <a:pt x="13973" y="48"/>
                </a:lnTo>
                <a:moveTo>
                  <a:pt x="13973" y="202"/>
                </a:moveTo>
                <a:lnTo>
                  <a:pt x="13973" y="298"/>
                </a:lnTo>
                <a:lnTo>
                  <a:pt x="13954" y="298"/>
                </a:lnTo>
                <a:lnTo>
                  <a:pt x="13954" y="202"/>
                </a:lnTo>
                <a:lnTo>
                  <a:pt x="13973" y="202"/>
                </a:lnTo>
                <a:moveTo>
                  <a:pt x="13973" y="355"/>
                </a:moveTo>
                <a:lnTo>
                  <a:pt x="13973" y="452"/>
                </a:lnTo>
                <a:lnTo>
                  <a:pt x="13954" y="452"/>
                </a:lnTo>
                <a:lnTo>
                  <a:pt x="13954" y="355"/>
                </a:lnTo>
                <a:lnTo>
                  <a:pt x="13973" y="355"/>
                </a:lnTo>
                <a:moveTo>
                  <a:pt x="13973" y="509"/>
                </a:moveTo>
                <a:lnTo>
                  <a:pt x="13973" y="605"/>
                </a:lnTo>
                <a:lnTo>
                  <a:pt x="13954" y="605"/>
                </a:lnTo>
                <a:lnTo>
                  <a:pt x="13954" y="509"/>
                </a:lnTo>
                <a:lnTo>
                  <a:pt x="13973" y="509"/>
                </a:lnTo>
                <a:moveTo>
                  <a:pt x="13973" y="663"/>
                </a:moveTo>
                <a:lnTo>
                  <a:pt x="13973" y="759"/>
                </a:lnTo>
                <a:lnTo>
                  <a:pt x="13954" y="759"/>
                </a:lnTo>
                <a:lnTo>
                  <a:pt x="13954" y="663"/>
                </a:lnTo>
                <a:lnTo>
                  <a:pt x="13973" y="663"/>
                </a:lnTo>
                <a:moveTo>
                  <a:pt x="13973" y="817"/>
                </a:moveTo>
                <a:lnTo>
                  <a:pt x="13973" y="913"/>
                </a:lnTo>
                <a:lnTo>
                  <a:pt x="13954" y="913"/>
                </a:lnTo>
                <a:lnTo>
                  <a:pt x="13954" y="817"/>
                </a:lnTo>
                <a:lnTo>
                  <a:pt x="13973" y="817"/>
                </a:lnTo>
                <a:moveTo>
                  <a:pt x="13973" y="970"/>
                </a:moveTo>
                <a:lnTo>
                  <a:pt x="13973" y="1067"/>
                </a:lnTo>
                <a:lnTo>
                  <a:pt x="13954" y="1067"/>
                </a:lnTo>
                <a:lnTo>
                  <a:pt x="13954" y="970"/>
                </a:lnTo>
                <a:lnTo>
                  <a:pt x="13973" y="970"/>
                </a:lnTo>
                <a:moveTo>
                  <a:pt x="13973" y="1124"/>
                </a:moveTo>
                <a:lnTo>
                  <a:pt x="13973" y="1220"/>
                </a:lnTo>
                <a:lnTo>
                  <a:pt x="13954" y="1220"/>
                </a:lnTo>
                <a:lnTo>
                  <a:pt x="13954" y="1124"/>
                </a:lnTo>
                <a:lnTo>
                  <a:pt x="13973" y="1124"/>
                </a:lnTo>
                <a:moveTo>
                  <a:pt x="13973" y="1278"/>
                </a:moveTo>
                <a:lnTo>
                  <a:pt x="13973" y="1374"/>
                </a:lnTo>
                <a:lnTo>
                  <a:pt x="13954" y="1374"/>
                </a:lnTo>
                <a:lnTo>
                  <a:pt x="13954" y="1278"/>
                </a:lnTo>
                <a:lnTo>
                  <a:pt x="13973" y="1278"/>
                </a:lnTo>
                <a:moveTo>
                  <a:pt x="13973" y="1432"/>
                </a:moveTo>
                <a:lnTo>
                  <a:pt x="13973" y="1528"/>
                </a:lnTo>
                <a:lnTo>
                  <a:pt x="13954" y="1528"/>
                </a:lnTo>
                <a:lnTo>
                  <a:pt x="13954" y="1432"/>
                </a:lnTo>
                <a:lnTo>
                  <a:pt x="13973" y="1432"/>
                </a:lnTo>
                <a:moveTo>
                  <a:pt x="13973" y="1585"/>
                </a:moveTo>
                <a:lnTo>
                  <a:pt x="13973" y="1681"/>
                </a:lnTo>
                <a:lnTo>
                  <a:pt x="13954" y="1681"/>
                </a:lnTo>
                <a:lnTo>
                  <a:pt x="13954" y="1585"/>
                </a:lnTo>
                <a:lnTo>
                  <a:pt x="13973" y="1585"/>
                </a:lnTo>
                <a:moveTo>
                  <a:pt x="13973" y="1739"/>
                </a:moveTo>
                <a:lnTo>
                  <a:pt x="13973" y="1835"/>
                </a:lnTo>
                <a:lnTo>
                  <a:pt x="13954" y="1835"/>
                </a:lnTo>
                <a:lnTo>
                  <a:pt x="13954" y="1739"/>
                </a:lnTo>
                <a:lnTo>
                  <a:pt x="13973" y="1739"/>
                </a:lnTo>
                <a:moveTo>
                  <a:pt x="13973" y="1893"/>
                </a:moveTo>
                <a:lnTo>
                  <a:pt x="13973" y="1989"/>
                </a:lnTo>
                <a:lnTo>
                  <a:pt x="13954" y="1989"/>
                </a:lnTo>
                <a:lnTo>
                  <a:pt x="13954" y="1893"/>
                </a:lnTo>
                <a:lnTo>
                  <a:pt x="13973" y="1893"/>
                </a:lnTo>
                <a:moveTo>
                  <a:pt x="13973" y="2047"/>
                </a:moveTo>
                <a:lnTo>
                  <a:pt x="13973" y="2143"/>
                </a:lnTo>
                <a:lnTo>
                  <a:pt x="13954" y="2143"/>
                </a:lnTo>
                <a:lnTo>
                  <a:pt x="13954" y="2047"/>
                </a:lnTo>
                <a:lnTo>
                  <a:pt x="13973" y="2047"/>
                </a:lnTo>
                <a:moveTo>
                  <a:pt x="13973" y="2200"/>
                </a:moveTo>
                <a:lnTo>
                  <a:pt x="13973" y="2296"/>
                </a:lnTo>
                <a:lnTo>
                  <a:pt x="13954" y="2296"/>
                </a:lnTo>
                <a:lnTo>
                  <a:pt x="13954" y="2200"/>
                </a:lnTo>
                <a:lnTo>
                  <a:pt x="13973" y="2200"/>
                </a:lnTo>
                <a:moveTo>
                  <a:pt x="13973" y="2354"/>
                </a:moveTo>
                <a:lnTo>
                  <a:pt x="13973" y="2450"/>
                </a:lnTo>
                <a:lnTo>
                  <a:pt x="13954" y="2450"/>
                </a:lnTo>
                <a:lnTo>
                  <a:pt x="13954" y="2354"/>
                </a:lnTo>
                <a:lnTo>
                  <a:pt x="13973" y="2354"/>
                </a:lnTo>
                <a:moveTo>
                  <a:pt x="13973" y="2508"/>
                </a:moveTo>
                <a:lnTo>
                  <a:pt x="13973" y="2604"/>
                </a:lnTo>
                <a:lnTo>
                  <a:pt x="13954" y="2604"/>
                </a:lnTo>
                <a:lnTo>
                  <a:pt x="13954" y="2508"/>
                </a:lnTo>
                <a:lnTo>
                  <a:pt x="13973" y="2508"/>
                </a:lnTo>
                <a:moveTo>
                  <a:pt x="13973" y="2663"/>
                </a:moveTo>
                <a:lnTo>
                  <a:pt x="13973" y="2759"/>
                </a:lnTo>
                <a:lnTo>
                  <a:pt x="13954" y="2759"/>
                </a:lnTo>
                <a:lnTo>
                  <a:pt x="13954" y="2663"/>
                </a:lnTo>
                <a:lnTo>
                  <a:pt x="13973" y="2663"/>
                </a:lnTo>
                <a:moveTo>
                  <a:pt x="13973" y="2816"/>
                </a:moveTo>
                <a:lnTo>
                  <a:pt x="13973" y="2912"/>
                </a:lnTo>
                <a:lnTo>
                  <a:pt x="13954" y="2912"/>
                </a:lnTo>
                <a:lnTo>
                  <a:pt x="13954" y="2816"/>
                </a:lnTo>
                <a:lnTo>
                  <a:pt x="13973" y="2816"/>
                </a:lnTo>
                <a:moveTo>
                  <a:pt x="13973" y="2970"/>
                </a:moveTo>
                <a:lnTo>
                  <a:pt x="13973" y="3018"/>
                </a:lnTo>
                <a:lnTo>
                  <a:pt x="13906" y="3018"/>
                </a:lnTo>
                <a:lnTo>
                  <a:pt x="13906" y="2999"/>
                </a:lnTo>
                <a:lnTo>
                  <a:pt x="13964" y="2999"/>
                </a:lnTo>
                <a:lnTo>
                  <a:pt x="13964" y="3009"/>
                </a:lnTo>
                <a:lnTo>
                  <a:pt x="13954" y="3009"/>
                </a:lnTo>
                <a:lnTo>
                  <a:pt x="13954" y="2970"/>
                </a:lnTo>
                <a:lnTo>
                  <a:pt x="13973" y="2970"/>
                </a:lnTo>
                <a:moveTo>
                  <a:pt x="13848" y="3018"/>
                </a:moveTo>
                <a:lnTo>
                  <a:pt x="13752" y="3018"/>
                </a:lnTo>
                <a:lnTo>
                  <a:pt x="13752" y="2999"/>
                </a:lnTo>
                <a:lnTo>
                  <a:pt x="13848" y="2999"/>
                </a:lnTo>
                <a:lnTo>
                  <a:pt x="13848" y="3018"/>
                </a:lnTo>
                <a:moveTo>
                  <a:pt x="13695" y="3018"/>
                </a:moveTo>
                <a:lnTo>
                  <a:pt x="13599" y="3018"/>
                </a:lnTo>
                <a:lnTo>
                  <a:pt x="13599" y="2999"/>
                </a:lnTo>
                <a:lnTo>
                  <a:pt x="13695" y="2999"/>
                </a:lnTo>
                <a:lnTo>
                  <a:pt x="13695" y="3018"/>
                </a:lnTo>
                <a:moveTo>
                  <a:pt x="13541" y="3018"/>
                </a:moveTo>
                <a:lnTo>
                  <a:pt x="13445" y="3018"/>
                </a:lnTo>
                <a:lnTo>
                  <a:pt x="13445" y="2999"/>
                </a:lnTo>
                <a:lnTo>
                  <a:pt x="13541" y="2999"/>
                </a:lnTo>
                <a:lnTo>
                  <a:pt x="13541" y="3018"/>
                </a:lnTo>
                <a:moveTo>
                  <a:pt x="13387" y="3018"/>
                </a:moveTo>
                <a:lnTo>
                  <a:pt x="13291" y="3018"/>
                </a:lnTo>
                <a:lnTo>
                  <a:pt x="13291" y="2999"/>
                </a:lnTo>
                <a:lnTo>
                  <a:pt x="13387" y="2999"/>
                </a:lnTo>
                <a:lnTo>
                  <a:pt x="13387" y="3018"/>
                </a:lnTo>
                <a:moveTo>
                  <a:pt x="13233" y="3018"/>
                </a:moveTo>
                <a:lnTo>
                  <a:pt x="13137" y="3018"/>
                </a:lnTo>
                <a:lnTo>
                  <a:pt x="13137" y="2999"/>
                </a:lnTo>
                <a:lnTo>
                  <a:pt x="13233" y="2999"/>
                </a:lnTo>
                <a:lnTo>
                  <a:pt x="13233" y="3018"/>
                </a:lnTo>
                <a:moveTo>
                  <a:pt x="13080" y="3018"/>
                </a:moveTo>
                <a:lnTo>
                  <a:pt x="12984" y="3018"/>
                </a:lnTo>
                <a:lnTo>
                  <a:pt x="12984" y="2999"/>
                </a:lnTo>
                <a:lnTo>
                  <a:pt x="13080" y="2999"/>
                </a:lnTo>
                <a:lnTo>
                  <a:pt x="13080" y="3018"/>
                </a:lnTo>
                <a:moveTo>
                  <a:pt x="12926" y="3018"/>
                </a:moveTo>
                <a:lnTo>
                  <a:pt x="12830" y="3018"/>
                </a:lnTo>
                <a:lnTo>
                  <a:pt x="12830" y="2999"/>
                </a:lnTo>
                <a:lnTo>
                  <a:pt x="12926" y="2999"/>
                </a:lnTo>
                <a:lnTo>
                  <a:pt x="12926" y="3018"/>
                </a:lnTo>
                <a:moveTo>
                  <a:pt x="12772" y="3018"/>
                </a:moveTo>
                <a:lnTo>
                  <a:pt x="12676" y="3018"/>
                </a:lnTo>
                <a:lnTo>
                  <a:pt x="12676" y="2999"/>
                </a:lnTo>
                <a:lnTo>
                  <a:pt x="12772" y="2999"/>
                </a:lnTo>
                <a:lnTo>
                  <a:pt x="12772" y="3018"/>
                </a:lnTo>
                <a:moveTo>
                  <a:pt x="12618" y="3018"/>
                </a:moveTo>
                <a:lnTo>
                  <a:pt x="12522" y="3018"/>
                </a:lnTo>
                <a:lnTo>
                  <a:pt x="12522" y="2999"/>
                </a:lnTo>
                <a:lnTo>
                  <a:pt x="12618" y="2999"/>
                </a:lnTo>
                <a:lnTo>
                  <a:pt x="12618" y="3018"/>
                </a:lnTo>
                <a:moveTo>
                  <a:pt x="12465" y="3018"/>
                </a:moveTo>
                <a:lnTo>
                  <a:pt x="12369" y="3018"/>
                </a:lnTo>
                <a:lnTo>
                  <a:pt x="12369" y="2999"/>
                </a:lnTo>
                <a:lnTo>
                  <a:pt x="12465" y="2999"/>
                </a:lnTo>
                <a:lnTo>
                  <a:pt x="12465" y="3018"/>
                </a:lnTo>
                <a:moveTo>
                  <a:pt x="12311" y="3018"/>
                </a:moveTo>
                <a:lnTo>
                  <a:pt x="12215" y="3018"/>
                </a:lnTo>
                <a:lnTo>
                  <a:pt x="12215" y="2999"/>
                </a:lnTo>
                <a:lnTo>
                  <a:pt x="12311" y="2999"/>
                </a:lnTo>
                <a:lnTo>
                  <a:pt x="12311" y="3018"/>
                </a:lnTo>
                <a:moveTo>
                  <a:pt x="12157" y="3018"/>
                </a:moveTo>
                <a:lnTo>
                  <a:pt x="12061" y="3018"/>
                </a:lnTo>
                <a:lnTo>
                  <a:pt x="12061" y="2999"/>
                </a:lnTo>
                <a:lnTo>
                  <a:pt x="12157" y="2999"/>
                </a:lnTo>
                <a:lnTo>
                  <a:pt x="12157" y="3018"/>
                </a:lnTo>
                <a:moveTo>
                  <a:pt x="12003" y="3018"/>
                </a:moveTo>
                <a:lnTo>
                  <a:pt x="11907" y="3018"/>
                </a:lnTo>
                <a:lnTo>
                  <a:pt x="11907" y="2999"/>
                </a:lnTo>
                <a:lnTo>
                  <a:pt x="12003" y="2999"/>
                </a:lnTo>
                <a:lnTo>
                  <a:pt x="12003" y="3018"/>
                </a:lnTo>
                <a:moveTo>
                  <a:pt x="11850" y="3018"/>
                </a:moveTo>
                <a:lnTo>
                  <a:pt x="11754" y="3018"/>
                </a:lnTo>
                <a:lnTo>
                  <a:pt x="11754" y="2999"/>
                </a:lnTo>
                <a:lnTo>
                  <a:pt x="11850" y="2999"/>
                </a:lnTo>
                <a:lnTo>
                  <a:pt x="11850" y="3018"/>
                </a:lnTo>
                <a:moveTo>
                  <a:pt x="11696" y="3018"/>
                </a:moveTo>
                <a:lnTo>
                  <a:pt x="11600" y="3018"/>
                </a:lnTo>
                <a:lnTo>
                  <a:pt x="11600" y="2999"/>
                </a:lnTo>
                <a:lnTo>
                  <a:pt x="11696" y="2999"/>
                </a:lnTo>
                <a:lnTo>
                  <a:pt x="11696" y="3018"/>
                </a:lnTo>
                <a:moveTo>
                  <a:pt x="11542" y="3018"/>
                </a:moveTo>
                <a:lnTo>
                  <a:pt x="11446" y="3018"/>
                </a:lnTo>
                <a:lnTo>
                  <a:pt x="11446" y="2999"/>
                </a:lnTo>
                <a:lnTo>
                  <a:pt x="11542" y="2999"/>
                </a:lnTo>
                <a:lnTo>
                  <a:pt x="11542" y="3018"/>
                </a:lnTo>
                <a:moveTo>
                  <a:pt x="11388" y="3018"/>
                </a:moveTo>
                <a:lnTo>
                  <a:pt x="11292" y="3018"/>
                </a:lnTo>
                <a:lnTo>
                  <a:pt x="11292" y="2999"/>
                </a:lnTo>
                <a:lnTo>
                  <a:pt x="11388" y="2999"/>
                </a:lnTo>
                <a:lnTo>
                  <a:pt x="11388" y="3018"/>
                </a:lnTo>
                <a:moveTo>
                  <a:pt x="11235" y="3018"/>
                </a:moveTo>
                <a:lnTo>
                  <a:pt x="11139" y="3018"/>
                </a:lnTo>
                <a:lnTo>
                  <a:pt x="11139" y="2999"/>
                </a:lnTo>
                <a:lnTo>
                  <a:pt x="11235" y="2999"/>
                </a:lnTo>
                <a:lnTo>
                  <a:pt x="11235" y="3018"/>
                </a:lnTo>
                <a:moveTo>
                  <a:pt x="11081" y="3018"/>
                </a:moveTo>
                <a:lnTo>
                  <a:pt x="10985" y="3018"/>
                </a:lnTo>
                <a:lnTo>
                  <a:pt x="10985" y="2999"/>
                </a:lnTo>
                <a:lnTo>
                  <a:pt x="11081" y="2999"/>
                </a:lnTo>
                <a:lnTo>
                  <a:pt x="11081" y="3018"/>
                </a:lnTo>
                <a:moveTo>
                  <a:pt x="10927" y="3018"/>
                </a:moveTo>
                <a:lnTo>
                  <a:pt x="10831" y="3018"/>
                </a:lnTo>
                <a:lnTo>
                  <a:pt x="10831" y="2999"/>
                </a:lnTo>
                <a:lnTo>
                  <a:pt x="10927" y="2999"/>
                </a:lnTo>
                <a:lnTo>
                  <a:pt x="10927" y="3018"/>
                </a:lnTo>
                <a:moveTo>
                  <a:pt x="10773" y="3018"/>
                </a:moveTo>
                <a:lnTo>
                  <a:pt x="10677" y="3018"/>
                </a:lnTo>
                <a:lnTo>
                  <a:pt x="10677" y="2999"/>
                </a:lnTo>
                <a:lnTo>
                  <a:pt x="10773" y="2999"/>
                </a:lnTo>
                <a:lnTo>
                  <a:pt x="10773" y="3018"/>
                </a:lnTo>
                <a:moveTo>
                  <a:pt x="10620" y="3018"/>
                </a:moveTo>
                <a:lnTo>
                  <a:pt x="10524" y="3018"/>
                </a:lnTo>
                <a:lnTo>
                  <a:pt x="10524" y="2999"/>
                </a:lnTo>
                <a:lnTo>
                  <a:pt x="10620" y="2999"/>
                </a:lnTo>
                <a:lnTo>
                  <a:pt x="10620" y="3018"/>
                </a:lnTo>
                <a:moveTo>
                  <a:pt x="10466" y="3018"/>
                </a:moveTo>
                <a:lnTo>
                  <a:pt x="10370" y="3018"/>
                </a:lnTo>
                <a:lnTo>
                  <a:pt x="10370" y="2999"/>
                </a:lnTo>
                <a:lnTo>
                  <a:pt x="10466" y="2999"/>
                </a:lnTo>
                <a:lnTo>
                  <a:pt x="10466" y="3018"/>
                </a:lnTo>
                <a:moveTo>
                  <a:pt x="10312" y="3018"/>
                </a:moveTo>
                <a:lnTo>
                  <a:pt x="10216" y="3018"/>
                </a:lnTo>
                <a:lnTo>
                  <a:pt x="10216" y="2999"/>
                </a:lnTo>
                <a:lnTo>
                  <a:pt x="10312" y="2999"/>
                </a:lnTo>
                <a:lnTo>
                  <a:pt x="10312" y="3018"/>
                </a:lnTo>
                <a:moveTo>
                  <a:pt x="10158" y="3018"/>
                </a:moveTo>
                <a:lnTo>
                  <a:pt x="10062" y="3018"/>
                </a:lnTo>
                <a:lnTo>
                  <a:pt x="10062" y="2999"/>
                </a:lnTo>
                <a:lnTo>
                  <a:pt x="10158" y="2999"/>
                </a:lnTo>
                <a:lnTo>
                  <a:pt x="10158" y="3018"/>
                </a:lnTo>
                <a:moveTo>
                  <a:pt x="10005" y="3018"/>
                </a:moveTo>
                <a:lnTo>
                  <a:pt x="9909" y="3018"/>
                </a:lnTo>
                <a:lnTo>
                  <a:pt x="9909" y="2999"/>
                </a:lnTo>
                <a:lnTo>
                  <a:pt x="10005" y="2999"/>
                </a:lnTo>
                <a:lnTo>
                  <a:pt x="10005" y="3018"/>
                </a:lnTo>
                <a:moveTo>
                  <a:pt x="9851" y="3018"/>
                </a:moveTo>
                <a:lnTo>
                  <a:pt x="9755" y="3018"/>
                </a:lnTo>
                <a:lnTo>
                  <a:pt x="9755" y="2999"/>
                </a:lnTo>
                <a:lnTo>
                  <a:pt x="9851" y="2999"/>
                </a:lnTo>
                <a:lnTo>
                  <a:pt x="9851" y="3018"/>
                </a:lnTo>
                <a:moveTo>
                  <a:pt x="9697" y="3018"/>
                </a:moveTo>
                <a:lnTo>
                  <a:pt x="9601" y="3018"/>
                </a:lnTo>
                <a:lnTo>
                  <a:pt x="9601" y="2999"/>
                </a:lnTo>
                <a:lnTo>
                  <a:pt x="9697" y="2999"/>
                </a:lnTo>
                <a:lnTo>
                  <a:pt x="9697" y="3018"/>
                </a:lnTo>
                <a:moveTo>
                  <a:pt x="9543" y="3018"/>
                </a:moveTo>
                <a:lnTo>
                  <a:pt x="9447" y="3018"/>
                </a:lnTo>
                <a:lnTo>
                  <a:pt x="9447" y="2999"/>
                </a:lnTo>
                <a:lnTo>
                  <a:pt x="9543" y="2999"/>
                </a:lnTo>
                <a:lnTo>
                  <a:pt x="9543" y="3018"/>
                </a:lnTo>
                <a:moveTo>
                  <a:pt x="9390" y="3018"/>
                </a:moveTo>
                <a:lnTo>
                  <a:pt x="9294" y="3018"/>
                </a:lnTo>
                <a:lnTo>
                  <a:pt x="9294" y="2999"/>
                </a:lnTo>
                <a:lnTo>
                  <a:pt x="9390" y="2999"/>
                </a:lnTo>
                <a:lnTo>
                  <a:pt x="9390" y="3018"/>
                </a:lnTo>
                <a:moveTo>
                  <a:pt x="9236" y="3018"/>
                </a:moveTo>
                <a:lnTo>
                  <a:pt x="9140" y="3018"/>
                </a:lnTo>
                <a:lnTo>
                  <a:pt x="9140" y="2999"/>
                </a:lnTo>
                <a:lnTo>
                  <a:pt x="9236" y="2999"/>
                </a:lnTo>
                <a:lnTo>
                  <a:pt x="9236" y="3018"/>
                </a:lnTo>
                <a:moveTo>
                  <a:pt x="9082" y="3018"/>
                </a:moveTo>
                <a:lnTo>
                  <a:pt x="8986" y="3018"/>
                </a:lnTo>
                <a:lnTo>
                  <a:pt x="8986" y="2999"/>
                </a:lnTo>
                <a:lnTo>
                  <a:pt x="9082" y="2999"/>
                </a:lnTo>
                <a:lnTo>
                  <a:pt x="9082" y="3018"/>
                </a:lnTo>
                <a:moveTo>
                  <a:pt x="8929" y="3018"/>
                </a:moveTo>
                <a:lnTo>
                  <a:pt x="8832" y="3018"/>
                </a:lnTo>
                <a:lnTo>
                  <a:pt x="8832" y="2999"/>
                </a:lnTo>
                <a:lnTo>
                  <a:pt x="8929" y="2999"/>
                </a:lnTo>
                <a:lnTo>
                  <a:pt x="8929" y="3018"/>
                </a:lnTo>
                <a:moveTo>
                  <a:pt x="8775" y="3018"/>
                </a:moveTo>
                <a:lnTo>
                  <a:pt x="8679" y="3018"/>
                </a:lnTo>
                <a:lnTo>
                  <a:pt x="8679" y="2999"/>
                </a:lnTo>
                <a:lnTo>
                  <a:pt x="8775" y="2999"/>
                </a:lnTo>
                <a:lnTo>
                  <a:pt x="8775" y="3018"/>
                </a:lnTo>
                <a:moveTo>
                  <a:pt x="8621" y="3018"/>
                </a:moveTo>
                <a:lnTo>
                  <a:pt x="8525" y="3018"/>
                </a:lnTo>
                <a:lnTo>
                  <a:pt x="8525" y="2999"/>
                </a:lnTo>
                <a:lnTo>
                  <a:pt x="8621" y="2999"/>
                </a:lnTo>
                <a:lnTo>
                  <a:pt x="8621" y="3018"/>
                </a:lnTo>
                <a:moveTo>
                  <a:pt x="8467" y="3018"/>
                </a:moveTo>
                <a:lnTo>
                  <a:pt x="8371" y="3018"/>
                </a:lnTo>
                <a:lnTo>
                  <a:pt x="8371" y="2999"/>
                </a:lnTo>
                <a:lnTo>
                  <a:pt x="8467" y="2999"/>
                </a:lnTo>
                <a:lnTo>
                  <a:pt x="8467" y="3018"/>
                </a:lnTo>
                <a:moveTo>
                  <a:pt x="8314" y="3018"/>
                </a:moveTo>
                <a:lnTo>
                  <a:pt x="8217" y="3018"/>
                </a:lnTo>
                <a:lnTo>
                  <a:pt x="8217" y="2999"/>
                </a:lnTo>
                <a:lnTo>
                  <a:pt x="8314" y="2999"/>
                </a:lnTo>
                <a:lnTo>
                  <a:pt x="8314" y="3018"/>
                </a:lnTo>
                <a:moveTo>
                  <a:pt x="8160" y="3018"/>
                </a:moveTo>
                <a:lnTo>
                  <a:pt x="8064" y="3018"/>
                </a:lnTo>
                <a:lnTo>
                  <a:pt x="8064" y="2999"/>
                </a:lnTo>
                <a:lnTo>
                  <a:pt x="8160" y="2999"/>
                </a:lnTo>
                <a:lnTo>
                  <a:pt x="8160" y="3018"/>
                </a:lnTo>
                <a:moveTo>
                  <a:pt x="8006" y="3018"/>
                </a:moveTo>
                <a:lnTo>
                  <a:pt x="7910" y="3018"/>
                </a:lnTo>
                <a:lnTo>
                  <a:pt x="7910" y="2999"/>
                </a:lnTo>
                <a:lnTo>
                  <a:pt x="8006" y="2999"/>
                </a:lnTo>
                <a:lnTo>
                  <a:pt x="8006" y="3018"/>
                </a:lnTo>
                <a:moveTo>
                  <a:pt x="7852" y="3018"/>
                </a:moveTo>
                <a:lnTo>
                  <a:pt x="7756" y="3018"/>
                </a:lnTo>
                <a:lnTo>
                  <a:pt x="7756" y="2999"/>
                </a:lnTo>
                <a:lnTo>
                  <a:pt x="7852" y="2999"/>
                </a:lnTo>
                <a:lnTo>
                  <a:pt x="7852" y="3018"/>
                </a:lnTo>
                <a:moveTo>
                  <a:pt x="7699" y="3018"/>
                </a:moveTo>
                <a:lnTo>
                  <a:pt x="7602" y="3018"/>
                </a:lnTo>
                <a:lnTo>
                  <a:pt x="7602" y="2999"/>
                </a:lnTo>
                <a:lnTo>
                  <a:pt x="7699" y="2999"/>
                </a:lnTo>
                <a:lnTo>
                  <a:pt x="7699" y="3018"/>
                </a:lnTo>
                <a:moveTo>
                  <a:pt x="7545" y="3018"/>
                </a:moveTo>
                <a:lnTo>
                  <a:pt x="7449" y="3018"/>
                </a:lnTo>
                <a:lnTo>
                  <a:pt x="7449" y="2999"/>
                </a:lnTo>
                <a:lnTo>
                  <a:pt x="7545" y="2999"/>
                </a:lnTo>
                <a:lnTo>
                  <a:pt x="7545" y="3018"/>
                </a:lnTo>
                <a:moveTo>
                  <a:pt x="7391" y="3018"/>
                </a:moveTo>
                <a:lnTo>
                  <a:pt x="7295" y="3018"/>
                </a:lnTo>
                <a:lnTo>
                  <a:pt x="7295" y="2999"/>
                </a:lnTo>
                <a:lnTo>
                  <a:pt x="7391" y="2999"/>
                </a:lnTo>
                <a:lnTo>
                  <a:pt x="7391" y="3018"/>
                </a:lnTo>
                <a:moveTo>
                  <a:pt x="7237" y="3018"/>
                </a:moveTo>
                <a:lnTo>
                  <a:pt x="7141" y="3018"/>
                </a:lnTo>
                <a:lnTo>
                  <a:pt x="7141" y="2999"/>
                </a:lnTo>
                <a:lnTo>
                  <a:pt x="7237" y="2999"/>
                </a:lnTo>
                <a:lnTo>
                  <a:pt x="7237" y="3018"/>
                </a:lnTo>
                <a:moveTo>
                  <a:pt x="7084" y="3018"/>
                </a:moveTo>
                <a:lnTo>
                  <a:pt x="6987" y="3018"/>
                </a:lnTo>
                <a:lnTo>
                  <a:pt x="6987" y="2999"/>
                </a:lnTo>
                <a:lnTo>
                  <a:pt x="7084" y="2999"/>
                </a:lnTo>
                <a:lnTo>
                  <a:pt x="7084" y="3018"/>
                </a:lnTo>
                <a:moveTo>
                  <a:pt x="6930" y="3018"/>
                </a:moveTo>
                <a:lnTo>
                  <a:pt x="6834" y="3018"/>
                </a:lnTo>
                <a:lnTo>
                  <a:pt x="6834" y="2999"/>
                </a:lnTo>
                <a:lnTo>
                  <a:pt x="6930" y="2999"/>
                </a:lnTo>
                <a:lnTo>
                  <a:pt x="6930" y="3018"/>
                </a:lnTo>
                <a:moveTo>
                  <a:pt x="6776" y="3018"/>
                </a:moveTo>
                <a:lnTo>
                  <a:pt x="6680" y="3018"/>
                </a:lnTo>
                <a:lnTo>
                  <a:pt x="6680" y="2999"/>
                </a:lnTo>
                <a:lnTo>
                  <a:pt x="6776" y="2999"/>
                </a:lnTo>
                <a:lnTo>
                  <a:pt x="6776" y="3018"/>
                </a:lnTo>
                <a:moveTo>
                  <a:pt x="6622" y="3018"/>
                </a:moveTo>
                <a:lnTo>
                  <a:pt x="6526" y="3018"/>
                </a:lnTo>
                <a:lnTo>
                  <a:pt x="6526" y="2999"/>
                </a:lnTo>
                <a:lnTo>
                  <a:pt x="6622" y="2999"/>
                </a:lnTo>
                <a:lnTo>
                  <a:pt x="6622" y="3018"/>
                </a:lnTo>
                <a:moveTo>
                  <a:pt x="6469" y="3018"/>
                </a:moveTo>
                <a:lnTo>
                  <a:pt x="6372" y="3018"/>
                </a:lnTo>
                <a:lnTo>
                  <a:pt x="6372" y="2999"/>
                </a:lnTo>
                <a:lnTo>
                  <a:pt x="6469" y="2999"/>
                </a:lnTo>
                <a:lnTo>
                  <a:pt x="6469" y="3018"/>
                </a:lnTo>
                <a:moveTo>
                  <a:pt x="6315" y="3018"/>
                </a:moveTo>
                <a:lnTo>
                  <a:pt x="6219" y="3018"/>
                </a:lnTo>
                <a:lnTo>
                  <a:pt x="6219" y="2999"/>
                </a:lnTo>
                <a:lnTo>
                  <a:pt x="6315" y="2999"/>
                </a:lnTo>
                <a:lnTo>
                  <a:pt x="6315" y="3018"/>
                </a:lnTo>
                <a:moveTo>
                  <a:pt x="6161" y="3018"/>
                </a:moveTo>
                <a:lnTo>
                  <a:pt x="6065" y="3018"/>
                </a:lnTo>
                <a:lnTo>
                  <a:pt x="6065" y="2999"/>
                </a:lnTo>
                <a:lnTo>
                  <a:pt x="6161" y="2999"/>
                </a:lnTo>
                <a:lnTo>
                  <a:pt x="6161" y="3018"/>
                </a:lnTo>
                <a:moveTo>
                  <a:pt x="6007" y="3018"/>
                </a:moveTo>
                <a:lnTo>
                  <a:pt x="5911" y="3018"/>
                </a:lnTo>
                <a:lnTo>
                  <a:pt x="5911" y="2999"/>
                </a:lnTo>
                <a:lnTo>
                  <a:pt x="6007" y="2999"/>
                </a:lnTo>
                <a:lnTo>
                  <a:pt x="6007" y="3018"/>
                </a:lnTo>
                <a:moveTo>
                  <a:pt x="5854" y="3018"/>
                </a:moveTo>
                <a:lnTo>
                  <a:pt x="5757" y="3018"/>
                </a:lnTo>
                <a:lnTo>
                  <a:pt x="5757" y="2999"/>
                </a:lnTo>
                <a:lnTo>
                  <a:pt x="5854" y="2999"/>
                </a:lnTo>
                <a:lnTo>
                  <a:pt x="5854" y="3018"/>
                </a:lnTo>
                <a:moveTo>
                  <a:pt x="5700" y="3018"/>
                </a:moveTo>
                <a:lnTo>
                  <a:pt x="5604" y="3018"/>
                </a:lnTo>
                <a:lnTo>
                  <a:pt x="5604" y="2999"/>
                </a:lnTo>
                <a:lnTo>
                  <a:pt x="5700" y="2999"/>
                </a:lnTo>
                <a:lnTo>
                  <a:pt x="5700" y="3018"/>
                </a:lnTo>
                <a:moveTo>
                  <a:pt x="5546" y="3018"/>
                </a:moveTo>
                <a:lnTo>
                  <a:pt x="5450" y="3018"/>
                </a:lnTo>
                <a:lnTo>
                  <a:pt x="5450" y="2999"/>
                </a:lnTo>
                <a:lnTo>
                  <a:pt x="5546" y="2999"/>
                </a:lnTo>
                <a:lnTo>
                  <a:pt x="5546" y="3018"/>
                </a:lnTo>
                <a:moveTo>
                  <a:pt x="5392" y="3018"/>
                </a:moveTo>
                <a:lnTo>
                  <a:pt x="5296" y="3018"/>
                </a:lnTo>
                <a:lnTo>
                  <a:pt x="5296" y="2999"/>
                </a:lnTo>
                <a:lnTo>
                  <a:pt x="5392" y="2999"/>
                </a:lnTo>
                <a:lnTo>
                  <a:pt x="5392" y="3018"/>
                </a:lnTo>
                <a:moveTo>
                  <a:pt x="5239" y="3018"/>
                </a:moveTo>
                <a:lnTo>
                  <a:pt x="5142" y="3018"/>
                </a:lnTo>
                <a:lnTo>
                  <a:pt x="5142" y="2999"/>
                </a:lnTo>
                <a:lnTo>
                  <a:pt x="5239" y="2999"/>
                </a:lnTo>
                <a:lnTo>
                  <a:pt x="5239" y="3018"/>
                </a:lnTo>
                <a:moveTo>
                  <a:pt x="5085" y="3018"/>
                </a:moveTo>
                <a:lnTo>
                  <a:pt x="4989" y="3018"/>
                </a:lnTo>
                <a:lnTo>
                  <a:pt x="4989" y="2999"/>
                </a:lnTo>
                <a:lnTo>
                  <a:pt x="5085" y="2999"/>
                </a:lnTo>
                <a:lnTo>
                  <a:pt x="5085" y="3018"/>
                </a:lnTo>
                <a:moveTo>
                  <a:pt x="4931" y="3018"/>
                </a:moveTo>
                <a:lnTo>
                  <a:pt x="4835" y="3018"/>
                </a:lnTo>
                <a:lnTo>
                  <a:pt x="4835" y="2999"/>
                </a:lnTo>
                <a:lnTo>
                  <a:pt x="4931" y="2999"/>
                </a:lnTo>
                <a:lnTo>
                  <a:pt x="4931" y="3018"/>
                </a:lnTo>
                <a:moveTo>
                  <a:pt x="4777" y="3018"/>
                </a:moveTo>
                <a:lnTo>
                  <a:pt x="4681" y="3018"/>
                </a:lnTo>
                <a:lnTo>
                  <a:pt x="4681" y="2999"/>
                </a:lnTo>
                <a:lnTo>
                  <a:pt x="4777" y="2999"/>
                </a:lnTo>
                <a:lnTo>
                  <a:pt x="4777" y="3018"/>
                </a:lnTo>
                <a:moveTo>
                  <a:pt x="4624" y="3018"/>
                </a:moveTo>
                <a:lnTo>
                  <a:pt x="4527" y="3018"/>
                </a:lnTo>
                <a:lnTo>
                  <a:pt x="4527" y="2999"/>
                </a:lnTo>
                <a:lnTo>
                  <a:pt x="4624" y="2999"/>
                </a:lnTo>
                <a:lnTo>
                  <a:pt x="4624" y="3018"/>
                </a:lnTo>
                <a:moveTo>
                  <a:pt x="4470" y="3018"/>
                </a:moveTo>
                <a:lnTo>
                  <a:pt x="4374" y="3018"/>
                </a:lnTo>
                <a:lnTo>
                  <a:pt x="4374" y="2999"/>
                </a:lnTo>
                <a:lnTo>
                  <a:pt x="4470" y="2999"/>
                </a:lnTo>
                <a:lnTo>
                  <a:pt x="4470" y="3018"/>
                </a:lnTo>
                <a:moveTo>
                  <a:pt x="4316" y="3018"/>
                </a:moveTo>
                <a:lnTo>
                  <a:pt x="4220" y="3018"/>
                </a:lnTo>
                <a:lnTo>
                  <a:pt x="4220" y="2999"/>
                </a:lnTo>
                <a:lnTo>
                  <a:pt x="4316" y="2999"/>
                </a:lnTo>
                <a:lnTo>
                  <a:pt x="4316" y="3018"/>
                </a:lnTo>
                <a:moveTo>
                  <a:pt x="4162" y="3018"/>
                </a:moveTo>
                <a:lnTo>
                  <a:pt x="4066" y="3018"/>
                </a:lnTo>
                <a:lnTo>
                  <a:pt x="4066" y="2999"/>
                </a:lnTo>
                <a:lnTo>
                  <a:pt x="4162" y="2999"/>
                </a:lnTo>
                <a:lnTo>
                  <a:pt x="4162" y="3018"/>
                </a:lnTo>
                <a:moveTo>
                  <a:pt x="4009" y="3018"/>
                </a:moveTo>
                <a:lnTo>
                  <a:pt x="3912" y="3018"/>
                </a:lnTo>
                <a:lnTo>
                  <a:pt x="3912" y="2999"/>
                </a:lnTo>
                <a:lnTo>
                  <a:pt x="4009" y="2999"/>
                </a:lnTo>
                <a:lnTo>
                  <a:pt x="4009" y="3018"/>
                </a:lnTo>
                <a:moveTo>
                  <a:pt x="3855" y="3018"/>
                </a:moveTo>
                <a:lnTo>
                  <a:pt x="3759" y="3018"/>
                </a:lnTo>
                <a:lnTo>
                  <a:pt x="3759" y="2999"/>
                </a:lnTo>
                <a:lnTo>
                  <a:pt x="3855" y="2999"/>
                </a:lnTo>
                <a:lnTo>
                  <a:pt x="3855" y="3018"/>
                </a:lnTo>
                <a:moveTo>
                  <a:pt x="3701" y="3018"/>
                </a:moveTo>
                <a:lnTo>
                  <a:pt x="3605" y="3018"/>
                </a:lnTo>
                <a:lnTo>
                  <a:pt x="3605" y="2999"/>
                </a:lnTo>
                <a:lnTo>
                  <a:pt x="3701" y="2999"/>
                </a:lnTo>
                <a:lnTo>
                  <a:pt x="3701" y="3018"/>
                </a:lnTo>
                <a:moveTo>
                  <a:pt x="3547" y="3018"/>
                </a:moveTo>
                <a:lnTo>
                  <a:pt x="3451" y="3018"/>
                </a:lnTo>
                <a:lnTo>
                  <a:pt x="3451" y="2999"/>
                </a:lnTo>
                <a:lnTo>
                  <a:pt x="3547" y="2999"/>
                </a:lnTo>
                <a:lnTo>
                  <a:pt x="3547" y="3018"/>
                </a:lnTo>
                <a:moveTo>
                  <a:pt x="3394" y="3018"/>
                </a:moveTo>
                <a:lnTo>
                  <a:pt x="3297" y="3018"/>
                </a:lnTo>
                <a:lnTo>
                  <a:pt x="3297" y="2999"/>
                </a:lnTo>
                <a:lnTo>
                  <a:pt x="3394" y="2999"/>
                </a:lnTo>
                <a:lnTo>
                  <a:pt x="3394" y="3018"/>
                </a:lnTo>
                <a:moveTo>
                  <a:pt x="3240" y="3018"/>
                </a:moveTo>
                <a:lnTo>
                  <a:pt x="3144" y="3018"/>
                </a:lnTo>
                <a:lnTo>
                  <a:pt x="3144" y="2999"/>
                </a:lnTo>
                <a:lnTo>
                  <a:pt x="3240" y="2999"/>
                </a:lnTo>
                <a:lnTo>
                  <a:pt x="3240" y="3018"/>
                </a:lnTo>
                <a:moveTo>
                  <a:pt x="3085" y="3018"/>
                </a:moveTo>
                <a:lnTo>
                  <a:pt x="2989" y="3018"/>
                </a:lnTo>
                <a:lnTo>
                  <a:pt x="2989" y="2999"/>
                </a:lnTo>
                <a:lnTo>
                  <a:pt x="3085" y="2999"/>
                </a:lnTo>
                <a:lnTo>
                  <a:pt x="3085" y="3018"/>
                </a:lnTo>
                <a:moveTo>
                  <a:pt x="2931" y="3018"/>
                </a:moveTo>
                <a:lnTo>
                  <a:pt x="2835" y="3018"/>
                </a:lnTo>
                <a:lnTo>
                  <a:pt x="2835" y="2999"/>
                </a:lnTo>
                <a:lnTo>
                  <a:pt x="2931" y="2999"/>
                </a:lnTo>
                <a:lnTo>
                  <a:pt x="2931" y="3018"/>
                </a:lnTo>
                <a:moveTo>
                  <a:pt x="2778" y="3018"/>
                </a:moveTo>
                <a:lnTo>
                  <a:pt x="2681" y="3018"/>
                </a:lnTo>
                <a:lnTo>
                  <a:pt x="2681" y="2999"/>
                </a:lnTo>
                <a:lnTo>
                  <a:pt x="2778" y="2999"/>
                </a:lnTo>
                <a:lnTo>
                  <a:pt x="2778" y="3018"/>
                </a:lnTo>
                <a:moveTo>
                  <a:pt x="2624" y="3018"/>
                </a:moveTo>
                <a:lnTo>
                  <a:pt x="2528" y="3018"/>
                </a:lnTo>
                <a:lnTo>
                  <a:pt x="2528" y="2999"/>
                </a:lnTo>
                <a:lnTo>
                  <a:pt x="2624" y="2999"/>
                </a:lnTo>
                <a:lnTo>
                  <a:pt x="2624" y="3018"/>
                </a:lnTo>
                <a:moveTo>
                  <a:pt x="2470" y="3018"/>
                </a:moveTo>
                <a:lnTo>
                  <a:pt x="2374" y="3018"/>
                </a:lnTo>
                <a:lnTo>
                  <a:pt x="2374" y="2999"/>
                </a:lnTo>
                <a:lnTo>
                  <a:pt x="2470" y="2999"/>
                </a:lnTo>
                <a:lnTo>
                  <a:pt x="2470" y="3018"/>
                </a:lnTo>
                <a:moveTo>
                  <a:pt x="2316" y="3018"/>
                </a:moveTo>
                <a:lnTo>
                  <a:pt x="2220" y="3018"/>
                </a:lnTo>
                <a:lnTo>
                  <a:pt x="2220" y="2999"/>
                </a:lnTo>
                <a:lnTo>
                  <a:pt x="2316" y="2999"/>
                </a:lnTo>
                <a:lnTo>
                  <a:pt x="2316" y="3018"/>
                </a:lnTo>
                <a:moveTo>
                  <a:pt x="2163" y="3018"/>
                </a:moveTo>
                <a:lnTo>
                  <a:pt x="2066" y="3018"/>
                </a:lnTo>
                <a:lnTo>
                  <a:pt x="2066" y="2999"/>
                </a:lnTo>
                <a:lnTo>
                  <a:pt x="2163" y="2999"/>
                </a:lnTo>
                <a:lnTo>
                  <a:pt x="2163" y="3018"/>
                </a:lnTo>
                <a:moveTo>
                  <a:pt x="2009" y="3018"/>
                </a:moveTo>
                <a:lnTo>
                  <a:pt x="1913" y="3018"/>
                </a:lnTo>
                <a:lnTo>
                  <a:pt x="1913" y="2999"/>
                </a:lnTo>
                <a:lnTo>
                  <a:pt x="2009" y="2999"/>
                </a:lnTo>
                <a:lnTo>
                  <a:pt x="2009" y="3018"/>
                </a:lnTo>
                <a:moveTo>
                  <a:pt x="1855" y="3018"/>
                </a:moveTo>
                <a:lnTo>
                  <a:pt x="1759" y="3018"/>
                </a:lnTo>
                <a:lnTo>
                  <a:pt x="1759" y="2999"/>
                </a:lnTo>
                <a:lnTo>
                  <a:pt x="1855" y="2999"/>
                </a:lnTo>
                <a:lnTo>
                  <a:pt x="1855" y="3018"/>
                </a:lnTo>
                <a:moveTo>
                  <a:pt x="1701" y="3018"/>
                </a:moveTo>
                <a:lnTo>
                  <a:pt x="1605" y="3018"/>
                </a:lnTo>
                <a:lnTo>
                  <a:pt x="1605" y="2999"/>
                </a:lnTo>
                <a:lnTo>
                  <a:pt x="1701" y="2999"/>
                </a:lnTo>
                <a:lnTo>
                  <a:pt x="1701" y="3018"/>
                </a:lnTo>
                <a:moveTo>
                  <a:pt x="1548" y="3018"/>
                </a:moveTo>
                <a:lnTo>
                  <a:pt x="1451" y="3018"/>
                </a:lnTo>
                <a:lnTo>
                  <a:pt x="1451" y="2999"/>
                </a:lnTo>
                <a:lnTo>
                  <a:pt x="1548" y="2999"/>
                </a:lnTo>
                <a:lnTo>
                  <a:pt x="1548" y="3018"/>
                </a:lnTo>
                <a:moveTo>
                  <a:pt x="1394" y="3018"/>
                </a:moveTo>
                <a:lnTo>
                  <a:pt x="1298" y="3018"/>
                </a:lnTo>
                <a:lnTo>
                  <a:pt x="1298" y="2999"/>
                </a:lnTo>
                <a:lnTo>
                  <a:pt x="1394" y="2999"/>
                </a:lnTo>
                <a:lnTo>
                  <a:pt x="1394" y="3018"/>
                </a:lnTo>
                <a:moveTo>
                  <a:pt x="1240" y="3018"/>
                </a:moveTo>
                <a:lnTo>
                  <a:pt x="1144" y="3018"/>
                </a:lnTo>
                <a:lnTo>
                  <a:pt x="1144" y="2999"/>
                </a:lnTo>
                <a:lnTo>
                  <a:pt x="1240" y="2999"/>
                </a:lnTo>
                <a:lnTo>
                  <a:pt x="1240" y="3018"/>
                </a:lnTo>
                <a:moveTo>
                  <a:pt x="1086" y="3018"/>
                </a:moveTo>
                <a:lnTo>
                  <a:pt x="990" y="3018"/>
                </a:lnTo>
                <a:lnTo>
                  <a:pt x="990" y="2999"/>
                </a:lnTo>
                <a:lnTo>
                  <a:pt x="1086" y="2999"/>
                </a:lnTo>
                <a:lnTo>
                  <a:pt x="1086" y="3018"/>
                </a:lnTo>
                <a:moveTo>
                  <a:pt x="933" y="3018"/>
                </a:moveTo>
                <a:lnTo>
                  <a:pt x="836" y="3018"/>
                </a:lnTo>
                <a:lnTo>
                  <a:pt x="836" y="2999"/>
                </a:lnTo>
                <a:lnTo>
                  <a:pt x="933" y="2999"/>
                </a:lnTo>
                <a:lnTo>
                  <a:pt x="933" y="3018"/>
                </a:lnTo>
                <a:moveTo>
                  <a:pt x="779" y="3018"/>
                </a:moveTo>
                <a:lnTo>
                  <a:pt x="683" y="3018"/>
                </a:lnTo>
                <a:lnTo>
                  <a:pt x="683" y="2999"/>
                </a:lnTo>
                <a:lnTo>
                  <a:pt x="779" y="2999"/>
                </a:lnTo>
                <a:lnTo>
                  <a:pt x="779" y="3018"/>
                </a:lnTo>
                <a:moveTo>
                  <a:pt x="625" y="3018"/>
                </a:moveTo>
                <a:lnTo>
                  <a:pt x="529" y="3018"/>
                </a:lnTo>
                <a:lnTo>
                  <a:pt x="529" y="2999"/>
                </a:lnTo>
                <a:lnTo>
                  <a:pt x="625" y="2999"/>
                </a:lnTo>
                <a:lnTo>
                  <a:pt x="625" y="3018"/>
                </a:lnTo>
                <a:moveTo>
                  <a:pt x="471" y="3018"/>
                </a:moveTo>
                <a:lnTo>
                  <a:pt x="375" y="3018"/>
                </a:lnTo>
                <a:lnTo>
                  <a:pt x="375" y="2999"/>
                </a:lnTo>
                <a:lnTo>
                  <a:pt x="471" y="2999"/>
                </a:lnTo>
                <a:lnTo>
                  <a:pt x="471" y="3018"/>
                </a:lnTo>
                <a:moveTo>
                  <a:pt x="318" y="3018"/>
                </a:moveTo>
                <a:lnTo>
                  <a:pt x="222" y="3018"/>
                </a:lnTo>
                <a:lnTo>
                  <a:pt x="222" y="2999"/>
                </a:lnTo>
                <a:lnTo>
                  <a:pt x="318" y="2999"/>
                </a:lnTo>
                <a:lnTo>
                  <a:pt x="318" y="3018"/>
                </a:lnTo>
                <a:moveTo>
                  <a:pt x="164" y="3018"/>
                </a:moveTo>
                <a:lnTo>
                  <a:pt x="68" y="3018"/>
                </a:lnTo>
                <a:lnTo>
                  <a:pt x="68" y="2999"/>
                </a:lnTo>
                <a:lnTo>
                  <a:pt x="164" y="2999"/>
                </a:lnTo>
                <a:lnTo>
                  <a:pt x="164" y="3018"/>
                </a:lnTo>
                <a:moveTo>
                  <a:pt x="0" y="3009"/>
                </a:moveTo>
                <a:lnTo>
                  <a:pt x="0" y="2912"/>
                </a:lnTo>
                <a:lnTo>
                  <a:pt x="20" y="2912"/>
                </a:lnTo>
                <a:lnTo>
                  <a:pt x="20" y="3009"/>
                </a:lnTo>
                <a:lnTo>
                  <a:pt x="0" y="3009"/>
                </a:lnTo>
                <a:moveTo>
                  <a:pt x="0" y="2855"/>
                </a:moveTo>
                <a:lnTo>
                  <a:pt x="0" y="2759"/>
                </a:lnTo>
                <a:lnTo>
                  <a:pt x="20" y="2759"/>
                </a:lnTo>
                <a:lnTo>
                  <a:pt x="20" y="2855"/>
                </a:lnTo>
                <a:lnTo>
                  <a:pt x="0" y="2855"/>
                </a:lnTo>
                <a:moveTo>
                  <a:pt x="0" y="2701"/>
                </a:moveTo>
                <a:lnTo>
                  <a:pt x="0" y="2604"/>
                </a:lnTo>
                <a:lnTo>
                  <a:pt x="20" y="2604"/>
                </a:lnTo>
                <a:lnTo>
                  <a:pt x="20" y="2701"/>
                </a:lnTo>
                <a:lnTo>
                  <a:pt x="0" y="2701"/>
                </a:lnTo>
                <a:moveTo>
                  <a:pt x="0" y="2546"/>
                </a:moveTo>
                <a:lnTo>
                  <a:pt x="0" y="2450"/>
                </a:lnTo>
                <a:lnTo>
                  <a:pt x="20" y="2450"/>
                </a:lnTo>
                <a:lnTo>
                  <a:pt x="20" y="2546"/>
                </a:lnTo>
                <a:lnTo>
                  <a:pt x="0" y="2546"/>
                </a:lnTo>
                <a:moveTo>
                  <a:pt x="0" y="2393"/>
                </a:moveTo>
                <a:lnTo>
                  <a:pt x="0" y="2296"/>
                </a:lnTo>
                <a:lnTo>
                  <a:pt x="20" y="2296"/>
                </a:lnTo>
                <a:lnTo>
                  <a:pt x="20" y="2393"/>
                </a:lnTo>
                <a:lnTo>
                  <a:pt x="0" y="2393"/>
                </a:lnTo>
                <a:moveTo>
                  <a:pt x="0" y="2239"/>
                </a:moveTo>
                <a:lnTo>
                  <a:pt x="0" y="2143"/>
                </a:lnTo>
                <a:lnTo>
                  <a:pt x="20" y="2143"/>
                </a:lnTo>
                <a:lnTo>
                  <a:pt x="20" y="2239"/>
                </a:lnTo>
                <a:lnTo>
                  <a:pt x="0" y="2239"/>
                </a:lnTo>
                <a:moveTo>
                  <a:pt x="0" y="2085"/>
                </a:moveTo>
                <a:lnTo>
                  <a:pt x="0" y="1989"/>
                </a:lnTo>
                <a:lnTo>
                  <a:pt x="20" y="1989"/>
                </a:lnTo>
                <a:lnTo>
                  <a:pt x="20" y="2085"/>
                </a:lnTo>
                <a:lnTo>
                  <a:pt x="0" y="2085"/>
                </a:lnTo>
                <a:moveTo>
                  <a:pt x="0" y="1931"/>
                </a:moveTo>
                <a:lnTo>
                  <a:pt x="0" y="1835"/>
                </a:lnTo>
                <a:lnTo>
                  <a:pt x="20" y="1835"/>
                </a:lnTo>
                <a:lnTo>
                  <a:pt x="20" y="1931"/>
                </a:lnTo>
                <a:lnTo>
                  <a:pt x="0" y="1931"/>
                </a:lnTo>
                <a:moveTo>
                  <a:pt x="0" y="1778"/>
                </a:moveTo>
                <a:lnTo>
                  <a:pt x="0" y="1681"/>
                </a:lnTo>
                <a:lnTo>
                  <a:pt x="20" y="1681"/>
                </a:lnTo>
                <a:lnTo>
                  <a:pt x="20" y="1778"/>
                </a:lnTo>
                <a:lnTo>
                  <a:pt x="0" y="1778"/>
                </a:lnTo>
                <a:moveTo>
                  <a:pt x="0" y="1624"/>
                </a:moveTo>
                <a:lnTo>
                  <a:pt x="0" y="1528"/>
                </a:lnTo>
                <a:lnTo>
                  <a:pt x="20" y="1528"/>
                </a:lnTo>
                <a:lnTo>
                  <a:pt x="20" y="1624"/>
                </a:lnTo>
                <a:lnTo>
                  <a:pt x="0" y="1624"/>
                </a:lnTo>
                <a:moveTo>
                  <a:pt x="0" y="1470"/>
                </a:moveTo>
                <a:lnTo>
                  <a:pt x="0" y="1374"/>
                </a:lnTo>
                <a:lnTo>
                  <a:pt x="20" y="1374"/>
                </a:lnTo>
                <a:lnTo>
                  <a:pt x="20" y="1470"/>
                </a:lnTo>
                <a:lnTo>
                  <a:pt x="0" y="1470"/>
                </a:lnTo>
                <a:moveTo>
                  <a:pt x="0" y="1316"/>
                </a:moveTo>
                <a:lnTo>
                  <a:pt x="0" y="1220"/>
                </a:lnTo>
                <a:lnTo>
                  <a:pt x="20" y="1220"/>
                </a:lnTo>
                <a:lnTo>
                  <a:pt x="20" y="1316"/>
                </a:lnTo>
                <a:lnTo>
                  <a:pt x="0" y="1316"/>
                </a:lnTo>
                <a:moveTo>
                  <a:pt x="0" y="1163"/>
                </a:moveTo>
                <a:lnTo>
                  <a:pt x="0" y="1067"/>
                </a:lnTo>
                <a:lnTo>
                  <a:pt x="20" y="1067"/>
                </a:lnTo>
                <a:lnTo>
                  <a:pt x="20" y="1163"/>
                </a:lnTo>
                <a:lnTo>
                  <a:pt x="0" y="1163"/>
                </a:lnTo>
                <a:moveTo>
                  <a:pt x="0" y="1009"/>
                </a:moveTo>
                <a:lnTo>
                  <a:pt x="0" y="913"/>
                </a:lnTo>
                <a:lnTo>
                  <a:pt x="20" y="913"/>
                </a:lnTo>
                <a:lnTo>
                  <a:pt x="20" y="1009"/>
                </a:lnTo>
                <a:lnTo>
                  <a:pt x="0" y="1009"/>
                </a:lnTo>
                <a:moveTo>
                  <a:pt x="0" y="855"/>
                </a:moveTo>
                <a:lnTo>
                  <a:pt x="0" y="759"/>
                </a:lnTo>
                <a:lnTo>
                  <a:pt x="20" y="759"/>
                </a:lnTo>
                <a:lnTo>
                  <a:pt x="20" y="855"/>
                </a:lnTo>
                <a:lnTo>
                  <a:pt x="0" y="855"/>
                </a:lnTo>
                <a:moveTo>
                  <a:pt x="0" y="701"/>
                </a:moveTo>
                <a:lnTo>
                  <a:pt x="0" y="605"/>
                </a:lnTo>
                <a:lnTo>
                  <a:pt x="20" y="605"/>
                </a:lnTo>
                <a:lnTo>
                  <a:pt x="20" y="701"/>
                </a:lnTo>
                <a:lnTo>
                  <a:pt x="0" y="701"/>
                </a:lnTo>
                <a:moveTo>
                  <a:pt x="0" y="548"/>
                </a:moveTo>
                <a:lnTo>
                  <a:pt x="0" y="452"/>
                </a:lnTo>
                <a:lnTo>
                  <a:pt x="20" y="452"/>
                </a:lnTo>
                <a:lnTo>
                  <a:pt x="20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20" y="298"/>
                </a:lnTo>
                <a:lnTo>
                  <a:pt x="20" y="394"/>
                </a:lnTo>
                <a:lnTo>
                  <a:pt x="0" y="394"/>
                </a:lnTo>
                <a:moveTo>
                  <a:pt x="0" y="240"/>
                </a:moveTo>
                <a:lnTo>
                  <a:pt x="0" y="144"/>
                </a:lnTo>
                <a:lnTo>
                  <a:pt x="20" y="144"/>
                </a:lnTo>
                <a:lnTo>
                  <a:pt x="20" y="240"/>
                </a:lnTo>
                <a:lnTo>
                  <a:pt x="0" y="240"/>
                </a:lnTo>
                <a:moveTo>
                  <a:pt x="0" y="86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6275520" y="7329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275520" y="75744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57200" y="3510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3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1460520" y="725400"/>
            <a:ext cx="8755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1487880" y="968400"/>
            <a:ext cx="4317840" cy="332280"/>
          </a:xfrm>
          <a:custGeom>
            <a:avLst/>
            <a:gdLst/>
            <a:ahLst/>
            <a:rect l="0" t="0" r="r" b="b"/>
            <a:pathLst>
              <a:path w="11994" h="923">
                <a:moveTo>
                  <a:pt x="0" y="0"/>
                </a:moveTo>
                <a:lnTo>
                  <a:pt x="11994" y="0"/>
                </a:lnTo>
                <a:lnTo>
                  <a:pt x="11994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1484640" y="964800"/>
            <a:ext cx="4324320" cy="339480"/>
          </a:xfrm>
          <a:custGeom>
            <a:avLst/>
            <a:gdLst/>
            <a:ahLst/>
            <a:rect l="0" t="0" r="r" b="b"/>
            <a:pathLst>
              <a:path w="12012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1" y="0"/>
                </a:lnTo>
                <a:lnTo>
                  <a:pt x="1951" y="19"/>
                </a:lnTo>
                <a:lnTo>
                  <a:pt x="1854" y="19"/>
                </a:lnTo>
                <a:lnTo>
                  <a:pt x="1854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19"/>
                </a:lnTo>
                <a:lnTo>
                  <a:pt x="3085" y="19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19"/>
                </a:lnTo>
                <a:lnTo>
                  <a:pt x="3239" y="19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19"/>
                </a:lnTo>
                <a:lnTo>
                  <a:pt x="4930" y="19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19"/>
                </a:lnTo>
                <a:lnTo>
                  <a:pt x="5084" y="19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19"/>
                </a:lnTo>
                <a:lnTo>
                  <a:pt x="5238" y="19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19"/>
                </a:lnTo>
                <a:lnTo>
                  <a:pt x="5391" y="19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19"/>
                </a:lnTo>
                <a:lnTo>
                  <a:pt x="5545" y="19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19"/>
                </a:lnTo>
                <a:lnTo>
                  <a:pt x="5699" y="19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19"/>
                </a:lnTo>
                <a:lnTo>
                  <a:pt x="5853" y="19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19"/>
                </a:lnTo>
                <a:lnTo>
                  <a:pt x="6006" y="19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19"/>
                </a:lnTo>
                <a:lnTo>
                  <a:pt x="6160" y="19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19"/>
                </a:lnTo>
                <a:lnTo>
                  <a:pt x="6314" y="19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19"/>
                </a:lnTo>
                <a:lnTo>
                  <a:pt x="6468" y="19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19"/>
                </a:lnTo>
                <a:lnTo>
                  <a:pt x="6621" y="19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19"/>
                </a:lnTo>
                <a:lnTo>
                  <a:pt x="6775" y="19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19"/>
                </a:lnTo>
                <a:lnTo>
                  <a:pt x="6929" y="19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19"/>
                </a:lnTo>
                <a:lnTo>
                  <a:pt x="7083" y="19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19"/>
                </a:lnTo>
                <a:lnTo>
                  <a:pt x="7236" y="19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19"/>
                </a:lnTo>
                <a:lnTo>
                  <a:pt x="7390" y="19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19"/>
                </a:lnTo>
                <a:lnTo>
                  <a:pt x="7544" y="19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19"/>
                </a:lnTo>
                <a:lnTo>
                  <a:pt x="7698" y="19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19"/>
                </a:lnTo>
                <a:lnTo>
                  <a:pt x="7851" y="19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19"/>
                </a:lnTo>
                <a:lnTo>
                  <a:pt x="8005" y="19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19"/>
                </a:lnTo>
                <a:lnTo>
                  <a:pt x="8159" y="19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19"/>
                </a:lnTo>
                <a:lnTo>
                  <a:pt x="8313" y="19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19"/>
                </a:lnTo>
                <a:lnTo>
                  <a:pt x="8466" y="19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19"/>
                </a:lnTo>
                <a:lnTo>
                  <a:pt x="8620" y="19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19"/>
                </a:lnTo>
                <a:lnTo>
                  <a:pt x="8774" y="19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19"/>
                </a:lnTo>
                <a:lnTo>
                  <a:pt x="8928" y="19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19"/>
                </a:lnTo>
                <a:lnTo>
                  <a:pt x="9081" y="19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19"/>
                </a:lnTo>
                <a:lnTo>
                  <a:pt x="9235" y="19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19"/>
                </a:lnTo>
                <a:lnTo>
                  <a:pt x="9389" y="19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19"/>
                </a:lnTo>
                <a:lnTo>
                  <a:pt x="9543" y="19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19"/>
                </a:lnTo>
                <a:lnTo>
                  <a:pt x="9696" y="19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19"/>
                </a:lnTo>
                <a:lnTo>
                  <a:pt x="9850" y="19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19"/>
                </a:lnTo>
                <a:lnTo>
                  <a:pt x="10004" y="19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19"/>
                </a:lnTo>
                <a:lnTo>
                  <a:pt x="10311" y="19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19"/>
                </a:lnTo>
                <a:lnTo>
                  <a:pt x="10465" y="19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19"/>
                </a:lnTo>
                <a:lnTo>
                  <a:pt x="10619" y="19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19"/>
                </a:lnTo>
                <a:lnTo>
                  <a:pt x="10926" y="19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19"/>
                </a:lnTo>
                <a:lnTo>
                  <a:pt x="11080" y="19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19"/>
                </a:lnTo>
                <a:lnTo>
                  <a:pt x="11234" y="19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19"/>
                </a:lnTo>
                <a:lnTo>
                  <a:pt x="11541" y="19"/>
                </a:lnTo>
                <a:lnTo>
                  <a:pt x="11541" y="0"/>
                </a:lnTo>
                <a:moveTo>
                  <a:pt x="11695" y="0"/>
                </a:moveTo>
                <a:lnTo>
                  <a:pt x="11791" y="0"/>
                </a:lnTo>
                <a:lnTo>
                  <a:pt x="11791" y="19"/>
                </a:lnTo>
                <a:lnTo>
                  <a:pt x="11695" y="19"/>
                </a:lnTo>
                <a:lnTo>
                  <a:pt x="11695" y="0"/>
                </a:lnTo>
                <a:moveTo>
                  <a:pt x="11849" y="0"/>
                </a:moveTo>
                <a:lnTo>
                  <a:pt x="11945" y="0"/>
                </a:lnTo>
                <a:lnTo>
                  <a:pt x="11945" y="19"/>
                </a:lnTo>
                <a:lnTo>
                  <a:pt x="11849" y="19"/>
                </a:lnTo>
                <a:lnTo>
                  <a:pt x="11849" y="0"/>
                </a:lnTo>
                <a:moveTo>
                  <a:pt x="12012" y="10"/>
                </a:moveTo>
                <a:lnTo>
                  <a:pt x="12012" y="106"/>
                </a:lnTo>
                <a:lnTo>
                  <a:pt x="11993" y="106"/>
                </a:lnTo>
                <a:lnTo>
                  <a:pt x="11993" y="10"/>
                </a:lnTo>
                <a:lnTo>
                  <a:pt x="12012" y="10"/>
                </a:lnTo>
                <a:moveTo>
                  <a:pt x="12012" y="163"/>
                </a:moveTo>
                <a:lnTo>
                  <a:pt x="12012" y="260"/>
                </a:lnTo>
                <a:lnTo>
                  <a:pt x="11993" y="260"/>
                </a:lnTo>
                <a:lnTo>
                  <a:pt x="11993" y="163"/>
                </a:lnTo>
                <a:lnTo>
                  <a:pt x="12012" y="163"/>
                </a:lnTo>
                <a:moveTo>
                  <a:pt x="12012" y="317"/>
                </a:moveTo>
                <a:lnTo>
                  <a:pt x="12012" y="413"/>
                </a:lnTo>
                <a:lnTo>
                  <a:pt x="11993" y="413"/>
                </a:lnTo>
                <a:lnTo>
                  <a:pt x="11993" y="317"/>
                </a:lnTo>
                <a:lnTo>
                  <a:pt x="12012" y="317"/>
                </a:lnTo>
                <a:moveTo>
                  <a:pt x="12012" y="471"/>
                </a:moveTo>
                <a:lnTo>
                  <a:pt x="12012" y="567"/>
                </a:lnTo>
                <a:lnTo>
                  <a:pt x="11993" y="567"/>
                </a:lnTo>
                <a:lnTo>
                  <a:pt x="11993" y="471"/>
                </a:lnTo>
                <a:lnTo>
                  <a:pt x="12012" y="471"/>
                </a:lnTo>
                <a:moveTo>
                  <a:pt x="12012" y="626"/>
                </a:moveTo>
                <a:lnTo>
                  <a:pt x="12012" y="722"/>
                </a:lnTo>
                <a:lnTo>
                  <a:pt x="11993" y="722"/>
                </a:lnTo>
                <a:lnTo>
                  <a:pt x="11993" y="626"/>
                </a:lnTo>
                <a:lnTo>
                  <a:pt x="12012" y="626"/>
                </a:lnTo>
                <a:moveTo>
                  <a:pt x="12012" y="779"/>
                </a:moveTo>
                <a:lnTo>
                  <a:pt x="12012" y="875"/>
                </a:lnTo>
                <a:lnTo>
                  <a:pt x="11993" y="875"/>
                </a:lnTo>
                <a:lnTo>
                  <a:pt x="11993" y="779"/>
                </a:lnTo>
                <a:lnTo>
                  <a:pt x="12012" y="779"/>
                </a:lnTo>
                <a:moveTo>
                  <a:pt x="12003" y="943"/>
                </a:moveTo>
                <a:lnTo>
                  <a:pt x="11906" y="943"/>
                </a:lnTo>
                <a:lnTo>
                  <a:pt x="11906" y="924"/>
                </a:lnTo>
                <a:lnTo>
                  <a:pt x="12003" y="924"/>
                </a:lnTo>
                <a:lnTo>
                  <a:pt x="12003" y="943"/>
                </a:lnTo>
                <a:moveTo>
                  <a:pt x="11849" y="943"/>
                </a:moveTo>
                <a:lnTo>
                  <a:pt x="11753" y="943"/>
                </a:lnTo>
                <a:lnTo>
                  <a:pt x="11753" y="924"/>
                </a:lnTo>
                <a:lnTo>
                  <a:pt x="11849" y="924"/>
                </a:lnTo>
                <a:lnTo>
                  <a:pt x="11849" y="943"/>
                </a:lnTo>
                <a:moveTo>
                  <a:pt x="11695" y="943"/>
                </a:moveTo>
                <a:lnTo>
                  <a:pt x="11599" y="943"/>
                </a:lnTo>
                <a:lnTo>
                  <a:pt x="11599" y="924"/>
                </a:lnTo>
                <a:lnTo>
                  <a:pt x="11695" y="924"/>
                </a:lnTo>
                <a:lnTo>
                  <a:pt x="11695" y="943"/>
                </a:lnTo>
                <a:moveTo>
                  <a:pt x="11541" y="943"/>
                </a:moveTo>
                <a:lnTo>
                  <a:pt x="11445" y="943"/>
                </a:lnTo>
                <a:lnTo>
                  <a:pt x="11445" y="924"/>
                </a:lnTo>
                <a:lnTo>
                  <a:pt x="11541" y="924"/>
                </a:lnTo>
                <a:lnTo>
                  <a:pt x="11541" y="943"/>
                </a:lnTo>
                <a:moveTo>
                  <a:pt x="11388" y="943"/>
                </a:moveTo>
                <a:lnTo>
                  <a:pt x="11291" y="943"/>
                </a:lnTo>
                <a:lnTo>
                  <a:pt x="11291" y="924"/>
                </a:lnTo>
                <a:lnTo>
                  <a:pt x="11388" y="924"/>
                </a:lnTo>
                <a:lnTo>
                  <a:pt x="11388" y="943"/>
                </a:lnTo>
                <a:moveTo>
                  <a:pt x="11234" y="943"/>
                </a:moveTo>
                <a:lnTo>
                  <a:pt x="11138" y="943"/>
                </a:lnTo>
                <a:lnTo>
                  <a:pt x="11138" y="924"/>
                </a:lnTo>
                <a:lnTo>
                  <a:pt x="11234" y="924"/>
                </a:lnTo>
                <a:lnTo>
                  <a:pt x="11234" y="943"/>
                </a:lnTo>
                <a:moveTo>
                  <a:pt x="11080" y="943"/>
                </a:moveTo>
                <a:lnTo>
                  <a:pt x="10984" y="943"/>
                </a:lnTo>
                <a:lnTo>
                  <a:pt x="10984" y="924"/>
                </a:lnTo>
                <a:lnTo>
                  <a:pt x="11080" y="924"/>
                </a:lnTo>
                <a:lnTo>
                  <a:pt x="11080" y="943"/>
                </a:lnTo>
                <a:moveTo>
                  <a:pt x="10926" y="943"/>
                </a:moveTo>
                <a:lnTo>
                  <a:pt x="10830" y="943"/>
                </a:lnTo>
                <a:lnTo>
                  <a:pt x="10830" y="924"/>
                </a:lnTo>
                <a:lnTo>
                  <a:pt x="10926" y="924"/>
                </a:lnTo>
                <a:lnTo>
                  <a:pt x="10926" y="943"/>
                </a:lnTo>
                <a:moveTo>
                  <a:pt x="10773" y="943"/>
                </a:moveTo>
                <a:lnTo>
                  <a:pt x="10676" y="943"/>
                </a:lnTo>
                <a:lnTo>
                  <a:pt x="10676" y="924"/>
                </a:lnTo>
                <a:lnTo>
                  <a:pt x="10773" y="924"/>
                </a:lnTo>
                <a:lnTo>
                  <a:pt x="10773" y="943"/>
                </a:lnTo>
                <a:moveTo>
                  <a:pt x="10619" y="943"/>
                </a:moveTo>
                <a:lnTo>
                  <a:pt x="10523" y="943"/>
                </a:lnTo>
                <a:lnTo>
                  <a:pt x="10523" y="924"/>
                </a:lnTo>
                <a:lnTo>
                  <a:pt x="10619" y="924"/>
                </a:lnTo>
                <a:lnTo>
                  <a:pt x="10619" y="943"/>
                </a:lnTo>
                <a:moveTo>
                  <a:pt x="10465" y="943"/>
                </a:moveTo>
                <a:lnTo>
                  <a:pt x="10369" y="943"/>
                </a:lnTo>
                <a:lnTo>
                  <a:pt x="10369" y="924"/>
                </a:lnTo>
                <a:lnTo>
                  <a:pt x="10465" y="924"/>
                </a:lnTo>
                <a:lnTo>
                  <a:pt x="10465" y="943"/>
                </a:lnTo>
                <a:moveTo>
                  <a:pt x="10311" y="943"/>
                </a:moveTo>
                <a:lnTo>
                  <a:pt x="10215" y="943"/>
                </a:lnTo>
                <a:lnTo>
                  <a:pt x="10215" y="924"/>
                </a:lnTo>
                <a:lnTo>
                  <a:pt x="10311" y="924"/>
                </a:lnTo>
                <a:lnTo>
                  <a:pt x="10311" y="943"/>
                </a:lnTo>
                <a:moveTo>
                  <a:pt x="10158" y="943"/>
                </a:moveTo>
                <a:lnTo>
                  <a:pt x="10061" y="943"/>
                </a:lnTo>
                <a:lnTo>
                  <a:pt x="10061" y="924"/>
                </a:lnTo>
                <a:lnTo>
                  <a:pt x="10158" y="924"/>
                </a:lnTo>
                <a:lnTo>
                  <a:pt x="10158" y="943"/>
                </a:lnTo>
                <a:moveTo>
                  <a:pt x="10004" y="943"/>
                </a:moveTo>
                <a:lnTo>
                  <a:pt x="9908" y="943"/>
                </a:lnTo>
                <a:lnTo>
                  <a:pt x="9908" y="924"/>
                </a:lnTo>
                <a:lnTo>
                  <a:pt x="10004" y="924"/>
                </a:lnTo>
                <a:lnTo>
                  <a:pt x="10004" y="943"/>
                </a:lnTo>
                <a:moveTo>
                  <a:pt x="9850" y="943"/>
                </a:moveTo>
                <a:lnTo>
                  <a:pt x="9754" y="943"/>
                </a:lnTo>
                <a:lnTo>
                  <a:pt x="9754" y="924"/>
                </a:lnTo>
                <a:lnTo>
                  <a:pt x="9850" y="924"/>
                </a:lnTo>
                <a:lnTo>
                  <a:pt x="9850" y="943"/>
                </a:lnTo>
                <a:moveTo>
                  <a:pt x="9696" y="943"/>
                </a:moveTo>
                <a:lnTo>
                  <a:pt x="9600" y="943"/>
                </a:lnTo>
                <a:lnTo>
                  <a:pt x="9600" y="924"/>
                </a:lnTo>
                <a:lnTo>
                  <a:pt x="9696" y="924"/>
                </a:lnTo>
                <a:lnTo>
                  <a:pt x="9696" y="943"/>
                </a:lnTo>
                <a:moveTo>
                  <a:pt x="9543" y="943"/>
                </a:moveTo>
                <a:lnTo>
                  <a:pt x="9446" y="943"/>
                </a:lnTo>
                <a:lnTo>
                  <a:pt x="9446" y="924"/>
                </a:lnTo>
                <a:lnTo>
                  <a:pt x="9543" y="924"/>
                </a:lnTo>
                <a:lnTo>
                  <a:pt x="9543" y="943"/>
                </a:lnTo>
                <a:moveTo>
                  <a:pt x="9389" y="943"/>
                </a:moveTo>
                <a:lnTo>
                  <a:pt x="9293" y="943"/>
                </a:lnTo>
                <a:lnTo>
                  <a:pt x="9293" y="924"/>
                </a:lnTo>
                <a:lnTo>
                  <a:pt x="9389" y="924"/>
                </a:lnTo>
                <a:lnTo>
                  <a:pt x="9389" y="943"/>
                </a:lnTo>
                <a:moveTo>
                  <a:pt x="9235" y="943"/>
                </a:moveTo>
                <a:lnTo>
                  <a:pt x="9139" y="943"/>
                </a:lnTo>
                <a:lnTo>
                  <a:pt x="9139" y="924"/>
                </a:lnTo>
                <a:lnTo>
                  <a:pt x="9235" y="924"/>
                </a:lnTo>
                <a:lnTo>
                  <a:pt x="9235" y="943"/>
                </a:lnTo>
                <a:moveTo>
                  <a:pt x="9081" y="943"/>
                </a:moveTo>
                <a:lnTo>
                  <a:pt x="8985" y="943"/>
                </a:lnTo>
                <a:lnTo>
                  <a:pt x="8985" y="924"/>
                </a:lnTo>
                <a:lnTo>
                  <a:pt x="9081" y="924"/>
                </a:lnTo>
                <a:lnTo>
                  <a:pt x="9081" y="943"/>
                </a:lnTo>
                <a:moveTo>
                  <a:pt x="8928" y="943"/>
                </a:moveTo>
                <a:lnTo>
                  <a:pt x="8831" y="943"/>
                </a:lnTo>
                <a:lnTo>
                  <a:pt x="8831" y="924"/>
                </a:lnTo>
                <a:lnTo>
                  <a:pt x="8928" y="924"/>
                </a:lnTo>
                <a:lnTo>
                  <a:pt x="8928" y="943"/>
                </a:lnTo>
                <a:moveTo>
                  <a:pt x="8774" y="943"/>
                </a:moveTo>
                <a:lnTo>
                  <a:pt x="8678" y="943"/>
                </a:lnTo>
                <a:lnTo>
                  <a:pt x="8678" y="924"/>
                </a:lnTo>
                <a:lnTo>
                  <a:pt x="8774" y="924"/>
                </a:lnTo>
                <a:lnTo>
                  <a:pt x="8774" y="943"/>
                </a:lnTo>
                <a:moveTo>
                  <a:pt x="8620" y="943"/>
                </a:moveTo>
                <a:lnTo>
                  <a:pt x="8524" y="943"/>
                </a:lnTo>
                <a:lnTo>
                  <a:pt x="8524" y="924"/>
                </a:lnTo>
                <a:lnTo>
                  <a:pt x="8620" y="924"/>
                </a:lnTo>
                <a:lnTo>
                  <a:pt x="8620" y="943"/>
                </a:lnTo>
                <a:moveTo>
                  <a:pt x="8466" y="943"/>
                </a:moveTo>
                <a:lnTo>
                  <a:pt x="8370" y="943"/>
                </a:lnTo>
                <a:lnTo>
                  <a:pt x="8370" y="924"/>
                </a:lnTo>
                <a:lnTo>
                  <a:pt x="8466" y="924"/>
                </a:lnTo>
                <a:lnTo>
                  <a:pt x="8466" y="943"/>
                </a:lnTo>
                <a:moveTo>
                  <a:pt x="8313" y="943"/>
                </a:moveTo>
                <a:lnTo>
                  <a:pt x="8216" y="943"/>
                </a:lnTo>
                <a:lnTo>
                  <a:pt x="8216" y="924"/>
                </a:lnTo>
                <a:lnTo>
                  <a:pt x="8313" y="924"/>
                </a:lnTo>
                <a:lnTo>
                  <a:pt x="8313" y="943"/>
                </a:lnTo>
                <a:moveTo>
                  <a:pt x="8159" y="943"/>
                </a:moveTo>
                <a:lnTo>
                  <a:pt x="8063" y="943"/>
                </a:lnTo>
                <a:lnTo>
                  <a:pt x="8063" y="924"/>
                </a:lnTo>
                <a:lnTo>
                  <a:pt x="8159" y="924"/>
                </a:lnTo>
                <a:lnTo>
                  <a:pt x="8159" y="943"/>
                </a:lnTo>
                <a:moveTo>
                  <a:pt x="8005" y="943"/>
                </a:moveTo>
                <a:lnTo>
                  <a:pt x="7909" y="943"/>
                </a:lnTo>
                <a:lnTo>
                  <a:pt x="7909" y="924"/>
                </a:lnTo>
                <a:lnTo>
                  <a:pt x="8005" y="924"/>
                </a:lnTo>
                <a:lnTo>
                  <a:pt x="8005" y="943"/>
                </a:lnTo>
                <a:moveTo>
                  <a:pt x="7851" y="943"/>
                </a:moveTo>
                <a:lnTo>
                  <a:pt x="7755" y="943"/>
                </a:lnTo>
                <a:lnTo>
                  <a:pt x="7755" y="924"/>
                </a:lnTo>
                <a:lnTo>
                  <a:pt x="7851" y="924"/>
                </a:lnTo>
                <a:lnTo>
                  <a:pt x="7851" y="943"/>
                </a:lnTo>
                <a:moveTo>
                  <a:pt x="7698" y="943"/>
                </a:moveTo>
                <a:lnTo>
                  <a:pt x="7601" y="943"/>
                </a:lnTo>
                <a:lnTo>
                  <a:pt x="7601" y="924"/>
                </a:lnTo>
                <a:lnTo>
                  <a:pt x="7698" y="924"/>
                </a:lnTo>
                <a:lnTo>
                  <a:pt x="7698" y="943"/>
                </a:lnTo>
                <a:moveTo>
                  <a:pt x="7544" y="943"/>
                </a:moveTo>
                <a:lnTo>
                  <a:pt x="7448" y="943"/>
                </a:lnTo>
                <a:lnTo>
                  <a:pt x="7448" y="924"/>
                </a:lnTo>
                <a:lnTo>
                  <a:pt x="7544" y="924"/>
                </a:lnTo>
                <a:lnTo>
                  <a:pt x="7544" y="943"/>
                </a:lnTo>
                <a:moveTo>
                  <a:pt x="7390" y="943"/>
                </a:moveTo>
                <a:lnTo>
                  <a:pt x="7294" y="943"/>
                </a:lnTo>
                <a:lnTo>
                  <a:pt x="7294" y="924"/>
                </a:lnTo>
                <a:lnTo>
                  <a:pt x="7390" y="924"/>
                </a:lnTo>
                <a:lnTo>
                  <a:pt x="7390" y="943"/>
                </a:lnTo>
                <a:moveTo>
                  <a:pt x="7236" y="943"/>
                </a:moveTo>
                <a:lnTo>
                  <a:pt x="7140" y="943"/>
                </a:lnTo>
                <a:lnTo>
                  <a:pt x="7140" y="924"/>
                </a:lnTo>
                <a:lnTo>
                  <a:pt x="7236" y="924"/>
                </a:lnTo>
                <a:lnTo>
                  <a:pt x="7236" y="943"/>
                </a:lnTo>
                <a:moveTo>
                  <a:pt x="7083" y="943"/>
                </a:moveTo>
                <a:lnTo>
                  <a:pt x="6986" y="943"/>
                </a:lnTo>
                <a:lnTo>
                  <a:pt x="6986" y="924"/>
                </a:lnTo>
                <a:lnTo>
                  <a:pt x="7083" y="924"/>
                </a:lnTo>
                <a:lnTo>
                  <a:pt x="7083" y="943"/>
                </a:lnTo>
                <a:moveTo>
                  <a:pt x="6929" y="943"/>
                </a:moveTo>
                <a:lnTo>
                  <a:pt x="6833" y="943"/>
                </a:lnTo>
                <a:lnTo>
                  <a:pt x="6833" y="924"/>
                </a:lnTo>
                <a:lnTo>
                  <a:pt x="6929" y="924"/>
                </a:lnTo>
                <a:lnTo>
                  <a:pt x="6929" y="943"/>
                </a:lnTo>
                <a:moveTo>
                  <a:pt x="6775" y="943"/>
                </a:moveTo>
                <a:lnTo>
                  <a:pt x="6679" y="943"/>
                </a:lnTo>
                <a:lnTo>
                  <a:pt x="6679" y="924"/>
                </a:lnTo>
                <a:lnTo>
                  <a:pt x="6775" y="924"/>
                </a:lnTo>
                <a:lnTo>
                  <a:pt x="6775" y="943"/>
                </a:lnTo>
                <a:moveTo>
                  <a:pt x="6621" y="943"/>
                </a:moveTo>
                <a:lnTo>
                  <a:pt x="6525" y="943"/>
                </a:lnTo>
                <a:lnTo>
                  <a:pt x="6525" y="924"/>
                </a:lnTo>
                <a:lnTo>
                  <a:pt x="6621" y="924"/>
                </a:lnTo>
                <a:lnTo>
                  <a:pt x="6621" y="943"/>
                </a:lnTo>
                <a:moveTo>
                  <a:pt x="6468" y="943"/>
                </a:moveTo>
                <a:lnTo>
                  <a:pt x="6371" y="943"/>
                </a:lnTo>
                <a:lnTo>
                  <a:pt x="6371" y="924"/>
                </a:lnTo>
                <a:lnTo>
                  <a:pt x="6468" y="924"/>
                </a:lnTo>
                <a:lnTo>
                  <a:pt x="6468" y="943"/>
                </a:lnTo>
                <a:moveTo>
                  <a:pt x="6314" y="943"/>
                </a:moveTo>
                <a:lnTo>
                  <a:pt x="6218" y="943"/>
                </a:lnTo>
                <a:lnTo>
                  <a:pt x="6218" y="924"/>
                </a:lnTo>
                <a:lnTo>
                  <a:pt x="6314" y="924"/>
                </a:lnTo>
                <a:lnTo>
                  <a:pt x="6314" y="943"/>
                </a:lnTo>
                <a:moveTo>
                  <a:pt x="6160" y="943"/>
                </a:moveTo>
                <a:lnTo>
                  <a:pt x="6064" y="943"/>
                </a:lnTo>
                <a:lnTo>
                  <a:pt x="6064" y="924"/>
                </a:lnTo>
                <a:lnTo>
                  <a:pt x="6160" y="924"/>
                </a:lnTo>
                <a:lnTo>
                  <a:pt x="6160" y="943"/>
                </a:lnTo>
                <a:moveTo>
                  <a:pt x="6006" y="943"/>
                </a:moveTo>
                <a:lnTo>
                  <a:pt x="5910" y="943"/>
                </a:lnTo>
                <a:lnTo>
                  <a:pt x="5910" y="924"/>
                </a:lnTo>
                <a:lnTo>
                  <a:pt x="6006" y="924"/>
                </a:lnTo>
                <a:lnTo>
                  <a:pt x="6006" y="943"/>
                </a:lnTo>
                <a:moveTo>
                  <a:pt x="5853" y="943"/>
                </a:moveTo>
                <a:lnTo>
                  <a:pt x="5757" y="943"/>
                </a:lnTo>
                <a:lnTo>
                  <a:pt x="5757" y="924"/>
                </a:lnTo>
                <a:lnTo>
                  <a:pt x="5853" y="924"/>
                </a:lnTo>
                <a:lnTo>
                  <a:pt x="5853" y="943"/>
                </a:lnTo>
                <a:moveTo>
                  <a:pt x="5699" y="943"/>
                </a:moveTo>
                <a:lnTo>
                  <a:pt x="5603" y="943"/>
                </a:lnTo>
                <a:lnTo>
                  <a:pt x="5603" y="924"/>
                </a:lnTo>
                <a:lnTo>
                  <a:pt x="5699" y="924"/>
                </a:lnTo>
                <a:lnTo>
                  <a:pt x="5699" y="943"/>
                </a:lnTo>
                <a:moveTo>
                  <a:pt x="5545" y="943"/>
                </a:moveTo>
                <a:lnTo>
                  <a:pt x="5449" y="943"/>
                </a:lnTo>
                <a:lnTo>
                  <a:pt x="5449" y="924"/>
                </a:lnTo>
                <a:lnTo>
                  <a:pt x="5545" y="924"/>
                </a:lnTo>
                <a:lnTo>
                  <a:pt x="5545" y="943"/>
                </a:lnTo>
                <a:moveTo>
                  <a:pt x="5391" y="943"/>
                </a:moveTo>
                <a:lnTo>
                  <a:pt x="5295" y="943"/>
                </a:lnTo>
                <a:lnTo>
                  <a:pt x="5295" y="924"/>
                </a:lnTo>
                <a:lnTo>
                  <a:pt x="5391" y="924"/>
                </a:lnTo>
                <a:lnTo>
                  <a:pt x="5391" y="943"/>
                </a:lnTo>
                <a:moveTo>
                  <a:pt x="5238" y="943"/>
                </a:moveTo>
                <a:lnTo>
                  <a:pt x="5142" y="943"/>
                </a:lnTo>
                <a:lnTo>
                  <a:pt x="5142" y="924"/>
                </a:lnTo>
                <a:lnTo>
                  <a:pt x="5238" y="924"/>
                </a:lnTo>
                <a:lnTo>
                  <a:pt x="5238" y="943"/>
                </a:lnTo>
                <a:moveTo>
                  <a:pt x="5084" y="943"/>
                </a:moveTo>
                <a:lnTo>
                  <a:pt x="4988" y="943"/>
                </a:lnTo>
                <a:lnTo>
                  <a:pt x="4988" y="924"/>
                </a:lnTo>
                <a:lnTo>
                  <a:pt x="5084" y="924"/>
                </a:lnTo>
                <a:lnTo>
                  <a:pt x="5084" y="943"/>
                </a:lnTo>
                <a:moveTo>
                  <a:pt x="4930" y="943"/>
                </a:moveTo>
                <a:lnTo>
                  <a:pt x="4834" y="943"/>
                </a:lnTo>
                <a:lnTo>
                  <a:pt x="4834" y="924"/>
                </a:lnTo>
                <a:lnTo>
                  <a:pt x="4930" y="924"/>
                </a:lnTo>
                <a:lnTo>
                  <a:pt x="4930" y="943"/>
                </a:lnTo>
                <a:moveTo>
                  <a:pt x="4776" y="943"/>
                </a:moveTo>
                <a:lnTo>
                  <a:pt x="4680" y="943"/>
                </a:lnTo>
                <a:lnTo>
                  <a:pt x="4680" y="924"/>
                </a:lnTo>
                <a:lnTo>
                  <a:pt x="4776" y="924"/>
                </a:lnTo>
                <a:lnTo>
                  <a:pt x="4776" y="943"/>
                </a:lnTo>
                <a:moveTo>
                  <a:pt x="4623" y="943"/>
                </a:moveTo>
                <a:lnTo>
                  <a:pt x="4527" y="943"/>
                </a:lnTo>
                <a:lnTo>
                  <a:pt x="4527" y="924"/>
                </a:lnTo>
                <a:lnTo>
                  <a:pt x="4623" y="924"/>
                </a:lnTo>
                <a:lnTo>
                  <a:pt x="4623" y="943"/>
                </a:lnTo>
                <a:moveTo>
                  <a:pt x="4469" y="943"/>
                </a:moveTo>
                <a:lnTo>
                  <a:pt x="4373" y="943"/>
                </a:lnTo>
                <a:lnTo>
                  <a:pt x="4373" y="924"/>
                </a:lnTo>
                <a:lnTo>
                  <a:pt x="4469" y="924"/>
                </a:lnTo>
                <a:lnTo>
                  <a:pt x="4469" y="943"/>
                </a:lnTo>
                <a:moveTo>
                  <a:pt x="4315" y="943"/>
                </a:moveTo>
                <a:lnTo>
                  <a:pt x="4219" y="943"/>
                </a:lnTo>
                <a:lnTo>
                  <a:pt x="4219" y="924"/>
                </a:lnTo>
                <a:lnTo>
                  <a:pt x="4315" y="924"/>
                </a:lnTo>
                <a:lnTo>
                  <a:pt x="4315" y="943"/>
                </a:lnTo>
                <a:moveTo>
                  <a:pt x="4161" y="943"/>
                </a:moveTo>
                <a:lnTo>
                  <a:pt x="4065" y="943"/>
                </a:lnTo>
                <a:lnTo>
                  <a:pt x="4065" y="924"/>
                </a:lnTo>
                <a:lnTo>
                  <a:pt x="4161" y="924"/>
                </a:lnTo>
                <a:lnTo>
                  <a:pt x="4161" y="943"/>
                </a:lnTo>
                <a:moveTo>
                  <a:pt x="4008" y="943"/>
                </a:moveTo>
                <a:lnTo>
                  <a:pt x="3912" y="943"/>
                </a:lnTo>
                <a:lnTo>
                  <a:pt x="3912" y="924"/>
                </a:lnTo>
                <a:lnTo>
                  <a:pt x="4008" y="924"/>
                </a:lnTo>
                <a:lnTo>
                  <a:pt x="4008" y="943"/>
                </a:lnTo>
                <a:moveTo>
                  <a:pt x="3854" y="943"/>
                </a:moveTo>
                <a:lnTo>
                  <a:pt x="3758" y="943"/>
                </a:lnTo>
                <a:lnTo>
                  <a:pt x="3758" y="924"/>
                </a:lnTo>
                <a:lnTo>
                  <a:pt x="3854" y="924"/>
                </a:lnTo>
                <a:lnTo>
                  <a:pt x="3854" y="943"/>
                </a:lnTo>
                <a:moveTo>
                  <a:pt x="3700" y="943"/>
                </a:moveTo>
                <a:lnTo>
                  <a:pt x="3604" y="943"/>
                </a:lnTo>
                <a:lnTo>
                  <a:pt x="3604" y="924"/>
                </a:lnTo>
                <a:lnTo>
                  <a:pt x="3700" y="924"/>
                </a:lnTo>
                <a:lnTo>
                  <a:pt x="3700" y="943"/>
                </a:lnTo>
                <a:moveTo>
                  <a:pt x="3546" y="943"/>
                </a:moveTo>
                <a:lnTo>
                  <a:pt x="3450" y="943"/>
                </a:lnTo>
                <a:lnTo>
                  <a:pt x="3450" y="924"/>
                </a:lnTo>
                <a:lnTo>
                  <a:pt x="3546" y="924"/>
                </a:lnTo>
                <a:lnTo>
                  <a:pt x="3546" y="943"/>
                </a:lnTo>
                <a:moveTo>
                  <a:pt x="3393" y="943"/>
                </a:moveTo>
                <a:lnTo>
                  <a:pt x="3297" y="943"/>
                </a:lnTo>
                <a:lnTo>
                  <a:pt x="3297" y="924"/>
                </a:lnTo>
                <a:lnTo>
                  <a:pt x="3393" y="924"/>
                </a:lnTo>
                <a:lnTo>
                  <a:pt x="3393" y="943"/>
                </a:lnTo>
                <a:moveTo>
                  <a:pt x="3239" y="943"/>
                </a:moveTo>
                <a:lnTo>
                  <a:pt x="3143" y="943"/>
                </a:lnTo>
                <a:lnTo>
                  <a:pt x="3143" y="924"/>
                </a:lnTo>
                <a:lnTo>
                  <a:pt x="3239" y="924"/>
                </a:lnTo>
                <a:lnTo>
                  <a:pt x="3239" y="943"/>
                </a:lnTo>
                <a:moveTo>
                  <a:pt x="3085" y="943"/>
                </a:moveTo>
                <a:lnTo>
                  <a:pt x="2989" y="943"/>
                </a:lnTo>
                <a:lnTo>
                  <a:pt x="2989" y="924"/>
                </a:lnTo>
                <a:lnTo>
                  <a:pt x="3085" y="924"/>
                </a:lnTo>
                <a:lnTo>
                  <a:pt x="3085" y="943"/>
                </a:lnTo>
                <a:moveTo>
                  <a:pt x="2931" y="943"/>
                </a:moveTo>
                <a:lnTo>
                  <a:pt x="2835" y="943"/>
                </a:lnTo>
                <a:lnTo>
                  <a:pt x="2835" y="924"/>
                </a:lnTo>
                <a:lnTo>
                  <a:pt x="2931" y="924"/>
                </a:lnTo>
                <a:lnTo>
                  <a:pt x="2931" y="943"/>
                </a:lnTo>
                <a:moveTo>
                  <a:pt x="2778" y="943"/>
                </a:moveTo>
                <a:lnTo>
                  <a:pt x="2682" y="943"/>
                </a:lnTo>
                <a:lnTo>
                  <a:pt x="2682" y="924"/>
                </a:lnTo>
                <a:lnTo>
                  <a:pt x="2778" y="924"/>
                </a:lnTo>
                <a:lnTo>
                  <a:pt x="2778" y="943"/>
                </a:lnTo>
                <a:moveTo>
                  <a:pt x="2624" y="943"/>
                </a:moveTo>
                <a:lnTo>
                  <a:pt x="2528" y="943"/>
                </a:lnTo>
                <a:lnTo>
                  <a:pt x="2528" y="924"/>
                </a:lnTo>
                <a:lnTo>
                  <a:pt x="2624" y="924"/>
                </a:lnTo>
                <a:lnTo>
                  <a:pt x="2624" y="943"/>
                </a:lnTo>
                <a:moveTo>
                  <a:pt x="2470" y="943"/>
                </a:moveTo>
                <a:lnTo>
                  <a:pt x="2374" y="943"/>
                </a:lnTo>
                <a:lnTo>
                  <a:pt x="2374" y="924"/>
                </a:lnTo>
                <a:lnTo>
                  <a:pt x="2470" y="924"/>
                </a:lnTo>
                <a:lnTo>
                  <a:pt x="2470" y="943"/>
                </a:lnTo>
                <a:moveTo>
                  <a:pt x="2316" y="943"/>
                </a:moveTo>
                <a:lnTo>
                  <a:pt x="2220" y="943"/>
                </a:lnTo>
                <a:lnTo>
                  <a:pt x="2220" y="924"/>
                </a:lnTo>
                <a:lnTo>
                  <a:pt x="2316" y="924"/>
                </a:lnTo>
                <a:lnTo>
                  <a:pt x="2316" y="943"/>
                </a:lnTo>
                <a:moveTo>
                  <a:pt x="2163" y="943"/>
                </a:moveTo>
                <a:lnTo>
                  <a:pt x="2067" y="943"/>
                </a:lnTo>
                <a:lnTo>
                  <a:pt x="2067" y="924"/>
                </a:lnTo>
                <a:lnTo>
                  <a:pt x="2163" y="924"/>
                </a:lnTo>
                <a:lnTo>
                  <a:pt x="2163" y="943"/>
                </a:lnTo>
                <a:moveTo>
                  <a:pt x="2009" y="943"/>
                </a:moveTo>
                <a:lnTo>
                  <a:pt x="1913" y="943"/>
                </a:lnTo>
                <a:lnTo>
                  <a:pt x="1913" y="924"/>
                </a:lnTo>
                <a:lnTo>
                  <a:pt x="2009" y="924"/>
                </a:lnTo>
                <a:lnTo>
                  <a:pt x="2009" y="943"/>
                </a:lnTo>
                <a:moveTo>
                  <a:pt x="1854" y="943"/>
                </a:moveTo>
                <a:lnTo>
                  <a:pt x="1758" y="943"/>
                </a:lnTo>
                <a:lnTo>
                  <a:pt x="1758" y="924"/>
                </a:lnTo>
                <a:lnTo>
                  <a:pt x="1854" y="924"/>
                </a:lnTo>
                <a:lnTo>
                  <a:pt x="1854" y="943"/>
                </a:lnTo>
                <a:moveTo>
                  <a:pt x="1700" y="943"/>
                </a:moveTo>
                <a:lnTo>
                  <a:pt x="1604" y="943"/>
                </a:lnTo>
                <a:lnTo>
                  <a:pt x="1604" y="924"/>
                </a:lnTo>
                <a:lnTo>
                  <a:pt x="1700" y="924"/>
                </a:lnTo>
                <a:lnTo>
                  <a:pt x="1700" y="943"/>
                </a:lnTo>
                <a:moveTo>
                  <a:pt x="1547" y="943"/>
                </a:moveTo>
                <a:lnTo>
                  <a:pt x="1451" y="943"/>
                </a:lnTo>
                <a:lnTo>
                  <a:pt x="1451" y="924"/>
                </a:lnTo>
                <a:lnTo>
                  <a:pt x="1547" y="924"/>
                </a:lnTo>
                <a:lnTo>
                  <a:pt x="1547" y="943"/>
                </a:lnTo>
                <a:moveTo>
                  <a:pt x="1393" y="943"/>
                </a:moveTo>
                <a:lnTo>
                  <a:pt x="1297" y="943"/>
                </a:lnTo>
                <a:lnTo>
                  <a:pt x="1297" y="924"/>
                </a:lnTo>
                <a:lnTo>
                  <a:pt x="1393" y="924"/>
                </a:lnTo>
                <a:lnTo>
                  <a:pt x="1393" y="943"/>
                </a:lnTo>
                <a:moveTo>
                  <a:pt x="1239" y="943"/>
                </a:moveTo>
                <a:lnTo>
                  <a:pt x="1143" y="943"/>
                </a:lnTo>
                <a:lnTo>
                  <a:pt x="1143" y="924"/>
                </a:lnTo>
                <a:lnTo>
                  <a:pt x="1239" y="924"/>
                </a:lnTo>
                <a:lnTo>
                  <a:pt x="1239" y="943"/>
                </a:lnTo>
                <a:moveTo>
                  <a:pt x="1085" y="943"/>
                </a:moveTo>
                <a:lnTo>
                  <a:pt x="989" y="943"/>
                </a:lnTo>
                <a:lnTo>
                  <a:pt x="989" y="924"/>
                </a:lnTo>
                <a:lnTo>
                  <a:pt x="1085" y="924"/>
                </a:lnTo>
                <a:lnTo>
                  <a:pt x="1085" y="943"/>
                </a:lnTo>
                <a:moveTo>
                  <a:pt x="932" y="943"/>
                </a:moveTo>
                <a:lnTo>
                  <a:pt x="836" y="943"/>
                </a:lnTo>
                <a:lnTo>
                  <a:pt x="836" y="924"/>
                </a:lnTo>
                <a:lnTo>
                  <a:pt x="932" y="924"/>
                </a:lnTo>
                <a:lnTo>
                  <a:pt x="932" y="943"/>
                </a:lnTo>
                <a:moveTo>
                  <a:pt x="778" y="943"/>
                </a:moveTo>
                <a:lnTo>
                  <a:pt x="682" y="943"/>
                </a:lnTo>
                <a:lnTo>
                  <a:pt x="682" y="924"/>
                </a:lnTo>
                <a:lnTo>
                  <a:pt x="778" y="924"/>
                </a:lnTo>
                <a:lnTo>
                  <a:pt x="778" y="943"/>
                </a:lnTo>
                <a:moveTo>
                  <a:pt x="624" y="943"/>
                </a:moveTo>
                <a:lnTo>
                  <a:pt x="528" y="943"/>
                </a:lnTo>
                <a:lnTo>
                  <a:pt x="528" y="924"/>
                </a:lnTo>
                <a:lnTo>
                  <a:pt x="624" y="924"/>
                </a:lnTo>
                <a:lnTo>
                  <a:pt x="624" y="943"/>
                </a:lnTo>
                <a:moveTo>
                  <a:pt x="470" y="943"/>
                </a:moveTo>
                <a:lnTo>
                  <a:pt x="374" y="943"/>
                </a:lnTo>
                <a:lnTo>
                  <a:pt x="374" y="924"/>
                </a:lnTo>
                <a:lnTo>
                  <a:pt x="470" y="924"/>
                </a:lnTo>
                <a:lnTo>
                  <a:pt x="470" y="943"/>
                </a:lnTo>
                <a:moveTo>
                  <a:pt x="317" y="943"/>
                </a:moveTo>
                <a:lnTo>
                  <a:pt x="221" y="943"/>
                </a:lnTo>
                <a:lnTo>
                  <a:pt x="221" y="924"/>
                </a:lnTo>
                <a:lnTo>
                  <a:pt x="317" y="924"/>
                </a:lnTo>
                <a:lnTo>
                  <a:pt x="317" y="943"/>
                </a:lnTo>
                <a:moveTo>
                  <a:pt x="163" y="943"/>
                </a:moveTo>
                <a:lnTo>
                  <a:pt x="67" y="943"/>
                </a:lnTo>
                <a:lnTo>
                  <a:pt x="67" y="924"/>
                </a:lnTo>
                <a:lnTo>
                  <a:pt x="163" y="924"/>
                </a:lnTo>
                <a:lnTo>
                  <a:pt x="163" y="943"/>
                </a:lnTo>
                <a:moveTo>
                  <a:pt x="0" y="933"/>
                </a:moveTo>
                <a:lnTo>
                  <a:pt x="0" y="837"/>
                </a:lnTo>
                <a:lnTo>
                  <a:pt x="19" y="837"/>
                </a:lnTo>
                <a:lnTo>
                  <a:pt x="19" y="933"/>
                </a:lnTo>
                <a:lnTo>
                  <a:pt x="0" y="933"/>
                </a:lnTo>
                <a:moveTo>
                  <a:pt x="0" y="779"/>
                </a:moveTo>
                <a:lnTo>
                  <a:pt x="0" y="683"/>
                </a:lnTo>
                <a:lnTo>
                  <a:pt x="19" y="683"/>
                </a:lnTo>
                <a:lnTo>
                  <a:pt x="19" y="779"/>
                </a:lnTo>
                <a:lnTo>
                  <a:pt x="0" y="779"/>
                </a:lnTo>
                <a:moveTo>
                  <a:pt x="0" y="626"/>
                </a:moveTo>
                <a:lnTo>
                  <a:pt x="0" y="529"/>
                </a:lnTo>
                <a:lnTo>
                  <a:pt x="19" y="529"/>
                </a:lnTo>
                <a:lnTo>
                  <a:pt x="19" y="626"/>
                </a:lnTo>
                <a:lnTo>
                  <a:pt x="0" y="626"/>
                </a:lnTo>
                <a:moveTo>
                  <a:pt x="0" y="471"/>
                </a:moveTo>
                <a:lnTo>
                  <a:pt x="0" y="375"/>
                </a:lnTo>
                <a:lnTo>
                  <a:pt x="19" y="375"/>
                </a:lnTo>
                <a:lnTo>
                  <a:pt x="19" y="471"/>
                </a:lnTo>
                <a:lnTo>
                  <a:pt x="0" y="471"/>
                </a:lnTo>
                <a:moveTo>
                  <a:pt x="0" y="317"/>
                </a:moveTo>
                <a:lnTo>
                  <a:pt x="0" y="221"/>
                </a:lnTo>
                <a:lnTo>
                  <a:pt x="19" y="221"/>
                </a:lnTo>
                <a:lnTo>
                  <a:pt x="19" y="317"/>
                </a:lnTo>
                <a:lnTo>
                  <a:pt x="0" y="317"/>
                </a:lnTo>
                <a:moveTo>
                  <a:pt x="0" y="163"/>
                </a:moveTo>
                <a:lnTo>
                  <a:pt x="0" y="67"/>
                </a:lnTo>
                <a:lnTo>
                  <a:pt x="19" y="67"/>
                </a:lnTo>
                <a:lnTo>
                  <a:pt x="19" y="163"/>
                </a:lnTo>
                <a:lnTo>
                  <a:pt x="0" y="163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5666760" y="1023480"/>
            <a:ext cx="83520" cy="69840"/>
          </a:xfrm>
          <a:custGeom>
            <a:avLst/>
            <a:gdLst/>
            <a:ahLst/>
            <a:rect l="0" t="0" r="r" b="b"/>
            <a:pathLst>
              <a:path w="232" h="194">
                <a:moveTo>
                  <a:pt x="0" y="0"/>
                </a:moveTo>
                <a:lnTo>
                  <a:pt x="232" y="0"/>
                </a:lnTo>
                <a:lnTo>
                  <a:pt x="232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666760" y="104796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1460520" y="837000"/>
            <a:ext cx="3853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1557360" y="1015920"/>
            <a:ext cx="5083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1487880" y="1355760"/>
            <a:ext cx="1764720" cy="332280"/>
          </a:xfrm>
          <a:custGeom>
            <a:avLst/>
            <a:gdLst/>
            <a:ahLst/>
            <a:rect l="0" t="0" r="r" b="b"/>
            <a:pathLst>
              <a:path w="4902" h="923">
                <a:moveTo>
                  <a:pt x="0" y="0"/>
                </a:moveTo>
                <a:lnTo>
                  <a:pt x="4902" y="0"/>
                </a:lnTo>
                <a:lnTo>
                  <a:pt x="4902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1484640" y="1352160"/>
            <a:ext cx="1771200" cy="339480"/>
          </a:xfrm>
          <a:custGeom>
            <a:avLst/>
            <a:gdLst/>
            <a:ahLst/>
            <a:rect l="0" t="0" r="r" b="b"/>
            <a:pathLst>
              <a:path w="4920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0" y="0"/>
                </a:lnTo>
                <a:lnTo>
                  <a:pt x="1950" y="19"/>
                </a:lnTo>
                <a:lnTo>
                  <a:pt x="1854" y="19"/>
                </a:lnTo>
                <a:lnTo>
                  <a:pt x="1854" y="0"/>
                </a:lnTo>
                <a:moveTo>
                  <a:pt x="2008" y="0"/>
                </a:moveTo>
                <a:lnTo>
                  <a:pt x="2104" y="0"/>
                </a:lnTo>
                <a:lnTo>
                  <a:pt x="2104" y="19"/>
                </a:lnTo>
                <a:lnTo>
                  <a:pt x="2008" y="19"/>
                </a:lnTo>
                <a:lnTo>
                  <a:pt x="2008" y="0"/>
                </a:lnTo>
                <a:moveTo>
                  <a:pt x="2162" y="0"/>
                </a:moveTo>
                <a:lnTo>
                  <a:pt x="2258" y="0"/>
                </a:lnTo>
                <a:lnTo>
                  <a:pt x="2258" y="19"/>
                </a:lnTo>
                <a:lnTo>
                  <a:pt x="2162" y="19"/>
                </a:lnTo>
                <a:lnTo>
                  <a:pt x="2162" y="0"/>
                </a:lnTo>
                <a:moveTo>
                  <a:pt x="2315" y="0"/>
                </a:moveTo>
                <a:lnTo>
                  <a:pt x="2411" y="0"/>
                </a:lnTo>
                <a:lnTo>
                  <a:pt x="2411" y="19"/>
                </a:lnTo>
                <a:lnTo>
                  <a:pt x="2315" y="19"/>
                </a:lnTo>
                <a:lnTo>
                  <a:pt x="2315" y="0"/>
                </a:lnTo>
                <a:moveTo>
                  <a:pt x="2469" y="0"/>
                </a:moveTo>
                <a:lnTo>
                  <a:pt x="2565" y="0"/>
                </a:lnTo>
                <a:lnTo>
                  <a:pt x="2565" y="19"/>
                </a:lnTo>
                <a:lnTo>
                  <a:pt x="2469" y="19"/>
                </a:lnTo>
                <a:lnTo>
                  <a:pt x="2469" y="0"/>
                </a:lnTo>
                <a:moveTo>
                  <a:pt x="2623" y="0"/>
                </a:moveTo>
                <a:lnTo>
                  <a:pt x="2719" y="0"/>
                </a:lnTo>
                <a:lnTo>
                  <a:pt x="2719" y="19"/>
                </a:lnTo>
                <a:lnTo>
                  <a:pt x="2623" y="19"/>
                </a:lnTo>
                <a:lnTo>
                  <a:pt x="2623" y="0"/>
                </a:lnTo>
                <a:moveTo>
                  <a:pt x="2777" y="0"/>
                </a:moveTo>
                <a:lnTo>
                  <a:pt x="2873" y="0"/>
                </a:lnTo>
                <a:lnTo>
                  <a:pt x="2873" y="19"/>
                </a:lnTo>
                <a:lnTo>
                  <a:pt x="2777" y="19"/>
                </a:lnTo>
                <a:lnTo>
                  <a:pt x="2777" y="0"/>
                </a:lnTo>
                <a:moveTo>
                  <a:pt x="2930" y="0"/>
                </a:moveTo>
                <a:lnTo>
                  <a:pt x="3026" y="0"/>
                </a:lnTo>
                <a:lnTo>
                  <a:pt x="3026" y="19"/>
                </a:lnTo>
                <a:lnTo>
                  <a:pt x="2930" y="19"/>
                </a:lnTo>
                <a:lnTo>
                  <a:pt x="2930" y="0"/>
                </a:lnTo>
                <a:moveTo>
                  <a:pt x="3084" y="0"/>
                </a:moveTo>
                <a:lnTo>
                  <a:pt x="3180" y="0"/>
                </a:lnTo>
                <a:lnTo>
                  <a:pt x="3180" y="19"/>
                </a:lnTo>
                <a:lnTo>
                  <a:pt x="3084" y="19"/>
                </a:lnTo>
                <a:lnTo>
                  <a:pt x="3084" y="0"/>
                </a:lnTo>
                <a:moveTo>
                  <a:pt x="3238" y="0"/>
                </a:moveTo>
                <a:lnTo>
                  <a:pt x="3335" y="0"/>
                </a:lnTo>
                <a:lnTo>
                  <a:pt x="3335" y="19"/>
                </a:lnTo>
                <a:lnTo>
                  <a:pt x="3238" y="19"/>
                </a:lnTo>
                <a:lnTo>
                  <a:pt x="3238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20" y="29"/>
                </a:moveTo>
                <a:lnTo>
                  <a:pt x="4920" y="125"/>
                </a:lnTo>
                <a:lnTo>
                  <a:pt x="4901" y="125"/>
                </a:lnTo>
                <a:lnTo>
                  <a:pt x="4901" y="29"/>
                </a:lnTo>
                <a:lnTo>
                  <a:pt x="4920" y="29"/>
                </a:lnTo>
                <a:moveTo>
                  <a:pt x="4920" y="183"/>
                </a:moveTo>
                <a:lnTo>
                  <a:pt x="4920" y="279"/>
                </a:lnTo>
                <a:lnTo>
                  <a:pt x="4901" y="279"/>
                </a:lnTo>
                <a:lnTo>
                  <a:pt x="4901" y="183"/>
                </a:lnTo>
                <a:lnTo>
                  <a:pt x="4920" y="183"/>
                </a:lnTo>
                <a:moveTo>
                  <a:pt x="4920" y="337"/>
                </a:moveTo>
                <a:lnTo>
                  <a:pt x="4920" y="433"/>
                </a:lnTo>
                <a:lnTo>
                  <a:pt x="4901" y="433"/>
                </a:lnTo>
                <a:lnTo>
                  <a:pt x="4901" y="337"/>
                </a:lnTo>
                <a:lnTo>
                  <a:pt x="4920" y="337"/>
                </a:lnTo>
                <a:moveTo>
                  <a:pt x="4920" y="491"/>
                </a:moveTo>
                <a:lnTo>
                  <a:pt x="4920" y="587"/>
                </a:lnTo>
                <a:lnTo>
                  <a:pt x="4901" y="587"/>
                </a:lnTo>
                <a:lnTo>
                  <a:pt x="4901" y="491"/>
                </a:lnTo>
                <a:lnTo>
                  <a:pt x="4920" y="491"/>
                </a:lnTo>
                <a:moveTo>
                  <a:pt x="4920" y="645"/>
                </a:moveTo>
                <a:lnTo>
                  <a:pt x="4920" y="741"/>
                </a:lnTo>
                <a:lnTo>
                  <a:pt x="4901" y="741"/>
                </a:lnTo>
                <a:lnTo>
                  <a:pt x="4901" y="645"/>
                </a:lnTo>
                <a:lnTo>
                  <a:pt x="4920" y="645"/>
                </a:lnTo>
                <a:moveTo>
                  <a:pt x="4920" y="799"/>
                </a:moveTo>
                <a:lnTo>
                  <a:pt x="4920" y="895"/>
                </a:lnTo>
                <a:lnTo>
                  <a:pt x="4901" y="895"/>
                </a:lnTo>
                <a:lnTo>
                  <a:pt x="4901" y="799"/>
                </a:lnTo>
                <a:lnTo>
                  <a:pt x="4920" y="799"/>
                </a:lnTo>
                <a:moveTo>
                  <a:pt x="4892" y="943"/>
                </a:moveTo>
                <a:lnTo>
                  <a:pt x="4796" y="943"/>
                </a:lnTo>
                <a:lnTo>
                  <a:pt x="4796" y="924"/>
                </a:lnTo>
                <a:lnTo>
                  <a:pt x="4892" y="924"/>
                </a:lnTo>
                <a:lnTo>
                  <a:pt x="4892" y="943"/>
                </a:lnTo>
                <a:moveTo>
                  <a:pt x="4738" y="943"/>
                </a:moveTo>
                <a:lnTo>
                  <a:pt x="4642" y="943"/>
                </a:lnTo>
                <a:lnTo>
                  <a:pt x="4642" y="924"/>
                </a:lnTo>
                <a:lnTo>
                  <a:pt x="4738" y="924"/>
                </a:lnTo>
                <a:lnTo>
                  <a:pt x="4738" y="943"/>
                </a:lnTo>
                <a:moveTo>
                  <a:pt x="4584" y="943"/>
                </a:moveTo>
                <a:lnTo>
                  <a:pt x="4488" y="943"/>
                </a:lnTo>
                <a:lnTo>
                  <a:pt x="4488" y="924"/>
                </a:lnTo>
                <a:lnTo>
                  <a:pt x="4584" y="924"/>
                </a:lnTo>
                <a:lnTo>
                  <a:pt x="4584" y="943"/>
                </a:lnTo>
                <a:moveTo>
                  <a:pt x="4430" y="943"/>
                </a:moveTo>
                <a:lnTo>
                  <a:pt x="4334" y="943"/>
                </a:lnTo>
                <a:lnTo>
                  <a:pt x="4334" y="924"/>
                </a:lnTo>
                <a:lnTo>
                  <a:pt x="4430" y="924"/>
                </a:lnTo>
                <a:lnTo>
                  <a:pt x="4430" y="943"/>
                </a:lnTo>
                <a:moveTo>
                  <a:pt x="4277" y="943"/>
                </a:moveTo>
                <a:lnTo>
                  <a:pt x="4181" y="943"/>
                </a:lnTo>
                <a:lnTo>
                  <a:pt x="4181" y="924"/>
                </a:lnTo>
                <a:lnTo>
                  <a:pt x="4277" y="924"/>
                </a:lnTo>
                <a:lnTo>
                  <a:pt x="4277" y="943"/>
                </a:lnTo>
                <a:moveTo>
                  <a:pt x="4123" y="943"/>
                </a:moveTo>
                <a:lnTo>
                  <a:pt x="4027" y="943"/>
                </a:lnTo>
                <a:lnTo>
                  <a:pt x="4027" y="924"/>
                </a:lnTo>
                <a:lnTo>
                  <a:pt x="4123" y="924"/>
                </a:lnTo>
                <a:lnTo>
                  <a:pt x="4123" y="943"/>
                </a:lnTo>
                <a:moveTo>
                  <a:pt x="3969" y="943"/>
                </a:moveTo>
                <a:lnTo>
                  <a:pt x="3873" y="943"/>
                </a:lnTo>
                <a:lnTo>
                  <a:pt x="3873" y="924"/>
                </a:lnTo>
                <a:lnTo>
                  <a:pt x="3969" y="924"/>
                </a:lnTo>
                <a:lnTo>
                  <a:pt x="3969" y="943"/>
                </a:lnTo>
                <a:moveTo>
                  <a:pt x="3815" y="943"/>
                </a:moveTo>
                <a:lnTo>
                  <a:pt x="3719" y="943"/>
                </a:lnTo>
                <a:lnTo>
                  <a:pt x="3719" y="924"/>
                </a:lnTo>
                <a:lnTo>
                  <a:pt x="3815" y="924"/>
                </a:lnTo>
                <a:lnTo>
                  <a:pt x="3815" y="943"/>
                </a:lnTo>
                <a:moveTo>
                  <a:pt x="3662" y="943"/>
                </a:moveTo>
                <a:lnTo>
                  <a:pt x="3566" y="943"/>
                </a:lnTo>
                <a:lnTo>
                  <a:pt x="3566" y="924"/>
                </a:lnTo>
                <a:lnTo>
                  <a:pt x="3662" y="924"/>
                </a:lnTo>
                <a:lnTo>
                  <a:pt x="3662" y="943"/>
                </a:lnTo>
                <a:moveTo>
                  <a:pt x="3508" y="943"/>
                </a:moveTo>
                <a:lnTo>
                  <a:pt x="3412" y="943"/>
                </a:lnTo>
                <a:lnTo>
                  <a:pt x="3412" y="924"/>
                </a:lnTo>
                <a:lnTo>
                  <a:pt x="3508" y="924"/>
                </a:lnTo>
                <a:lnTo>
                  <a:pt x="3508" y="943"/>
                </a:lnTo>
                <a:moveTo>
                  <a:pt x="3354" y="943"/>
                </a:moveTo>
                <a:lnTo>
                  <a:pt x="3258" y="943"/>
                </a:lnTo>
                <a:lnTo>
                  <a:pt x="3258" y="924"/>
                </a:lnTo>
                <a:lnTo>
                  <a:pt x="3354" y="924"/>
                </a:lnTo>
                <a:lnTo>
                  <a:pt x="3354" y="943"/>
                </a:lnTo>
                <a:moveTo>
                  <a:pt x="3199" y="943"/>
                </a:moveTo>
                <a:lnTo>
                  <a:pt x="3103" y="943"/>
                </a:lnTo>
                <a:lnTo>
                  <a:pt x="3103" y="924"/>
                </a:lnTo>
                <a:lnTo>
                  <a:pt x="3199" y="924"/>
                </a:lnTo>
                <a:lnTo>
                  <a:pt x="3199" y="943"/>
                </a:lnTo>
                <a:moveTo>
                  <a:pt x="3046" y="943"/>
                </a:moveTo>
                <a:lnTo>
                  <a:pt x="2950" y="943"/>
                </a:lnTo>
                <a:lnTo>
                  <a:pt x="2950" y="924"/>
                </a:lnTo>
                <a:lnTo>
                  <a:pt x="3046" y="924"/>
                </a:lnTo>
                <a:lnTo>
                  <a:pt x="3046" y="943"/>
                </a:lnTo>
                <a:moveTo>
                  <a:pt x="2892" y="943"/>
                </a:moveTo>
                <a:lnTo>
                  <a:pt x="2796" y="943"/>
                </a:lnTo>
                <a:lnTo>
                  <a:pt x="2796" y="924"/>
                </a:lnTo>
                <a:lnTo>
                  <a:pt x="2892" y="924"/>
                </a:lnTo>
                <a:lnTo>
                  <a:pt x="2892" y="943"/>
                </a:lnTo>
                <a:moveTo>
                  <a:pt x="2738" y="943"/>
                </a:moveTo>
                <a:lnTo>
                  <a:pt x="2642" y="943"/>
                </a:lnTo>
                <a:lnTo>
                  <a:pt x="2642" y="924"/>
                </a:lnTo>
                <a:lnTo>
                  <a:pt x="2738" y="924"/>
                </a:lnTo>
                <a:lnTo>
                  <a:pt x="2738" y="943"/>
                </a:lnTo>
                <a:moveTo>
                  <a:pt x="2584" y="943"/>
                </a:moveTo>
                <a:lnTo>
                  <a:pt x="2488" y="943"/>
                </a:lnTo>
                <a:lnTo>
                  <a:pt x="2488" y="924"/>
                </a:lnTo>
                <a:lnTo>
                  <a:pt x="2584" y="924"/>
                </a:lnTo>
                <a:lnTo>
                  <a:pt x="2584" y="943"/>
                </a:lnTo>
                <a:moveTo>
                  <a:pt x="2431" y="943"/>
                </a:moveTo>
                <a:lnTo>
                  <a:pt x="2335" y="943"/>
                </a:lnTo>
                <a:lnTo>
                  <a:pt x="2335" y="924"/>
                </a:lnTo>
                <a:lnTo>
                  <a:pt x="2431" y="924"/>
                </a:lnTo>
                <a:lnTo>
                  <a:pt x="2431" y="943"/>
                </a:lnTo>
                <a:moveTo>
                  <a:pt x="2277" y="943"/>
                </a:moveTo>
                <a:lnTo>
                  <a:pt x="2181" y="943"/>
                </a:lnTo>
                <a:lnTo>
                  <a:pt x="2181" y="924"/>
                </a:lnTo>
                <a:lnTo>
                  <a:pt x="2277" y="924"/>
                </a:lnTo>
                <a:lnTo>
                  <a:pt x="2277" y="943"/>
                </a:lnTo>
                <a:moveTo>
                  <a:pt x="2123" y="943"/>
                </a:moveTo>
                <a:lnTo>
                  <a:pt x="2027" y="943"/>
                </a:lnTo>
                <a:lnTo>
                  <a:pt x="2027" y="924"/>
                </a:lnTo>
                <a:lnTo>
                  <a:pt x="2123" y="924"/>
                </a:lnTo>
                <a:lnTo>
                  <a:pt x="2123" y="943"/>
                </a:lnTo>
                <a:moveTo>
                  <a:pt x="1969" y="943"/>
                </a:moveTo>
                <a:lnTo>
                  <a:pt x="1873" y="943"/>
                </a:lnTo>
                <a:lnTo>
                  <a:pt x="1873" y="924"/>
                </a:lnTo>
                <a:lnTo>
                  <a:pt x="1969" y="924"/>
                </a:lnTo>
                <a:lnTo>
                  <a:pt x="1969" y="943"/>
                </a:lnTo>
                <a:moveTo>
                  <a:pt x="1816" y="943"/>
                </a:moveTo>
                <a:lnTo>
                  <a:pt x="1720" y="943"/>
                </a:lnTo>
                <a:lnTo>
                  <a:pt x="1720" y="924"/>
                </a:lnTo>
                <a:lnTo>
                  <a:pt x="1816" y="924"/>
                </a:lnTo>
                <a:lnTo>
                  <a:pt x="1816" y="943"/>
                </a:lnTo>
                <a:moveTo>
                  <a:pt x="1662" y="943"/>
                </a:moveTo>
                <a:lnTo>
                  <a:pt x="1566" y="943"/>
                </a:lnTo>
                <a:lnTo>
                  <a:pt x="1566" y="924"/>
                </a:lnTo>
                <a:lnTo>
                  <a:pt x="1662" y="924"/>
                </a:lnTo>
                <a:lnTo>
                  <a:pt x="1662" y="943"/>
                </a:lnTo>
                <a:moveTo>
                  <a:pt x="1508" y="943"/>
                </a:moveTo>
                <a:lnTo>
                  <a:pt x="1412" y="943"/>
                </a:lnTo>
                <a:lnTo>
                  <a:pt x="1412" y="924"/>
                </a:lnTo>
                <a:lnTo>
                  <a:pt x="1508" y="924"/>
                </a:lnTo>
                <a:lnTo>
                  <a:pt x="1508" y="943"/>
                </a:lnTo>
                <a:moveTo>
                  <a:pt x="1354" y="943"/>
                </a:moveTo>
                <a:lnTo>
                  <a:pt x="1258" y="943"/>
                </a:lnTo>
                <a:lnTo>
                  <a:pt x="1258" y="924"/>
                </a:lnTo>
                <a:lnTo>
                  <a:pt x="1354" y="924"/>
                </a:lnTo>
                <a:lnTo>
                  <a:pt x="1354" y="943"/>
                </a:lnTo>
                <a:moveTo>
                  <a:pt x="1201" y="943"/>
                </a:moveTo>
                <a:lnTo>
                  <a:pt x="1105" y="943"/>
                </a:lnTo>
                <a:lnTo>
                  <a:pt x="1105" y="924"/>
                </a:lnTo>
                <a:lnTo>
                  <a:pt x="1201" y="924"/>
                </a:lnTo>
                <a:lnTo>
                  <a:pt x="1201" y="943"/>
                </a:lnTo>
                <a:moveTo>
                  <a:pt x="1047" y="943"/>
                </a:moveTo>
                <a:lnTo>
                  <a:pt x="951" y="943"/>
                </a:lnTo>
                <a:lnTo>
                  <a:pt x="951" y="924"/>
                </a:lnTo>
                <a:lnTo>
                  <a:pt x="1047" y="924"/>
                </a:lnTo>
                <a:lnTo>
                  <a:pt x="1047" y="943"/>
                </a:lnTo>
                <a:moveTo>
                  <a:pt x="893" y="943"/>
                </a:moveTo>
                <a:lnTo>
                  <a:pt x="797" y="943"/>
                </a:lnTo>
                <a:lnTo>
                  <a:pt x="797" y="924"/>
                </a:lnTo>
                <a:lnTo>
                  <a:pt x="893" y="924"/>
                </a:lnTo>
                <a:lnTo>
                  <a:pt x="893" y="943"/>
                </a:lnTo>
                <a:moveTo>
                  <a:pt x="739" y="943"/>
                </a:moveTo>
                <a:lnTo>
                  <a:pt x="643" y="943"/>
                </a:lnTo>
                <a:lnTo>
                  <a:pt x="643" y="924"/>
                </a:lnTo>
                <a:lnTo>
                  <a:pt x="739" y="924"/>
                </a:lnTo>
                <a:lnTo>
                  <a:pt x="739" y="943"/>
                </a:lnTo>
                <a:moveTo>
                  <a:pt x="586" y="943"/>
                </a:moveTo>
                <a:lnTo>
                  <a:pt x="490" y="943"/>
                </a:lnTo>
                <a:lnTo>
                  <a:pt x="490" y="924"/>
                </a:lnTo>
                <a:lnTo>
                  <a:pt x="586" y="924"/>
                </a:lnTo>
                <a:lnTo>
                  <a:pt x="586" y="943"/>
                </a:lnTo>
                <a:moveTo>
                  <a:pt x="432" y="943"/>
                </a:moveTo>
                <a:lnTo>
                  <a:pt x="336" y="943"/>
                </a:lnTo>
                <a:lnTo>
                  <a:pt x="336" y="924"/>
                </a:lnTo>
                <a:lnTo>
                  <a:pt x="432" y="924"/>
                </a:lnTo>
                <a:lnTo>
                  <a:pt x="432" y="943"/>
                </a:lnTo>
                <a:moveTo>
                  <a:pt x="278" y="943"/>
                </a:moveTo>
                <a:lnTo>
                  <a:pt x="182" y="943"/>
                </a:lnTo>
                <a:lnTo>
                  <a:pt x="182" y="924"/>
                </a:lnTo>
                <a:lnTo>
                  <a:pt x="278" y="924"/>
                </a:lnTo>
                <a:lnTo>
                  <a:pt x="278" y="943"/>
                </a:lnTo>
                <a:moveTo>
                  <a:pt x="124" y="943"/>
                </a:moveTo>
                <a:lnTo>
                  <a:pt x="28" y="943"/>
                </a:lnTo>
                <a:lnTo>
                  <a:pt x="28" y="924"/>
                </a:lnTo>
                <a:lnTo>
                  <a:pt x="124" y="924"/>
                </a:lnTo>
                <a:lnTo>
                  <a:pt x="124" y="943"/>
                </a:lnTo>
                <a:moveTo>
                  <a:pt x="0" y="895"/>
                </a:moveTo>
                <a:lnTo>
                  <a:pt x="0" y="799"/>
                </a:lnTo>
                <a:lnTo>
                  <a:pt x="19" y="799"/>
                </a:lnTo>
                <a:lnTo>
                  <a:pt x="19" y="895"/>
                </a:lnTo>
                <a:lnTo>
                  <a:pt x="0" y="895"/>
                </a:lnTo>
                <a:moveTo>
                  <a:pt x="0" y="741"/>
                </a:moveTo>
                <a:lnTo>
                  <a:pt x="0" y="645"/>
                </a:lnTo>
                <a:lnTo>
                  <a:pt x="19" y="645"/>
                </a:lnTo>
                <a:lnTo>
                  <a:pt x="19" y="741"/>
                </a:lnTo>
                <a:lnTo>
                  <a:pt x="0" y="741"/>
                </a:lnTo>
                <a:moveTo>
                  <a:pt x="0" y="587"/>
                </a:moveTo>
                <a:lnTo>
                  <a:pt x="0" y="491"/>
                </a:lnTo>
                <a:lnTo>
                  <a:pt x="19" y="491"/>
                </a:lnTo>
                <a:lnTo>
                  <a:pt x="19" y="587"/>
                </a:lnTo>
                <a:lnTo>
                  <a:pt x="0" y="587"/>
                </a:lnTo>
                <a:moveTo>
                  <a:pt x="0" y="433"/>
                </a:moveTo>
                <a:lnTo>
                  <a:pt x="0" y="337"/>
                </a:lnTo>
                <a:lnTo>
                  <a:pt x="19" y="337"/>
                </a:lnTo>
                <a:lnTo>
                  <a:pt x="19" y="433"/>
                </a:lnTo>
                <a:lnTo>
                  <a:pt x="0" y="433"/>
                </a:lnTo>
                <a:moveTo>
                  <a:pt x="0" y="279"/>
                </a:moveTo>
                <a:lnTo>
                  <a:pt x="0" y="183"/>
                </a:lnTo>
                <a:lnTo>
                  <a:pt x="19" y="183"/>
                </a:lnTo>
                <a:lnTo>
                  <a:pt x="19" y="279"/>
                </a:lnTo>
                <a:lnTo>
                  <a:pt x="0" y="279"/>
                </a:lnTo>
                <a:moveTo>
                  <a:pt x="0" y="125"/>
                </a:moveTo>
                <a:lnTo>
                  <a:pt x="0" y="29"/>
                </a:lnTo>
                <a:lnTo>
                  <a:pt x="19" y="29"/>
                </a:lnTo>
                <a:lnTo>
                  <a:pt x="19" y="125"/>
                </a:lnTo>
                <a:lnTo>
                  <a:pt x="0" y="125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3114000" y="14112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3114000" y="14353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1557360" y="1127520"/>
            <a:ext cx="3728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1557360" y="1403280"/>
            <a:ext cx="2811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1391040" y="1950840"/>
            <a:ext cx="4372920" cy="450000"/>
          </a:xfrm>
          <a:custGeom>
            <a:avLst/>
            <a:gdLst/>
            <a:ahLst/>
            <a:rect l="0" t="0" r="r" b="b"/>
            <a:pathLst>
              <a:path w="12147" h="1250">
                <a:moveTo>
                  <a:pt x="0" y="0"/>
                </a:moveTo>
                <a:lnTo>
                  <a:pt x="12147" y="0"/>
                </a:lnTo>
                <a:lnTo>
                  <a:pt x="12147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1387440" y="1947240"/>
            <a:ext cx="4380120" cy="456840"/>
          </a:xfrm>
          <a:custGeom>
            <a:avLst/>
            <a:gdLst/>
            <a:ahLst/>
            <a:rect l="0" t="0" r="r" b="b"/>
            <a:pathLst>
              <a:path w="12167" h="1269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10"/>
                </a:moveTo>
                <a:lnTo>
                  <a:pt x="12167" y="106"/>
                </a:lnTo>
                <a:lnTo>
                  <a:pt x="12148" y="106"/>
                </a:lnTo>
                <a:lnTo>
                  <a:pt x="12148" y="10"/>
                </a:lnTo>
                <a:lnTo>
                  <a:pt x="12167" y="10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8"/>
                </a:moveTo>
                <a:lnTo>
                  <a:pt x="12167" y="414"/>
                </a:lnTo>
                <a:lnTo>
                  <a:pt x="12148" y="414"/>
                </a:lnTo>
                <a:lnTo>
                  <a:pt x="12148" y="318"/>
                </a:lnTo>
                <a:lnTo>
                  <a:pt x="12167" y="318"/>
                </a:lnTo>
                <a:moveTo>
                  <a:pt x="12167" y="472"/>
                </a:moveTo>
                <a:lnTo>
                  <a:pt x="12167" y="568"/>
                </a:lnTo>
                <a:lnTo>
                  <a:pt x="12148" y="568"/>
                </a:lnTo>
                <a:lnTo>
                  <a:pt x="12148" y="472"/>
                </a:lnTo>
                <a:lnTo>
                  <a:pt x="12167" y="472"/>
                </a:lnTo>
                <a:moveTo>
                  <a:pt x="12167" y="626"/>
                </a:moveTo>
                <a:lnTo>
                  <a:pt x="12167" y="722"/>
                </a:lnTo>
                <a:lnTo>
                  <a:pt x="12148" y="722"/>
                </a:lnTo>
                <a:lnTo>
                  <a:pt x="12148" y="626"/>
                </a:lnTo>
                <a:lnTo>
                  <a:pt x="12167" y="626"/>
                </a:lnTo>
                <a:moveTo>
                  <a:pt x="12167" y="779"/>
                </a:moveTo>
                <a:lnTo>
                  <a:pt x="12167" y="875"/>
                </a:lnTo>
                <a:lnTo>
                  <a:pt x="12148" y="875"/>
                </a:lnTo>
                <a:lnTo>
                  <a:pt x="12148" y="779"/>
                </a:lnTo>
                <a:lnTo>
                  <a:pt x="12167" y="779"/>
                </a:lnTo>
                <a:moveTo>
                  <a:pt x="12167" y="933"/>
                </a:moveTo>
                <a:lnTo>
                  <a:pt x="12167" y="1029"/>
                </a:lnTo>
                <a:lnTo>
                  <a:pt x="12148" y="1029"/>
                </a:lnTo>
                <a:lnTo>
                  <a:pt x="12148" y="933"/>
                </a:lnTo>
                <a:lnTo>
                  <a:pt x="12167" y="933"/>
                </a:lnTo>
                <a:moveTo>
                  <a:pt x="12167" y="1087"/>
                </a:moveTo>
                <a:lnTo>
                  <a:pt x="12167" y="1183"/>
                </a:lnTo>
                <a:lnTo>
                  <a:pt x="12148" y="1183"/>
                </a:lnTo>
                <a:lnTo>
                  <a:pt x="12148" y="1087"/>
                </a:lnTo>
                <a:lnTo>
                  <a:pt x="12167" y="1087"/>
                </a:lnTo>
                <a:moveTo>
                  <a:pt x="12167" y="1241"/>
                </a:moveTo>
                <a:lnTo>
                  <a:pt x="12167" y="1269"/>
                </a:lnTo>
                <a:lnTo>
                  <a:pt x="12080" y="1269"/>
                </a:lnTo>
                <a:lnTo>
                  <a:pt x="12080" y="1250"/>
                </a:lnTo>
                <a:lnTo>
                  <a:pt x="12157" y="1250"/>
                </a:lnTo>
                <a:lnTo>
                  <a:pt x="12157" y="1260"/>
                </a:lnTo>
                <a:lnTo>
                  <a:pt x="12148" y="1260"/>
                </a:lnTo>
                <a:lnTo>
                  <a:pt x="12148" y="1241"/>
                </a:lnTo>
                <a:lnTo>
                  <a:pt x="12167" y="1241"/>
                </a:lnTo>
                <a:moveTo>
                  <a:pt x="12023" y="1269"/>
                </a:moveTo>
                <a:lnTo>
                  <a:pt x="11927" y="1269"/>
                </a:lnTo>
                <a:lnTo>
                  <a:pt x="11927" y="1250"/>
                </a:lnTo>
                <a:lnTo>
                  <a:pt x="12023" y="1250"/>
                </a:lnTo>
                <a:lnTo>
                  <a:pt x="12023" y="1269"/>
                </a:lnTo>
                <a:moveTo>
                  <a:pt x="11869" y="1269"/>
                </a:moveTo>
                <a:lnTo>
                  <a:pt x="11773" y="1269"/>
                </a:lnTo>
                <a:lnTo>
                  <a:pt x="11773" y="1250"/>
                </a:lnTo>
                <a:lnTo>
                  <a:pt x="11869" y="1250"/>
                </a:lnTo>
                <a:lnTo>
                  <a:pt x="11869" y="1269"/>
                </a:lnTo>
                <a:moveTo>
                  <a:pt x="11715" y="1269"/>
                </a:moveTo>
                <a:lnTo>
                  <a:pt x="11619" y="1269"/>
                </a:lnTo>
                <a:lnTo>
                  <a:pt x="11619" y="1250"/>
                </a:lnTo>
                <a:lnTo>
                  <a:pt x="11715" y="1250"/>
                </a:lnTo>
                <a:lnTo>
                  <a:pt x="11715" y="1269"/>
                </a:lnTo>
                <a:moveTo>
                  <a:pt x="11561" y="1269"/>
                </a:moveTo>
                <a:lnTo>
                  <a:pt x="11465" y="1269"/>
                </a:lnTo>
                <a:lnTo>
                  <a:pt x="11465" y="1250"/>
                </a:lnTo>
                <a:lnTo>
                  <a:pt x="11561" y="1250"/>
                </a:lnTo>
                <a:lnTo>
                  <a:pt x="11561" y="1269"/>
                </a:lnTo>
                <a:moveTo>
                  <a:pt x="11408" y="1269"/>
                </a:moveTo>
                <a:lnTo>
                  <a:pt x="11312" y="1269"/>
                </a:lnTo>
                <a:lnTo>
                  <a:pt x="11312" y="1250"/>
                </a:lnTo>
                <a:lnTo>
                  <a:pt x="11408" y="1250"/>
                </a:lnTo>
                <a:lnTo>
                  <a:pt x="11408" y="1269"/>
                </a:lnTo>
                <a:moveTo>
                  <a:pt x="11254" y="1269"/>
                </a:moveTo>
                <a:lnTo>
                  <a:pt x="11158" y="1269"/>
                </a:lnTo>
                <a:lnTo>
                  <a:pt x="11158" y="1250"/>
                </a:lnTo>
                <a:lnTo>
                  <a:pt x="11254" y="1250"/>
                </a:lnTo>
                <a:lnTo>
                  <a:pt x="11254" y="1269"/>
                </a:lnTo>
                <a:moveTo>
                  <a:pt x="11100" y="1269"/>
                </a:moveTo>
                <a:lnTo>
                  <a:pt x="11004" y="1269"/>
                </a:lnTo>
                <a:lnTo>
                  <a:pt x="11004" y="1250"/>
                </a:lnTo>
                <a:lnTo>
                  <a:pt x="11100" y="1250"/>
                </a:lnTo>
                <a:lnTo>
                  <a:pt x="11100" y="1269"/>
                </a:lnTo>
                <a:moveTo>
                  <a:pt x="10946" y="1269"/>
                </a:moveTo>
                <a:lnTo>
                  <a:pt x="10850" y="1269"/>
                </a:lnTo>
                <a:lnTo>
                  <a:pt x="10850" y="1250"/>
                </a:lnTo>
                <a:lnTo>
                  <a:pt x="10946" y="1250"/>
                </a:lnTo>
                <a:lnTo>
                  <a:pt x="10946" y="1269"/>
                </a:lnTo>
                <a:moveTo>
                  <a:pt x="10793" y="1269"/>
                </a:moveTo>
                <a:lnTo>
                  <a:pt x="10697" y="1269"/>
                </a:lnTo>
                <a:lnTo>
                  <a:pt x="10697" y="1250"/>
                </a:lnTo>
                <a:lnTo>
                  <a:pt x="10793" y="1250"/>
                </a:lnTo>
                <a:lnTo>
                  <a:pt x="10793" y="1269"/>
                </a:lnTo>
                <a:moveTo>
                  <a:pt x="10639" y="1269"/>
                </a:moveTo>
                <a:lnTo>
                  <a:pt x="10543" y="1269"/>
                </a:lnTo>
                <a:lnTo>
                  <a:pt x="10543" y="1250"/>
                </a:lnTo>
                <a:lnTo>
                  <a:pt x="10639" y="1250"/>
                </a:lnTo>
                <a:lnTo>
                  <a:pt x="10639" y="1269"/>
                </a:lnTo>
                <a:moveTo>
                  <a:pt x="10485" y="1269"/>
                </a:moveTo>
                <a:lnTo>
                  <a:pt x="10389" y="1269"/>
                </a:lnTo>
                <a:lnTo>
                  <a:pt x="10389" y="1250"/>
                </a:lnTo>
                <a:lnTo>
                  <a:pt x="10485" y="1250"/>
                </a:lnTo>
                <a:lnTo>
                  <a:pt x="10485" y="1269"/>
                </a:lnTo>
                <a:moveTo>
                  <a:pt x="10331" y="1269"/>
                </a:moveTo>
                <a:lnTo>
                  <a:pt x="10235" y="1269"/>
                </a:lnTo>
                <a:lnTo>
                  <a:pt x="10235" y="1250"/>
                </a:lnTo>
                <a:lnTo>
                  <a:pt x="10331" y="1250"/>
                </a:lnTo>
                <a:lnTo>
                  <a:pt x="10331" y="1269"/>
                </a:lnTo>
                <a:moveTo>
                  <a:pt x="10178" y="1269"/>
                </a:moveTo>
                <a:lnTo>
                  <a:pt x="10082" y="1269"/>
                </a:lnTo>
                <a:lnTo>
                  <a:pt x="10082" y="1250"/>
                </a:lnTo>
                <a:lnTo>
                  <a:pt x="10178" y="1250"/>
                </a:lnTo>
                <a:lnTo>
                  <a:pt x="10178" y="1269"/>
                </a:lnTo>
                <a:moveTo>
                  <a:pt x="10024" y="1269"/>
                </a:moveTo>
                <a:lnTo>
                  <a:pt x="9928" y="1269"/>
                </a:lnTo>
                <a:lnTo>
                  <a:pt x="9928" y="1250"/>
                </a:lnTo>
                <a:lnTo>
                  <a:pt x="10024" y="1250"/>
                </a:lnTo>
                <a:lnTo>
                  <a:pt x="10024" y="1269"/>
                </a:lnTo>
                <a:moveTo>
                  <a:pt x="9870" y="1269"/>
                </a:moveTo>
                <a:lnTo>
                  <a:pt x="9774" y="1269"/>
                </a:lnTo>
                <a:lnTo>
                  <a:pt x="9774" y="1250"/>
                </a:lnTo>
                <a:lnTo>
                  <a:pt x="9870" y="1250"/>
                </a:lnTo>
                <a:lnTo>
                  <a:pt x="9870" y="1269"/>
                </a:lnTo>
                <a:moveTo>
                  <a:pt x="9716" y="1269"/>
                </a:moveTo>
                <a:lnTo>
                  <a:pt x="9620" y="1269"/>
                </a:lnTo>
                <a:lnTo>
                  <a:pt x="9620" y="1250"/>
                </a:lnTo>
                <a:lnTo>
                  <a:pt x="9716" y="1250"/>
                </a:lnTo>
                <a:lnTo>
                  <a:pt x="9716" y="1269"/>
                </a:lnTo>
                <a:moveTo>
                  <a:pt x="9563" y="1269"/>
                </a:moveTo>
                <a:lnTo>
                  <a:pt x="9467" y="1269"/>
                </a:lnTo>
                <a:lnTo>
                  <a:pt x="9467" y="1250"/>
                </a:lnTo>
                <a:lnTo>
                  <a:pt x="9563" y="1250"/>
                </a:lnTo>
                <a:lnTo>
                  <a:pt x="9563" y="1269"/>
                </a:lnTo>
                <a:moveTo>
                  <a:pt x="9409" y="1269"/>
                </a:moveTo>
                <a:lnTo>
                  <a:pt x="9313" y="1269"/>
                </a:lnTo>
                <a:lnTo>
                  <a:pt x="9313" y="1250"/>
                </a:lnTo>
                <a:lnTo>
                  <a:pt x="9409" y="1250"/>
                </a:lnTo>
                <a:lnTo>
                  <a:pt x="9409" y="1269"/>
                </a:lnTo>
                <a:moveTo>
                  <a:pt x="9255" y="1269"/>
                </a:moveTo>
                <a:lnTo>
                  <a:pt x="9159" y="1269"/>
                </a:lnTo>
                <a:lnTo>
                  <a:pt x="9159" y="1250"/>
                </a:lnTo>
                <a:lnTo>
                  <a:pt x="9255" y="1250"/>
                </a:lnTo>
                <a:lnTo>
                  <a:pt x="9255" y="1269"/>
                </a:lnTo>
                <a:moveTo>
                  <a:pt x="9101" y="1269"/>
                </a:moveTo>
                <a:lnTo>
                  <a:pt x="9005" y="1269"/>
                </a:lnTo>
                <a:lnTo>
                  <a:pt x="9005" y="1250"/>
                </a:lnTo>
                <a:lnTo>
                  <a:pt x="9101" y="1250"/>
                </a:lnTo>
                <a:lnTo>
                  <a:pt x="9101" y="1269"/>
                </a:lnTo>
                <a:moveTo>
                  <a:pt x="8948" y="1269"/>
                </a:moveTo>
                <a:lnTo>
                  <a:pt x="8852" y="1269"/>
                </a:lnTo>
                <a:lnTo>
                  <a:pt x="8852" y="1250"/>
                </a:lnTo>
                <a:lnTo>
                  <a:pt x="8948" y="1250"/>
                </a:lnTo>
                <a:lnTo>
                  <a:pt x="8948" y="1269"/>
                </a:lnTo>
                <a:moveTo>
                  <a:pt x="8794" y="1269"/>
                </a:moveTo>
                <a:lnTo>
                  <a:pt x="8698" y="1269"/>
                </a:lnTo>
                <a:lnTo>
                  <a:pt x="8698" y="1250"/>
                </a:lnTo>
                <a:lnTo>
                  <a:pt x="8794" y="1250"/>
                </a:lnTo>
                <a:lnTo>
                  <a:pt x="8794" y="1269"/>
                </a:lnTo>
                <a:moveTo>
                  <a:pt x="8640" y="1269"/>
                </a:moveTo>
                <a:lnTo>
                  <a:pt x="8544" y="1269"/>
                </a:lnTo>
                <a:lnTo>
                  <a:pt x="8544" y="1250"/>
                </a:lnTo>
                <a:lnTo>
                  <a:pt x="8640" y="1250"/>
                </a:lnTo>
                <a:lnTo>
                  <a:pt x="8640" y="1269"/>
                </a:lnTo>
                <a:moveTo>
                  <a:pt x="8486" y="1269"/>
                </a:moveTo>
                <a:lnTo>
                  <a:pt x="8390" y="1269"/>
                </a:lnTo>
                <a:lnTo>
                  <a:pt x="8390" y="1250"/>
                </a:lnTo>
                <a:lnTo>
                  <a:pt x="8486" y="1250"/>
                </a:lnTo>
                <a:lnTo>
                  <a:pt x="8486" y="1269"/>
                </a:lnTo>
                <a:moveTo>
                  <a:pt x="8333" y="1269"/>
                </a:moveTo>
                <a:lnTo>
                  <a:pt x="8237" y="1269"/>
                </a:lnTo>
                <a:lnTo>
                  <a:pt x="8237" y="1250"/>
                </a:lnTo>
                <a:lnTo>
                  <a:pt x="8333" y="1250"/>
                </a:lnTo>
                <a:lnTo>
                  <a:pt x="8333" y="1269"/>
                </a:lnTo>
                <a:moveTo>
                  <a:pt x="8179" y="1269"/>
                </a:moveTo>
                <a:lnTo>
                  <a:pt x="8083" y="1269"/>
                </a:lnTo>
                <a:lnTo>
                  <a:pt x="8083" y="1250"/>
                </a:lnTo>
                <a:lnTo>
                  <a:pt x="8179" y="1250"/>
                </a:lnTo>
                <a:lnTo>
                  <a:pt x="8179" y="1269"/>
                </a:lnTo>
                <a:moveTo>
                  <a:pt x="8025" y="1269"/>
                </a:moveTo>
                <a:lnTo>
                  <a:pt x="7929" y="1269"/>
                </a:lnTo>
                <a:lnTo>
                  <a:pt x="7929" y="1250"/>
                </a:lnTo>
                <a:lnTo>
                  <a:pt x="8025" y="1250"/>
                </a:lnTo>
                <a:lnTo>
                  <a:pt x="8025" y="1269"/>
                </a:lnTo>
                <a:moveTo>
                  <a:pt x="7871" y="1269"/>
                </a:moveTo>
                <a:lnTo>
                  <a:pt x="7775" y="1269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69"/>
                </a:lnTo>
                <a:moveTo>
                  <a:pt x="7718" y="1269"/>
                </a:moveTo>
                <a:lnTo>
                  <a:pt x="7622" y="1269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69"/>
                </a:lnTo>
                <a:moveTo>
                  <a:pt x="7564" y="1269"/>
                </a:moveTo>
                <a:lnTo>
                  <a:pt x="7468" y="1269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69"/>
                </a:lnTo>
                <a:moveTo>
                  <a:pt x="7410" y="1269"/>
                </a:moveTo>
                <a:lnTo>
                  <a:pt x="7314" y="1269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69"/>
                </a:lnTo>
                <a:moveTo>
                  <a:pt x="7256" y="1269"/>
                </a:moveTo>
                <a:lnTo>
                  <a:pt x="7160" y="1269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69"/>
                </a:lnTo>
                <a:moveTo>
                  <a:pt x="7103" y="1269"/>
                </a:moveTo>
                <a:lnTo>
                  <a:pt x="7007" y="1269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69"/>
                </a:lnTo>
                <a:moveTo>
                  <a:pt x="6949" y="1269"/>
                </a:moveTo>
                <a:lnTo>
                  <a:pt x="6853" y="1269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69"/>
                </a:lnTo>
                <a:moveTo>
                  <a:pt x="6795" y="1269"/>
                </a:moveTo>
                <a:lnTo>
                  <a:pt x="6699" y="1269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69"/>
                </a:lnTo>
                <a:moveTo>
                  <a:pt x="6641" y="1269"/>
                </a:moveTo>
                <a:lnTo>
                  <a:pt x="6545" y="1269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69"/>
                </a:lnTo>
                <a:moveTo>
                  <a:pt x="6488" y="1269"/>
                </a:moveTo>
                <a:lnTo>
                  <a:pt x="6392" y="1269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69"/>
                </a:lnTo>
                <a:moveTo>
                  <a:pt x="6334" y="1269"/>
                </a:moveTo>
                <a:lnTo>
                  <a:pt x="6238" y="1269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69"/>
                </a:lnTo>
                <a:moveTo>
                  <a:pt x="6180" y="1269"/>
                </a:moveTo>
                <a:lnTo>
                  <a:pt x="6084" y="1269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69"/>
                </a:lnTo>
                <a:moveTo>
                  <a:pt x="6027" y="1269"/>
                </a:moveTo>
                <a:lnTo>
                  <a:pt x="5930" y="1269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69"/>
                </a:lnTo>
                <a:moveTo>
                  <a:pt x="5873" y="1269"/>
                </a:moveTo>
                <a:lnTo>
                  <a:pt x="5777" y="1269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69"/>
                </a:lnTo>
                <a:moveTo>
                  <a:pt x="5719" y="1269"/>
                </a:moveTo>
                <a:lnTo>
                  <a:pt x="5623" y="1269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69"/>
                </a:lnTo>
                <a:moveTo>
                  <a:pt x="5565" y="1269"/>
                </a:moveTo>
                <a:lnTo>
                  <a:pt x="5469" y="1269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69"/>
                </a:lnTo>
                <a:moveTo>
                  <a:pt x="5412" y="1269"/>
                </a:moveTo>
                <a:lnTo>
                  <a:pt x="5315" y="1269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69"/>
                </a:lnTo>
                <a:moveTo>
                  <a:pt x="5258" y="1269"/>
                </a:moveTo>
                <a:lnTo>
                  <a:pt x="5162" y="1269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69"/>
                </a:lnTo>
                <a:moveTo>
                  <a:pt x="5104" y="1269"/>
                </a:moveTo>
                <a:lnTo>
                  <a:pt x="5008" y="1269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69"/>
                </a:lnTo>
                <a:moveTo>
                  <a:pt x="4950" y="1269"/>
                </a:moveTo>
                <a:lnTo>
                  <a:pt x="4854" y="1269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69"/>
                </a:lnTo>
                <a:moveTo>
                  <a:pt x="4797" y="1269"/>
                </a:moveTo>
                <a:lnTo>
                  <a:pt x="4700" y="1269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69"/>
                </a:lnTo>
                <a:moveTo>
                  <a:pt x="4643" y="1269"/>
                </a:moveTo>
                <a:lnTo>
                  <a:pt x="4547" y="1269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69"/>
                </a:lnTo>
                <a:moveTo>
                  <a:pt x="4489" y="1269"/>
                </a:moveTo>
                <a:lnTo>
                  <a:pt x="4393" y="1269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69"/>
                </a:lnTo>
                <a:moveTo>
                  <a:pt x="4335" y="1269"/>
                </a:moveTo>
                <a:lnTo>
                  <a:pt x="4239" y="1269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69"/>
                </a:lnTo>
                <a:moveTo>
                  <a:pt x="4182" y="1269"/>
                </a:moveTo>
                <a:lnTo>
                  <a:pt x="4085" y="1269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69"/>
                </a:lnTo>
                <a:moveTo>
                  <a:pt x="4028" y="1269"/>
                </a:moveTo>
                <a:lnTo>
                  <a:pt x="3932" y="1269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69"/>
                </a:lnTo>
                <a:moveTo>
                  <a:pt x="3874" y="1269"/>
                </a:moveTo>
                <a:lnTo>
                  <a:pt x="3778" y="1269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69"/>
                </a:lnTo>
                <a:moveTo>
                  <a:pt x="3720" y="1269"/>
                </a:moveTo>
                <a:lnTo>
                  <a:pt x="3624" y="1269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69"/>
                </a:lnTo>
                <a:moveTo>
                  <a:pt x="3567" y="1269"/>
                </a:moveTo>
                <a:lnTo>
                  <a:pt x="3470" y="1269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69"/>
                </a:lnTo>
                <a:moveTo>
                  <a:pt x="3413" y="1269"/>
                </a:moveTo>
                <a:lnTo>
                  <a:pt x="3317" y="1269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69"/>
                </a:lnTo>
                <a:moveTo>
                  <a:pt x="3259" y="1269"/>
                </a:moveTo>
                <a:lnTo>
                  <a:pt x="3163" y="1269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69"/>
                </a:lnTo>
                <a:moveTo>
                  <a:pt x="3105" y="1269"/>
                </a:moveTo>
                <a:lnTo>
                  <a:pt x="3009" y="1269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69"/>
                </a:lnTo>
                <a:moveTo>
                  <a:pt x="2952" y="1269"/>
                </a:moveTo>
                <a:lnTo>
                  <a:pt x="2855" y="1269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69"/>
                </a:lnTo>
                <a:moveTo>
                  <a:pt x="2798" y="1269"/>
                </a:moveTo>
                <a:lnTo>
                  <a:pt x="2702" y="1269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69"/>
                </a:lnTo>
                <a:moveTo>
                  <a:pt x="2644" y="1269"/>
                </a:moveTo>
                <a:lnTo>
                  <a:pt x="2548" y="1269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69"/>
                </a:lnTo>
                <a:moveTo>
                  <a:pt x="2490" y="1269"/>
                </a:moveTo>
                <a:lnTo>
                  <a:pt x="2394" y="1269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69"/>
                </a:lnTo>
                <a:moveTo>
                  <a:pt x="2337" y="1269"/>
                </a:moveTo>
                <a:lnTo>
                  <a:pt x="2240" y="1269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69"/>
                </a:lnTo>
                <a:moveTo>
                  <a:pt x="2182" y="1269"/>
                </a:moveTo>
                <a:lnTo>
                  <a:pt x="2086" y="1269"/>
                </a:lnTo>
                <a:lnTo>
                  <a:pt x="2086" y="1250"/>
                </a:lnTo>
                <a:lnTo>
                  <a:pt x="2182" y="1250"/>
                </a:lnTo>
                <a:lnTo>
                  <a:pt x="2182" y="1269"/>
                </a:lnTo>
                <a:moveTo>
                  <a:pt x="2028" y="1269"/>
                </a:moveTo>
                <a:lnTo>
                  <a:pt x="1932" y="1269"/>
                </a:lnTo>
                <a:lnTo>
                  <a:pt x="1932" y="1250"/>
                </a:lnTo>
                <a:lnTo>
                  <a:pt x="2028" y="1250"/>
                </a:lnTo>
                <a:lnTo>
                  <a:pt x="2028" y="1269"/>
                </a:lnTo>
                <a:moveTo>
                  <a:pt x="1874" y="1269"/>
                </a:moveTo>
                <a:lnTo>
                  <a:pt x="1778" y="1269"/>
                </a:lnTo>
                <a:lnTo>
                  <a:pt x="1778" y="1250"/>
                </a:lnTo>
                <a:lnTo>
                  <a:pt x="1874" y="1250"/>
                </a:lnTo>
                <a:lnTo>
                  <a:pt x="1874" y="1269"/>
                </a:lnTo>
                <a:moveTo>
                  <a:pt x="1721" y="1269"/>
                </a:moveTo>
                <a:lnTo>
                  <a:pt x="1624" y="1269"/>
                </a:lnTo>
                <a:lnTo>
                  <a:pt x="1624" y="1250"/>
                </a:lnTo>
                <a:lnTo>
                  <a:pt x="1721" y="1250"/>
                </a:lnTo>
                <a:lnTo>
                  <a:pt x="1721" y="1269"/>
                </a:lnTo>
                <a:moveTo>
                  <a:pt x="1567" y="1269"/>
                </a:moveTo>
                <a:lnTo>
                  <a:pt x="1471" y="1269"/>
                </a:lnTo>
                <a:lnTo>
                  <a:pt x="1471" y="1250"/>
                </a:lnTo>
                <a:lnTo>
                  <a:pt x="1567" y="1250"/>
                </a:lnTo>
                <a:lnTo>
                  <a:pt x="1567" y="1269"/>
                </a:lnTo>
                <a:moveTo>
                  <a:pt x="1413" y="1269"/>
                </a:moveTo>
                <a:lnTo>
                  <a:pt x="1317" y="1269"/>
                </a:lnTo>
                <a:lnTo>
                  <a:pt x="1317" y="1250"/>
                </a:lnTo>
                <a:lnTo>
                  <a:pt x="1413" y="1250"/>
                </a:lnTo>
                <a:lnTo>
                  <a:pt x="1413" y="1269"/>
                </a:lnTo>
                <a:moveTo>
                  <a:pt x="1259" y="1269"/>
                </a:moveTo>
                <a:lnTo>
                  <a:pt x="1163" y="1269"/>
                </a:lnTo>
                <a:lnTo>
                  <a:pt x="1163" y="1250"/>
                </a:lnTo>
                <a:lnTo>
                  <a:pt x="1259" y="1250"/>
                </a:lnTo>
                <a:lnTo>
                  <a:pt x="1259" y="1269"/>
                </a:lnTo>
                <a:moveTo>
                  <a:pt x="1106" y="1269"/>
                </a:moveTo>
                <a:lnTo>
                  <a:pt x="1009" y="1269"/>
                </a:lnTo>
                <a:lnTo>
                  <a:pt x="1009" y="1250"/>
                </a:lnTo>
                <a:lnTo>
                  <a:pt x="1106" y="1250"/>
                </a:lnTo>
                <a:lnTo>
                  <a:pt x="1106" y="1269"/>
                </a:lnTo>
                <a:moveTo>
                  <a:pt x="952" y="1269"/>
                </a:moveTo>
                <a:lnTo>
                  <a:pt x="856" y="1269"/>
                </a:lnTo>
                <a:lnTo>
                  <a:pt x="856" y="1250"/>
                </a:lnTo>
                <a:lnTo>
                  <a:pt x="952" y="1250"/>
                </a:lnTo>
                <a:lnTo>
                  <a:pt x="952" y="1269"/>
                </a:lnTo>
                <a:moveTo>
                  <a:pt x="798" y="1269"/>
                </a:moveTo>
                <a:lnTo>
                  <a:pt x="702" y="1269"/>
                </a:lnTo>
                <a:lnTo>
                  <a:pt x="702" y="1250"/>
                </a:lnTo>
                <a:lnTo>
                  <a:pt x="798" y="1250"/>
                </a:lnTo>
                <a:lnTo>
                  <a:pt x="798" y="1269"/>
                </a:lnTo>
                <a:moveTo>
                  <a:pt x="644" y="1269"/>
                </a:moveTo>
                <a:lnTo>
                  <a:pt x="548" y="1269"/>
                </a:lnTo>
                <a:lnTo>
                  <a:pt x="548" y="1250"/>
                </a:lnTo>
                <a:lnTo>
                  <a:pt x="644" y="1250"/>
                </a:lnTo>
                <a:lnTo>
                  <a:pt x="644" y="1269"/>
                </a:lnTo>
                <a:moveTo>
                  <a:pt x="491" y="1269"/>
                </a:moveTo>
                <a:lnTo>
                  <a:pt x="394" y="1269"/>
                </a:lnTo>
                <a:lnTo>
                  <a:pt x="394" y="1250"/>
                </a:lnTo>
                <a:lnTo>
                  <a:pt x="491" y="1250"/>
                </a:lnTo>
                <a:lnTo>
                  <a:pt x="491" y="1269"/>
                </a:lnTo>
                <a:moveTo>
                  <a:pt x="337" y="1269"/>
                </a:moveTo>
                <a:lnTo>
                  <a:pt x="241" y="1269"/>
                </a:lnTo>
                <a:lnTo>
                  <a:pt x="241" y="1250"/>
                </a:lnTo>
                <a:lnTo>
                  <a:pt x="337" y="1250"/>
                </a:lnTo>
                <a:lnTo>
                  <a:pt x="337" y="1269"/>
                </a:lnTo>
                <a:moveTo>
                  <a:pt x="183" y="1269"/>
                </a:moveTo>
                <a:lnTo>
                  <a:pt x="87" y="1269"/>
                </a:lnTo>
                <a:lnTo>
                  <a:pt x="87" y="1250"/>
                </a:lnTo>
                <a:lnTo>
                  <a:pt x="183" y="1250"/>
                </a:lnTo>
                <a:lnTo>
                  <a:pt x="183" y="1269"/>
                </a:lnTo>
                <a:moveTo>
                  <a:pt x="29" y="1269"/>
                </a:moveTo>
                <a:lnTo>
                  <a:pt x="0" y="1269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69"/>
                </a:lnTo>
                <a:moveTo>
                  <a:pt x="0" y="1125"/>
                </a:moveTo>
                <a:lnTo>
                  <a:pt x="0" y="1029"/>
                </a:lnTo>
                <a:lnTo>
                  <a:pt x="20" y="1029"/>
                </a:lnTo>
                <a:lnTo>
                  <a:pt x="20" y="1125"/>
                </a:lnTo>
                <a:lnTo>
                  <a:pt x="0" y="1125"/>
                </a:lnTo>
                <a:moveTo>
                  <a:pt x="0" y="972"/>
                </a:moveTo>
                <a:lnTo>
                  <a:pt x="0" y="875"/>
                </a:lnTo>
                <a:lnTo>
                  <a:pt x="20" y="875"/>
                </a:lnTo>
                <a:lnTo>
                  <a:pt x="20" y="972"/>
                </a:lnTo>
                <a:lnTo>
                  <a:pt x="0" y="972"/>
                </a:lnTo>
                <a:moveTo>
                  <a:pt x="0" y="818"/>
                </a:moveTo>
                <a:lnTo>
                  <a:pt x="0" y="722"/>
                </a:lnTo>
                <a:lnTo>
                  <a:pt x="20" y="722"/>
                </a:lnTo>
                <a:lnTo>
                  <a:pt x="20" y="818"/>
                </a:lnTo>
                <a:lnTo>
                  <a:pt x="0" y="818"/>
                </a:lnTo>
                <a:moveTo>
                  <a:pt x="0" y="664"/>
                </a:moveTo>
                <a:lnTo>
                  <a:pt x="0" y="568"/>
                </a:lnTo>
                <a:lnTo>
                  <a:pt x="20" y="568"/>
                </a:lnTo>
                <a:lnTo>
                  <a:pt x="20" y="664"/>
                </a:lnTo>
                <a:lnTo>
                  <a:pt x="0" y="664"/>
                </a:lnTo>
                <a:moveTo>
                  <a:pt x="0" y="510"/>
                </a:moveTo>
                <a:lnTo>
                  <a:pt x="0" y="414"/>
                </a:lnTo>
                <a:lnTo>
                  <a:pt x="20" y="414"/>
                </a:lnTo>
                <a:lnTo>
                  <a:pt x="20" y="510"/>
                </a:lnTo>
                <a:lnTo>
                  <a:pt x="0" y="510"/>
                </a:lnTo>
                <a:moveTo>
                  <a:pt x="0" y="357"/>
                </a:moveTo>
                <a:lnTo>
                  <a:pt x="0" y="259"/>
                </a:lnTo>
                <a:lnTo>
                  <a:pt x="20" y="259"/>
                </a:lnTo>
                <a:lnTo>
                  <a:pt x="20" y="357"/>
                </a:lnTo>
                <a:lnTo>
                  <a:pt x="0" y="357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5625360" y="2005920"/>
            <a:ext cx="83160" cy="69840"/>
          </a:xfrm>
          <a:custGeom>
            <a:avLst/>
            <a:gdLst/>
            <a:ahLst/>
            <a:rect l="0" t="0" r="r" b="b"/>
            <a:pathLst>
              <a:path w="231" h="194">
                <a:moveTo>
                  <a:pt x="0" y="0"/>
                </a:moveTo>
                <a:lnTo>
                  <a:pt x="231" y="0"/>
                </a:lnTo>
                <a:lnTo>
                  <a:pt x="231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5625360" y="203040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1557360" y="1515240"/>
            <a:ext cx="1347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1460520" y="1998360"/>
            <a:ext cx="13219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1460520" y="2109960"/>
            <a:ext cx="2096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1391040" y="2594160"/>
            <a:ext cx="2878560" cy="450000"/>
          </a:xfrm>
          <a:custGeom>
            <a:avLst/>
            <a:gdLst/>
            <a:ahLst/>
            <a:rect l="0" t="0" r="r" b="b"/>
            <a:pathLst>
              <a:path w="7996" h="1250">
                <a:moveTo>
                  <a:pt x="0" y="0"/>
                </a:moveTo>
                <a:lnTo>
                  <a:pt x="7996" y="0"/>
                </a:lnTo>
                <a:lnTo>
                  <a:pt x="7996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1387440" y="2590560"/>
            <a:ext cx="2885760" cy="457200"/>
          </a:xfrm>
          <a:custGeom>
            <a:avLst/>
            <a:gdLst/>
            <a:ahLst/>
            <a:rect l="0" t="0" r="r" b="b"/>
            <a:pathLst>
              <a:path w="8016" h="1270">
                <a:moveTo>
                  <a:pt x="165" y="0"/>
                </a:moveTo>
                <a:lnTo>
                  <a:pt x="261" y="0"/>
                </a:lnTo>
                <a:lnTo>
                  <a:pt x="261" y="20"/>
                </a:lnTo>
                <a:lnTo>
                  <a:pt x="165" y="20"/>
                </a:lnTo>
                <a:lnTo>
                  <a:pt x="165" y="0"/>
                </a:lnTo>
                <a:moveTo>
                  <a:pt x="319" y="0"/>
                </a:moveTo>
                <a:lnTo>
                  <a:pt x="415" y="0"/>
                </a:lnTo>
                <a:lnTo>
                  <a:pt x="415" y="20"/>
                </a:lnTo>
                <a:lnTo>
                  <a:pt x="319" y="20"/>
                </a:lnTo>
                <a:lnTo>
                  <a:pt x="319" y="0"/>
                </a:lnTo>
                <a:moveTo>
                  <a:pt x="472" y="0"/>
                </a:moveTo>
                <a:lnTo>
                  <a:pt x="568" y="0"/>
                </a:lnTo>
                <a:lnTo>
                  <a:pt x="568" y="20"/>
                </a:lnTo>
                <a:lnTo>
                  <a:pt x="472" y="20"/>
                </a:lnTo>
                <a:lnTo>
                  <a:pt x="472" y="0"/>
                </a:lnTo>
                <a:moveTo>
                  <a:pt x="626" y="0"/>
                </a:moveTo>
                <a:lnTo>
                  <a:pt x="722" y="0"/>
                </a:lnTo>
                <a:lnTo>
                  <a:pt x="722" y="20"/>
                </a:lnTo>
                <a:lnTo>
                  <a:pt x="626" y="20"/>
                </a:lnTo>
                <a:lnTo>
                  <a:pt x="626" y="0"/>
                </a:lnTo>
                <a:moveTo>
                  <a:pt x="780" y="0"/>
                </a:moveTo>
                <a:lnTo>
                  <a:pt x="876" y="0"/>
                </a:lnTo>
                <a:lnTo>
                  <a:pt x="876" y="20"/>
                </a:lnTo>
                <a:lnTo>
                  <a:pt x="780" y="20"/>
                </a:lnTo>
                <a:lnTo>
                  <a:pt x="780" y="0"/>
                </a:lnTo>
                <a:moveTo>
                  <a:pt x="934" y="0"/>
                </a:moveTo>
                <a:lnTo>
                  <a:pt x="1030" y="0"/>
                </a:lnTo>
                <a:lnTo>
                  <a:pt x="1030" y="20"/>
                </a:lnTo>
                <a:lnTo>
                  <a:pt x="934" y="20"/>
                </a:lnTo>
                <a:lnTo>
                  <a:pt x="934" y="0"/>
                </a:lnTo>
                <a:moveTo>
                  <a:pt x="1087" y="0"/>
                </a:moveTo>
                <a:lnTo>
                  <a:pt x="1183" y="0"/>
                </a:lnTo>
                <a:lnTo>
                  <a:pt x="1183" y="20"/>
                </a:lnTo>
                <a:lnTo>
                  <a:pt x="1087" y="20"/>
                </a:lnTo>
                <a:lnTo>
                  <a:pt x="1087" y="0"/>
                </a:lnTo>
                <a:moveTo>
                  <a:pt x="1241" y="0"/>
                </a:moveTo>
                <a:lnTo>
                  <a:pt x="1337" y="0"/>
                </a:lnTo>
                <a:lnTo>
                  <a:pt x="1337" y="20"/>
                </a:lnTo>
                <a:lnTo>
                  <a:pt x="1241" y="20"/>
                </a:lnTo>
                <a:lnTo>
                  <a:pt x="1241" y="0"/>
                </a:lnTo>
                <a:moveTo>
                  <a:pt x="1395" y="0"/>
                </a:moveTo>
                <a:lnTo>
                  <a:pt x="1491" y="0"/>
                </a:lnTo>
                <a:lnTo>
                  <a:pt x="1491" y="20"/>
                </a:lnTo>
                <a:lnTo>
                  <a:pt x="1395" y="20"/>
                </a:lnTo>
                <a:lnTo>
                  <a:pt x="1395" y="0"/>
                </a:lnTo>
                <a:moveTo>
                  <a:pt x="1549" y="0"/>
                </a:moveTo>
                <a:lnTo>
                  <a:pt x="1645" y="0"/>
                </a:lnTo>
                <a:lnTo>
                  <a:pt x="1645" y="20"/>
                </a:lnTo>
                <a:lnTo>
                  <a:pt x="1549" y="20"/>
                </a:lnTo>
                <a:lnTo>
                  <a:pt x="1549" y="0"/>
                </a:lnTo>
                <a:moveTo>
                  <a:pt x="1702" y="0"/>
                </a:moveTo>
                <a:lnTo>
                  <a:pt x="1798" y="0"/>
                </a:lnTo>
                <a:lnTo>
                  <a:pt x="1798" y="20"/>
                </a:lnTo>
                <a:lnTo>
                  <a:pt x="1702" y="20"/>
                </a:lnTo>
                <a:lnTo>
                  <a:pt x="1702" y="0"/>
                </a:lnTo>
                <a:moveTo>
                  <a:pt x="1856" y="0"/>
                </a:moveTo>
                <a:lnTo>
                  <a:pt x="1952" y="0"/>
                </a:lnTo>
                <a:lnTo>
                  <a:pt x="1952" y="20"/>
                </a:lnTo>
                <a:lnTo>
                  <a:pt x="1856" y="20"/>
                </a:lnTo>
                <a:lnTo>
                  <a:pt x="1856" y="0"/>
                </a:lnTo>
                <a:moveTo>
                  <a:pt x="2010" y="0"/>
                </a:moveTo>
                <a:lnTo>
                  <a:pt x="2106" y="0"/>
                </a:lnTo>
                <a:lnTo>
                  <a:pt x="2106" y="20"/>
                </a:lnTo>
                <a:lnTo>
                  <a:pt x="2010" y="20"/>
                </a:lnTo>
                <a:lnTo>
                  <a:pt x="2010" y="0"/>
                </a:lnTo>
                <a:moveTo>
                  <a:pt x="2164" y="0"/>
                </a:moveTo>
                <a:lnTo>
                  <a:pt x="2260" y="0"/>
                </a:lnTo>
                <a:lnTo>
                  <a:pt x="2260" y="20"/>
                </a:lnTo>
                <a:lnTo>
                  <a:pt x="2164" y="20"/>
                </a:lnTo>
                <a:lnTo>
                  <a:pt x="2164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20"/>
                </a:lnTo>
                <a:lnTo>
                  <a:pt x="2317" y="20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20"/>
                </a:lnTo>
                <a:lnTo>
                  <a:pt x="2471" y="20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20"/>
                </a:lnTo>
                <a:lnTo>
                  <a:pt x="2625" y="20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20"/>
                </a:lnTo>
                <a:lnTo>
                  <a:pt x="2779" y="20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20"/>
                </a:lnTo>
                <a:lnTo>
                  <a:pt x="2932" y="20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20"/>
                </a:lnTo>
                <a:lnTo>
                  <a:pt x="3086" y="20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20"/>
                </a:lnTo>
                <a:lnTo>
                  <a:pt x="3240" y="20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20"/>
                </a:lnTo>
                <a:lnTo>
                  <a:pt x="3394" y="20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20"/>
                </a:lnTo>
                <a:lnTo>
                  <a:pt x="3547" y="20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20"/>
                </a:lnTo>
                <a:lnTo>
                  <a:pt x="3701" y="20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20"/>
                </a:lnTo>
                <a:lnTo>
                  <a:pt x="3855" y="20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20"/>
                </a:lnTo>
                <a:lnTo>
                  <a:pt x="4009" y="20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20"/>
                </a:lnTo>
                <a:lnTo>
                  <a:pt x="4162" y="20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20"/>
                </a:lnTo>
                <a:lnTo>
                  <a:pt x="4316" y="20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20"/>
                </a:lnTo>
                <a:lnTo>
                  <a:pt x="4470" y="20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20"/>
                </a:lnTo>
                <a:lnTo>
                  <a:pt x="4624" y="20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20"/>
                </a:lnTo>
                <a:lnTo>
                  <a:pt x="4777" y="20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20"/>
                </a:lnTo>
                <a:lnTo>
                  <a:pt x="4931" y="20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20"/>
                </a:lnTo>
                <a:lnTo>
                  <a:pt x="5085" y="20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20"/>
                </a:lnTo>
                <a:lnTo>
                  <a:pt x="5239" y="20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20"/>
                </a:lnTo>
                <a:lnTo>
                  <a:pt x="5392" y="20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20"/>
                </a:lnTo>
                <a:lnTo>
                  <a:pt x="5546" y="20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20"/>
                </a:lnTo>
                <a:lnTo>
                  <a:pt x="5700" y="20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20"/>
                </a:lnTo>
                <a:lnTo>
                  <a:pt x="5854" y="20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20"/>
                </a:lnTo>
                <a:lnTo>
                  <a:pt x="6007" y="20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20"/>
                </a:lnTo>
                <a:lnTo>
                  <a:pt x="6161" y="20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20"/>
                </a:lnTo>
                <a:lnTo>
                  <a:pt x="6315" y="20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20"/>
                </a:lnTo>
                <a:lnTo>
                  <a:pt x="6469" y="20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20"/>
                </a:lnTo>
                <a:lnTo>
                  <a:pt x="6622" y="20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20"/>
                </a:lnTo>
                <a:lnTo>
                  <a:pt x="6776" y="20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20"/>
                </a:lnTo>
                <a:lnTo>
                  <a:pt x="6930" y="20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20"/>
                </a:lnTo>
                <a:lnTo>
                  <a:pt x="7084" y="20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20"/>
                </a:lnTo>
                <a:lnTo>
                  <a:pt x="7237" y="20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20"/>
                </a:lnTo>
                <a:lnTo>
                  <a:pt x="7391" y="20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20"/>
                </a:lnTo>
                <a:lnTo>
                  <a:pt x="7545" y="20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20"/>
                </a:lnTo>
                <a:lnTo>
                  <a:pt x="7699" y="20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20"/>
                </a:lnTo>
                <a:lnTo>
                  <a:pt x="7852" y="20"/>
                </a:lnTo>
                <a:lnTo>
                  <a:pt x="7852" y="0"/>
                </a:lnTo>
                <a:moveTo>
                  <a:pt x="8016" y="10"/>
                </a:moveTo>
                <a:lnTo>
                  <a:pt x="8016" y="106"/>
                </a:lnTo>
                <a:lnTo>
                  <a:pt x="7996" y="106"/>
                </a:lnTo>
                <a:lnTo>
                  <a:pt x="7996" y="10"/>
                </a:lnTo>
                <a:lnTo>
                  <a:pt x="8016" y="10"/>
                </a:lnTo>
                <a:moveTo>
                  <a:pt x="8016" y="164"/>
                </a:moveTo>
                <a:lnTo>
                  <a:pt x="8016" y="260"/>
                </a:lnTo>
                <a:lnTo>
                  <a:pt x="7996" y="260"/>
                </a:lnTo>
                <a:lnTo>
                  <a:pt x="7996" y="164"/>
                </a:lnTo>
                <a:lnTo>
                  <a:pt x="8016" y="164"/>
                </a:lnTo>
                <a:moveTo>
                  <a:pt x="8016" y="317"/>
                </a:moveTo>
                <a:lnTo>
                  <a:pt x="8016" y="413"/>
                </a:lnTo>
                <a:lnTo>
                  <a:pt x="7996" y="413"/>
                </a:lnTo>
                <a:lnTo>
                  <a:pt x="7996" y="317"/>
                </a:lnTo>
                <a:lnTo>
                  <a:pt x="8016" y="317"/>
                </a:lnTo>
                <a:moveTo>
                  <a:pt x="8016" y="471"/>
                </a:moveTo>
                <a:lnTo>
                  <a:pt x="8016" y="567"/>
                </a:lnTo>
                <a:lnTo>
                  <a:pt x="7996" y="567"/>
                </a:lnTo>
                <a:lnTo>
                  <a:pt x="7996" y="471"/>
                </a:lnTo>
                <a:lnTo>
                  <a:pt x="8016" y="471"/>
                </a:lnTo>
                <a:moveTo>
                  <a:pt x="8016" y="625"/>
                </a:moveTo>
                <a:lnTo>
                  <a:pt x="8016" y="721"/>
                </a:lnTo>
                <a:lnTo>
                  <a:pt x="7996" y="721"/>
                </a:lnTo>
                <a:lnTo>
                  <a:pt x="7996" y="625"/>
                </a:lnTo>
                <a:lnTo>
                  <a:pt x="8016" y="625"/>
                </a:lnTo>
                <a:moveTo>
                  <a:pt x="8016" y="779"/>
                </a:moveTo>
                <a:lnTo>
                  <a:pt x="8016" y="875"/>
                </a:lnTo>
                <a:lnTo>
                  <a:pt x="7996" y="875"/>
                </a:lnTo>
                <a:lnTo>
                  <a:pt x="7996" y="779"/>
                </a:lnTo>
                <a:lnTo>
                  <a:pt x="8016" y="779"/>
                </a:lnTo>
                <a:moveTo>
                  <a:pt x="8016" y="932"/>
                </a:moveTo>
                <a:lnTo>
                  <a:pt x="8016" y="1028"/>
                </a:lnTo>
                <a:lnTo>
                  <a:pt x="7996" y="1028"/>
                </a:lnTo>
                <a:lnTo>
                  <a:pt x="7996" y="932"/>
                </a:lnTo>
                <a:lnTo>
                  <a:pt x="8016" y="932"/>
                </a:lnTo>
                <a:moveTo>
                  <a:pt x="8016" y="1087"/>
                </a:moveTo>
                <a:lnTo>
                  <a:pt x="8016" y="1183"/>
                </a:lnTo>
                <a:lnTo>
                  <a:pt x="7996" y="1183"/>
                </a:lnTo>
                <a:lnTo>
                  <a:pt x="7996" y="1087"/>
                </a:lnTo>
                <a:lnTo>
                  <a:pt x="8016" y="1087"/>
                </a:lnTo>
                <a:moveTo>
                  <a:pt x="8016" y="1241"/>
                </a:moveTo>
                <a:lnTo>
                  <a:pt x="8016" y="1270"/>
                </a:lnTo>
                <a:lnTo>
                  <a:pt x="7929" y="1270"/>
                </a:lnTo>
                <a:lnTo>
                  <a:pt x="7929" y="1250"/>
                </a:lnTo>
                <a:lnTo>
                  <a:pt x="8006" y="1250"/>
                </a:lnTo>
                <a:lnTo>
                  <a:pt x="8006" y="1260"/>
                </a:lnTo>
                <a:lnTo>
                  <a:pt x="7996" y="1260"/>
                </a:lnTo>
                <a:lnTo>
                  <a:pt x="7996" y="1241"/>
                </a:lnTo>
                <a:lnTo>
                  <a:pt x="8016" y="1241"/>
                </a:lnTo>
                <a:moveTo>
                  <a:pt x="7871" y="1270"/>
                </a:moveTo>
                <a:lnTo>
                  <a:pt x="7775" y="1270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70"/>
                </a:lnTo>
                <a:moveTo>
                  <a:pt x="7718" y="1270"/>
                </a:moveTo>
                <a:lnTo>
                  <a:pt x="7622" y="1270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70"/>
                </a:lnTo>
                <a:moveTo>
                  <a:pt x="7564" y="1270"/>
                </a:moveTo>
                <a:lnTo>
                  <a:pt x="7468" y="1270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70"/>
                </a:lnTo>
                <a:moveTo>
                  <a:pt x="7410" y="1270"/>
                </a:moveTo>
                <a:lnTo>
                  <a:pt x="7314" y="1270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70"/>
                </a:lnTo>
                <a:moveTo>
                  <a:pt x="7256" y="1270"/>
                </a:moveTo>
                <a:lnTo>
                  <a:pt x="7160" y="1270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70"/>
                </a:lnTo>
                <a:moveTo>
                  <a:pt x="7103" y="1270"/>
                </a:moveTo>
                <a:lnTo>
                  <a:pt x="7007" y="1270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70"/>
                </a:lnTo>
                <a:moveTo>
                  <a:pt x="6949" y="1270"/>
                </a:moveTo>
                <a:lnTo>
                  <a:pt x="6853" y="1270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70"/>
                </a:lnTo>
                <a:moveTo>
                  <a:pt x="6795" y="1270"/>
                </a:moveTo>
                <a:lnTo>
                  <a:pt x="6699" y="1270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70"/>
                </a:lnTo>
                <a:moveTo>
                  <a:pt x="6641" y="1270"/>
                </a:moveTo>
                <a:lnTo>
                  <a:pt x="6545" y="1270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70"/>
                </a:lnTo>
                <a:moveTo>
                  <a:pt x="6488" y="1270"/>
                </a:moveTo>
                <a:lnTo>
                  <a:pt x="6392" y="1270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70"/>
                </a:lnTo>
                <a:moveTo>
                  <a:pt x="6334" y="1270"/>
                </a:moveTo>
                <a:lnTo>
                  <a:pt x="6238" y="1270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70"/>
                </a:lnTo>
                <a:moveTo>
                  <a:pt x="6180" y="1270"/>
                </a:moveTo>
                <a:lnTo>
                  <a:pt x="6084" y="1270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70"/>
                </a:lnTo>
                <a:moveTo>
                  <a:pt x="6027" y="1270"/>
                </a:moveTo>
                <a:lnTo>
                  <a:pt x="5930" y="1270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70"/>
                </a:lnTo>
                <a:moveTo>
                  <a:pt x="5873" y="1270"/>
                </a:moveTo>
                <a:lnTo>
                  <a:pt x="5777" y="1270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70"/>
                </a:lnTo>
                <a:moveTo>
                  <a:pt x="5719" y="1270"/>
                </a:moveTo>
                <a:lnTo>
                  <a:pt x="5623" y="1270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70"/>
                </a:lnTo>
                <a:moveTo>
                  <a:pt x="5565" y="1270"/>
                </a:moveTo>
                <a:lnTo>
                  <a:pt x="5469" y="1270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70"/>
                </a:lnTo>
                <a:moveTo>
                  <a:pt x="5412" y="1270"/>
                </a:moveTo>
                <a:lnTo>
                  <a:pt x="5315" y="1270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70"/>
                </a:lnTo>
                <a:moveTo>
                  <a:pt x="5258" y="1270"/>
                </a:moveTo>
                <a:lnTo>
                  <a:pt x="5162" y="1270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70"/>
                </a:lnTo>
                <a:moveTo>
                  <a:pt x="5104" y="1270"/>
                </a:moveTo>
                <a:lnTo>
                  <a:pt x="5008" y="1270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70"/>
                </a:lnTo>
                <a:moveTo>
                  <a:pt x="4950" y="1270"/>
                </a:moveTo>
                <a:lnTo>
                  <a:pt x="4854" y="1270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70"/>
                </a:lnTo>
                <a:moveTo>
                  <a:pt x="4797" y="1270"/>
                </a:moveTo>
                <a:lnTo>
                  <a:pt x="4700" y="1270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70"/>
                </a:lnTo>
                <a:moveTo>
                  <a:pt x="4643" y="1270"/>
                </a:moveTo>
                <a:lnTo>
                  <a:pt x="4547" y="1270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70"/>
                </a:lnTo>
                <a:moveTo>
                  <a:pt x="4489" y="1270"/>
                </a:moveTo>
                <a:lnTo>
                  <a:pt x="4393" y="1270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70"/>
                </a:lnTo>
                <a:moveTo>
                  <a:pt x="4335" y="1270"/>
                </a:moveTo>
                <a:lnTo>
                  <a:pt x="4239" y="1270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70"/>
                </a:lnTo>
                <a:moveTo>
                  <a:pt x="4182" y="1270"/>
                </a:moveTo>
                <a:lnTo>
                  <a:pt x="4085" y="1270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70"/>
                </a:lnTo>
                <a:moveTo>
                  <a:pt x="4028" y="1270"/>
                </a:moveTo>
                <a:lnTo>
                  <a:pt x="3932" y="1270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70"/>
                </a:lnTo>
                <a:moveTo>
                  <a:pt x="3874" y="1270"/>
                </a:moveTo>
                <a:lnTo>
                  <a:pt x="3778" y="1270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70"/>
                </a:lnTo>
                <a:moveTo>
                  <a:pt x="3720" y="1270"/>
                </a:moveTo>
                <a:lnTo>
                  <a:pt x="3624" y="1270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70"/>
                </a:lnTo>
                <a:moveTo>
                  <a:pt x="3567" y="1270"/>
                </a:moveTo>
                <a:lnTo>
                  <a:pt x="3470" y="1270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70"/>
                </a:lnTo>
                <a:moveTo>
                  <a:pt x="3413" y="1270"/>
                </a:moveTo>
                <a:lnTo>
                  <a:pt x="3317" y="1270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70"/>
                </a:lnTo>
                <a:moveTo>
                  <a:pt x="3259" y="1270"/>
                </a:moveTo>
                <a:lnTo>
                  <a:pt x="3163" y="1270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70"/>
                </a:lnTo>
                <a:moveTo>
                  <a:pt x="3105" y="1270"/>
                </a:moveTo>
                <a:lnTo>
                  <a:pt x="3009" y="1270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70"/>
                </a:lnTo>
                <a:moveTo>
                  <a:pt x="2952" y="1270"/>
                </a:moveTo>
                <a:lnTo>
                  <a:pt x="2855" y="1270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70"/>
                </a:lnTo>
                <a:moveTo>
                  <a:pt x="2798" y="1270"/>
                </a:moveTo>
                <a:lnTo>
                  <a:pt x="2702" y="1270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70"/>
                </a:lnTo>
                <a:moveTo>
                  <a:pt x="2644" y="1270"/>
                </a:moveTo>
                <a:lnTo>
                  <a:pt x="2548" y="1270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70"/>
                </a:lnTo>
                <a:moveTo>
                  <a:pt x="2490" y="1270"/>
                </a:moveTo>
                <a:lnTo>
                  <a:pt x="2394" y="1270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70"/>
                </a:lnTo>
                <a:moveTo>
                  <a:pt x="2337" y="1270"/>
                </a:moveTo>
                <a:lnTo>
                  <a:pt x="2240" y="1270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70"/>
                </a:lnTo>
                <a:moveTo>
                  <a:pt x="2183" y="1270"/>
                </a:moveTo>
                <a:lnTo>
                  <a:pt x="2087" y="1270"/>
                </a:lnTo>
                <a:lnTo>
                  <a:pt x="2087" y="1250"/>
                </a:lnTo>
                <a:lnTo>
                  <a:pt x="2183" y="1250"/>
                </a:lnTo>
                <a:lnTo>
                  <a:pt x="2183" y="1270"/>
                </a:lnTo>
                <a:moveTo>
                  <a:pt x="2029" y="1270"/>
                </a:moveTo>
                <a:lnTo>
                  <a:pt x="1933" y="1270"/>
                </a:lnTo>
                <a:lnTo>
                  <a:pt x="1933" y="1250"/>
                </a:lnTo>
                <a:lnTo>
                  <a:pt x="2029" y="1250"/>
                </a:lnTo>
                <a:lnTo>
                  <a:pt x="2029" y="1270"/>
                </a:lnTo>
                <a:moveTo>
                  <a:pt x="1875" y="1270"/>
                </a:moveTo>
                <a:lnTo>
                  <a:pt x="1779" y="1270"/>
                </a:lnTo>
                <a:lnTo>
                  <a:pt x="1779" y="1250"/>
                </a:lnTo>
                <a:lnTo>
                  <a:pt x="1875" y="1250"/>
                </a:lnTo>
                <a:lnTo>
                  <a:pt x="1875" y="1270"/>
                </a:lnTo>
                <a:moveTo>
                  <a:pt x="1722" y="1270"/>
                </a:moveTo>
                <a:lnTo>
                  <a:pt x="1625" y="1270"/>
                </a:lnTo>
                <a:lnTo>
                  <a:pt x="1625" y="1250"/>
                </a:lnTo>
                <a:lnTo>
                  <a:pt x="1722" y="1250"/>
                </a:lnTo>
                <a:lnTo>
                  <a:pt x="1722" y="1270"/>
                </a:lnTo>
                <a:moveTo>
                  <a:pt x="1568" y="1270"/>
                </a:moveTo>
                <a:lnTo>
                  <a:pt x="1472" y="1270"/>
                </a:lnTo>
                <a:lnTo>
                  <a:pt x="1472" y="1250"/>
                </a:lnTo>
                <a:lnTo>
                  <a:pt x="1568" y="1250"/>
                </a:lnTo>
                <a:lnTo>
                  <a:pt x="1568" y="1270"/>
                </a:lnTo>
                <a:moveTo>
                  <a:pt x="1414" y="1270"/>
                </a:moveTo>
                <a:lnTo>
                  <a:pt x="1318" y="1270"/>
                </a:lnTo>
                <a:lnTo>
                  <a:pt x="1318" y="1250"/>
                </a:lnTo>
                <a:lnTo>
                  <a:pt x="1414" y="1250"/>
                </a:lnTo>
                <a:lnTo>
                  <a:pt x="1414" y="1270"/>
                </a:lnTo>
                <a:moveTo>
                  <a:pt x="1260" y="1270"/>
                </a:moveTo>
                <a:lnTo>
                  <a:pt x="1164" y="1270"/>
                </a:lnTo>
                <a:lnTo>
                  <a:pt x="1164" y="1250"/>
                </a:lnTo>
                <a:lnTo>
                  <a:pt x="1260" y="1250"/>
                </a:lnTo>
                <a:lnTo>
                  <a:pt x="1260" y="1270"/>
                </a:lnTo>
                <a:moveTo>
                  <a:pt x="1107" y="1270"/>
                </a:moveTo>
                <a:lnTo>
                  <a:pt x="1010" y="1270"/>
                </a:lnTo>
                <a:lnTo>
                  <a:pt x="1010" y="1250"/>
                </a:lnTo>
                <a:lnTo>
                  <a:pt x="1107" y="1250"/>
                </a:lnTo>
                <a:lnTo>
                  <a:pt x="1107" y="1270"/>
                </a:lnTo>
                <a:moveTo>
                  <a:pt x="953" y="1270"/>
                </a:moveTo>
                <a:lnTo>
                  <a:pt x="857" y="1270"/>
                </a:lnTo>
                <a:lnTo>
                  <a:pt x="857" y="1250"/>
                </a:lnTo>
                <a:lnTo>
                  <a:pt x="953" y="1250"/>
                </a:lnTo>
                <a:lnTo>
                  <a:pt x="953" y="1270"/>
                </a:lnTo>
                <a:moveTo>
                  <a:pt x="799" y="1270"/>
                </a:moveTo>
                <a:lnTo>
                  <a:pt x="703" y="1270"/>
                </a:lnTo>
                <a:lnTo>
                  <a:pt x="703" y="1250"/>
                </a:lnTo>
                <a:lnTo>
                  <a:pt x="799" y="1250"/>
                </a:lnTo>
                <a:lnTo>
                  <a:pt x="799" y="1270"/>
                </a:lnTo>
                <a:moveTo>
                  <a:pt x="645" y="1270"/>
                </a:moveTo>
                <a:lnTo>
                  <a:pt x="549" y="1270"/>
                </a:lnTo>
                <a:lnTo>
                  <a:pt x="549" y="1250"/>
                </a:lnTo>
                <a:lnTo>
                  <a:pt x="645" y="1250"/>
                </a:lnTo>
                <a:lnTo>
                  <a:pt x="645" y="1270"/>
                </a:lnTo>
                <a:moveTo>
                  <a:pt x="492" y="1270"/>
                </a:moveTo>
                <a:lnTo>
                  <a:pt x="395" y="1270"/>
                </a:lnTo>
                <a:lnTo>
                  <a:pt x="395" y="1250"/>
                </a:lnTo>
                <a:lnTo>
                  <a:pt x="492" y="1250"/>
                </a:lnTo>
                <a:lnTo>
                  <a:pt x="492" y="1270"/>
                </a:lnTo>
                <a:moveTo>
                  <a:pt x="338" y="1270"/>
                </a:moveTo>
                <a:lnTo>
                  <a:pt x="242" y="1270"/>
                </a:lnTo>
                <a:lnTo>
                  <a:pt x="242" y="1250"/>
                </a:lnTo>
                <a:lnTo>
                  <a:pt x="338" y="1250"/>
                </a:lnTo>
                <a:lnTo>
                  <a:pt x="338" y="1270"/>
                </a:lnTo>
                <a:moveTo>
                  <a:pt x="184" y="1270"/>
                </a:moveTo>
                <a:lnTo>
                  <a:pt x="87" y="1270"/>
                </a:lnTo>
                <a:lnTo>
                  <a:pt x="87" y="1250"/>
                </a:lnTo>
                <a:lnTo>
                  <a:pt x="184" y="1250"/>
                </a:lnTo>
                <a:lnTo>
                  <a:pt x="184" y="1270"/>
                </a:lnTo>
                <a:moveTo>
                  <a:pt x="29" y="1270"/>
                </a:moveTo>
                <a:lnTo>
                  <a:pt x="0" y="1270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70"/>
                </a:lnTo>
                <a:moveTo>
                  <a:pt x="0" y="1126"/>
                </a:moveTo>
                <a:lnTo>
                  <a:pt x="0" y="1028"/>
                </a:lnTo>
                <a:lnTo>
                  <a:pt x="20" y="1028"/>
                </a:lnTo>
                <a:lnTo>
                  <a:pt x="20" y="1126"/>
                </a:lnTo>
                <a:lnTo>
                  <a:pt x="0" y="1126"/>
                </a:lnTo>
                <a:moveTo>
                  <a:pt x="0" y="971"/>
                </a:moveTo>
                <a:lnTo>
                  <a:pt x="0" y="875"/>
                </a:lnTo>
                <a:lnTo>
                  <a:pt x="20" y="875"/>
                </a:lnTo>
                <a:lnTo>
                  <a:pt x="20" y="971"/>
                </a:lnTo>
                <a:lnTo>
                  <a:pt x="0" y="971"/>
                </a:lnTo>
                <a:moveTo>
                  <a:pt x="0" y="817"/>
                </a:moveTo>
                <a:lnTo>
                  <a:pt x="0" y="721"/>
                </a:lnTo>
                <a:lnTo>
                  <a:pt x="20" y="721"/>
                </a:lnTo>
                <a:lnTo>
                  <a:pt x="20" y="817"/>
                </a:lnTo>
                <a:lnTo>
                  <a:pt x="0" y="817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10"/>
                </a:moveTo>
                <a:lnTo>
                  <a:pt x="0" y="413"/>
                </a:lnTo>
                <a:lnTo>
                  <a:pt x="20" y="413"/>
                </a:lnTo>
                <a:lnTo>
                  <a:pt x="20" y="510"/>
                </a:lnTo>
                <a:lnTo>
                  <a:pt x="0" y="510"/>
                </a:lnTo>
                <a:moveTo>
                  <a:pt x="0" y="356"/>
                </a:moveTo>
                <a:lnTo>
                  <a:pt x="0" y="260"/>
                </a:lnTo>
                <a:lnTo>
                  <a:pt x="20" y="260"/>
                </a:lnTo>
                <a:lnTo>
                  <a:pt x="20" y="356"/>
                </a:lnTo>
                <a:lnTo>
                  <a:pt x="0" y="356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131000" y="26496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131000" y="26737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1460520" y="2240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1460520" y="2641680"/>
            <a:ext cx="21726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1460520" y="2753280"/>
            <a:ext cx="114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1391040" y="3237480"/>
            <a:ext cx="4372920" cy="810000"/>
          </a:xfrm>
          <a:custGeom>
            <a:avLst/>
            <a:gdLst/>
            <a:ahLst/>
            <a:rect l="0" t="0" r="r" b="b"/>
            <a:pathLst>
              <a:path w="12147" h="2250">
                <a:moveTo>
                  <a:pt x="0" y="0"/>
                </a:moveTo>
                <a:lnTo>
                  <a:pt x="12147" y="0"/>
                </a:lnTo>
                <a:lnTo>
                  <a:pt x="12147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1387440" y="3234240"/>
            <a:ext cx="4380120" cy="816480"/>
          </a:xfrm>
          <a:custGeom>
            <a:avLst/>
            <a:gdLst/>
            <a:ahLst/>
            <a:rect l="0" t="0" r="r" b="b"/>
            <a:pathLst>
              <a:path w="12167" h="226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9"/>
                </a:moveTo>
                <a:lnTo>
                  <a:pt x="12167" y="105"/>
                </a:lnTo>
                <a:lnTo>
                  <a:pt x="12148" y="105"/>
                </a:lnTo>
                <a:lnTo>
                  <a:pt x="12148" y="9"/>
                </a:lnTo>
                <a:lnTo>
                  <a:pt x="12167" y="9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7"/>
                </a:moveTo>
                <a:lnTo>
                  <a:pt x="12167" y="413"/>
                </a:lnTo>
                <a:lnTo>
                  <a:pt x="12148" y="413"/>
                </a:lnTo>
                <a:lnTo>
                  <a:pt x="12148" y="317"/>
                </a:lnTo>
                <a:lnTo>
                  <a:pt x="12167" y="317"/>
                </a:lnTo>
                <a:moveTo>
                  <a:pt x="12167" y="470"/>
                </a:moveTo>
                <a:lnTo>
                  <a:pt x="12167" y="567"/>
                </a:lnTo>
                <a:lnTo>
                  <a:pt x="12148" y="567"/>
                </a:lnTo>
                <a:lnTo>
                  <a:pt x="12148" y="470"/>
                </a:lnTo>
                <a:lnTo>
                  <a:pt x="12167" y="470"/>
                </a:lnTo>
                <a:moveTo>
                  <a:pt x="12167" y="624"/>
                </a:moveTo>
                <a:lnTo>
                  <a:pt x="12167" y="720"/>
                </a:lnTo>
                <a:lnTo>
                  <a:pt x="12148" y="720"/>
                </a:lnTo>
                <a:lnTo>
                  <a:pt x="12148" y="624"/>
                </a:lnTo>
                <a:lnTo>
                  <a:pt x="12167" y="624"/>
                </a:lnTo>
                <a:moveTo>
                  <a:pt x="12167" y="778"/>
                </a:moveTo>
                <a:lnTo>
                  <a:pt x="12167" y="874"/>
                </a:lnTo>
                <a:lnTo>
                  <a:pt x="12148" y="874"/>
                </a:lnTo>
                <a:lnTo>
                  <a:pt x="12148" y="778"/>
                </a:lnTo>
                <a:lnTo>
                  <a:pt x="12167" y="778"/>
                </a:lnTo>
                <a:moveTo>
                  <a:pt x="12167" y="932"/>
                </a:moveTo>
                <a:lnTo>
                  <a:pt x="12167" y="1028"/>
                </a:lnTo>
                <a:lnTo>
                  <a:pt x="12148" y="1028"/>
                </a:lnTo>
                <a:lnTo>
                  <a:pt x="12148" y="932"/>
                </a:lnTo>
                <a:lnTo>
                  <a:pt x="12167" y="932"/>
                </a:lnTo>
                <a:moveTo>
                  <a:pt x="12167" y="1085"/>
                </a:moveTo>
                <a:lnTo>
                  <a:pt x="12167" y="1181"/>
                </a:lnTo>
                <a:lnTo>
                  <a:pt x="12148" y="1181"/>
                </a:lnTo>
                <a:lnTo>
                  <a:pt x="12148" y="1085"/>
                </a:lnTo>
                <a:lnTo>
                  <a:pt x="12167" y="1085"/>
                </a:lnTo>
                <a:moveTo>
                  <a:pt x="12167" y="1240"/>
                </a:moveTo>
                <a:lnTo>
                  <a:pt x="12167" y="1336"/>
                </a:lnTo>
                <a:lnTo>
                  <a:pt x="12148" y="1336"/>
                </a:lnTo>
                <a:lnTo>
                  <a:pt x="12148" y="1240"/>
                </a:lnTo>
                <a:lnTo>
                  <a:pt x="12167" y="1240"/>
                </a:lnTo>
                <a:moveTo>
                  <a:pt x="12167" y="1394"/>
                </a:moveTo>
                <a:lnTo>
                  <a:pt x="12167" y="1490"/>
                </a:lnTo>
                <a:lnTo>
                  <a:pt x="12148" y="1490"/>
                </a:lnTo>
                <a:lnTo>
                  <a:pt x="12148" y="1394"/>
                </a:lnTo>
                <a:lnTo>
                  <a:pt x="12167" y="1394"/>
                </a:lnTo>
                <a:moveTo>
                  <a:pt x="12167" y="1548"/>
                </a:moveTo>
                <a:lnTo>
                  <a:pt x="12167" y="1644"/>
                </a:lnTo>
                <a:lnTo>
                  <a:pt x="12148" y="1644"/>
                </a:lnTo>
                <a:lnTo>
                  <a:pt x="12148" y="1548"/>
                </a:lnTo>
                <a:lnTo>
                  <a:pt x="12167" y="1548"/>
                </a:lnTo>
                <a:moveTo>
                  <a:pt x="12167" y="1701"/>
                </a:moveTo>
                <a:lnTo>
                  <a:pt x="12167" y="1797"/>
                </a:lnTo>
                <a:lnTo>
                  <a:pt x="12148" y="1797"/>
                </a:lnTo>
                <a:lnTo>
                  <a:pt x="12148" y="1701"/>
                </a:lnTo>
                <a:lnTo>
                  <a:pt x="12167" y="1701"/>
                </a:lnTo>
                <a:moveTo>
                  <a:pt x="12167" y="1855"/>
                </a:moveTo>
                <a:lnTo>
                  <a:pt x="12167" y="1951"/>
                </a:lnTo>
                <a:lnTo>
                  <a:pt x="12148" y="1951"/>
                </a:lnTo>
                <a:lnTo>
                  <a:pt x="12148" y="1855"/>
                </a:lnTo>
                <a:lnTo>
                  <a:pt x="12167" y="1855"/>
                </a:lnTo>
                <a:moveTo>
                  <a:pt x="12167" y="2009"/>
                </a:moveTo>
                <a:lnTo>
                  <a:pt x="12167" y="2105"/>
                </a:lnTo>
                <a:lnTo>
                  <a:pt x="12148" y="2105"/>
                </a:lnTo>
                <a:lnTo>
                  <a:pt x="12148" y="2009"/>
                </a:lnTo>
                <a:lnTo>
                  <a:pt x="12167" y="2009"/>
                </a:lnTo>
                <a:moveTo>
                  <a:pt x="12167" y="2163"/>
                </a:moveTo>
                <a:lnTo>
                  <a:pt x="12167" y="2259"/>
                </a:lnTo>
                <a:lnTo>
                  <a:pt x="12148" y="2259"/>
                </a:lnTo>
                <a:lnTo>
                  <a:pt x="12148" y="2163"/>
                </a:lnTo>
                <a:lnTo>
                  <a:pt x="12167" y="2163"/>
                </a:lnTo>
                <a:moveTo>
                  <a:pt x="12100" y="2268"/>
                </a:moveTo>
                <a:lnTo>
                  <a:pt x="12003" y="2268"/>
                </a:lnTo>
                <a:lnTo>
                  <a:pt x="12003" y="2249"/>
                </a:lnTo>
                <a:lnTo>
                  <a:pt x="12100" y="2249"/>
                </a:lnTo>
                <a:lnTo>
                  <a:pt x="12100" y="2268"/>
                </a:lnTo>
                <a:moveTo>
                  <a:pt x="11946" y="2268"/>
                </a:moveTo>
                <a:lnTo>
                  <a:pt x="11850" y="2268"/>
                </a:lnTo>
                <a:lnTo>
                  <a:pt x="11850" y="2249"/>
                </a:lnTo>
                <a:lnTo>
                  <a:pt x="11946" y="2249"/>
                </a:lnTo>
                <a:lnTo>
                  <a:pt x="11946" y="2268"/>
                </a:lnTo>
                <a:moveTo>
                  <a:pt x="11792" y="2268"/>
                </a:moveTo>
                <a:lnTo>
                  <a:pt x="11696" y="2268"/>
                </a:lnTo>
                <a:lnTo>
                  <a:pt x="11696" y="2249"/>
                </a:lnTo>
                <a:lnTo>
                  <a:pt x="11792" y="2249"/>
                </a:lnTo>
                <a:lnTo>
                  <a:pt x="11792" y="2268"/>
                </a:lnTo>
                <a:moveTo>
                  <a:pt x="11638" y="2268"/>
                </a:moveTo>
                <a:lnTo>
                  <a:pt x="11542" y="2268"/>
                </a:lnTo>
                <a:lnTo>
                  <a:pt x="11542" y="2249"/>
                </a:lnTo>
                <a:lnTo>
                  <a:pt x="11638" y="2249"/>
                </a:lnTo>
                <a:lnTo>
                  <a:pt x="11638" y="2268"/>
                </a:lnTo>
                <a:moveTo>
                  <a:pt x="11485" y="2268"/>
                </a:moveTo>
                <a:lnTo>
                  <a:pt x="11388" y="2268"/>
                </a:lnTo>
                <a:lnTo>
                  <a:pt x="11388" y="2249"/>
                </a:lnTo>
                <a:lnTo>
                  <a:pt x="11485" y="2249"/>
                </a:lnTo>
                <a:lnTo>
                  <a:pt x="11485" y="2268"/>
                </a:lnTo>
                <a:moveTo>
                  <a:pt x="11331" y="2268"/>
                </a:moveTo>
                <a:lnTo>
                  <a:pt x="11235" y="2268"/>
                </a:lnTo>
                <a:lnTo>
                  <a:pt x="11235" y="2249"/>
                </a:lnTo>
                <a:lnTo>
                  <a:pt x="11331" y="2249"/>
                </a:lnTo>
                <a:lnTo>
                  <a:pt x="11331" y="2268"/>
                </a:lnTo>
                <a:moveTo>
                  <a:pt x="11177" y="2268"/>
                </a:moveTo>
                <a:lnTo>
                  <a:pt x="11081" y="2268"/>
                </a:lnTo>
                <a:lnTo>
                  <a:pt x="11081" y="2249"/>
                </a:lnTo>
                <a:lnTo>
                  <a:pt x="11177" y="2249"/>
                </a:lnTo>
                <a:lnTo>
                  <a:pt x="11177" y="2268"/>
                </a:lnTo>
                <a:moveTo>
                  <a:pt x="11023" y="2268"/>
                </a:moveTo>
                <a:lnTo>
                  <a:pt x="10927" y="2268"/>
                </a:lnTo>
                <a:lnTo>
                  <a:pt x="10927" y="2249"/>
                </a:lnTo>
                <a:lnTo>
                  <a:pt x="11023" y="2249"/>
                </a:lnTo>
                <a:lnTo>
                  <a:pt x="11023" y="2268"/>
                </a:lnTo>
                <a:moveTo>
                  <a:pt x="10870" y="2268"/>
                </a:moveTo>
                <a:lnTo>
                  <a:pt x="10773" y="2268"/>
                </a:lnTo>
                <a:lnTo>
                  <a:pt x="10773" y="2249"/>
                </a:lnTo>
                <a:lnTo>
                  <a:pt x="10870" y="2249"/>
                </a:lnTo>
                <a:lnTo>
                  <a:pt x="10870" y="2268"/>
                </a:lnTo>
                <a:moveTo>
                  <a:pt x="10716" y="2268"/>
                </a:moveTo>
                <a:lnTo>
                  <a:pt x="10620" y="2268"/>
                </a:lnTo>
                <a:lnTo>
                  <a:pt x="10620" y="2249"/>
                </a:lnTo>
                <a:lnTo>
                  <a:pt x="10716" y="2249"/>
                </a:lnTo>
                <a:lnTo>
                  <a:pt x="10716" y="2268"/>
                </a:lnTo>
                <a:moveTo>
                  <a:pt x="10562" y="2268"/>
                </a:moveTo>
                <a:lnTo>
                  <a:pt x="10466" y="2268"/>
                </a:lnTo>
                <a:lnTo>
                  <a:pt x="10466" y="2249"/>
                </a:lnTo>
                <a:lnTo>
                  <a:pt x="10562" y="2249"/>
                </a:lnTo>
                <a:lnTo>
                  <a:pt x="10562" y="2268"/>
                </a:lnTo>
                <a:moveTo>
                  <a:pt x="10408" y="2268"/>
                </a:moveTo>
                <a:lnTo>
                  <a:pt x="10312" y="2268"/>
                </a:lnTo>
                <a:lnTo>
                  <a:pt x="10312" y="2249"/>
                </a:lnTo>
                <a:lnTo>
                  <a:pt x="10408" y="2249"/>
                </a:lnTo>
                <a:lnTo>
                  <a:pt x="10408" y="2268"/>
                </a:lnTo>
                <a:moveTo>
                  <a:pt x="10255" y="2268"/>
                </a:moveTo>
                <a:lnTo>
                  <a:pt x="10158" y="2268"/>
                </a:lnTo>
                <a:lnTo>
                  <a:pt x="10158" y="2249"/>
                </a:lnTo>
                <a:lnTo>
                  <a:pt x="10255" y="2249"/>
                </a:lnTo>
                <a:lnTo>
                  <a:pt x="10255" y="2268"/>
                </a:lnTo>
                <a:moveTo>
                  <a:pt x="10101" y="2268"/>
                </a:moveTo>
                <a:lnTo>
                  <a:pt x="10005" y="2268"/>
                </a:lnTo>
                <a:lnTo>
                  <a:pt x="10005" y="2249"/>
                </a:lnTo>
                <a:lnTo>
                  <a:pt x="10101" y="2249"/>
                </a:lnTo>
                <a:lnTo>
                  <a:pt x="10101" y="2268"/>
                </a:lnTo>
                <a:moveTo>
                  <a:pt x="9947" y="2268"/>
                </a:moveTo>
                <a:lnTo>
                  <a:pt x="9851" y="2268"/>
                </a:lnTo>
                <a:lnTo>
                  <a:pt x="9851" y="2249"/>
                </a:lnTo>
                <a:lnTo>
                  <a:pt x="9947" y="2249"/>
                </a:lnTo>
                <a:lnTo>
                  <a:pt x="9947" y="2268"/>
                </a:lnTo>
                <a:moveTo>
                  <a:pt x="9793" y="2268"/>
                </a:moveTo>
                <a:lnTo>
                  <a:pt x="9697" y="2268"/>
                </a:lnTo>
                <a:lnTo>
                  <a:pt x="9697" y="2249"/>
                </a:lnTo>
                <a:lnTo>
                  <a:pt x="9793" y="2249"/>
                </a:lnTo>
                <a:lnTo>
                  <a:pt x="9793" y="2268"/>
                </a:lnTo>
                <a:moveTo>
                  <a:pt x="9640" y="2268"/>
                </a:moveTo>
                <a:lnTo>
                  <a:pt x="9543" y="2268"/>
                </a:lnTo>
                <a:lnTo>
                  <a:pt x="9543" y="2249"/>
                </a:lnTo>
                <a:lnTo>
                  <a:pt x="9640" y="2249"/>
                </a:lnTo>
                <a:lnTo>
                  <a:pt x="9640" y="2268"/>
                </a:lnTo>
                <a:moveTo>
                  <a:pt x="9486" y="2268"/>
                </a:moveTo>
                <a:lnTo>
                  <a:pt x="9390" y="2268"/>
                </a:lnTo>
                <a:lnTo>
                  <a:pt x="9390" y="2249"/>
                </a:lnTo>
                <a:lnTo>
                  <a:pt x="9486" y="2249"/>
                </a:lnTo>
                <a:lnTo>
                  <a:pt x="9486" y="2268"/>
                </a:lnTo>
                <a:moveTo>
                  <a:pt x="9332" y="2268"/>
                </a:moveTo>
                <a:lnTo>
                  <a:pt x="9236" y="2268"/>
                </a:lnTo>
                <a:lnTo>
                  <a:pt x="9236" y="2249"/>
                </a:lnTo>
                <a:lnTo>
                  <a:pt x="9332" y="2249"/>
                </a:lnTo>
                <a:lnTo>
                  <a:pt x="9332" y="2268"/>
                </a:lnTo>
                <a:moveTo>
                  <a:pt x="9178" y="2268"/>
                </a:moveTo>
                <a:lnTo>
                  <a:pt x="9082" y="2268"/>
                </a:lnTo>
                <a:lnTo>
                  <a:pt x="9082" y="2249"/>
                </a:lnTo>
                <a:lnTo>
                  <a:pt x="9178" y="2249"/>
                </a:lnTo>
                <a:lnTo>
                  <a:pt x="9178" y="2268"/>
                </a:lnTo>
                <a:moveTo>
                  <a:pt x="9025" y="2268"/>
                </a:moveTo>
                <a:lnTo>
                  <a:pt x="8929" y="2268"/>
                </a:lnTo>
                <a:lnTo>
                  <a:pt x="8929" y="2249"/>
                </a:lnTo>
                <a:lnTo>
                  <a:pt x="9025" y="2249"/>
                </a:lnTo>
                <a:lnTo>
                  <a:pt x="9025" y="2268"/>
                </a:lnTo>
                <a:moveTo>
                  <a:pt x="8871" y="2268"/>
                </a:moveTo>
                <a:lnTo>
                  <a:pt x="8775" y="2268"/>
                </a:lnTo>
                <a:lnTo>
                  <a:pt x="8775" y="2249"/>
                </a:lnTo>
                <a:lnTo>
                  <a:pt x="8871" y="2249"/>
                </a:lnTo>
                <a:lnTo>
                  <a:pt x="8871" y="2268"/>
                </a:lnTo>
                <a:moveTo>
                  <a:pt x="8717" y="2268"/>
                </a:moveTo>
                <a:lnTo>
                  <a:pt x="8621" y="2268"/>
                </a:lnTo>
                <a:lnTo>
                  <a:pt x="8621" y="2249"/>
                </a:lnTo>
                <a:lnTo>
                  <a:pt x="8717" y="2249"/>
                </a:lnTo>
                <a:lnTo>
                  <a:pt x="8717" y="2268"/>
                </a:lnTo>
                <a:moveTo>
                  <a:pt x="8563" y="2268"/>
                </a:moveTo>
                <a:lnTo>
                  <a:pt x="8467" y="2268"/>
                </a:lnTo>
                <a:lnTo>
                  <a:pt x="8467" y="2249"/>
                </a:lnTo>
                <a:lnTo>
                  <a:pt x="8563" y="2249"/>
                </a:lnTo>
                <a:lnTo>
                  <a:pt x="8563" y="2268"/>
                </a:lnTo>
                <a:moveTo>
                  <a:pt x="8410" y="2268"/>
                </a:moveTo>
                <a:lnTo>
                  <a:pt x="8314" y="2268"/>
                </a:lnTo>
                <a:lnTo>
                  <a:pt x="8314" y="2249"/>
                </a:lnTo>
                <a:lnTo>
                  <a:pt x="8410" y="2249"/>
                </a:lnTo>
                <a:lnTo>
                  <a:pt x="8410" y="2268"/>
                </a:lnTo>
                <a:moveTo>
                  <a:pt x="8256" y="2268"/>
                </a:moveTo>
                <a:lnTo>
                  <a:pt x="8160" y="2268"/>
                </a:lnTo>
                <a:lnTo>
                  <a:pt x="8160" y="2249"/>
                </a:lnTo>
                <a:lnTo>
                  <a:pt x="8256" y="2249"/>
                </a:lnTo>
                <a:lnTo>
                  <a:pt x="8256" y="2268"/>
                </a:lnTo>
                <a:moveTo>
                  <a:pt x="8102" y="2268"/>
                </a:moveTo>
                <a:lnTo>
                  <a:pt x="8006" y="2268"/>
                </a:lnTo>
                <a:lnTo>
                  <a:pt x="8006" y="2249"/>
                </a:lnTo>
                <a:lnTo>
                  <a:pt x="8102" y="2249"/>
                </a:lnTo>
                <a:lnTo>
                  <a:pt x="8102" y="2268"/>
                </a:lnTo>
                <a:moveTo>
                  <a:pt x="7948" y="2268"/>
                </a:moveTo>
                <a:lnTo>
                  <a:pt x="7852" y="2268"/>
                </a:lnTo>
                <a:lnTo>
                  <a:pt x="7852" y="2249"/>
                </a:lnTo>
                <a:lnTo>
                  <a:pt x="7948" y="2249"/>
                </a:lnTo>
                <a:lnTo>
                  <a:pt x="7948" y="2268"/>
                </a:lnTo>
                <a:moveTo>
                  <a:pt x="7795" y="2268"/>
                </a:moveTo>
                <a:lnTo>
                  <a:pt x="7699" y="2268"/>
                </a:lnTo>
                <a:lnTo>
                  <a:pt x="7699" y="2249"/>
                </a:lnTo>
                <a:lnTo>
                  <a:pt x="7795" y="2249"/>
                </a:lnTo>
                <a:lnTo>
                  <a:pt x="7795" y="2268"/>
                </a:lnTo>
                <a:moveTo>
                  <a:pt x="7641" y="2268"/>
                </a:moveTo>
                <a:lnTo>
                  <a:pt x="7545" y="2268"/>
                </a:lnTo>
                <a:lnTo>
                  <a:pt x="7545" y="2249"/>
                </a:lnTo>
                <a:lnTo>
                  <a:pt x="7641" y="2249"/>
                </a:lnTo>
                <a:lnTo>
                  <a:pt x="7641" y="2268"/>
                </a:lnTo>
                <a:moveTo>
                  <a:pt x="7487" y="2268"/>
                </a:moveTo>
                <a:lnTo>
                  <a:pt x="7391" y="2268"/>
                </a:lnTo>
                <a:lnTo>
                  <a:pt x="7391" y="2249"/>
                </a:lnTo>
                <a:lnTo>
                  <a:pt x="7487" y="2249"/>
                </a:lnTo>
                <a:lnTo>
                  <a:pt x="7487" y="2268"/>
                </a:lnTo>
                <a:moveTo>
                  <a:pt x="7333" y="2268"/>
                </a:moveTo>
                <a:lnTo>
                  <a:pt x="7237" y="2268"/>
                </a:lnTo>
                <a:lnTo>
                  <a:pt x="7237" y="2249"/>
                </a:lnTo>
                <a:lnTo>
                  <a:pt x="7333" y="2249"/>
                </a:lnTo>
                <a:lnTo>
                  <a:pt x="7333" y="2268"/>
                </a:lnTo>
                <a:moveTo>
                  <a:pt x="7180" y="2268"/>
                </a:moveTo>
                <a:lnTo>
                  <a:pt x="7084" y="2268"/>
                </a:lnTo>
                <a:lnTo>
                  <a:pt x="7084" y="2249"/>
                </a:lnTo>
                <a:lnTo>
                  <a:pt x="7180" y="2249"/>
                </a:lnTo>
                <a:lnTo>
                  <a:pt x="7180" y="2268"/>
                </a:lnTo>
                <a:moveTo>
                  <a:pt x="7026" y="2268"/>
                </a:moveTo>
                <a:lnTo>
                  <a:pt x="6930" y="2268"/>
                </a:lnTo>
                <a:lnTo>
                  <a:pt x="6930" y="2249"/>
                </a:lnTo>
                <a:lnTo>
                  <a:pt x="7026" y="2249"/>
                </a:lnTo>
                <a:lnTo>
                  <a:pt x="7026" y="2268"/>
                </a:lnTo>
                <a:moveTo>
                  <a:pt x="6872" y="2268"/>
                </a:moveTo>
                <a:lnTo>
                  <a:pt x="6776" y="2268"/>
                </a:lnTo>
                <a:lnTo>
                  <a:pt x="6776" y="2249"/>
                </a:lnTo>
                <a:lnTo>
                  <a:pt x="6872" y="2249"/>
                </a:lnTo>
                <a:lnTo>
                  <a:pt x="6872" y="2268"/>
                </a:lnTo>
                <a:moveTo>
                  <a:pt x="6718" y="2268"/>
                </a:moveTo>
                <a:lnTo>
                  <a:pt x="6622" y="2268"/>
                </a:lnTo>
                <a:lnTo>
                  <a:pt x="6622" y="2249"/>
                </a:lnTo>
                <a:lnTo>
                  <a:pt x="6718" y="2249"/>
                </a:lnTo>
                <a:lnTo>
                  <a:pt x="6718" y="2268"/>
                </a:lnTo>
                <a:moveTo>
                  <a:pt x="6565" y="2268"/>
                </a:moveTo>
                <a:lnTo>
                  <a:pt x="6469" y="2268"/>
                </a:lnTo>
                <a:lnTo>
                  <a:pt x="6469" y="2249"/>
                </a:lnTo>
                <a:lnTo>
                  <a:pt x="6565" y="2249"/>
                </a:lnTo>
                <a:lnTo>
                  <a:pt x="6565" y="2268"/>
                </a:lnTo>
                <a:moveTo>
                  <a:pt x="6411" y="2268"/>
                </a:moveTo>
                <a:lnTo>
                  <a:pt x="6315" y="2268"/>
                </a:lnTo>
                <a:lnTo>
                  <a:pt x="6315" y="2249"/>
                </a:lnTo>
                <a:lnTo>
                  <a:pt x="6411" y="2249"/>
                </a:lnTo>
                <a:lnTo>
                  <a:pt x="6411" y="2268"/>
                </a:lnTo>
                <a:moveTo>
                  <a:pt x="6257" y="2268"/>
                </a:moveTo>
                <a:lnTo>
                  <a:pt x="6161" y="2268"/>
                </a:lnTo>
                <a:lnTo>
                  <a:pt x="6161" y="2249"/>
                </a:lnTo>
                <a:lnTo>
                  <a:pt x="6257" y="2249"/>
                </a:lnTo>
                <a:lnTo>
                  <a:pt x="6257" y="2268"/>
                </a:lnTo>
                <a:moveTo>
                  <a:pt x="6103" y="2268"/>
                </a:moveTo>
                <a:lnTo>
                  <a:pt x="6007" y="2268"/>
                </a:lnTo>
                <a:lnTo>
                  <a:pt x="6007" y="2249"/>
                </a:lnTo>
                <a:lnTo>
                  <a:pt x="6103" y="2249"/>
                </a:lnTo>
                <a:lnTo>
                  <a:pt x="6103" y="2268"/>
                </a:lnTo>
                <a:moveTo>
                  <a:pt x="5950" y="2268"/>
                </a:moveTo>
                <a:lnTo>
                  <a:pt x="5854" y="2268"/>
                </a:lnTo>
                <a:lnTo>
                  <a:pt x="5854" y="2249"/>
                </a:lnTo>
                <a:lnTo>
                  <a:pt x="5950" y="2249"/>
                </a:lnTo>
                <a:lnTo>
                  <a:pt x="5950" y="2268"/>
                </a:lnTo>
                <a:moveTo>
                  <a:pt x="5796" y="2268"/>
                </a:moveTo>
                <a:lnTo>
                  <a:pt x="5700" y="2268"/>
                </a:lnTo>
                <a:lnTo>
                  <a:pt x="5700" y="2249"/>
                </a:lnTo>
                <a:lnTo>
                  <a:pt x="5796" y="2249"/>
                </a:lnTo>
                <a:lnTo>
                  <a:pt x="5796" y="2268"/>
                </a:lnTo>
                <a:moveTo>
                  <a:pt x="5642" y="2268"/>
                </a:moveTo>
                <a:lnTo>
                  <a:pt x="5546" y="2268"/>
                </a:lnTo>
                <a:lnTo>
                  <a:pt x="5546" y="2249"/>
                </a:lnTo>
                <a:lnTo>
                  <a:pt x="5642" y="2249"/>
                </a:lnTo>
                <a:lnTo>
                  <a:pt x="5642" y="2268"/>
                </a:lnTo>
                <a:moveTo>
                  <a:pt x="5488" y="2268"/>
                </a:moveTo>
                <a:lnTo>
                  <a:pt x="5392" y="2268"/>
                </a:lnTo>
                <a:lnTo>
                  <a:pt x="5392" y="2249"/>
                </a:lnTo>
                <a:lnTo>
                  <a:pt x="5488" y="2249"/>
                </a:lnTo>
                <a:lnTo>
                  <a:pt x="5488" y="2268"/>
                </a:lnTo>
                <a:moveTo>
                  <a:pt x="5335" y="2268"/>
                </a:moveTo>
                <a:lnTo>
                  <a:pt x="5239" y="2268"/>
                </a:lnTo>
                <a:lnTo>
                  <a:pt x="5239" y="2249"/>
                </a:lnTo>
                <a:lnTo>
                  <a:pt x="5335" y="2249"/>
                </a:lnTo>
                <a:lnTo>
                  <a:pt x="5335" y="2268"/>
                </a:lnTo>
                <a:moveTo>
                  <a:pt x="5181" y="2268"/>
                </a:moveTo>
                <a:lnTo>
                  <a:pt x="5085" y="2268"/>
                </a:lnTo>
                <a:lnTo>
                  <a:pt x="5085" y="2249"/>
                </a:lnTo>
                <a:lnTo>
                  <a:pt x="5181" y="2249"/>
                </a:lnTo>
                <a:lnTo>
                  <a:pt x="5181" y="2268"/>
                </a:lnTo>
                <a:moveTo>
                  <a:pt x="5027" y="2268"/>
                </a:moveTo>
                <a:lnTo>
                  <a:pt x="4931" y="2268"/>
                </a:lnTo>
                <a:lnTo>
                  <a:pt x="4931" y="2249"/>
                </a:lnTo>
                <a:lnTo>
                  <a:pt x="5027" y="2249"/>
                </a:lnTo>
                <a:lnTo>
                  <a:pt x="5027" y="2268"/>
                </a:lnTo>
                <a:moveTo>
                  <a:pt x="4873" y="2268"/>
                </a:moveTo>
                <a:lnTo>
                  <a:pt x="4777" y="2268"/>
                </a:lnTo>
                <a:lnTo>
                  <a:pt x="4777" y="2249"/>
                </a:lnTo>
                <a:lnTo>
                  <a:pt x="4873" y="2249"/>
                </a:lnTo>
                <a:lnTo>
                  <a:pt x="4873" y="2268"/>
                </a:lnTo>
                <a:moveTo>
                  <a:pt x="4720" y="2268"/>
                </a:moveTo>
                <a:lnTo>
                  <a:pt x="4624" y="2268"/>
                </a:lnTo>
                <a:lnTo>
                  <a:pt x="4624" y="2249"/>
                </a:lnTo>
                <a:lnTo>
                  <a:pt x="4720" y="2249"/>
                </a:lnTo>
                <a:lnTo>
                  <a:pt x="4720" y="2268"/>
                </a:lnTo>
                <a:moveTo>
                  <a:pt x="4566" y="2268"/>
                </a:moveTo>
                <a:lnTo>
                  <a:pt x="4470" y="2268"/>
                </a:lnTo>
                <a:lnTo>
                  <a:pt x="4470" y="2249"/>
                </a:lnTo>
                <a:lnTo>
                  <a:pt x="4566" y="2249"/>
                </a:lnTo>
                <a:lnTo>
                  <a:pt x="4566" y="2268"/>
                </a:lnTo>
                <a:moveTo>
                  <a:pt x="4412" y="2268"/>
                </a:moveTo>
                <a:lnTo>
                  <a:pt x="4316" y="2268"/>
                </a:lnTo>
                <a:lnTo>
                  <a:pt x="4316" y="2249"/>
                </a:lnTo>
                <a:lnTo>
                  <a:pt x="4412" y="2249"/>
                </a:lnTo>
                <a:lnTo>
                  <a:pt x="4412" y="2268"/>
                </a:lnTo>
                <a:moveTo>
                  <a:pt x="4258" y="2268"/>
                </a:moveTo>
                <a:lnTo>
                  <a:pt x="4162" y="2268"/>
                </a:lnTo>
                <a:lnTo>
                  <a:pt x="4162" y="2249"/>
                </a:lnTo>
                <a:lnTo>
                  <a:pt x="4258" y="2249"/>
                </a:lnTo>
                <a:lnTo>
                  <a:pt x="4258" y="2268"/>
                </a:lnTo>
                <a:moveTo>
                  <a:pt x="4105" y="2268"/>
                </a:moveTo>
                <a:lnTo>
                  <a:pt x="4009" y="2268"/>
                </a:lnTo>
                <a:lnTo>
                  <a:pt x="4009" y="2249"/>
                </a:lnTo>
                <a:lnTo>
                  <a:pt x="4105" y="2249"/>
                </a:lnTo>
                <a:lnTo>
                  <a:pt x="4105" y="2268"/>
                </a:lnTo>
                <a:moveTo>
                  <a:pt x="3951" y="2268"/>
                </a:moveTo>
                <a:lnTo>
                  <a:pt x="3855" y="2268"/>
                </a:lnTo>
                <a:lnTo>
                  <a:pt x="3855" y="2249"/>
                </a:lnTo>
                <a:lnTo>
                  <a:pt x="3951" y="2249"/>
                </a:lnTo>
                <a:lnTo>
                  <a:pt x="3951" y="2268"/>
                </a:lnTo>
                <a:moveTo>
                  <a:pt x="3797" y="2268"/>
                </a:moveTo>
                <a:lnTo>
                  <a:pt x="3701" y="2268"/>
                </a:lnTo>
                <a:lnTo>
                  <a:pt x="3701" y="2249"/>
                </a:lnTo>
                <a:lnTo>
                  <a:pt x="3797" y="2249"/>
                </a:lnTo>
                <a:lnTo>
                  <a:pt x="3797" y="2268"/>
                </a:lnTo>
                <a:moveTo>
                  <a:pt x="3643" y="2268"/>
                </a:moveTo>
                <a:lnTo>
                  <a:pt x="3547" y="2268"/>
                </a:lnTo>
                <a:lnTo>
                  <a:pt x="3547" y="2249"/>
                </a:lnTo>
                <a:lnTo>
                  <a:pt x="3643" y="2249"/>
                </a:lnTo>
                <a:lnTo>
                  <a:pt x="3643" y="2268"/>
                </a:lnTo>
                <a:moveTo>
                  <a:pt x="3490" y="2268"/>
                </a:moveTo>
                <a:lnTo>
                  <a:pt x="3394" y="2268"/>
                </a:lnTo>
                <a:lnTo>
                  <a:pt x="3394" y="2249"/>
                </a:lnTo>
                <a:lnTo>
                  <a:pt x="3490" y="2249"/>
                </a:lnTo>
                <a:lnTo>
                  <a:pt x="3490" y="2268"/>
                </a:lnTo>
                <a:moveTo>
                  <a:pt x="3336" y="2268"/>
                </a:moveTo>
                <a:lnTo>
                  <a:pt x="3240" y="2268"/>
                </a:lnTo>
                <a:lnTo>
                  <a:pt x="3240" y="2249"/>
                </a:lnTo>
                <a:lnTo>
                  <a:pt x="3336" y="2249"/>
                </a:lnTo>
                <a:lnTo>
                  <a:pt x="3336" y="2268"/>
                </a:lnTo>
                <a:moveTo>
                  <a:pt x="3182" y="2268"/>
                </a:moveTo>
                <a:lnTo>
                  <a:pt x="3086" y="2268"/>
                </a:lnTo>
                <a:lnTo>
                  <a:pt x="3086" y="2249"/>
                </a:lnTo>
                <a:lnTo>
                  <a:pt x="3182" y="2249"/>
                </a:lnTo>
                <a:lnTo>
                  <a:pt x="3182" y="2268"/>
                </a:lnTo>
                <a:moveTo>
                  <a:pt x="3028" y="2268"/>
                </a:moveTo>
                <a:lnTo>
                  <a:pt x="2932" y="2268"/>
                </a:lnTo>
                <a:lnTo>
                  <a:pt x="2932" y="2249"/>
                </a:lnTo>
                <a:lnTo>
                  <a:pt x="3028" y="2249"/>
                </a:lnTo>
                <a:lnTo>
                  <a:pt x="3028" y="2268"/>
                </a:lnTo>
                <a:moveTo>
                  <a:pt x="2875" y="2268"/>
                </a:moveTo>
                <a:lnTo>
                  <a:pt x="2779" y="2268"/>
                </a:lnTo>
                <a:lnTo>
                  <a:pt x="2779" y="2249"/>
                </a:lnTo>
                <a:lnTo>
                  <a:pt x="2875" y="2249"/>
                </a:lnTo>
                <a:lnTo>
                  <a:pt x="2875" y="2268"/>
                </a:lnTo>
                <a:moveTo>
                  <a:pt x="2721" y="2268"/>
                </a:moveTo>
                <a:lnTo>
                  <a:pt x="2625" y="2268"/>
                </a:lnTo>
                <a:lnTo>
                  <a:pt x="2625" y="2249"/>
                </a:lnTo>
                <a:lnTo>
                  <a:pt x="2721" y="2249"/>
                </a:lnTo>
                <a:lnTo>
                  <a:pt x="2721" y="2268"/>
                </a:lnTo>
                <a:moveTo>
                  <a:pt x="2567" y="2268"/>
                </a:moveTo>
                <a:lnTo>
                  <a:pt x="2471" y="2268"/>
                </a:lnTo>
                <a:lnTo>
                  <a:pt x="2471" y="2249"/>
                </a:lnTo>
                <a:lnTo>
                  <a:pt x="2567" y="2249"/>
                </a:lnTo>
                <a:lnTo>
                  <a:pt x="2567" y="2268"/>
                </a:lnTo>
                <a:moveTo>
                  <a:pt x="2413" y="2268"/>
                </a:moveTo>
                <a:lnTo>
                  <a:pt x="2317" y="2268"/>
                </a:lnTo>
                <a:lnTo>
                  <a:pt x="2317" y="2249"/>
                </a:lnTo>
                <a:lnTo>
                  <a:pt x="2413" y="2249"/>
                </a:lnTo>
                <a:lnTo>
                  <a:pt x="2413" y="2268"/>
                </a:lnTo>
                <a:moveTo>
                  <a:pt x="2260" y="2268"/>
                </a:moveTo>
                <a:lnTo>
                  <a:pt x="2163" y="2268"/>
                </a:lnTo>
                <a:lnTo>
                  <a:pt x="2163" y="2249"/>
                </a:lnTo>
                <a:lnTo>
                  <a:pt x="2260" y="2249"/>
                </a:lnTo>
                <a:lnTo>
                  <a:pt x="2260" y="2268"/>
                </a:lnTo>
                <a:moveTo>
                  <a:pt x="2105" y="2268"/>
                </a:moveTo>
                <a:lnTo>
                  <a:pt x="2009" y="2268"/>
                </a:lnTo>
                <a:lnTo>
                  <a:pt x="2009" y="2249"/>
                </a:lnTo>
                <a:lnTo>
                  <a:pt x="2105" y="2249"/>
                </a:lnTo>
                <a:lnTo>
                  <a:pt x="2105" y="2268"/>
                </a:lnTo>
                <a:moveTo>
                  <a:pt x="1951" y="2268"/>
                </a:moveTo>
                <a:lnTo>
                  <a:pt x="1855" y="2268"/>
                </a:lnTo>
                <a:lnTo>
                  <a:pt x="1855" y="2249"/>
                </a:lnTo>
                <a:lnTo>
                  <a:pt x="1951" y="2249"/>
                </a:lnTo>
                <a:lnTo>
                  <a:pt x="1951" y="2268"/>
                </a:lnTo>
                <a:moveTo>
                  <a:pt x="1797" y="2268"/>
                </a:moveTo>
                <a:lnTo>
                  <a:pt x="1701" y="2268"/>
                </a:lnTo>
                <a:lnTo>
                  <a:pt x="1701" y="2249"/>
                </a:lnTo>
                <a:lnTo>
                  <a:pt x="1797" y="2249"/>
                </a:lnTo>
                <a:lnTo>
                  <a:pt x="1797" y="2268"/>
                </a:lnTo>
                <a:moveTo>
                  <a:pt x="1644" y="2268"/>
                </a:moveTo>
                <a:lnTo>
                  <a:pt x="1548" y="2268"/>
                </a:lnTo>
                <a:lnTo>
                  <a:pt x="1548" y="2249"/>
                </a:lnTo>
                <a:lnTo>
                  <a:pt x="1644" y="2249"/>
                </a:lnTo>
                <a:lnTo>
                  <a:pt x="1644" y="2268"/>
                </a:lnTo>
                <a:moveTo>
                  <a:pt x="1490" y="2268"/>
                </a:moveTo>
                <a:lnTo>
                  <a:pt x="1394" y="2268"/>
                </a:lnTo>
                <a:lnTo>
                  <a:pt x="1394" y="2249"/>
                </a:lnTo>
                <a:lnTo>
                  <a:pt x="1490" y="2249"/>
                </a:lnTo>
                <a:lnTo>
                  <a:pt x="1490" y="2268"/>
                </a:lnTo>
                <a:moveTo>
                  <a:pt x="1336" y="2268"/>
                </a:moveTo>
                <a:lnTo>
                  <a:pt x="1240" y="2268"/>
                </a:lnTo>
                <a:lnTo>
                  <a:pt x="1240" y="2249"/>
                </a:lnTo>
                <a:lnTo>
                  <a:pt x="1336" y="2249"/>
                </a:lnTo>
                <a:lnTo>
                  <a:pt x="1336" y="2268"/>
                </a:lnTo>
                <a:moveTo>
                  <a:pt x="1182" y="2268"/>
                </a:moveTo>
                <a:lnTo>
                  <a:pt x="1086" y="2268"/>
                </a:lnTo>
                <a:lnTo>
                  <a:pt x="1086" y="2249"/>
                </a:lnTo>
                <a:lnTo>
                  <a:pt x="1182" y="2249"/>
                </a:lnTo>
                <a:lnTo>
                  <a:pt x="1182" y="2268"/>
                </a:lnTo>
                <a:moveTo>
                  <a:pt x="1029" y="2268"/>
                </a:moveTo>
                <a:lnTo>
                  <a:pt x="933" y="2268"/>
                </a:lnTo>
                <a:lnTo>
                  <a:pt x="933" y="2249"/>
                </a:lnTo>
                <a:lnTo>
                  <a:pt x="1029" y="2249"/>
                </a:lnTo>
                <a:lnTo>
                  <a:pt x="1029" y="2268"/>
                </a:lnTo>
                <a:moveTo>
                  <a:pt x="875" y="2268"/>
                </a:moveTo>
                <a:lnTo>
                  <a:pt x="779" y="2268"/>
                </a:lnTo>
                <a:lnTo>
                  <a:pt x="779" y="2249"/>
                </a:lnTo>
                <a:lnTo>
                  <a:pt x="875" y="2249"/>
                </a:lnTo>
                <a:lnTo>
                  <a:pt x="875" y="2268"/>
                </a:lnTo>
                <a:moveTo>
                  <a:pt x="721" y="2268"/>
                </a:moveTo>
                <a:lnTo>
                  <a:pt x="625" y="2268"/>
                </a:lnTo>
                <a:lnTo>
                  <a:pt x="625" y="2249"/>
                </a:lnTo>
                <a:lnTo>
                  <a:pt x="721" y="2249"/>
                </a:lnTo>
                <a:lnTo>
                  <a:pt x="721" y="2268"/>
                </a:lnTo>
                <a:moveTo>
                  <a:pt x="567" y="2268"/>
                </a:moveTo>
                <a:lnTo>
                  <a:pt x="471" y="2268"/>
                </a:lnTo>
                <a:lnTo>
                  <a:pt x="471" y="2249"/>
                </a:lnTo>
                <a:lnTo>
                  <a:pt x="567" y="2249"/>
                </a:lnTo>
                <a:lnTo>
                  <a:pt x="567" y="2268"/>
                </a:lnTo>
                <a:moveTo>
                  <a:pt x="414" y="2268"/>
                </a:moveTo>
                <a:lnTo>
                  <a:pt x="318" y="2268"/>
                </a:lnTo>
                <a:lnTo>
                  <a:pt x="318" y="2249"/>
                </a:lnTo>
                <a:lnTo>
                  <a:pt x="414" y="2249"/>
                </a:lnTo>
                <a:lnTo>
                  <a:pt x="414" y="2268"/>
                </a:lnTo>
                <a:moveTo>
                  <a:pt x="260" y="2268"/>
                </a:moveTo>
                <a:lnTo>
                  <a:pt x="164" y="2268"/>
                </a:lnTo>
                <a:lnTo>
                  <a:pt x="164" y="2249"/>
                </a:lnTo>
                <a:lnTo>
                  <a:pt x="260" y="2249"/>
                </a:lnTo>
                <a:lnTo>
                  <a:pt x="260" y="2268"/>
                </a:lnTo>
                <a:moveTo>
                  <a:pt x="106" y="2268"/>
                </a:moveTo>
                <a:lnTo>
                  <a:pt x="10" y="2268"/>
                </a:lnTo>
                <a:lnTo>
                  <a:pt x="10" y="2249"/>
                </a:lnTo>
                <a:lnTo>
                  <a:pt x="106" y="2249"/>
                </a:lnTo>
                <a:lnTo>
                  <a:pt x="106" y="2268"/>
                </a:lnTo>
                <a:moveTo>
                  <a:pt x="0" y="2201"/>
                </a:moveTo>
                <a:lnTo>
                  <a:pt x="0" y="2105"/>
                </a:lnTo>
                <a:lnTo>
                  <a:pt x="20" y="2105"/>
                </a:lnTo>
                <a:lnTo>
                  <a:pt x="20" y="2201"/>
                </a:lnTo>
                <a:lnTo>
                  <a:pt x="0" y="2201"/>
                </a:lnTo>
                <a:moveTo>
                  <a:pt x="0" y="2047"/>
                </a:moveTo>
                <a:lnTo>
                  <a:pt x="0" y="1951"/>
                </a:lnTo>
                <a:lnTo>
                  <a:pt x="20" y="1951"/>
                </a:lnTo>
                <a:lnTo>
                  <a:pt x="20" y="2047"/>
                </a:lnTo>
                <a:lnTo>
                  <a:pt x="0" y="2047"/>
                </a:lnTo>
                <a:moveTo>
                  <a:pt x="0" y="1894"/>
                </a:moveTo>
                <a:lnTo>
                  <a:pt x="0" y="1797"/>
                </a:lnTo>
                <a:lnTo>
                  <a:pt x="20" y="1797"/>
                </a:lnTo>
                <a:lnTo>
                  <a:pt x="20" y="1894"/>
                </a:lnTo>
                <a:lnTo>
                  <a:pt x="0" y="1894"/>
                </a:lnTo>
                <a:moveTo>
                  <a:pt x="0" y="1740"/>
                </a:moveTo>
                <a:lnTo>
                  <a:pt x="0" y="1644"/>
                </a:lnTo>
                <a:lnTo>
                  <a:pt x="20" y="1644"/>
                </a:lnTo>
                <a:lnTo>
                  <a:pt x="20" y="1740"/>
                </a:lnTo>
                <a:lnTo>
                  <a:pt x="0" y="1740"/>
                </a:lnTo>
                <a:moveTo>
                  <a:pt x="0" y="1586"/>
                </a:moveTo>
                <a:lnTo>
                  <a:pt x="0" y="1490"/>
                </a:lnTo>
                <a:lnTo>
                  <a:pt x="20" y="1490"/>
                </a:lnTo>
                <a:lnTo>
                  <a:pt x="20" y="1586"/>
                </a:lnTo>
                <a:lnTo>
                  <a:pt x="0" y="1586"/>
                </a:lnTo>
                <a:moveTo>
                  <a:pt x="0" y="1432"/>
                </a:moveTo>
                <a:lnTo>
                  <a:pt x="0" y="1336"/>
                </a:lnTo>
                <a:lnTo>
                  <a:pt x="20" y="1336"/>
                </a:lnTo>
                <a:lnTo>
                  <a:pt x="20" y="1432"/>
                </a:lnTo>
                <a:lnTo>
                  <a:pt x="0" y="1432"/>
                </a:lnTo>
                <a:moveTo>
                  <a:pt x="0" y="1279"/>
                </a:moveTo>
                <a:lnTo>
                  <a:pt x="0" y="1181"/>
                </a:lnTo>
                <a:lnTo>
                  <a:pt x="20" y="1181"/>
                </a:lnTo>
                <a:lnTo>
                  <a:pt x="20" y="1279"/>
                </a:lnTo>
                <a:lnTo>
                  <a:pt x="0" y="1279"/>
                </a:lnTo>
                <a:moveTo>
                  <a:pt x="0" y="1124"/>
                </a:moveTo>
                <a:lnTo>
                  <a:pt x="0" y="1028"/>
                </a:lnTo>
                <a:lnTo>
                  <a:pt x="20" y="1028"/>
                </a:lnTo>
                <a:lnTo>
                  <a:pt x="20" y="1124"/>
                </a:lnTo>
                <a:lnTo>
                  <a:pt x="0" y="1124"/>
                </a:lnTo>
                <a:moveTo>
                  <a:pt x="0" y="970"/>
                </a:moveTo>
                <a:lnTo>
                  <a:pt x="0" y="874"/>
                </a:lnTo>
                <a:lnTo>
                  <a:pt x="20" y="874"/>
                </a:lnTo>
                <a:lnTo>
                  <a:pt x="20" y="970"/>
                </a:lnTo>
                <a:lnTo>
                  <a:pt x="0" y="970"/>
                </a:lnTo>
                <a:moveTo>
                  <a:pt x="0" y="816"/>
                </a:moveTo>
                <a:lnTo>
                  <a:pt x="0" y="720"/>
                </a:lnTo>
                <a:lnTo>
                  <a:pt x="20" y="720"/>
                </a:lnTo>
                <a:lnTo>
                  <a:pt x="20" y="816"/>
                </a:lnTo>
                <a:lnTo>
                  <a:pt x="0" y="816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09"/>
                </a:moveTo>
                <a:lnTo>
                  <a:pt x="0" y="413"/>
                </a:lnTo>
                <a:lnTo>
                  <a:pt x="20" y="413"/>
                </a:lnTo>
                <a:lnTo>
                  <a:pt x="20" y="509"/>
                </a:lnTo>
                <a:lnTo>
                  <a:pt x="0" y="509"/>
                </a:lnTo>
                <a:moveTo>
                  <a:pt x="0" y="355"/>
                </a:moveTo>
                <a:lnTo>
                  <a:pt x="0" y="259"/>
                </a:lnTo>
                <a:lnTo>
                  <a:pt x="20" y="259"/>
                </a:lnTo>
                <a:lnTo>
                  <a:pt x="20" y="355"/>
                </a:lnTo>
                <a:lnTo>
                  <a:pt x="0" y="355"/>
                </a:lnTo>
                <a:moveTo>
                  <a:pt x="0" y="201"/>
                </a:moveTo>
                <a:lnTo>
                  <a:pt x="0" y="105"/>
                </a:lnTo>
                <a:lnTo>
                  <a:pt x="20" y="105"/>
                </a:lnTo>
                <a:lnTo>
                  <a:pt x="20" y="201"/>
                </a:lnTo>
                <a:lnTo>
                  <a:pt x="0" y="201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9"/>
                </a:lnTo>
                <a:lnTo>
                  <a:pt x="20" y="9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5625360" y="329292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5625360" y="331704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1460520" y="2883960"/>
            <a:ext cx="15948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1460520" y="3285360"/>
            <a:ext cx="13921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1487880" y="3645720"/>
            <a:ext cx="4193280" cy="332640"/>
          </a:xfrm>
          <a:custGeom>
            <a:avLst/>
            <a:gdLst/>
            <a:ahLst/>
            <a:rect l="0" t="0" r="r" b="b"/>
            <a:pathLst>
              <a:path w="11648" h="924">
                <a:moveTo>
                  <a:pt x="0" y="0"/>
                </a:moveTo>
                <a:lnTo>
                  <a:pt x="11648" y="0"/>
                </a:lnTo>
                <a:lnTo>
                  <a:pt x="11648" y="924"/>
                </a:lnTo>
                <a:lnTo>
                  <a:pt x="0" y="9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484640" y="3642120"/>
            <a:ext cx="4199760" cy="339480"/>
          </a:xfrm>
          <a:custGeom>
            <a:avLst/>
            <a:gdLst/>
            <a:ahLst/>
            <a:rect l="0" t="0" r="r" b="b"/>
            <a:pathLst>
              <a:path w="11666" h="943">
                <a:moveTo>
                  <a:pt x="163" y="0"/>
                </a:moveTo>
                <a:lnTo>
                  <a:pt x="259" y="0"/>
                </a:lnTo>
                <a:lnTo>
                  <a:pt x="259" y="20"/>
                </a:lnTo>
                <a:lnTo>
                  <a:pt x="163" y="20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20"/>
                </a:lnTo>
                <a:lnTo>
                  <a:pt x="317" y="20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20"/>
                </a:lnTo>
                <a:lnTo>
                  <a:pt x="470" y="20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20"/>
                </a:lnTo>
                <a:lnTo>
                  <a:pt x="624" y="20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20"/>
                </a:lnTo>
                <a:lnTo>
                  <a:pt x="778" y="20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20"/>
                </a:lnTo>
                <a:lnTo>
                  <a:pt x="932" y="20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20"/>
                </a:lnTo>
                <a:lnTo>
                  <a:pt x="1085" y="20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20"/>
                </a:lnTo>
                <a:lnTo>
                  <a:pt x="1239" y="20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20"/>
                </a:lnTo>
                <a:lnTo>
                  <a:pt x="1393" y="20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20"/>
                </a:lnTo>
                <a:lnTo>
                  <a:pt x="1547" y="20"/>
                </a:lnTo>
                <a:lnTo>
                  <a:pt x="1547" y="0"/>
                </a:lnTo>
                <a:moveTo>
                  <a:pt x="1700" y="0"/>
                </a:moveTo>
                <a:lnTo>
                  <a:pt x="1797" y="0"/>
                </a:lnTo>
                <a:lnTo>
                  <a:pt x="1797" y="20"/>
                </a:lnTo>
                <a:lnTo>
                  <a:pt x="1700" y="20"/>
                </a:lnTo>
                <a:lnTo>
                  <a:pt x="1700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20"/>
                </a:lnTo>
                <a:lnTo>
                  <a:pt x="1855" y="20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20"/>
                </a:lnTo>
                <a:lnTo>
                  <a:pt x="2009" y="20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20"/>
                </a:lnTo>
                <a:lnTo>
                  <a:pt x="2163" y="20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20"/>
                </a:lnTo>
                <a:lnTo>
                  <a:pt x="2316" y="20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20"/>
                </a:lnTo>
                <a:lnTo>
                  <a:pt x="2470" y="20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20"/>
                </a:lnTo>
                <a:lnTo>
                  <a:pt x="2624" y="20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20"/>
                </a:lnTo>
                <a:lnTo>
                  <a:pt x="2778" y="20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20"/>
                </a:lnTo>
                <a:lnTo>
                  <a:pt x="2931" y="20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20"/>
                </a:lnTo>
                <a:lnTo>
                  <a:pt x="3085" y="20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20"/>
                </a:lnTo>
                <a:lnTo>
                  <a:pt x="3239" y="20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20"/>
                </a:lnTo>
                <a:lnTo>
                  <a:pt x="3393" y="20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20"/>
                </a:lnTo>
                <a:lnTo>
                  <a:pt x="3546" y="20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20"/>
                </a:lnTo>
                <a:lnTo>
                  <a:pt x="3700" y="20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20"/>
                </a:lnTo>
                <a:lnTo>
                  <a:pt x="3854" y="20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20"/>
                </a:lnTo>
                <a:lnTo>
                  <a:pt x="4008" y="20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20"/>
                </a:lnTo>
                <a:lnTo>
                  <a:pt x="4161" y="20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20"/>
                </a:lnTo>
                <a:lnTo>
                  <a:pt x="4315" y="20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20"/>
                </a:lnTo>
                <a:lnTo>
                  <a:pt x="4469" y="20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20"/>
                </a:lnTo>
                <a:lnTo>
                  <a:pt x="4623" y="20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20"/>
                </a:lnTo>
                <a:lnTo>
                  <a:pt x="4776" y="20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20"/>
                </a:lnTo>
                <a:lnTo>
                  <a:pt x="4930" y="20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20"/>
                </a:lnTo>
                <a:lnTo>
                  <a:pt x="5084" y="20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20"/>
                </a:lnTo>
                <a:lnTo>
                  <a:pt x="5238" y="20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20"/>
                </a:lnTo>
                <a:lnTo>
                  <a:pt x="5391" y="20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20"/>
                </a:lnTo>
                <a:lnTo>
                  <a:pt x="5545" y="20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20"/>
                </a:lnTo>
                <a:lnTo>
                  <a:pt x="5699" y="20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20"/>
                </a:lnTo>
                <a:lnTo>
                  <a:pt x="5853" y="20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20"/>
                </a:lnTo>
                <a:lnTo>
                  <a:pt x="6006" y="20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20"/>
                </a:lnTo>
                <a:lnTo>
                  <a:pt x="6160" y="20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20"/>
                </a:lnTo>
                <a:lnTo>
                  <a:pt x="6314" y="20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20"/>
                </a:lnTo>
                <a:lnTo>
                  <a:pt x="6468" y="20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20"/>
                </a:lnTo>
                <a:lnTo>
                  <a:pt x="6621" y="20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20"/>
                </a:lnTo>
                <a:lnTo>
                  <a:pt x="6775" y="20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20"/>
                </a:lnTo>
                <a:lnTo>
                  <a:pt x="6929" y="20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20"/>
                </a:lnTo>
                <a:lnTo>
                  <a:pt x="7083" y="20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20"/>
                </a:lnTo>
                <a:lnTo>
                  <a:pt x="7236" y="20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20"/>
                </a:lnTo>
                <a:lnTo>
                  <a:pt x="7390" y="20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20"/>
                </a:lnTo>
                <a:lnTo>
                  <a:pt x="7544" y="20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20"/>
                </a:lnTo>
                <a:lnTo>
                  <a:pt x="7698" y="20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20"/>
                </a:lnTo>
                <a:lnTo>
                  <a:pt x="7851" y="20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20"/>
                </a:lnTo>
                <a:lnTo>
                  <a:pt x="8005" y="20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20"/>
                </a:lnTo>
                <a:lnTo>
                  <a:pt x="8159" y="20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20"/>
                </a:lnTo>
                <a:lnTo>
                  <a:pt x="8313" y="20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20"/>
                </a:lnTo>
                <a:lnTo>
                  <a:pt x="8466" y="20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20"/>
                </a:lnTo>
                <a:lnTo>
                  <a:pt x="8620" y="20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20"/>
                </a:lnTo>
                <a:lnTo>
                  <a:pt x="8774" y="20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20"/>
                </a:lnTo>
                <a:lnTo>
                  <a:pt x="8928" y="20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20"/>
                </a:lnTo>
                <a:lnTo>
                  <a:pt x="9081" y="20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20"/>
                </a:lnTo>
                <a:lnTo>
                  <a:pt x="9235" y="20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20"/>
                </a:lnTo>
                <a:lnTo>
                  <a:pt x="9389" y="20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20"/>
                </a:lnTo>
                <a:lnTo>
                  <a:pt x="9543" y="20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20"/>
                </a:lnTo>
                <a:lnTo>
                  <a:pt x="9696" y="20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20"/>
                </a:lnTo>
                <a:lnTo>
                  <a:pt x="9850" y="20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20"/>
                </a:lnTo>
                <a:lnTo>
                  <a:pt x="10004" y="20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20"/>
                </a:lnTo>
                <a:lnTo>
                  <a:pt x="10158" y="20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20"/>
                </a:lnTo>
                <a:lnTo>
                  <a:pt x="10311" y="20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20"/>
                </a:lnTo>
                <a:lnTo>
                  <a:pt x="10465" y="20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20"/>
                </a:lnTo>
                <a:lnTo>
                  <a:pt x="10619" y="20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20"/>
                </a:lnTo>
                <a:lnTo>
                  <a:pt x="10773" y="20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20"/>
                </a:lnTo>
                <a:lnTo>
                  <a:pt x="10926" y="20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80" y="20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20"/>
                </a:lnTo>
                <a:lnTo>
                  <a:pt x="11234" y="20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20"/>
                </a:lnTo>
                <a:lnTo>
                  <a:pt x="11388" y="20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20"/>
                </a:lnTo>
                <a:lnTo>
                  <a:pt x="11541" y="20"/>
                </a:lnTo>
                <a:lnTo>
                  <a:pt x="11541" y="0"/>
                </a:lnTo>
                <a:moveTo>
                  <a:pt x="11666" y="48"/>
                </a:moveTo>
                <a:lnTo>
                  <a:pt x="11666" y="145"/>
                </a:lnTo>
                <a:lnTo>
                  <a:pt x="11647" y="145"/>
                </a:lnTo>
                <a:lnTo>
                  <a:pt x="11647" y="48"/>
                </a:lnTo>
                <a:lnTo>
                  <a:pt x="11666" y="48"/>
                </a:lnTo>
                <a:moveTo>
                  <a:pt x="11666" y="202"/>
                </a:moveTo>
                <a:lnTo>
                  <a:pt x="11666" y="298"/>
                </a:lnTo>
                <a:lnTo>
                  <a:pt x="11647" y="298"/>
                </a:lnTo>
                <a:lnTo>
                  <a:pt x="11647" y="202"/>
                </a:lnTo>
                <a:lnTo>
                  <a:pt x="11666" y="202"/>
                </a:lnTo>
                <a:moveTo>
                  <a:pt x="11666" y="356"/>
                </a:moveTo>
                <a:lnTo>
                  <a:pt x="11666" y="452"/>
                </a:lnTo>
                <a:lnTo>
                  <a:pt x="11647" y="452"/>
                </a:lnTo>
                <a:lnTo>
                  <a:pt x="11647" y="356"/>
                </a:lnTo>
                <a:lnTo>
                  <a:pt x="11666" y="356"/>
                </a:lnTo>
                <a:moveTo>
                  <a:pt x="11666" y="510"/>
                </a:moveTo>
                <a:lnTo>
                  <a:pt x="11666" y="606"/>
                </a:lnTo>
                <a:lnTo>
                  <a:pt x="11647" y="606"/>
                </a:lnTo>
                <a:lnTo>
                  <a:pt x="11647" y="510"/>
                </a:lnTo>
                <a:lnTo>
                  <a:pt x="11666" y="510"/>
                </a:lnTo>
                <a:moveTo>
                  <a:pt x="11666" y="663"/>
                </a:moveTo>
                <a:lnTo>
                  <a:pt x="11666" y="761"/>
                </a:lnTo>
                <a:lnTo>
                  <a:pt x="11647" y="761"/>
                </a:lnTo>
                <a:lnTo>
                  <a:pt x="11647" y="663"/>
                </a:lnTo>
                <a:lnTo>
                  <a:pt x="11666" y="663"/>
                </a:lnTo>
                <a:moveTo>
                  <a:pt x="11666" y="818"/>
                </a:moveTo>
                <a:lnTo>
                  <a:pt x="11666" y="914"/>
                </a:lnTo>
                <a:lnTo>
                  <a:pt x="11647" y="914"/>
                </a:lnTo>
                <a:lnTo>
                  <a:pt x="11647" y="818"/>
                </a:lnTo>
                <a:lnTo>
                  <a:pt x="11666" y="818"/>
                </a:lnTo>
                <a:moveTo>
                  <a:pt x="11618" y="943"/>
                </a:moveTo>
                <a:lnTo>
                  <a:pt x="11522" y="943"/>
                </a:lnTo>
                <a:lnTo>
                  <a:pt x="11522" y="924"/>
                </a:lnTo>
                <a:lnTo>
                  <a:pt x="11618" y="924"/>
                </a:lnTo>
                <a:lnTo>
                  <a:pt x="11618" y="943"/>
                </a:lnTo>
                <a:moveTo>
                  <a:pt x="11464" y="943"/>
                </a:moveTo>
                <a:lnTo>
                  <a:pt x="11368" y="943"/>
                </a:lnTo>
                <a:lnTo>
                  <a:pt x="11368" y="924"/>
                </a:lnTo>
                <a:lnTo>
                  <a:pt x="11464" y="924"/>
                </a:lnTo>
                <a:lnTo>
                  <a:pt x="11464" y="943"/>
                </a:lnTo>
                <a:moveTo>
                  <a:pt x="11311" y="943"/>
                </a:moveTo>
                <a:lnTo>
                  <a:pt x="11215" y="943"/>
                </a:lnTo>
                <a:lnTo>
                  <a:pt x="11215" y="924"/>
                </a:lnTo>
                <a:lnTo>
                  <a:pt x="11311" y="924"/>
                </a:lnTo>
                <a:lnTo>
                  <a:pt x="11311" y="943"/>
                </a:lnTo>
                <a:moveTo>
                  <a:pt x="11157" y="943"/>
                </a:moveTo>
                <a:lnTo>
                  <a:pt x="11061" y="943"/>
                </a:lnTo>
                <a:lnTo>
                  <a:pt x="11061" y="924"/>
                </a:lnTo>
                <a:lnTo>
                  <a:pt x="11157" y="924"/>
                </a:lnTo>
                <a:lnTo>
                  <a:pt x="11157" y="943"/>
                </a:lnTo>
                <a:moveTo>
                  <a:pt x="11003" y="943"/>
                </a:moveTo>
                <a:lnTo>
                  <a:pt x="10907" y="943"/>
                </a:lnTo>
                <a:lnTo>
                  <a:pt x="10907" y="924"/>
                </a:lnTo>
                <a:lnTo>
                  <a:pt x="11003" y="924"/>
                </a:lnTo>
                <a:lnTo>
                  <a:pt x="11003" y="943"/>
                </a:lnTo>
                <a:moveTo>
                  <a:pt x="10849" y="943"/>
                </a:moveTo>
                <a:lnTo>
                  <a:pt x="10753" y="943"/>
                </a:lnTo>
                <a:lnTo>
                  <a:pt x="10753" y="924"/>
                </a:lnTo>
                <a:lnTo>
                  <a:pt x="10849" y="924"/>
                </a:lnTo>
                <a:lnTo>
                  <a:pt x="10849" y="943"/>
                </a:lnTo>
                <a:moveTo>
                  <a:pt x="10696" y="943"/>
                </a:moveTo>
                <a:lnTo>
                  <a:pt x="10600" y="943"/>
                </a:lnTo>
                <a:lnTo>
                  <a:pt x="10600" y="924"/>
                </a:lnTo>
                <a:lnTo>
                  <a:pt x="10696" y="924"/>
                </a:lnTo>
                <a:lnTo>
                  <a:pt x="10696" y="943"/>
                </a:lnTo>
                <a:moveTo>
                  <a:pt x="10542" y="943"/>
                </a:moveTo>
                <a:lnTo>
                  <a:pt x="10446" y="943"/>
                </a:lnTo>
                <a:lnTo>
                  <a:pt x="10446" y="924"/>
                </a:lnTo>
                <a:lnTo>
                  <a:pt x="10542" y="924"/>
                </a:lnTo>
                <a:lnTo>
                  <a:pt x="10542" y="943"/>
                </a:lnTo>
                <a:moveTo>
                  <a:pt x="10388" y="943"/>
                </a:moveTo>
                <a:lnTo>
                  <a:pt x="10292" y="943"/>
                </a:lnTo>
                <a:lnTo>
                  <a:pt x="10292" y="924"/>
                </a:lnTo>
                <a:lnTo>
                  <a:pt x="10388" y="924"/>
                </a:lnTo>
                <a:lnTo>
                  <a:pt x="10388" y="943"/>
                </a:lnTo>
                <a:moveTo>
                  <a:pt x="10234" y="943"/>
                </a:moveTo>
                <a:lnTo>
                  <a:pt x="10138" y="943"/>
                </a:lnTo>
                <a:lnTo>
                  <a:pt x="10138" y="924"/>
                </a:lnTo>
                <a:lnTo>
                  <a:pt x="10234" y="924"/>
                </a:lnTo>
                <a:lnTo>
                  <a:pt x="10234" y="943"/>
                </a:lnTo>
                <a:moveTo>
                  <a:pt x="10081" y="943"/>
                </a:moveTo>
                <a:lnTo>
                  <a:pt x="9985" y="943"/>
                </a:lnTo>
                <a:lnTo>
                  <a:pt x="9985" y="924"/>
                </a:lnTo>
                <a:lnTo>
                  <a:pt x="10081" y="924"/>
                </a:lnTo>
                <a:lnTo>
                  <a:pt x="10081" y="943"/>
                </a:lnTo>
                <a:moveTo>
                  <a:pt x="9927" y="943"/>
                </a:moveTo>
                <a:lnTo>
                  <a:pt x="9831" y="943"/>
                </a:lnTo>
                <a:lnTo>
                  <a:pt x="9831" y="924"/>
                </a:lnTo>
                <a:lnTo>
                  <a:pt x="9927" y="924"/>
                </a:lnTo>
                <a:lnTo>
                  <a:pt x="9927" y="943"/>
                </a:lnTo>
                <a:moveTo>
                  <a:pt x="9773" y="943"/>
                </a:moveTo>
                <a:lnTo>
                  <a:pt x="9677" y="943"/>
                </a:lnTo>
                <a:lnTo>
                  <a:pt x="9677" y="924"/>
                </a:lnTo>
                <a:lnTo>
                  <a:pt x="9773" y="924"/>
                </a:lnTo>
                <a:lnTo>
                  <a:pt x="9773" y="943"/>
                </a:lnTo>
                <a:moveTo>
                  <a:pt x="9619" y="943"/>
                </a:moveTo>
                <a:lnTo>
                  <a:pt x="9523" y="943"/>
                </a:lnTo>
                <a:lnTo>
                  <a:pt x="9523" y="924"/>
                </a:lnTo>
                <a:lnTo>
                  <a:pt x="9619" y="924"/>
                </a:lnTo>
                <a:lnTo>
                  <a:pt x="9619" y="943"/>
                </a:lnTo>
                <a:moveTo>
                  <a:pt x="9466" y="943"/>
                </a:moveTo>
                <a:lnTo>
                  <a:pt x="9370" y="943"/>
                </a:lnTo>
                <a:lnTo>
                  <a:pt x="9370" y="924"/>
                </a:lnTo>
                <a:lnTo>
                  <a:pt x="9466" y="924"/>
                </a:lnTo>
                <a:lnTo>
                  <a:pt x="9466" y="943"/>
                </a:lnTo>
                <a:moveTo>
                  <a:pt x="9312" y="943"/>
                </a:moveTo>
                <a:lnTo>
                  <a:pt x="9216" y="943"/>
                </a:lnTo>
                <a:lnTo>
                  <a:pt x="9216" y="924"/>
                </a:lnTo>
                <a:lnTo>
                  <a:pt x="9312" y="924"/>
                </a:lnTo>
                <a:lnTo>
                  <a:pt x="9312" y="943"/>
                </a:lnTo>
                <a:moveTo>
                  <a:pt x="9158" y="943"/>
                </a:moveTo>
                <a:lnTo>
                  <a:pt x="9062" y="943"/>
                </a:lnTo>
                <a:lnTo>
                  <a:pt x="9062" y="924"/>
                </a:lnTo>
                <a:lnTo>
                  <a:pt x="9158" y="924"/>
                </a:lnTo>
                <a:lnTo>
                  <a:pt x="9158" y="943"/>
                </a:lnTo>
                <a:moveTo>
                  <a:pt x="9004" y="943"/>
                </a:moveTo>
                <a:lnTo>
                  <a:pt x="8908" y="943"/>
                </a:lnTo>
                <a:lnTo>
                  <a:pt x="8908" y="924"/>
                </a:lnTo>
                <a:lnTo>
                  <a:pt x="9004" y="924"/>
                </a:lnTo>
                <a:lnTo>
                  <a:pt x="9004" y="943"/>
                </a:lnTo>
                <a:moveTo>
                  <a:pt x="8851" y="943"/>
                </a:moveTo>
                <a:lnTo>
                  <a:pt x="8755" y="943"/>
                </a:lnTo>
                <a:lnTo>
                  <a:pt x="8755" y="924"/>
                </a:lnTo>
                <a:lnTo>
                  <a:pt x="8851" y="924"/>
                </a:lnTo>
                <a:lnTo>
                  <a:pt x="8851" y="943"/>
                </a:lnTo>
                <a:moveTo>
                  <a:pt x="8697" y="943"/>
                </a:moveTo>
                <a:lnTo>
                  <a:pt x="8601" y="943"/>
                </a:lnTo>
                <a:lnTo>
                  <a:pt x="8601" y="924"/>
                </a:lnTo>
                <a:lnTo>
                  <a:pt x="8697" y="924"/>
                </a:lnTo>
                <a:lnTo>
                  <a:pt x="8697" y="943"/>
                </a:lnTo>
                <a:moveTo>
                  <a:pt x="8543" y="943"/>
                </a:moveTo>
                <a:lnTo>
                  <a:pt x="8447" y="943"/>
                </a:lnTo>
                <a:lnTo>
                  <a:pt x="8447" y="924"/>
                </a:lnTo>
                <a:lnTo>
                  <a:pt x="8543" y="924"/>
                </a:lnTo>
                <a:lnTo>
                  <a:pt x="8543" y="943"/>
                </a:lnTo>
                <a:moveTo>
                  <a:pt x="8389" y="943"/>
                </a:moveTo>
                <a:lnTo>
                  <a:pt x="8293" y="943"/>
                </a:lnTo>
                <a:lnTo>
                  <a:pt x="8293" y="924"/>
                </a:lnTo>
                <a:lnTo>
                  <a:pt x="8389" y="924"/>
                </a:lnTo>
                <a:lnTo>
                  <a:pt x="8389" y="943"/>
                </a:lnTo>
                <a:moveTo>
                  <a:pt x="8236" y="943"/>
                </a:moveTo>
                <a:lnTo>
                  <a:pt x="8140" y="943"/>
                </a:lnTo>
                <a:lnTo>
                  <a:pt x="8140" y="924"/>
                </a:lnTo>
                <a:lnTo>
                  <a:pt x="8236" y="924"/>
                </a:lnTo>
                <a:lnTo>
                  <a:pt x="8236" y="943"/>
                </a:lnTo>
                <a:moveTo>
                  <a:pt x="8082" y="943"/>
                </a:moveTo>
                <a:lnTo>
                  <a:pt x="7986" y="943"/>
                </a:lnTo>
                <a:lnTo>
                  <a:pt x="7986" y="924"/>
                </a:lnTo>
                <a:lnTo>
                  <a:pt x="8082" y="924"/>
                </a:lnTo>
                <a:lnTo>
                  <a:pt x="8082" y="943"/>
                </a:lnTo>
                <a:moveTo>
                  <a:pt x="7928" y="943"/>
                </a:moveTo>
                <a:lnTo>
                  <a:pt x="7832" y="943"/>
                </a:lnTo>
                <a:lnTo>
                  <a:pt x="7832" y="924"/>
                </a:lnTo>
                <a:lnTo>
                  <a:pt x="7928" y="924"/>
                </a:lnTo>
                <a:lnTo>
                  <a:pt x="7928" y="943"/>
                </a:lnTo>
                <a:moveTo>
                  <a:pt x="7774" y="943"/>
                </a:moveTo>
                <a:lnTo>
                  <a:pt x="7678" y="943"/>
                </a:lnTo>
                <a:lnTo>
                  <a:pt x="7678" y="924"/>
                </a:lnTo>
                <a:lnTo>
                  <a:pt x="7774" y="924"/>
                </a:lnTo>
                <a:lnTo>
                  <a:pt x="7774" y="943"/>
                </a:lnTo>
                <a:moveTo>
                  <a:pt x="7621" y="943"/>
                </a:moveTo>
                <a:lnTo>
                  <a:pt x="7525" y="943"/>
                </a:lnTo>
                <a:lnTo>
                  <a:pt x="7525" y="924"/>
                </a:lnTo>
                <a:lnTo>
                  <a:pt x="7621" y="924"/>
                </a:lnTo>
                <a:lnTo>
                  <a:pt x="7621" y="943"/>
                </a:lnTo>
                <a:moveTo>
                  <a:pt x="7467" y="943"/>
                </a:moveTo>
                <a:lnTo>
                  <a:pt x="7371" y="943"/>
                </a:lnTo>
                <a:lnTo>
                  <a:pt x="7371" y="924"/>
                </a:lnTo>
                <a:lnTo>
                  <a:pt x="7467" y="924"/>
                </a:lnTo>
                <a:lnTo>
                  <a:pt x="7467" y="943"/>
                </a:lnTo>
                <a:moveTo>
                  <a:pt x="7313" y="943"/>
                </a:moveTo>
                <a:lnTo>
                  <a:pt x="7217" y="943"/>
                </a:lnTo>
                <a:lnTo>
                  <a:pt x="7217" y="924"/>
                </a:lnTo>
                <a:lnTo>
                  <a:pt x="7313" y="924"/>
                </a:lnTo>
                <a:lnTo>
                  <a:pt x="7313" y="943"/>
                </a:lnTo>
                <a:moveTo>
                  <a:pt x="7159" y="943"/>
                </a:moveTo>
                <a:lnTo>
                  <a:pt x="7063" y="943"/>
                </a:lnTo>
                <a:lnTo>
                  <a:pt x="7063" y="924"/>
                </a:lnTo>
                <a:lnTo>
                  <a:pt x="7159" y="924"/>
                </a:lnTo>
                <a:lnTo>
                  <a:pt x="7159" y="943"/>
                </a:lnTo>
                <a:moveTo>
                  <a:pt x="7006" y="943"/>
                </a:moveTo>
                <a:lnTo>
                  <a:pt x="6910" y="943"/>
                </a:lnTo>
                <a:lnTo>
                  <a:pt x="6910" y="924"/>
                </a:lnTo>
                <a:lnTo>
                  <a:pt x="7006" y="924"/>
                </a:lnTo>
                <a:lnTo>
                  <a:pt x="7006" y="943"/>
                </a:lnTo>
                <a:moveTo>
                  <a:pt x="6852" y="943"/>
                </a:moveTo>
                <a:lnTo>
                  <a:pt x="6756" y="943"/>
                </a:lnTo>
                <a:lnTo>
                  <a:pt x="6756" y="924"/>
                </a:lnTo>
                <a:lnTo>
                  <a:pt x="6852" y="924"/>
                </a:lnTo>
                <a:lnTo>
                  <a:pt x="6852" y="943"/>
                </a:lnTo>
                <a:moveTo>
                  <a:pt x="6698" y="943"/>
                </a:moveTo>
                <a:lnTo>
                  <a:pt x="6602" y="943"/>
                </a:lnTo>
                <a:lnTo>
                  <a:pt x="6602" y="924"/>
                </a:lnTo>
                <a:lnTo>
                  <a:pt x="6698" y="924"/>
                </a:lnTo>
                <a:lnTo>
                  <a:pt x="6698" y="943"/>
                </a:lnTo>
                <a:moveTo>
                  <a:pt x="6544" y="943"/>
                </a:moveTo>
                <a:lnTo>
                  <a:pt x="6448" y="943"/>
                </a:lnTo>
                <a:lnTo>
                  <a:pt x="6448" y="924"/>
                </a:lnTo>
                <a:lnTo>
                  <a:pt x="6544" y="924"/>
                </a:lnTo>
                <a:lnTo>
                  <a:pt x="6544" y="943"/>
                </a:lnTo>
                <a:moveTo>
                  <a:pt x="6391" y="943"/>
                </a:moveTo>
                <a:lnTo>
                  <a:pt x="6295" y="943"/>
                </a:lnTo>
                <a:lnTo>
                  <a:pt x="6295" y="924"/>
                </a:lnTo>
                <a:lnTo>
                  <a:pt x="6391" y="924"/>
                </a:lnTo>
                <a:lnTo>
                  <a:pt x="6391" y="943"/>
                </a:lnTo>
                <a:moveTo>
                  <a:pt x="6237" y="943"/>
                </a:moveTo>
                <a:lnTo>
                  <a:pt x="6141" y="943"/>
                </a:lnTo>
                <a:lnTo>
                  <a:pt x="6141" y="924"/>
                </a:lnTo>
                <a:lnTo>
                  <a:pt x="6237" y="924"/>
                </a:lnTo>
                <a:lnTo>
                  <a:pt x="6237" y="943"/>
                </a:lnTo>
                <a:moveTo>
                  <a:pt x="6083" y="943"/>
                </a:moveTo>
                <a:lnTo>
                  <a:pt x="5987" y="943"/>
                </a:lnTo>
                <a:lnTo>
                  <a:pt x="5987" y="924"/>
                </a:lnTo>
                <a:lnTo>
                  <a:pt x="6083" y="924"/>
                </a:lnTo>
                <a:lnTo>
                  <a:pt x="6083" y="943"/>
                </a:lnTo>
                <a:moveTo>
                  <a:pt x="5929" y="943"/>
                </a:moveTo>
                <a:lnTo>
                  <a:pt x="5833" y="943"/>
                </a:lnTo>
                <a:lnTo>
                  <a:pt x="5833" y="924"/>
                </a:lnTo>
                <a:lnTo>
                  <a:pt x="5929" y="924"/>
                </a:lnTo>
                <a:lnTo>
                  <a:pt x="5929" y="943"/>
                </a:lnTo>
                <a:moveTo>
                  <a:pt x="5776" y="943"/>
                </a:moveTo>
                <a:lnTo>
                  <a:pt x="5680" y="943"/>
                </a:lnTo>
                <a:lnTo>
                  <a:pt x="5680" y="924"/>
                </a:lnTo>
                <a:lnTo>
                  <a:pt x="5776" y="924"/>
                </a:lnTo>
                <a:lnTo>
                  <a:pt x="5776" y="943"/>
                </a:lnTo>
                <a:moveTo>
                  <a:pt x="5622" y="943"/>
                </a:moveTo>
                <a:lnTo>
                  <a:pt x="5526" y="943"/>
                </a:lnTo>
                <a:lnTo>
                  <a:pt x="5526" y="924"/>
                </a:lnTo>
                <a:lnTo>
                  <a:pt x="5622" y="924"/>
                </a:lnTo>
                <a:lnTo>
                  <a:pt x="5622" y="943"/>
                </a:lnTo>
                <a:moveTo>
                  <a:pt x="5468" y="943"/>
                </a:moveTo>
                <a:lnTo>
                  <a:pt x="5372" y="943"/>
                </a:lnTo>
                <a:lnTo>
                  <a:pt x="5372" y="924"/>
                </a:lnTo>
                <a:lnTo>
                  <a:pt x="5468" y="924"/>
                </a:lnTo>
                <a:lnTo>
                  <a:pt x="5468" y="943"/>
                </a:lnTo>
                <a:moveTo>
                  <a:pt x="5314" y="943"/>
                </a:moveTo>
                <a:lnTo>
                  <a:pt x="5218" y="943"/>
                </a:lnTo>
                <a:lnTo>
                  <a:pt x="5218" y="924"/>
                </a:lnTo>
                <a:lnTo>
                  <a:pt x="5314" y="924"/>
                </a:lnTo>
                <a:lnTo>
                  <a:pt x="5314" y="943"/>
                </a:lnTo>
                <a:moveTo>
                  <a:pt x="5161" y="943"/>
                </a:moveTo>
                <a:lnTo>
                  <a:pt x="5065" y="943"/>
                </a:lnTo>
                <a:lnTo>
                  <a:pt x="5065" y="924"/>
                </a:lnTo>
                <a:lnTo>
                  <a:pt x="5161" y="924"/>
                </a:lnTo>
                <a:lnTo>
                  <a:pt x="5161" y="943"/>
                </a:lnTo>
                <a:moveTo>
                  <a:pt x="5007" y="943"/>
                </a:moveTo>
                <a:lnTo>
                  <a:pt x="4911" y="943"/>
                </a:lnTo>
                <a:lnTo>
                  <a:pt x="4911" y="924"/>
                </a:lnTo>
                <a:lnTo>
                  <a:pt x="5007" y="924"/>
                </a:lnTo>
                <a:lnTo>
                  <a:pt x="5007" y="943"/>
                </a:lnTo>
                <a:moveTo>
                  <a:pt x="4853" y="943"/>
                </a:moveTo>
                <a:lnTo>
                  <a:pt x="4757" y="943"/>
                </a:lnTo>
                <a:lnTo>
                  <a:pt x="4757" y="924"/>
                </a:lnTo>
                <a:lnTo>
                  <a:pt x="4853" y="924"/>
                </a:lnTo>
                <a:lnTo>
                  <a:pt x="4853" y="943"/>
                </a:lnTo>
                <a:moveTo>
                  <a:pt x="4699" y="943"/>
                </a:moveTo>
                <a:lnTo>
                  <a:pt x="4603" y="943"/>
                </a:lnTo>
                <a:lnTo>
                  <a:pt x="4603" y="924"/>
                </a:lnTo>
                <a:lnTo>
                  <a:pt x="4699" y="924"/>
                </a:lnTo>
                <a:lnTo>
                  <a:pt x="4699" y="943"/>
                </a:lnTo>
                <a:moveTo>
                  <a:pt x="4546" y="943"/>
                </a:moveTo>
                <a:lnTo>
                  <a:pt x="4450" y="943"/>
                </a:lnTo>
                <a:lnTo>
                  <a:pt x="4450" y="924"/>
                </a:lnTo>
                <a:lnTo>
                  <a:pt x="4546" y="924"/>
                </a:lnTo>
                <a:lnTo>
                  <a:pt x="4546" y="943"/>
                </a:lnTo>
                <a:moveTo>
                  <a:pt x="4392" y="943"/>
                </a:moveTo>
                <a:lnTo>
                  <a:pt x="4296" y="943"/>
                </a:lnTo>
                <a:lnTo>
                  <a:pt x="4296" y="924"/>
                </a:lnTo>
                <a:lnTo>
                  <a:pt x="4392" y="924"/>
                </a:lnTo>
                <a:lnTo>
                  <a:pt x="4392" y="943"/>
                </a:lnTo>
                <a:moveTo>
                  <a:pt x="4238" y="943"/>
                </a:moveTo>
                <a:lnTo>
                  <a:pt x="4142" y="943"/>
                </a:lnTo>
                <a:lnTo>
                  <a:pt x="4142" y="924"/>
                </a:lnTo>
                <a:lnTo>
                  <a:pt x="4238" y="924"/>
                </a:lnTo>
                <a:lnTo>
                  <a:pt x="4238" y="943"/>
                </a:lnTo>
                <a:moveTo>
                  <a:pt x="4084" y="943"/>
                </a:moveTo>
                <a:lnTo>
                  <a:pt x="3988" y="943"/>
                </a:lnTo>
                <a:lnTo>
                  <a:pt x="3988" y="924"/>
                </a:lnTo>
                <a:lnTo>
                  <a:pt x="4084" y="924"/>
                </a:lnTo>
                <a:lnTo>
                  <a:pt x="4084" y="943"/>
                </a:lnTo>
                <a:moveTo>
                  <a:pt x="3931" y="943"/>
                </a:moveTo>
                <a:lnTo>
                  <a:pt x="3835" y="943"/>
                </a:lnTo>
                <a:lnTo>
                  <a:pt x="3835" y="924"/>
                </a:lnTo>
                <a:lnTo>
                  <a:pt x="3931" y="924"/>
                </a:lnTo>
                <a:lnTo>
                  <a:pt x="3931" y="943"/>
                </a:lnTo>
                <a:moveTo>
                  <a:pt x="3777" y="943"/>
                </a:moveTo>
                <a:lnTo>
                  <a:pt x="3681" y="943"/>
                </a:lnTo>
                <a:lnTo>
                  <a:pt x="3681" y="924"/>
                </a:lnTo>
                <a:lnTo>
                  <a:pt x="3777" y="924"/>
                </a:lnTo>
                <a:lnTo>
                  <a:pt x="3777" y="943"/>
                </a:lnTo>
                <a:moveTo>
                  <a:pt x="3623" y="943"/>
                </a:moveTo>
                <a:lnTo>
                  <a:pt x="3527" y="943"/>
                </a:lnTo>
                <a:lnTo>
                  <a:pt x="3527" y="924"/>
                </a:lnTo>
                <a:lnTo>
                  <a:pt x="3623" y="924"/>
                </a:lnTo>
                <a:lnTo>
                  <a:pt x="3623" y="943"/>
                </a:lnTo>
                <a:moveTo>
                  <a:pt x="3469" y="943"/>
                </a:moveTo>
                <a:lnTo>
                  <a:pt x="3373" y="943"/>
                </a:lnTo>
                <a:lnTo>
                  <a:pt x="3373" y="924"/>
                </a:lnTo>
                <a:lnTo>
                  <a:pt x="3469" y="924"/>
                </a:lnTo>
                <a:lnTo>
                  <a:pt x="3469" y="943"/>
                </a:lnTo>
                <a:moveTo>
                  <a:pt x="3316" y="943"/>
                </a:moveTo>
                <a:lnTo>
                  <a:pt x="3220" y="943"/>
                </a:lnTo>
                <a:lnTo>
                  <a:pt x="3220" y="924"/>
                </a:lnTo>
                <a:lnTo>
                  <a:pt x="3316" y="924"/>
                </a:lnTo>
                <a:lnTo>
                  <a:pt x="3316" y="943"/>
                </a:lnTo>
                <a:moveTo>
                  <a:pt x="3162" y="943"/>
                </a:moveTo>
                <a:lnTo>
                  <a:pt x="3066" y="943"/>
                </a:lnTo>
                <a:lnTo>
                  <a:pt x="3066" y="924"/>
                </a:lnTo>
                <a:lnTo>
                  <a:pt x="3162" y="924"/>
                </a:lnTo>
                <a:lnTo>
                  <a:pt x="3162" y="943"/>
                </a:lnTo>
                <a:moveTo>
                  <a:pt x="3008" y="943"/>
                </a:moveTo>
                <a:lnTo>
                  <a:pt x="2912" y="943"/>
                </a:lnTo>
                <a:lnTo>
                  <a:pt x="2912" y="924"/>
                </a:lnTo>
                <a:lnTo>
                  <a:pt x="3008" y="924"/>
                </a:lnTo>
                <a:lnTo>
                  <a:pt x="3008" y="943"/>
                </a:lnTo>
                <a:moveTo>
                  <a:pt x="2855" y="943"/>
                </a:moveTo>
                <a:lnTo>
                  <a:pt x="2758" y="943"/>
                </a:lnTo>
                <a:lnTo>
                  <a:pt x="2758" y="924"/>
                </a:lnTo>
                <a:lnTo>
                  <a:pt x="2855" y="924"/>
                </a:lnTo>
                <a:lnTo>
                  <a:pt x="2855" y="943"/>
                </a:lnTo>
                <a:moveTo>
                  <a:pt x="2701" y="943"/>
                </a:moveTo>
                <a:lnTo>
                  <a:pt x="2605" y="943"/>
                </a:lnTo>
                <a:lnTo>
                  <a:pt x="2605" y="924"/>
                </a:lnTo>
                <a:lnTo>
                  <a:pt x="2701" y="924"/>
                </a:lnTo>
                <a:lnTo>
                  <a:pt x="2701" y="943"/>
                </a:lnTo>
                <a:moveTo>
                  <a:pt x="2547" y="943"/>
                </a:moveTo>
                <a:lnTo>
                  <a:pt x="2451" y="943"/>
                </a:lnTo>
                <a:lnTo>
                  <a:pt x="2451" y="924"/>
                </a:lnTo>
                <a:lnTo>
                  <a:pt x="2547" y="924"/>
                </a:lnTo>
                <a:lnTo>
                  <a:pt x="2547" y="943"/>
                </a:lnTo>
                <a:moveTo>
                  <a:pt x="2393" y="943"/>
                </a:moveTo>
                <a:lnTo>
                  <a:pt x="2297" y="943"/>
                </a:lnTo>
                <a:lnTo>
                  <a:pt x="2297" y="924"/>
                </a:lnTo>
                <a:lnTo>
                  <a:pt x="2393" y="924"/>
                </a:lnTo>
                <a:lnTo>
                  <a:pt x="2393" y="943"/>
                </a:lnTo>
                <a:moveTo>
                  <a:pt x="2240" y="943"/>
                </a:moveTo>
                <a:lnTo>
                  <a:pt x="2143" y="943"/>
                </a:lnTo>
                <a:lnTo>
                  <a:pt x="2143" y="924"/>
                </a:lnTo>
                <a:lnTo>
                  <a:pt x="2240" y="924"/>
                </a:lnTo>
                <a:lnTo>
                  <a:pt x="2240" y="943"/>
                </a:lnTo>
                <a:moveTo>
                  <a:pt x="2086" y="943"/>
                </a:moveTo>
                <a:lnTo>
                  <a:pt x="1990" y="943"/>
                </a:lnTo>
                <a:lnTo>
                  <a:pt x="1990" y="924"/>
                </a:lnTo>
                <a:lnTo>
                  <a:pt x="2086" y="924"/>
                </a:lnTo>
                <a:lnTo>
                  <a:pt x="2086" y="943"/>
                </a:lnTo>
                <a:moveTo>
                  <a:pt x="1932" y="943"/>
                </a:moveTo>
                <a:lnTo>
                  <a:pt x="1836" y="943"/>
                </a:lnTo>
                <a:lnTo>
                  <a:pt x="1836" y="924"/>
                </a:lnTo>
                <a:lnTo>
                  <a:pt x="1932" y="924"/>
                </a:lnTo>
                <a:lnTo>
                  <a:pt x="1932" y="943"/>
                </a:lnTo>
                <a:moveTo>
                  <a:pt x="1778" y="943"/>
                </a:moveTo>
                <a:lnTo>
                  <a:pt x="1681" y="943"/>
                </a:lnTo>
                <a:lnTo>
                  <a:pt x="1681" y="924"/>
                </a:lnTo>
                <a:lnTo>
                  <a:pt x="1778" y="924"/>
                </a:lnTo>
                <a:lnTo>
                  <a:pt x="1778" y="943"/>
                </a:lnTo>
                <a:moveTo>
                  <a:pt x="1624" y="943"/>
                </a:moveTo>
                <a:lnTo>
                  <a:pt x="1527" y="943"/>
                </a:lnTo>
                <a:lnTo>
                  <a:pt x="1527" y="924"/>
                </a:lnTo>
                <a:lnTo>
                  <a:pt x="1624" y="924"/>
                </a:lnTo>
                <a:lnTo>
                  <a:pt x="1624" y="943"/>
                </a:lnTo>
                <a:moveTo>
                  <a:pt x="1470" y="943"/>
                </a:moveTo>
                <a:lnTo>
                  <a:pt x="1374" y="943"/>
                </a:lnTo>
                <a:lnTo>
                  <a:pt x="1374" y="924"/>
                </a:lnTo>
                <a:lnTo>
                  <a:pt x="1470" y="924"/>
                </a:lnTo>
                <a:lnTo>
                  <a:pt x="1470" y="943"/>
                </a:lnTo>
                <a:moveTo>
                  <a:pt x="1316" y="943"/>
                </a:moveTo>
                <a:lnTo>
                  <a:pt x="1220" y="943"/>
                </a:lnTo>
                <a:lnTo>
                  <a:pt x="1220" y="924"/>
                </a:lnTo>
                <a:lnTo>
                  <a:pt x="1316" y="924"/>
                </a:lnTo>
                <a:lnTo>
                  <a:pt x="1316" y="943"/>
                </a:lnTo>
                <a:moveTo>
                  <a:pt x="1162" y="943"/>
                </a:moveTo>
                <a:lnTo>
                  <a:pt x="1066" y="943"/>
                </a:lnTo>
                <a:lnTo>
                  <a:pt x="1066" y="924"/>
                </a:lnTo>
                <a:lnTo>
                  <a:pt x="1162" y="924"/>
                </a:lnTo>
                <a:lnTo>
                  <a:pt x="1162" y="943"/>
                </a:lnTo>
                <a:moveTo>
                  <a:pt x="1009" y="943"/>
                </a:moveTo>
                <a:lnTo>
                  <a:pt x="912" y="943"/>
                </a:lnTo>
                <a:lnTo>
                  <a:pt x="912" y="924"/>
                </a:lnTo>
                <a:lnTo>
                  <a:pt x="1009" y="924"/>
                </a:lnTo>
                <a:lnTo>
                  <a:pt x="1009" y="943"/>
                </a:lnTo>
                <a:moveTo>
                  <a:pt x="855" y="943"/>
                </a:moveTo>
                <a:lnTo>
                  <a:pt x="759" y="943"/>
                </a:lnTo>
                <a:lnTo>
                  <a:pt x="759" y="924"/>
                </a:lnTo>
                <a:lnTo>
                  <a:pt x="855" y="924"/>
                </a:lnTo>
                <a:lnTo>
                  <a:pt x="855" y="943"/>
                </a:lnTo>
                <a:moveTo>
                  <a:pt x="701" y="943"/>
                </a:moveTo>
                <a:lnTo>
                  <a:pt x="605" y="943"/>
                </a:lnTo>
                <a:lnTo>
                  <a:pt x="605" y="924"/>
                </a:lnTo>
                <a:lnTo>
                  <a:pt x="701" y="924"/>
                </a:lnTo>
                <a:lnTo>
                  <a:pt x="701" y="943"/>
                </a:lnTo>
                <a:moveTo>
                  <a:pt x="547" y="943"/>
                </a:moveTo>
                <a:lnTo>
                  <a:pt x="451" y="943"/>
                </a:lnTo>
                <a:lnTo>
                  <a:pt x="451" y="924"/>
                </a:lnTo>
                <a:lnTo>
                  <a:pt x="547" y="924"/>
                </a:lnTo>
                <a:lnTo>
                  <a:pt x="547" y="943"/>
                </a:lnTo>
                <a:moveTo>
                  <a:pt x="394" y="943"/>
                </a:moveTo>
                <a:lnTo>
                  <a:pt x="297" y="943"/>
                </a:lnTo>
                <a:lnTo>
                  <a:pt x="297" y="924"/>
                </a:lnTo>
                <a:lnTo>
                  <a:pt x="394" y="924"/>
                </a:lnTo>
                <a:lnTo>
                  <a:pt x="394" y="943"/>
                </a:lnTo>
                <a:moveTo>
                  <a:pt x="240" y="943"/>
                </a:moveTo>
                <a:lnTo>
                  <a:pt x="144" y="943"/>
                </a:lnTo>
                <a:lnTo>
                  <a:pt x="144" y="924"/>
                </a:lnTo>
                <a:lnTo>
                  <a:pt x="240" y="924"/>
                </a:lnTo>
                <a:lnTo>
                  <a:pt x="240" y="943"/>
                </a:lnTo>
                <a:moveTo>
                  <a:pt x="86" y="943"/>
                </a:moveTo>
                <a:lnTo>
                  <a:pt x="0" y="943"/>
                </a:lnTo>
                <a:lnTo>
                  <a:pt x="0" y="914"/>
                </a:lnTo>
                <a:lnTo>
                  <a:pt x="19" y="914"/>
                </a:lnTo>
                <a:lnTo>
                  <a:pt x="19" y="934"/>
                </a:lnTo>
                <a:lnTo>
                  <a:pt x="9" y="934"/>
                </a:lnTo>
                <a:lnTo>
                  <a:pt x="9" y="924"/>
                </a:lnTo>
                <a:lnTo>
                  <a:pt x="86" y="924"/>
                </a:lnTo>
                <a:lnTo>
                  <a:pt x="86" y="943"/>
                </a:lnTo>
                <a:moveTo>
                  <a:pt x="0" y="857"/>
                </a:moveTo>
                <a:lnTo>
                  <a:pt x="0" y="761"/>
                </a:lnTo>
                <a:lnTo>
                  <a:pt x="19" y="761"/>
                </a:lnTo>
                <a:lnTo>
                  <a:pt x="19" y="857"/>
                </a:lnTo>
                <a:lnTo>
                  <a:pt x="0" y="857"/>
                </a:lnTo>
                <a:moveTo>
                  <a:pt x="0" y="702"/>
                </a:moveTo>
                <a:lnTo>
                  <a:pt x="0" y="606"/>
                </a:lnTo>
                <a:lnTo>
                  <a:pt x="19" y="606"/>
                </a:lnTo>
                <a:lnTo>
                  <a:pt x="19" y="702"/>
                </a:lnTo>
                <a:lnTo>
                  <a:pt x="0" y="702"/>
                </a:lnTo>
                <a:moveTo>
                  <a:pt x="0" y="548"/>
                </a:moveTo>
                <a:lnTo>
                  <a:pt x="0" y="452"/>
                </a:lnTo>
                <a:lnTo>
                  <a:pt x="19" y="452"/>
                </a:lnTo>
                <a:lnTo>
                  <a:pt x="19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19" y="298"/>
                </a:lnTo>
                <a:lnTo>
                  <a:pt x="19" y="394"/>
                </a:lnTo>
                <a:lnTo>
                  <a:pt x="0" y="394"/>
                </a:lnTo>
                <a:moveTo>
                  <a:pt x="0" y="241"/>
                </a:moveTo>
                <a:lnTo>
                  <a:pt x="0" y="145"/>
                </a:lnTo>
                <a:lnTo>
                  <a:pt x="19" y="145"/>
                </a:lnTo>
                <a:lnTo>
                  <a:pt x="19" y="241"/>
                </a:lnTo>
                <a:lnTo>
                  <a:pt x="0" y="241"/>
                </a:lnTo>
                <a:moveTo>
                  <a:pt x="0" y="87"/>
                </a:moveTo>
                <a:lnTo>
                  <a:pt x="0" y="0"/>
                </a:lnTo>
                <a:lnTo>
                  <a:pt x="105" y="0"/>
                </a:lnTo>
                <a:lnTo>
                  <a:pt x="105" y="20"/>
                </a:lnTo>
                <a:lnTo>
                  <a:pt x="9" y="20"/>
                </a:lnTo>
                <a:lnTo>
                  <a:pt x="9" y="10"/>
                </a:lnTo>
                <a:lnTo>
                  <a:pt x="19" y="10"/>
                </a:lnTo>
                <a:lnTo>
                  <a:pt x="19" y="87"/>
                </a:lnTo>
                <a:lnTo>
                  <a:pt x="0" y="8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5542200" y="37011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5542200" y="372528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1460520" y="3396960"/>
            <a:ext cx="1989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1557360" y="3693240"/>
            <a:ext cx="7185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1557360" y="3805200"/>
            <a:ext cx="3450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1460520" y="3527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1197360" y="4109400"/>
            <a:ext cx="5609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1197360" y="4241160"/>
            <a:ext cx="5665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1197360" y="4372560"/>
            <a:ext cx="553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1197360" y="4503960"/>
            <a:ext cx="5195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1743120" y="4766400"/>
            <a:ext cx="6617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onderwijsontwerp met ruimte en middelen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14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457200" y="817920"/>
            <a:ext cx="6918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O NTS TAAT  ·  DE  O PLEIDING S S PECIFICATIE  M ET  PR O G R AM M A,  EENH EDEN  EN  KEUZEDEELR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1638720" y="134352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19"/>
                  <a:pt x="159" y="24"/>
                  <a:pt x="162" y="30"/>
                </a:cubicBezTo>
                <a:cubicBezTo>
                  <a:pt x="164" y="36"/>
                  <a:pt x="166" y="44"/>
                  <a:pt x="166" y="50"/>
                </a:cubicBezTo>
                <a:cubicBezTo>
                  <a:pt x="166" y="57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90"/>
                  <a:pt x="141" y="93"/>
                  <a:pt x="135" y="96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6"/>
                </a:cubicBezTo>
                <a:cubicBezTo>
                  <a:pt x="25" y="93"/>
                  <a:pt x="20" y="90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7"/>
                  <a:pt x="0" y="50"/>
                </a:cubicBezTo>
                <a:cubicBezTo>
                  <a:pt x="0" y="44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1686240" y="134352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7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90"/>
                  <a:pt x="50" y="93"/>
                  <a:pt x="46" y="96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6"/>
                </a:cubicBezTo>
                <a:cubicBezTo>
                  <a:pt x="16" y="93"/>
                  <a:pt x="12" y="90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7"/>
                  <a:pt x="0" y="50"/>
                </a:cubicBezTo>
                <a:cubicBezTo>
                  <a:pt x="0" y="44"/>
                  <a:pt x="1" y="36"/>
                  <a:pt x="2" y="30"/>
                </a:cubicBezTo>
                <a:cubicBezTo>
                  <a:pt x="4" y="24"/>
                  <a:pt x="6" y="19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19"/>
                  <a:pt x="62" y="24"/>
                  <a:pt x="64" y="30"/>
                </a:cubicBezTo>
                <a:cubicBezTo>
                  <a:pt x="66" y="36"/>
                  <a:pt x="66" y="44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528120" y="109548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0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587160" y="1325160"/>
            <a:ext cx="936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5225400" y="1325520"/>
            <a:ext cx="77040" cy="71640"/>
          </a:xfrm>
          <a:custGeom>
            <a:avLst/>
            <a:gdLst/>
            <a:ahLst/>
            <a:rect l="0" t="0" r="r" b="b"/>
            <a:pathLst>
              <a:path w="214" h="199">
                <a:moveTo>
                  <a:pt x="0" y="50"/>
                </a:moveTo>
                <a:lnTo>
                  <a:pt x="132" y="50"/>
                </a:lnTo>
                <a:lnTo>
                  <a:pt x="132" y="0"/>
                </a:lnTo>
                <a:lnTo>
                  <a:pt x="214" y="99"/>
                </a:lnTo>
                <a:lnTo>
                  <a:pt x="132" y="199"/>
                </a:lnTo>
                <a:lnTo>
                  <a:pt x="132" y="148"/>
                </a:lnTo>
                <a:lnTo>
                  <a:pt x="0" y="148"/>
                </a:lnTo>
                <a:lnTo>
                  <a:pt x="0" y="5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587160" y="142056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1875240" y="1325160"/>
            <a:ext cx="3938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830880" y="1568160"/>
            <a:ext cx="9360" cy="118800"/>
          </a:xfrm>
          <a:custGeom>
            <a:avLst/>
            <a:gdLst/>
            <a:ahLst/>
            <a:rect l="0" t="0" r="r" b="b"/>
            <a:pathLst>
              <a:path w="26" h="330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100"/>
                </a:moveTo>
                <a:lnTo>
                  <a:pt x="26" y="149"/>
                </a:lnTo>
                <a:lnTo>
                  <a:pt x="0" y="149"/>
                </a:lnTo>
                <a:lnTo>
                  <a:pt x="0" y="100"/>
                </a:lnTo>
                <a:lnTo>
                  <a:pt x="26" y="100"/>
                </a:lnTo>
                <a:moveTo>
                  <a:pt x="26" y="199"/>
                </a:moveTo>
                <a:lnTo>
                  <a:pt x="26" y="248"/>
                </a:lnTo>
                <a:lnTo>
                  <a:pt x="0" y="248"/>
                </a:lnTo>
                <a:lnTo>
                  <a:pt x="0" y="199"/>
                </a:lnTo>
                <a:lnTo>
                  <a:pt x="26" y="199"/>
                </a:lnTo>
                <a:moveTo>
                  <a:pt x="26" y="297"/>
                </a:moveTo>
                <a:lnTo>
                  <a:pt x="26" y="330"/>
                </a:lnTo>
                <a:lnTo>
                  <a:pt x="0" y="330"/>
                </a:lnTo>
                <a:lnTo>
                  <a:pt x="0" y="297"/>
                </a:lnTo>
                <a:lnTo>
                  <a:pt x="26" y="29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805680" y="165132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6436800" y="175752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6436800" y="1778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1875240" y="142056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752760" y="1751040"/>
            <a:ext cx="773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/>
          <p:nvPr/>
        </p:nvSpPr>
        <p:spPr>
          <a:xfrm>
            <a:off x="6377760" y="20062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377760" y="20268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752760" y="184680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835560" y="1999800"/>
            <a:ext cx="1232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6318360" y="2254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6318360" y="22755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835560" y="209520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918000" y="2248200"/>
            <a:ext cx="10753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259320" y="2603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6259320" y="26247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918000" y="234360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1000800" y="2597400"/>
            <a:ext cx="9500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1000800" y="269280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1000800" y="2804400"/>
            <a:ext cx="27759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4534200" y="333180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4534200" y="335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918000" y="2455200"/>
            <a:ext cx="28324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752760" y="3325320"/>
            <a:ext cx="6102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8687880" y="378144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8687880" y="380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752760" y="342072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752760" y="37749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1047960" y="3118680"/>
            <a:ext cx="0" cy="16560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1047960" y="3568320"/>
            <a:ext cx="0" cy="16596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752760" y="387036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528120" y="407160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2781360" y="429984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3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457200" y="1474920"/>
            <a:ext cx="801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1 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2067120" y="2107800"/>
            <a:ext cx="81000" cy="48600"/>
          </a:xfrm>
          <a:custGeom>
            <a:avLst/>
            <a:gdLst/>
            <a:ahLst/>
            <a:rect l="0" t="0" r="r" b="b"/>
            <a:pathLst>
              <a:path w="225" h="135">
                <a:moveTo>
                  <a:pt x="67" y="0"/>
                </a:moveTo>
                <a:lnTo>
                  <a:pt x="157" y="0"/>
                </a:lnTo>
                <a:cubicBezTo>
                  <a:pt x="165" y="0"/>
                  <a:pt x="175" y="2"/>
                  <a:pt x="183" y="5"/>
                </a:cubicBezTo>
                <a:cubicBezTo>
                  <a:pt x="191" y="8"/>
                  <a:pt x="199" y="13"/>
                  <a:pt x="205" y="20"/>
                </a:cubicBezTo>
                <a:cubicBezTo>
                  <a:pt x="211" y="26"/>
                  <a:pt x="216" y="33"/>
                  <a:pt x="220" y="41"/>
                </a:cubicBezTo>
                <a:cubicBezTo>
                  <a:pt x="223" y="50"/>
                  <a:pt x="225" y="58"/>
                  <a:pt x="225" y="67"/>
                </a:cubicBezTo>
                <a:cubicBezTo>
                  <a:pt x="225" y="76"/>
                  <a:pt x="223" y="85"/>
                  <a:pt x="220" y="93"/>
                </a:cubicBezTo>
                <a:cubicBezTo>
                  <a:pt x="216" y="101"/>
                  <a:pt x="211" y="109"/>
                  <a:pt x="205" y="116"/>
                </a:cubicBezTo>
                <a:cubicBezTo>
                  <a:pt x="199" y="122"/>
                  <a:pt x="191" y="127"/>
                  <a:pt x="183" y="130"/>
                </a:cubicBezTo>
                <a:cubicBezTo>
                  <a:pt x="175" y="134"/>
                  <a:pt x="165" y="135"/>
                  <a:pt x="157" y="135"/>
                </a:cubicBezTo>
                <a:lnTo>
                  <a:pt x="67" y="135"/>
                </a:lnTo>
                <a:cubicBezTo>
                  <a:pt x="58" y="135"/>
                  <a:pt x="50" y="134"/>
                  <a:pt x="41" y="130"/>
                </a:cubicBezTo>
                <a:cubicBezTo>
                  <a:pt x="33" y="127"/>
                  <a:pt x="26" y="122"/>
                  <a:pt x="20" y="116"/>
                </a:cubicBezTo>
                <a:cubicBezTo>
                  <a:pt x="13" y="109"/>
                  <a:pt x="9" y="101"/>
                  <a:pt x="5" y="93"/>
                </a:cubicBezTo>
                <a:cubicBezTo>
                  <a:pt x="2" y="85"/>
                  <a:pt x="0" y="76"/>
                  <a:pt x="0" y="67"/>
                </a:cubicBezTo>
                <a:cubicBezTo>
                  <a:pt x="0" y="58"/>
                  <a:pt x="2" y="50"/>
                  <a:pt x="5" y="41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2"/>
                  <a:pt x="58" y="0"/>
                  <a:pt x="67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2131560" y="2107800"/>
            <a:ext cx="32400" cy="48600"/>
          </a:xfrm>
          <a:custGeom>
            <a:avLst/>
            <a:gdLst/>
            <a:ahLst/>
            <a:rect l="0" t="0" r="r" b="b"/>
            <a:pathLst>
              <a:path w="90" h="135">
                <a:moveTo>
                  <a:pt x="90" y="67"/>
                </a:moveTo>
                <a:cubicBezTo>
                  <a:pt x="90" y="76"/>
                  <a:pt x="89" y="85"/>
                  <a:pt x="86" y="93"/>
                </a:cubicBezTo>
                <a:cubicBezTo>
                  <a:pt x="84" y="101"/>
                  <a:pt x="80" y="109"/>
                  <a:pt x="76" y="116"/>
                </a:cubicBezTo>
                <a:cubicBezTo>
                  <a:pt x="72" y="122"/>
                  <a:pt x="67" y="127"/>
                  <a:pt x="62" y="130"/>
                </a:cubicBezTo>
                <a:cubicBezTo>
                  <a:pt x="56" y="134"/>
                  <a:pt x="51" y="135"/>
                  <a:pt x="45" y="135"/>
                </a:cubicBezTo>
                <a:cubicBezTo>
                  <a:pt x="39" y="135"/>
                  <a:pt x="33" y="134"/>
                  <a:pt x="28" y="130"/>
                </a:cubicBezTo>
                <a:cubicBezTo>
                  <a:pt x="22" y="127"/>
                  <a:pt x="17" y="122"/>
                  <a:pt x="13" y="116"/>
                </a:cubicBezTo>
                <a:cubicBezTo>
                  <a:pt x="9" y="109"/>
                  <a:pt x="6" y="101"/>
                  <a:pt x="3" y="93"/>
                </a:cubicBezTo>
                <a:cubicBezTo>
                  <a:pt x="1" y="85"/>
                  <a:pt x="0" y="76"/>
                  <a:pt x="0" y="67"/>
                </a:cubicBezTo>
                <a:cubicBezTo>
                  <a:pt x="0" y="58"/>
                  <a:pt x="1" y="50"/>
                  <a:pt x="3" y="41"/>
                </a:cubicBezTo>
                <a:cubicBezTo>
                  <a:pt x="6" y="33"/>
                  <a:pt x="9" y="26"/>
                  <a:pt x="13" y="20"/>
                </a:cubicBezTo>
                <a:cubicBezTo>
                  <a:pt x="17" y="13"/>
                  <a:pt x="22" y="8"/>
                  <a:pt x="28" y="5"/>
                </a:cubicBezTo>
                <a:cubicBezTo>
                  <a:pt x="33" y="2"/>
                  <a:pt x="39" y="0"/>
                  <a:pt x="45" y="0"/>
                </a:cubicBezTo>
                <a:cubicBezTo>
                  <a:pt x="51" y="0"/>
                  <a:pt x="56" y="2"/>
                  <a:pt x="62" y="5"/>
                </a:cubicBezTo>
                <a:cubicBezTo>
                  <a:pt x="67" y="8"/>
                  <a:pt x="72" y="13"/>
                  <a:pt x="76" y="20"/>
                </a:cubicBezTo>
                <a:cubicBezTo>
                  <a:pt x="80" y="26"/>
                  <a:pt x="84" y="33"/>
                  <a:pt x="86" y="41"/>
                </a:cubicBezTo>
                <a:cubicBezTo>
                  <a:pt x="89" y="50"/>
                  <a:pt x="90" y="58"/>
                  <a:pt x="90" y="67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554040" y="1770120"/>
            <a:ext cx="6131880" cy="14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5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9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34320" y="208260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6284880" y="2083680"/>
            <a:ext cx="105120" cy="96840"/>
          </a:xfrm>
          <a:custGeom>
            <a:avLst/>
            <a:gdLst/>
            <a:ahLst/>
            <a:rect l="0" t="0" r="r" b="b"/>
            <a:pathLst>
              <a:path w="292" h="269">
                <a:moveTo>
                  <a:pt x="0" y="67"/>
                </a:moveTo>
                <a:lnTo>
                  <a:pt x="180" y="67"/>
                </a:lnTo>
                <a:lnTo>
                  <a:pt x="180" y="0"/>
                </a:lnTo>
                <a:lnTo>
                  <a:pt x="292" y="134"/>
                </a:lnTo>
                <a:lnTo>
                  <a:pt x="180" y="269"/>
                </a:lnTo>
                <a:lnTo>
                  <a:pt x="180" y="201"/>
                </a:lnTo>
                <a:lnTo>
                  <a:pt x="0" y="201"/>
                </a:lnTo>
                <a:lnTo>
                  <a:pt x="0" y="6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634320" y="2212920"/>
            <a:ext cx="127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2389320" y="208260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966240" y="2414160"/>
            <a:ext cx="12600" cy="161280"/>
          </a:xfrm>
          <a:custGeom>
            <a:avLst/>
            <a:gdLst/>
            <a:ahLst/>
            <a:rect l="0" t="0" r="r" b="b"/>
            <a:pathLst>
              <a:path w="35" h="448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4"/>
                </a:moveTo>
                <a:lnTo>
                  <a:pt x="35" y="201"/>
                </a:lnTo>
                <a:lnTo>
                  <a:pt x="0" y="201"/>
                </a:lnTo>
                <a:lnTo>
                  <a:pt x="0" y="134"/>
                </a:lnTo>
                <a:lnTo>
                  <a:pt x="35" y="134"/>
                </a:lnTo>
                <a:moveTo>
                  <a:pt x="35" y="269"/>
                </a:moveTo>
                <a:lnTo>
                  <a:pt x="35" y="336"/>
                </a:lnTo>
                <a:lnTo>
                  <a:pt x="0" y="336"/>
                </a:lnTo>
                <a:lnTo>
                  <a:pt x="0" y="269"/>
                </a:lnTo>
                <a:lnTo>
                  <a:pt x="35" y="269"/>
                </a:lnTo>
                <a:moveTo>
                  <a:pt x="35" y="404"/>
                </a:moveTo>
                <a:lnTo>
                  <a:pt x="35" y="448"/>
                </a:lnTo>
                <a:lnTo>
                  <a:pt x="0" y="448"/>
                </a:lnTo>
                <a:lnTo>
                  <a:pt x="0" y="404"/>
                </a:lnTo>
                <a:lnTo>
                  <a:pt x="35" y="40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932040" y="2526840"/>
            <a:ext cx="81000" cy="48600"/>
          </a:xfrm>
          <a:custGeom>
            <a:avLst/>
            <a:gdLst/>
            <a:ahLst/>
            <a:rect l="0" t="0" r="r" b="b"/>
            <a:pathLst>
              <a:path fill="none" w="225" h="135">
                <a:moveTo>
                  <a:pt x="0" y="0"/>
                </a:moveTo>
                <a:lnTo>
                  <a:pt x="112" y="135"/>
                </a:lnTo>
                <a:lnTo>
                  <a:pt x="225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779400" y="2607480"/>
            <a:ext cx="8001360" cy="1080360"/>
          </a:xfrm>
          <a:custGeom>
            <a:avLst/>
            <a:gdLst/>
            <a:ahLst/>
            <a:rect l="0" t="0" r="r" b="b"/>
            <a:pathLst>
              <a:path w="22226" h="3001">
                <a:moveTo>
                  <a:pt x="0" y="0"/>
                </a:moveTo>
                <a:lnTo>
                  <a:pt x="22226" y="0"/>
                </a:lnTo>
                <a:lnTo>
                  <a:pt x="22226" y="3001"/>
                </a:lnTo>
                <a:lnTo>
                  <a:pt x="0" y="30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775080" y="2603520"/>
            <a:ext cx="8009640" cy="1088280"/>
          </a:xfrm>
          <a:custGeom>
            <a:avLst/>
            <a:gdLst/>
            <a:ahLst/>
            <a:rect l="0" t="0" r="r" b="b"/>
            <a:pathLst>
              <a:path w="22249" h="3023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6" y="0"/>
                </a:lnTo>
                <a:lnTo>
                  <a:pt x="2806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7" y="0"/>
                </a:lnTo>
                <a:lnTo>
                  <a:pt x="4237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1" y="0"/>
                </a:moveTo>
                <a:lnTo>
                  <a:pt x="8173" y="0"/>
                </a:lnTo>
                <a:lnTo>
                  <a:pt x="8173" y="22"/>
                </a:lnTo>
                <a:lnTo>
                  <a:pt x="8061" y="22"/>
                </a:lnTo>
                <a:lnTo>
                  <a:pt x="8061" y="0"/>
                </a:lnTo>
                <a:moveTo>
                  <a:pt x="8240" y="0"/>
                </a:moveTo>
                <a:lnTo>
                  <a:pt x="8352" y="0"/>
                </a:lnTo>
                <a:lnTo>
                  <a:pt x="8352" y="22"/>
                </a:lnTo>
                <a:lnTo>
                  <a:pt x="8240" y="22"/>
                </a:lnTo>
                <a:lnTo>
                  <a:pt x="8240" y="0"/>
                </a:lnTo>
                <a:moveTo>
                  <a:pt x="8419" y="0"/>
                </a:moveTo>
                <a:lnTo>
                  <a:pt x="8530" y="0"/>
                </a:lnTo>
                <a:lnTo>
                  <a:pt x="8530" y="22"/>
                </a:lnTo>
                <a:lnTo>
                  <a:pt x="8419" y="22"/>
                </a:lnTo>
                <a:lnTo>
                  <a:pt x="8419" y="0"/>
                </a:lnTo>
                <a:moveTo>
                  <a:pt x="8598" y="0"/>
                </a:moveTo>
                <a:lnTo>
                  <a:pt x="8709" y="0"/>
                </a:lnTo>
                <a:lnTo>
                  <a:pt x="8709" y="22"/>
                </a:lnTo>
                <a:lnTo>
                  <a:pt x="8598" y="22"/>
                </a:lnTo>
                <a:lnTo>
                  <a:pt x="8598" y="0"/>
                </a:lnTo>
                <a:moveTo>
                  <a:pt x="8776" y="0"/>
                </a:moveTo>
                <a:lnTo>
                  <a:pt x="8888" y="0"/>
                </a:lnTo>
                <a:lnTo>
                  <a:pt x="8888" y="22"/>
                </a:lnTo>
                <a:lnTo>
                  <a:pt x="8776" y="22"/>
                </a:lnTo>
                <a:lnTo>
                  <a:pt x="8776" y="0"/>
                </a:lnTo>
                <a:moveTo>
                  <a:pt x="8955" y="0"/>
                </a:moveTo>
                <a:lnTo>
                  <a:pt x="9068" y="0"/>
                </a:lnTo>
                <a:lnTo>
                  <a:pt x="9068" y="22"/>
                </a:lnTo>
                <a:lnTo>
                  <a:pt x="8955" y="22"/>
                </a:lnTo>
                <a:lnTo>
                  <a:pt x="8955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0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0" y="22"/>
                </a:lnTo>
                <a:lnTo>
                  <a:pt x="11460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1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1" y="22"/>
                </a:lnTo>
                <a:lnTo>
                  <a:pt x="12891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2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8" y="0"/>
                </a:lnTo>
                <a:lnTo>
                  <a:pt x="16938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69" y="0"/>
                </a:lnTo>
                <a:lnTo>
                  <a:pt x="18369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0" y="0"/>
                </a:lnTo>
                <a:lnTo>
                  <a:pt x="19800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1053" y="0"/>
                </a:lnTo>
                <a:lnTo>
                  <a:pt x="21053" y="22"/>
                </a:lnTo>
                <a:lnTo>
                  <a:pt x="20941" y="22"/>
                </a:lnTo>
                <a:lnTo>
                  <a:pt x="20941" y="0"/>
                </a:lnTo>
                <a:moveTo>
                  <a:pt x="21120" y="0"/>
                </a:moveTo>
                <a:lnTo>
                  <a:pt x="21231" y="0"/>
                </a:lnTo>
                <a:lnTo>
                  <a:pt x="21231" y="22"/>
                </a:lnTo>
                <a:lnTo>
                  <a:pt x="21120" y="22"/>
                </a:lnTo>
                <a:lnTo>
                  <a:pt x="21120" y="0"/>
                </a:lnTo>
                <a:moveTo>
                  <a:pt x="21299" y="0"/>
                </a:moveTo>
                <a:lnTo>
                  <a:pt x="21410" y="0"/>
                </a:lnTo>
                <a:lnTo>
                  <a:pt x="21410" y="22"/>
                </a:lnTo>
                <a:lnTo>
                  <a:pt x="21299" y="22"/>
                </a:lnTo>
                <a:lnTo>
                  <a:pt x="21299" y="0"/>
                </a:lnTo>
                <a:moveTo>
                  <a:pt x="21477" y="0"/>
                </a:moveTo>
                <a:lnTo>
                  <a:pt x="21589" y="0"/>
                </a:lnTo>
                <a:lnTo>
                  <a:pt x="21589" y="22"/>
                </a:lnTo>
                <a:lnTo>
                  <a:pt x="21477" y="22"/>
                </a:lnTo>
                <a:lnTo>
                  <a:pt x="21477" y="0"/>
                </a:lnTo>
                <a:moveTo>
                  <a:pt x="21656" y="0"/>
                </a:moveTo>
                <a:lnTo>
                  <a:pt x="21768" y="0"/>
                </a:lnTo>
                <a:lnTo>
                  <a:pt x="21768" y="22"/>
                </a:lnTo>
                <a:lnTo>
                  <a:pt x="21656" y="22"/>
                </a:lnTo>
                <a:lnTo>
                  <a:pt x="21656" y="0"/>
                </a:lnTo>
                <a:moveTo>
                  <a:pt x="21835" y="0"/>
                </a:moveTo>
                <a:lnTo>
                  <a:pt x="21947" y="0"/>
                </a:lnTo>
                <a:lnTo>
                  <a:pt x="21947" y="22"/>
                </a:lnTo>
                <a:lnTo>
                  <a:pt x="21835" y="22"/>
                </a:lnTo>
                <a:lnTo>
                  <a:pt x="21835" y="0"/>
                </a:lnTo>
                <a:moveTo>
                  <a:pt x="22014" y="0"/>
                </a:moveTo>
                <a:lnTo>
                  <a:pt x="22126" y="0"/>
                </a:lnTo>
                <a:lnTo>
                  <a:pt x="22126" y="22"/>
                </a:lnTo>
                <a:lnTo>
                  <a:pt x="22014" y="22"/>
                </a:lnTo>
                <a:lnTo>
                  <a:pt x="22014" y="0"/>
                </a:lnTo>
                <a:moveTo>
                  <a:pt x="22193" y="0"/>
                </a:moveTo>
                <a:lnTo>
                  <a:pt x="22249" y="0"/>
                </a:lnTo>
                <a:lnTo>
                  <a:pt x="22249" y="78"/>
                </a:lnTo>
                <a:lnTo>
                  <a:pt x="22226" y="78"/>
                </a:lnTo>
                <a:lnTo>
                  <a:pt x="22226" y="11"/>
                </a:lnTo>
                <a:lnTo>
                  <a:pt x="22238" y="11"/>
                </a:lnTo>
                <a:lnTo>
                  <a:pt x="22238" y="22"/>
                </a:lnTo>
                <a:lnTo>
                  <a:pt x="22193" y="22"/>
                </a:lnTo>
                <a:lnTo>
                  <a:pt x="22193" y="0"/>
                </a:lnTo>
                <a:moveTo>
                  <a:pt x="22249" y="145"/>
                </a:moveTo>
                <a:lnTo>
                  <a:pt x="22249" y="257"/>
                </a:lnTo>
                <a:lnTo>
                  <a:pt x="22226" y="257"/>
                </a:lnTo>
                <a:lnTo>
                  <a:pt x="22226" y="145"/>
                </a:lnTo>
                <a:lnTo>
                  <a:pt x="22249" y="145"/>
                </a:lnTo>
                <a:moveTo>
                  <a:pt x="22249" y="325"/>
                </a:moveTo>
                <a:lnTo>
                  <a:pt x="22249" y="437"/>
                </a:lnTo>
                <a:lnTo>
                  <a:pt x="22226" y="437"/>
                </a:lnTo>
                <a:lnTo>
                  <a:pt x="22226" y="325"/>
                </a:lnTo>
                <a:lnTo>
                  <a:pt x="22249" y="325"/>
                </a:lnTo>
                <a:moveTo>
                  <a:pt x="22249" y="505"/>
                </a:moveTo>
                <a:lnTo>
                  <a:pt x="22249" y="616"/>
                </a:lnTo>
                <a:lnTo>
                  <a:pt x="22226" y="616"/>
                </a:lnTo>
                <a:lnTo>
                  <a:pt x="22226" y="505"/>
                </a:lnTo>
                <a:lnTo>
                  <a:pt x="22249" y="505"/>
                </a:lnTo>
                <a:moveTo>
                  <a:pt x="22249" y="684"/>
                </a:moveTo>
                <a:lnTo>
                  <a:pt x="22249" y="796"/>
                </a:lnTo>
                <a:lnTo>
                  <a:pt x="22226" y="796"/>
                </a:lnTo>
                <a:lnTo>
                  <a:pt x="22226" y="684"/>
                </a:lnTo>
                <a:lnTo>
                  <a:pt x="22249" y="684"/>
                </a:lnTo>
                <a:moveTo>
                  <a:pt x="22249" y="863"/>
                </a:moveTo>
                <a:lnTo>
                  <a:pt x="22249" y="975"/>
                </a:lnTo>
                <a:lnTo>
                  <a:pt x="22226" y="975"/>
                </a:lnTo>
                <a:lnTo>
                  <a:pt x="22226" y="863"/>
                </a:lnTo>
                <a:lnTo>
                  <a:pt x="22249" y="863"/>
                </a:lnTo>
                <a:moveTo>
                  <a:pt x="22249" y="1042"/>
                </a:moveTo>
                <a:lnTo>
                  <a:pt x="22249" y="1154"/>
                </a:lnTo>
                <a:lnTo>
                  <a:pt x="22226" y="1154"/>
                </a:lnTo>
                <a:lnTo>
                  <a:pt x="22226" y="1042"/>
                </a:lnTo>
                <a:lnTo>
                  <a:pt x="22249" y="1042"/>
                </a:lnTo>
                <a:moveTo>
                  <a:pt x="22249" y="1221"/>
                </a:moveTo>
                <a:lnTo>
                  <a:pt x="22249" y="1333"/>
                </a:lnTo>
                <a:lnTo>
                  <a:pt x="22226" y="1333"/>
                </a:lnTo>
                <a:lnTo>
                  <a:pt x="22226" y="1221"/>
                </a:lnTo>
                <a:lnTo>
                  <a:pt x="22249" y="1221"/>
                </a:lnTo>
                <a:moveTo>
                  <a:pt x="22249" y="1400"/>
                </a:moveTo>
                <a:lnTo>
                  <a:pt x="22249" y="1512"/>
                </a:lnTo>
                <a:lnTo>
                  <a:pt x="22226" y="1512"/>
                </a:lnTo>
                <a:lnTo>
                  <a:pt x="22226" y="1400"/>
                </a:lnTo>
                <a:lnTo>
                  <a:pt x="22249" y="1400"/>
                </a:lnTo>
                <a:moveTo>
                  <a:pt x="22249" y="1579"/>
                </a:moveTo>
                <a:lnTo>
                  <a:pt x="22249" y="1691"/>
                </a:lnTo>
                <a:lnTo>
                  <a:pt x="22226" y="1691"/>
                </a:lnTo>
                <a:lnTo>
                  <a:pt x="22226" y="1579"/>
                </a:lnTo>
                <a:lnTo>
                  <a:pt x="22249" y="1579"/>
                </a:lnTo>
                <a:moveTo>
                  <a:pt x="22249" y="1758"/>
                </a:moveTo>
                <a:lnTo>
                  <a:pt x="22249" y="1870"/>
                </a:lnTo>
                <a:lnTo>
                  <a:pt x="22226" y="1870"/>
                </a:lnTo>
                <a:lnTo>
                  <a:pt x="22226" y="1758"/>
                </a:lnTo>
                <a:lnTo>
                  <a:pt x="22249" y="1758"/>
                </a:lnTo>
                <a:moveTo>
                  <a:pt x="22249" y="1937"/>
                </a:moveTo>
                <a:lnTo>
                  <a:pt x="22249" y="2049"/>
                </a:lnTo>
                <a:lnTo>
                  <a:pt x="22226" y="2049"/>
                </a:lnTo>
                <a:lnTo>
                  <a:pt x="22226" y="1937"/>
                </a:lnTo>
                <a:lnTo>
                  <a:pt x="22249" y="1937"/>
                </a:lnTo>
                <a:moveTo>
                  <a:pt x="22249" y="2116"/>
                </a:moveTo>
                <a:lnTo>
                  <a:pt x="22249" y="2228"/>
                </a:lnTo>
                <a:lnTo>
                  <a:pt x="22226" y="2228"/>
                </a:lnTo>
                <a:lnTo>
                  <a:pt x="22226" y="2116"/>
                </a:lnTo>
                <a:lnTo>
                  <a:pt x="22249" y="2116"/>
                </a:lnTo>
                <a:moveTo>
                  <a:pt x="22249" y="2296"/>
                </a:moveTo>
                <a:lnTo>
                  <a:pt x="22249" y="2407"/>
                </a:lnTo>
                <a:lnTo>
                  <a:pt x="22226" y="2407"/>
                </a:lnTo>
                <a:lnTo>
                  <a:pt x="22226" y="2296"/>
                </a:lnTo>
                <a:lnTo>
                  <a:pt x="22249" y="2296"/>
                </a:lnTo>
                <a:moveTo>
                  <a:pt x="22249" y="2475"/>
                </a:moveTo>
                <a:lnTo>
                  <a:pt x="22249" y="2587"/>
                </a:lnTo>
                <a:lnTo>
                  <a:pt x="22226" y="2587"/>
                </a:lnTo>
                <a:lnTo>
                  <a:pt x="22226" y="2475"/>
                </a:lnTo>
                <a:lnTo>
                  <a:pt x="22249" y="2475"/>
                </a:lnTo>
                <a:moveTo>
                  <a:pt x="22249" y="2654"/>
                </a:moveTo>
                <a:lnTo>
                  <a:pt x="22249" y="2766"/>
                </a:lnTo>
                <a:lnTo>
                  <a:pt x="22226" y="2766"/>
                </a:lnTo>
                <a:lnTo>
                  <a:pt x="22226" y="2654"/>
                </a:lnTo>
                <a:lnTo>
                  <a:pt x="22249" y="2654"/>
                </a:lnTo>
                <a:moveTo>
                  <a:pt x="22249" y="2833"/>
                </a:moveTo>
                <a:lnTo>
                  <a:pt x="22249" y="2945"/>
                </a:lnTo>
                <a:lnTo>
                  <a:pt x="22226" y="2945"/>
                </a:lnTo>
                <a:lnTo>
                  <a:pt x="22226" y="2833"/>
                </a:lnTo>
                <a:lnTo>
                  <a:pt x="22249" y="2833"/>
                </a:lnTo>
                <a:moveTo>
                  <a:pt x="22238" y="3023"/>
                </a:moveTo>
                <a:lnTo>
                  <a:pt x="22126" y="3023"/>
                </a:lnTo>
                <a:lnTo>
                  <a:pt x="22126" y="3001"/>
                </a:lnTo>
                <a:lnTo>
                  <a:pt x="22238" y="3001"/>
                </a:lnTo>
                <a:lnTo>
                  <a:pt x="22238" y="3023"/>
                </a:lnTo>
                <a:moveTo>
                  <a:pt x="22059" y="3023"/>
                </a:moveTo>
                <a:lnTo>
                  <a:pt x="21947" y="3023"/>
                </a:lnTo>
                <a:lnTo>
                  <a:pt x="21947" y="3001"/>
                </a:lnTo>
                <a:lnTo>
                  <a:pt x="22059" y="3001"/>
                </a:lnTo>
                <a:lnTo>
                  <a:pt x="22059" y="3023"/>
                </a:lnTo>
                <a:moveTo>
                  <a:pt x="21880" y="3023"/>
                </a:moveTo>
                <a:lnTo>
                  <a:pt x="21768" y="3023"/>
                </a:lnTo>
                <a:lnTo>
                  <a:pt x="21768" y="3001"/>
                </a:lnTo>
                <a:lnTo>
                  <a:pt x="21880" y="3001"/>
                </a:lnTo>
                <a:lnTo>
                  <a:pt x="21880" y="3023"/>
                </a:lnTo>
                <a:moveTo>
                  <a:pt x="21701" y="3023"/>
                </a:moveTo>
                <a:lnTo>
                  <a:pt x="21589" y="3023"/>
                </a:lnTo>
                <a:lnTo>
                  <a:pt x="21589" y="3001"/>
                </a:lnTo>
                <a:lnTo>
                  <a:pt x="21701" y="3001"/>
                </a:lnTo>
                <a:lnTo>
                  <a:pt x="21701" y="3023"/>
                </a:lnTo>
                <a:moveTo>
                  <a:pt x="21522" y="3023"/>
                </a:moveTo>
                <a:lnTo>
                  <a:pt x="21410" y="3023"/>
                </a:lnTo>
                <a:lnTo>
                  <a:pt x="21410" y="3001"/>
                </a:lnTo>
                <a:lnTo>
                  <a:pt x="21522" y="3001"/>
                </a:lnTo>
                <a:lnTo>
                  <a:pt x="21522" y="3023"/>
                </a:lnTo>
                <a:moveTo>
                  <a:pt x="21343" y="3023"/>
                </a:moveTo>
                <a:lnTo>
                  <a:pt x="21231" y="3023"/>
                </a:lnTo>
                <a:lnTo>
                  <a:pt x="21231" y="3001"/>
                </a:lnTo>
                <a:lnTo>
                  <a:pt x="21343" y="3001"/>
                </a:lnTo>
                <a:lnTo>
                  <a:pt x="21343" y="3023"/>
                </a:lnTo>
                <a:moveTo>
                  <a:pt x="21164" y="3023"/>
                </a:moveTo>
                <a:lnTo>
                  <a:pt x="21053" y="3023"/>
                </a:lnTo>
                <a:lnTo>
                  <a:pt x="21053" y="3001"/>
                </a:lnTo>
                <a:lnTo>
                  <a:pt x="21164" y="3001"/>
                </a:lnTo>
                <a:lnTo>
                  <a:pt x="21164" y="3023"/>
                </a:lnTo>
                <a:moveTo>
                  <a:pt x="20986" y="3023"/>
                </a:moveTo>
                <a:lnTo>
                  <a:pt x="20874" y="3023"/>
                </a:lnTo>
                <a:lnTo>
                  <a:pt x="20874" y="3001"/>
                </a:lnTo>
                <a:lnTo>
                  <a:pt x="20986" y="3001"/>
                </a:lnTo>
                <a:lnTo>
                  <a:pt x="20986" y="3023"/>
                </a:lnTo>
                <a:moveTo>
                  <a:pt x="20807" y="3023"/>
                </a:moveTo>
                <a:lnTo>
                  <a:pt x="20695" y="3023"/>
                </a:lnTo>
                <a:lnTo>
                  <a:pt x="20695" y="3001"/>
                </a:lnTo>
                <a:lnTo>
                  <a:pt x="20807" y="3001"/>
                </a:lnTo>
                <a:lnTo>
                  <a:pt x="20807" y="3023"/>
                </a:lnTo>
                <a:moveTo>
                  <a:pt x="20628" y="3023"/>
                </a:moveTo>
                <a:lnTo>
                  <a:pt x="20516" y="3023"/>
                </a:lnTo>
                <a:lnTo>
                  <a:pt x="20516" y="3001"/>
                </a:lnTo>
                <a:lnTo>
                  <a:pt x="20628" y="3001"/>
                </a:lnTo>
                <a:lnTo>
                  <a:pt x="20628" y="3023"/>
                </a:lnTo>
                <a:moveTo>
                  <a:pt x="20449" y="3023"/>
                </a:moveTo>
                <a:lnTo>
                  <a:pt x="20337" y="3023"/>
                </a:lnTo>
                <a:lnTo>
                  <a:pt x="20337" y="3001"/>
                </a:lnTo>
                <a:lnTo>
                  <a:pt x="20449" y="3001"/>
                </a:lnTo>
                <a:lnTo>
                  <a:pt x="20449" y="3023"/>
                </a:lnTo>
                <a:moveTo>
                  <a:pt x="20270" y="3023"/>
                </a:moveTo>
                <a:lnTo>
                  <a:pt x="20158" y="3023"/>
                </a:lnTo>
                <a:lnTo>
                  <a:pt x="20158" y="3001"/>
                </a:lnTo>
                <a:lnTo>
                  <a:pt x="20270" y="3001"/>
                </a:lnTo>
                <a:lnTo>
                  <a:pt x="20270" y="3023"/>
                </a:lnTo>
                <a:moveTo>
                  <a:pt x="20091" y="3023"/>
                </a:moveTo>
                <a:lnTo>
                  <a:pt x="19979" y="3023"/>
                </a:lnTo>
                <a:lnTo>
                  <a:pt x="19979" y="3001"/>
                </a:lnTo>
                <a:lnTo>
                  <a:pt x="20091" y="3001"/>
                </a:lnTo>
                <a:lnTo>
                  <a:pt x="20091" y="3023"/>
                </a:lnTo>
                <a:moveTo>
                  <a:pt x="19912" y="3023"/>
                </a:moveTo>
                <a:lnTo>
                  <a:pt x="19800" y="3023"/>
                </a:lnTo>
                <a:lnTo>
                  <a:pt x="19800" y="3001"/>
                </a:lnTo>
                <a:lnTo>
                  <a:pt x="19912" y="3001"/>
                </a:lnTo>
                <a:lnTo>
                  <a:pt x="19912" y="3023"/>
                </a:lnTo>
                <a:moveTo>
                  <a:pt x="19733" y="3023"/>
                </a:moveTo>
                <a:lnTo>
                  <a:pt x="19622" y="3023"/>
                </a:lnTo>
                <a:lnTo>
                  <a:pt x="19622" y="3001"/>
                </a:lnTo>
                <a:lnTo>
                  <a:pt x="19733" y="3001"/>
                </a:lnTo>
                <a:lnTo>
                  <a:pt x="19733" y="3023"/>
                </a:lnTo>
                <a:moveTo>
                  <a:pt x="19555" y="3023"/>
                </a:moveTo>
                <a:lnTo>
                  <a:pt x="19443" y="3023"/>
                </a:lnTo>
                <a:lnTo>
                  <a:pt x="19443" y="3001"/>
                </a:lnTo>
                <a:lnTo>
                  <a:pt x="19555" y="3001"/>
                </a:lnTo>
                <a:lnTo>
                  <a:pt x="19555" y="3023"/>
                </a:lnTo>
                <a:moveTo>
                  <a:pt x="19376" y="3023"/>
                </a:moveTo>
                <a:lnTo>
                  <a:pt x="19264" y="3023"/>
                </a:lnTo>
                <a:lnTo>
                  <a:pt x="19264" y="3001"/>
                </a:lnTo>
                <a:lnTo>
                  <a:pt x="19376" y="3001"/>
                </a:lnTo>
                <a:lnTo>
                  <a:pt x="19376" y="3023"/>
                </a:lnTo>
                <a:moveTo>
                  <a:pt x="19197" y="3023"/>
                </a:moveTo>
                <a:lnTo>
                  <a:pt x="19085" y="3023"/>
                </a:lnTo>
                <a:lnTo>
                  <a:pt x="19085" y="3001"/>
                </a:lnTo>
                <a:lnTo>
                  <a:pt x="19197" y="3001"/>
                </a:lnTo>
                <a:lnTo>
                  <a:pt x="19197" y="3023"/>
                </a:lnTo>
                <a:moveTo>
                  <a:pt x="19018" y="3023"/>
                </a:moveTo>
                <a:lnTo>
                  <a:pt x="18906" y="3023"/>
                </a:lnTo>
                <a:lnTo>
                  <a:pt x="18906" y="3001"/>
                </a:lnTo>
                <a:lnTo>
                  <a:pt x="19018" y="3001"/>
                </a:lnTo>
                <a:lnTo>
                  <a:pt x="19018" y="3023"/>
                </a:lnTo>
                <a:moveTo>
                  <a:pt x="18839" y="3023"/>
                </a:moveTo>
                <a:lnTo>
                  <a:pt x="18727" y="3023"/>
                </a:lnTo>
                <a:lnTo>
                  <a:pt x="18727" y="3001"/>
                </a:lnTo>
                <a:lnTo>
                  <a:pt x="18839" y="3001"/>
                </a:lnTo>
                <a:lnTo>
                  <a:pt x="18839" y="3023"/>
                </a:lnTo>
                <a:moveTo>
                  <a:pt x="18660" y="3023"/>
                </a:moveTo>
                <a:lnTo>
                  <a:pt x="18548" y="3023"/>
                </a:lnTo>
                <a:lnTo>
                  <a:pt x="18548" y="3001"/>
                </a:lnTo>
                <a:lnTo>
                  <a:pt x="18660" y="3001"/>
                </a:lnTo>
                <a:lnTo>
                  <a:pt x="18660" y="3023"/>
                </a:lnTo>
                <a:moveTo>
                  <a:pt x="18481" y="3023"/>
                </a:moveTo>
                <a:lnTo>
                  <a:pt x="18369" y="3023"/>
                </a:lnTo>
                <a:lnTo>
                  <a:pt x="18369" y="3001"/>
                </a:lnTo>
                <a:lnTo>
                  <a:pt x="18481" y="3001"/>
                </a:lnTo>
                <a:lnTo>
                  <a:pt x="18481" y="3023"/>
                </a:lnTo>
                <a:moveTo>
                  <a:pt x="18302" y="3023"/>
                </a:moveTo>
                <a:lnTo>
                  <a:pt x="18191" y="3023"/>
                </a:lnTo>
                <a:lnTo>
                  <a:pt x="18191" y="3001"/>
                </a:lnTo>
                <a:lnTo>
                  <a:pt x="18302" y="3001"/>
                </a:lnTo>
                <a:lnTo>
                  <a:pt x="18302" y="3023"/>
                </a:lnTo>
                <a:moveTo>
                  <a:pt x="18124" y="3023"/>
                </a:moveTo>
                <a:lnTo>
                  <a:pt x="18012" y="3023"/>
                </a:lnTo>
                <a:lnTo>
                  <a:pt x="18012" y="3001"/>
                </a:lnTo>
                <a:lnTo>
                  <a:pt x="18124" y="3001"/>
                </a:lnTo>
                <a:lnTo>
                  <a:pt x="18124" y="3023"/>
                </a:lnTo>
                <a:moveTo>
                  <a:pt x="17945" y="3023"/>
                </a:moveTo>
                <a:lnTo>
                  <a:pt x="17833" y="3023"/>
                </a:lnTo>
                <a:lnTo>
                  <a:pt x="17833" y="3001"/>
                </a:lnTo>
                <a:lnTo>
                  <a:pt x="17945" y="3001"/>
                </a:lnTo>
                <a:lnTo>
                  <a:pt x="17945" y="3023"/>
                </a:lnTo>
                <a:moveTo>
                  <a:pt x="17766" y="3023"/>
                </a:moveTo>
                <a:lnTo>
                  <a:pt x="17654" y="3023"/>
                </a:lnTo>
                <a:lnTo>
                  <a:pt x="17654" y="3001"/>
                </a:lnTo>
                <a:lnTo>
                  <a:pt x="17766" y="3001"/>
                </a:lnTo>
                <a:lnTo>
                  <a:pt x="17766" y="3023"/>
                </a:lnTo>
                <a:moveTo>
                  <a:pt x="17587" y="3023"/>
                </a:moveTo>
                <a:lnTo>
                  <a:pt x="17475" y="3023"/>
                </a:lnTo>
                <a:lnTo>
                  <a:pt x="17475" y="3001"/>
                </a:lnTo>
                <a:lnTo>
                  <a:pt x="17587" y="3001"/>
                </a:lnTo>
                <a:lnTo>
                  <a:pt x="17587" y="3023"/>
                </a:lnTo>
                <a:moveTo>
                  <a:pt x="17408" y="3023"/>
                </a:moveTo>
                <a:lnTo>
                  <a:pt x="17296" y="3023"/>
                </a:lnTo>
                <a:lnTo>
                  <a:pt x="17296" y="3001"/>
                </a:lnTo>
                <a:lnTo>
                  <a:pt x="17408" y="3001"/>
                </a:lnTo>
                <a:lnTo>
                  <a:pt x="17408" y="3023"/>
                </a:lnTo>
                <a:moveTo>
                  <a:pt x="17229" y="3023"/>
                </a:moveTo>
                <a:lnTo>
                  <a:pt x="17117" y="3023"/>
                </a:lnTo>
                <a:lnTo>
                  <a:pt x="17117" y="3001"/>
                </a:lnTo>
                <a:lnTo>
                  <a:pt x="17229" y="3001"/>
                </a:lnTo>
                <a:lnTo>
                  <a:pt x="17229" y="3023"/>
                </a:lnTo>
                <a:moveTo>
                  <a:pt x="17050" y="3023"/>
                </a:moveTo>
                <a:lnTo>
                  <a:pt x="16938" y="3023"/>
                </a:lnTo>
                <a:lnTo>
                  <a:pt x="16938" y="3001"/>
                </a:lnTo>
                <a:lnTo>
                  <a:pt x="17050" y="3001"/>
                </a:lnTo>
                <a:lnTo>
                  <a:pt x="17050" y="3023"/>
                </a:lnTo>
                <a:moveTo>
                  <a:pt x="16871" y="3023"/>
                </a:moveTo>
                <a:lnTo>
                  <a:pt x="16760" y="3023"/>
                </a:lnTo>
                <a:lnTo>
                  <a:pt x="16760" y="3001"/>
                </a:lnTo>
                <a:lnTo>
                  <a:pt x="16871" y="3001"/>
                </a:lnTo>
                <a:lnTo>
                  <a:pt x="16871" y="3023"/>
                </a:lnTo>
                <a:moveTo>
                  <a:pt x="16693" y="3023"/>
                </a:moveTo>
                <a:lnTo>
                  <a:pt x="16581" y="3023"/>
                </a:lnTo>
                <a:lnTo>
                  <a:pt x="16581" y="3001"/>
                </a:lnTo>
                <a:lnTo>
                  <a:pt x="16693" y="3001"/>
                </a:lnTo>
                <a:lnTo>
                  <a:pt x="16693" y="3023"/>
                </a:lnTo>
                <a:moveTo>
                  <a:pt x="16514" y="3023"/>
                </a:moveTo>
                <a:lnTo>
                  <a:pt x="16402" y="3023"/>
                </a:lnTo>
                <a:lnTo>
                  <a:pt x="16402" y="3001"/>
                </a:lnTo>
                <a:lnTo>
                  <a:pt x="16514" y="3001"/>
                </a:lnTo>
                <a:lnTo>
                  <a:pt x="16514" y="3023"/>
                </a:lnTo>
                <a:moveTo>
                  <a:pt x="16335" y="3023"/>
                </a:moveTo>
                <a:lnTo>
                  <a:pt x="16223" y="3023"/>
                </a:lnTo>
                <a:lnTo>
                  <a:pt x="16223" y="3001"/>
                </a:lnTo>
                <a:lnTo>
                  <a:pt x="16335" y="3001"/>
                </a:lnTo>
                <a:lnTo>
                  <a:pt x="16335" y="3023"/>
                </a:lnTo>
                <a:moveTo>
                  <a:pt x="16156" y="3023"/>
                </a:moveTo>
                <a:lnTo>
                  <a:pt x="16044" y="3023"/>
                </a:lnTo>
                <a:lnTo>
                  <a:pt x="16044" y="3001"/>
                </a:lnTo>
                <a:lnTo>
                  <a:pt x="16156" y="3001"/>
                </a:lnTo>
                <a:lnTo>
                  <a:pt x="16156" y="3023"/>
                </a:lnTo>
                <a:moveTo>
                  <a:pt x="15977" y="3023"/>
                </a:moveTo>
                <a:lnTo>
                  <a:pt x="15865" y="3023"/>
                </a:lnTo>
                <a:lnTo>
                  <a:pt x="15865" y="3001"/>
                </a:lnTo>
                <a:lnTo>
                  <a:pt x="15977" y="3001"/>
                </a:lnTo>
                <a:lnTo>
                  <a:pt x="15977" y="3023"/>
                </a:lnTo>
                <a:moveTo>
                  <a:pt x="15798" y="3023"/>
                </a:moveTo>
                <a:lnTo>
                  <a:pt x="15686" y="3023"/>
                </a:lnTo>
                <a:lnTo>
                  <a:pt x="15686" y="3001"/>
                </a:lnTo>
                <a:lnTo>
                  <a:pt x="15798" y="3001"/>
                </a:lnTo>
                <a:lnTo>
                  <a:pt x="15798" y="3023"/>
                </a:lnTo>
                <a:moveTo>
                  <a:pt x="15619" y="3023"/>
                </a:moveTo>
                <a:lnTo>
                  <a:pt x="15508" y="3023"/>
                </a:lnTo>
                <a:lnTo>
                  <a:pt x="15508" y="3001"/>
                </a:lnTo>
                <a:lnTo>
                  <a:pt x="15619" y="3001"/>
                </a:lnTo>
                <a:lnTo>
                  <a:pt x="15619" y="3023"/>
                </a:lnTo>
                <a:moveTo>
                  <a:pt x="15440" y="3023"/>
                </a:moveTo>
                <a:lnTo>
                  <a:pt x="15329" y="3023"/>
                </a:lnTo>
                <a:lnTo>
                  <a:pt x="15329" y="3001"/>
                </a:lnTo>
                <a:lnTo>
                  <a:pt x="15440" y="3001"/>
                </a:lnTo>
                <a:lnTo>
                  <a:pt x="15440" y="3023"/>
                </a:lnTo>
                <a:moveTo>
                  <a:pt x="15262" y="3023"/>
                </a:moveTo>
                <a:lnTo>
                  <a:pt x="15150" y="3023"/>
                </a:lnTo>
                <a:lnTo>
                  <a:pt x="15150" y="3001"/>
                </a:lnTo>
                <a:lnTo>
                  <a:pt x="15262" y="3001"/>
                </a:lnTo>
                <a:lnTo>
                  <a:pt x="15262" y="3023"/>
                </a:lnTo>
                <a:moveTo>
                  <a:pt x="15083" y="3023"/>
                </a:moveTo>
                <a:lnTo>
                  <a:pt x="14971" y="3023"/>
                </a:lnTo>
                <a:lnTo>
                  <a:pt x="14971" y="3001"/>
                </a:lnTo>
                <a:lnTo>
                  <a:pt x="15083" y="3001"/>
                </a:lnTo>
                <a:lnTo>
                  <a:pt x="15083" y="3023"/>
                </a:lnTo>
                <a:moveTo>
                  <a:pt x="14904" y="3023"/>
                </a:moveTo>
                <a:lnTo>
                  <a:pt x="14792" y="3023"/>
                </a:lnTo>
                <a:lnTo>
                  <a:pt x="14792" y="3001"/>
                </a:lnTo>
                <a:lnTo>
                  <a:pt x="14904" y="3001"/>
                </a:lnTo>
                <a:lnTo>
                  <a:pt x="14904" y="3023"/>
                </a:lnTo>
                <a:moveTo>
                  <a:pt x="14725" y="3023"/>
                </a:moveTo>
                <a:lnTo>
                  <a:pt x="14613" y="3023"/>
                </a:lnTo>
                <a:lnTo>
                  <a:pt x="14613" y="3001"/>
                </a:lnTo>
                <a:lnTo>
                  <a:pt x="14725" y="3001"/>
                </a:lnTo>
                <a:lnTo>
                  <a:pt x="14725" y="3023"/>
                </a:lnTo>
                <a:moveTo>
                  <a:pt x="14546" y="3023"/>
                </a:moveTo>
                <a:lnTo>
                  <a:pt x="14434" y="3023"/>
                </a:lnTo>
                <a:lnTo>
                  <a:pt x="14434" y="3001"/>
                </a:lnTo>
                <a:lnTo>
                  <a:pt x="14546" y="3001"/>
                </a:lnTo>
                <a:lnTo>
                  <a:pt x="14546" y="3023"/>
                </a:lnTo>
                <a:moveTo>
                  <a:pt x="14367" y="3023"/>
                </a:moveTo>
                <a:lnTo>
                  <a:pt x="14255" y="3023"/>
                </a:lnTo>
                <a:lnTo>
                  <a:pt x="14255" y="3001"/>
                </a:lnTo>
                <a:lnTo>
                  <a:pt x="14367" y="3001"/>
                </a:lnTo>
                <a:lnTo>
                  <a:pt x="14367" y="3023"/>
                </a:lnTo>
                <a:moveTo>
                  <a:pt x="14188" y="3023"/>
                </a:moveTo>
                <a:lnTo>
                  <a:pt x="14077" y="3023"/>
                </a:lnTo>
                <a:lnTo>
                  <a:pt x="14077" y="3001"/>
                </a:lnTo>
                <a:lnTo>
                  <a:pt x="14188" y="3001"/>
                </a:lnTo>
                <a:lnTo>
                  <a:pt x="14188" y="3023"/>
                </a:lnTo>
                <a:moveTo>
                  <a:pt x="14009" y="3023"/>
                </a:moveTo>
                <a:lnTo>
                  <a:pt x="13898" y="3023"/>
                </a:lnTo>
                <a:lnTo>
                  <a:pt x="13898" y="3001"/>
                </a:lnTo>
                <a:lnTo>
                  <a:pt x="14009" y="3001"/>
                </a:lnTo>
                <a:lnTo>
                  <a:pt x="14009" y="3023"/>
                </a:lnTo>
                <a:moveTo>
                  <a:pt x="13831" y="3023"/>
                </a:moveTo>
                <a:lnTo>
                  <a:pt x="13719" y="3023"/>
                </a:lnTo>
                <a:lnTo>
                  <a:pt x="13719" y="3001"/>
                </a:lnTo>
                <a:lnTo>
                  <a:pt x="13831" y="3001"/>
                </a:lnTo>
                <a:lnTo>
                  <a:pt x="13831" y="3023"/>
                </a:lnTo>
                <a:moveTo>
                  <a:pt x="13652" y="3023"/>
                </a:moveTo>
                <a:lnTo>
                  <a:pt x="13540" y="3023"/>
                </a:lnTo>
                <a:lnTo>
                  <a:pt x="13540" y="3001"/>
                </a:lnTo>
                <a:lnTo>
                  <a:pt x="13652" y="3001"/>
                </a:lnTo>
                <a:lnTo>
                  <a:pt x="13652" y="3023"/>
                </a:lnTo>
                <a:moveTo>
                  <a:pt x="13473" y="3023"/>
                </a:moveTo>
                <a:lnTo>
                  <a:pt x="13361" y="3023"/>
                </a:lnTo>
                <a:lnTo>
                  <a:pt x="13361" y="3001"/>
                </a:lnTo>
                <a:lnTo>
                  <a:pt x="13473" y="3001"/>
                </a:lnTo>
                <a:lnTo>
                  <a:pt x="13473" y="3023"/>
                </a:lnTo>
                <a:moveTo>
                  <a:pt x="13294" y="3023"/>
                </a:moveTo>
                <a:lnTo>
                  <a:pt x="13182" y="3023"/>
                </a:lnTo>
                <a:lnTo>
                  <a:pt x="13182" y="3001"/>
                </a:lnTo>
                <a:lnTo>
                  <a:pt x="13294" y="3001"/>
                </a:lnTo>
                <a:lnTo>
                  <a:pt x="13294" y="3023"/>
                </a:lnTo>
                <a:moveTo>
                  <a:pt x="13115" y="3023"/>
                </a:moveTo>
                <a:lnTo>
                  <a:pt x="13003" y="3023"/>
                </a:lnTo>
                <a:lnTo>
                  <a:pt x="13003" y="3001"/>
                </a:lnTo>
                <a:lnTo>
                  <a:pt x="13115" y="3001"/>
                </a:lnTo>
                <a:lnTo>
                  <a:pt x="13115" y="3023"/>
                </a:lnTo>
                <a:moveTo>
                  <a:pt x="12936" y="3023"/>
                </a:moveTo>
                <a:lnTo>
                  <a:pt x="12824" y="3023"/>
                </a:lnTo>
                <a:lnTo>
                  <a:pt x="12824" y="3001"/>
                </a:lnTo>
                <a:lnTo>
                  <a:pt x="12936" y="3001"/>
                </a:lnTo>
                <a:lnTo>
                  <a:pt x="12936" y="3023"/>
                </a:lnTo>
                <a:moveTo>
                  <a:pt x="12757" y="3023"/>
                </a:moveTo>
                <a:lnTo>
                  <a:pt x="12646" y="3023"/>
                </a:lnTo>
                <a:lnTo>
                  <a:pt x="12646" y="3001"/>
                </a:lnTo>
                <a:lnTo>
                  <a:pt x="12757" y="3001"/>
                </a:lnTo>
                <a:lnTo>
                  <a:pt x="12757" y="3023"/>
                </a:lnTo>
                <a:moveTo>
                  <a:pt x="12578" y="3023"/>
                </a:moveTo>
                <a:lnTo>
                  <a:pt x="12467" y="3023"/>
                </a:lnTo>
                <a:lnTo>
                  <a:pt x="12467" y="3001"/>
                </a:lnTo>
                <a:lnTo>
                  <a:pt x="12578" y="3001"/>
                </a:lnTo>
                <a:lnTo>
                  <a:pt x="12578" y="3023"/>
                </a:lnTo>
                <a:moveTo>
                  <a:pt x="12400" y="3023"/>
                </a:moveTo>
                <a:lnTo>
                  <a:pt x="12288" y="3023"/>
                </a:lnTo>
                <a:lnTo>
                  <a:pt x="12288" y="3001"/>
                </a:lnTo>
                <a:lnTo>
                  <a:pt x="12400" y="3001"/>
                </a:lnTo>
                <a:lnTo>
                  <a:pt x="12400" y="3023"/>
                </a:lnTo>
                <a:moveTo>
                  <a:pt x="12221" y="3023"/>
                </a:moveTo>
                <a:lnTo>
                  <a:pt x="12109" y="3023"/>
                </a:lnTo>
                <a:lnTo>
                  <a:pt x="12109" y="3001"/>
                </a:lnTo>
                <a:lnTo>
                  <a:pt x="12221" y="3001"/>
                </a:lnTo>
                <a:lnTo>
                  <a:pt x="12221" y="3023"/>
                </a:lnTo>
                <a:moveTo>
                  <a:pt x="12042" y="3023"/>
                </a:moveTo>
                <a:lnTo>
                  <a:pt x="11930" y="3023"/>
                </a:lnTo>
                <a:lnTo>
                  <a:pt x="11930" y="3001"/>
                </a:lnTo>
                <a:lnTo>
                  <a:pt x="12042" y="3001"/>
                </a:lnTo>
                <a:lnTo>
                  <a:pt x="12042" y="3023"/>
                </a:lnTo>
                <a:moveTo>
                  <a:pt x="11863" y="3023"/>
                </a:moveTo>
                <a:lnTo>
                  <a:pt x="11751" y="3023"/>
                </a:lnTo>
                <a:lnTo>
                  <a:pt x="11751" y="3001"/>
                </a:lnTo>
                <a:lnTo>
                  <a:pt x="11863" y="3001"/>
                </a:lnTo>
                <a:lnTo>
                  <a:pt x="11863" y="3023"/>
                </a:lnTo>
                <a:moveTo>
                  <a:pt x="11684" y="3023"/>
                </a:moveTo>
                <a:lnTo>
                  <a:pt x="11572" y="3023"/>
                </a:lnTo>
                <a:lnTo>
                  <a:pt x="11572" y="3001"/>
                </a:lnTo>
                <a:lnTo>
                  <a:pt x="11684" y="3001"/>
                </a:lnTo>
                <a:lnTo>
                  <a:pt x="11684" y="3023"/>
                </a:lnTo>
                <a:moveTo>
                  <a:pt x="11505" y="3023"/>
                </a:moveTo>
                <a:lnTo>
                  <a:pt x="11393" y="3023"/>
                </a:lnTo>
                <a:lnTo>
                  <a:pt x="11393" y="3001"/>
                </a:lnTo>
                <a:lnTo>
                  <a:pt x="11505" y="3001"/>
                </a:lnTo>
                <a:lnTo>
                  <a:pt x="11505" y="3023"/>
                </a:lnTo>
                <a:moveTo>
                  <a:pt x="11326" y="3023"/>
                </a:moveTo>
                <a:lnTo>
                  <a:pt x="11215" y="3023"/>
                </a:lnTo>
                <a:lnTo>
                  <a:pt x="11215" y="3001"/>
                </a:lnTo>
                <a:lnTo>
                  <a:pt x="11326" y="3001"/>
                </a:lnTo>
                <a:lnTo>
                  <a:pt x="11326" y="3023"/>
                </a:lnTo>
                <a:moveTo>
                  <a:pt x="11147" y="3023"/>
                </a:moveTo>
                <a:lnTo>
                  <a:pt x="11036" y="3023"/>
                </a:lnTo>
                <a:lnTo>
                  <a:pt x="11036" y="3001"/>
                </a:lnTo>
                <a:lnTo>
                  <a:pt x="11147" y="3001"/>
                </a:lnTo>
                <a:lnTo>
                  <a:pt x="11147" y="3023"/>
                </a:lnTo>
                <a:moveTo>
                  <a:pt x="10969" y="3023"/>
                </a:moveTo>
                <a:lnTo>
                  <a:pt x="10857" y="3023"/>
                </a:lnTo>
                <a:lnTo>
                  <a:pt x="10857" y="3001"/>
                </a:lnTo>
                <a:lnTo>
                  <a:pt x="10969" y="3001"/>
                </a:lnTo>
                <a:lnTo>
                  <a:pt x="10969" y="3023"/>
                </a:lnTo>
                <a:moveTo>
                  <a:pt x="10790" y="3023"/>
                </a:moveTo>
                <a:lnTo>
                  <a:pt x="10678" y="3023"/>
                </a:lnTo>
                <a:lnTo>
                  <a:pt x="10678" y="3001"/>
                </a:lnTo>
                <a:lnTo>
                  <a:pt x="10790" y="3001"/>
                </a:lnTo>
                <a:lnTo>
                  <a:pt x="10790" y="3023"/>
                </a:lnTo>
                <a:moveTo>
                  <a:pt x="10611" y="3023"/>
                </a:moveTo>
                <a:lnTo>
                  <a:pt x="10499" y="3023"/>
                </a:lnTo>
                <a:lnTo>
                  <a:pt x="10499" y="3001"/>
                </a:lnTo>
                <a:lnTo>
                  <a:pt x="10611" y="3001"/>
                </a:lnTo>
                <a:lnTo>
                  <a:pt x="10611" y="3023"/>
                </a:lnTo>
                <a:moveTo>
                  <a:pt x="10432" y="3023"/>
                </a:moveTo>
                <a:lnTo>
                  <a:pt x="10320" y="3023"/>
                </a:lnTo>
                <a:lnTo>
                  <a:pt x="10320" y="3001"/>
                </a:lnTo>
                <a:lnTo>
                  <a:pt x="10432" y="3001"/>
                </a:lnTo>
                <a:lnTo>
                  <a:pt x="10432" y="3023"/>
                </a:lnTo>
                <a:moveTo>
                  <a:pt x="10253" y="3023"/>
                </a:moveTo>
                <a:lnTo>
                  <a:pt x="10141" y="3023"/>
                </a:lnTo>
                <a:lnTo>
                  <a:pt x="10141" y="3001"/>
                </a:lnTo>
                <a:lnTo>
                  <a:pt x="10253" y="3001"/>
                </a:lnTo>
                <a:lnTo>
                  <a:pt x="10253" y="3023"/>
                </a:lnTo>
                <a:moveTo>
                  <a:pt x="10074" y="3023"/>
                </a:moveTo>
                <a:lnTo>
                  <a:pt x="9962" y="3023"/>
                </a:lnTo>
                <a:lnTo>
                  <a:pt x="9962" y="3001"/>
                </a:lnTo>
                <a:lnTo>
                  <a:pt x="10074" y="3001"/>
                </a:lnTo>
                <a:lnTo>
                  <a:pt x="10074" y="3023"/>
                </a:lnTo>
                <a:moveTo>
                  <a:pt x="9895" y="3023"/>
                </a:moveTo>
                <a:lnTo>
                  <a:pt x="9784" y="3023"/>
                </a:lnTo>
                <a:lnTo>
                  <a:pt x="9784" y="3001"/>
                </a:lnTo>
                <a:lnTo>
                  <a:pt x="9895" y="3001"/>
                </a:lnTo>
                <a:lnTo>
                  <a:pt x="9895" y="3023"/>
                </a:lnTo>
                <a:moveTo>
                  <a:pt x="9716" y="3023"/>
                </a:moveTo>
                <a:lnTo>
                  <a:pt x="9605" y="3023"/>
                </a:lnTo>
                <a:lnTo>
                  <a:pt x="9605" y="3001"/>
                </a:lnTo>
                <a:lnTo>
                  <a:pt x="9716" y="3001"/>
                </a:lnTo>
                <a:lnTo>
                  <a:pt x="9716" y="3023"/>
                </a:lnTo>
                <a:moveTo>
                  <a:pt x="9538" y="3023"/>
                </a:moveTo>
                <a:lnTo>
                  <a:pt x="9426" y="3023"/>
                </a:lnTo>
                <a:lnTo>
                  <a:pt x="9426" y="3001"/>
                </a:lnTo>
                <a:lnTo>
                  <a:pt x="9538" y="3001"/>
                </a:lnTo>
                <a:lnTo>
                  <a:pt x="9538" y="3023"/>
                </a:lnTo>
                <a:moveTo>
                  <a:pt x="9359" y="3023"/>
                </a:moveTo>
                <a:lnTo>
                  <a:pt x="9247" y="3023"/>
                </a:lnTo>
                <a:lnTo>
                  <a:pt x="9247" y="3001"/>
                </a:lnTo>
                <a:lnTo>
                  <a:pt x="9359" y="3001"/>
                </a:lnTo>
                <a:lnTo>
                  <a:pt x="9359" y="3023"/>
                </a:lnTo>
                <a:moveTo>
                  <a:pt x="9180" y="3023"/>
                </a:moveTo>
                <a:lnTo>
                  <a:pt x="9068" y="3023"/>
                </a:lnTo>
                <a:lnTo>
                  <a:pt x="9068" y="3001"/>
                </a:lnTo>
                <a:lnTo>
                  <a:pt x="9180" y="3001"/>
                </a:lnTo>
                <a:lnTo>
                  <a:pt x="9180" y="3023"/>
                </a:lnTo>
                <a:moveTo>
                  <a:pt x="9001" y="3023"/>
                </a:moveTo>
                <a:lnTo>
                  <a:pt x="8888" y="3023"/>
                </a:lnTo>
                <a:lnTo>
                  <a:pt x="8888" y="3001"/>
                </a:lnTo>
                <a:lnTo>
                  <a:pt x="9001" y="3001"/>
                </a:lnTo>
                <a:lnTo>
                  <a:pt x="9001" y="3023"/>
                </a:lnTo>
                <a:moveTo>
                  <a:pt x="8821" y="3023"/>
                </a:moveTo>
                <a:lnTo>
                  <a:pt x="8709" y="3023"/>
                </a:lnTo>
                <a:lnTo>
                  <a:pt x="8709" y="3001"/>
                </a:lnTo>
                <a:lnTo>
                  <a:pt x="8821" y="3001"/>
                </a:lnTo>
                <a:lnTo>
                  <a:pt x="8821" y="3023"/>
                </a:lnTo>
                <a:moveTo>
                  <a:pt x="8642" y="3023"/>
                </a:moveTo>
                <a:lnTo>
                  <a:pt x="8530" y="3023"/>
                </a:lnTo>
                <a:lnTo>
                  <a:pt x="8530" y="3001"/>
                </a:lnTo>
                <a:lnTo>
                  <a:pt x="8642" y="3001"/>
                </a:lnTo>
                <a:lnTo>
                  <a:pt x="8642" y="3023"/>
                </a:lnTo>
                <a:moveTo>
                  <a:pt x="8463" y="3023"/>
                </a:moveTo>
                <a:lnTo>
                  <a:pt x="8352" y="3023"/>
                </a:lnTo>
                <a:lnTo>
                  <a:pt x="8352" y="3001"/>
                </a:lnTo>
                <a:lnTo>
                  <a:pt x="8463" y="3001"/>
                </a:lnTo>
                <a:lnTo>
                  <a:pt x="8463" y="3023"/>
                </a:lnTo>
                <a:moveTo>
                  <a:pt x="8284" y="3023"/>
                </a:moveTo>
                <a:lnTo>
                  <a:pt x="8173" y="3023"/>
                </a:lnTo>
                <a:lnTo>
                  <a:pt x="8173" y="3001"/>
                </a:lnTo>
                <a:lnTo>
                  <a:pt x="8284" y="3001"/>
                </a:lnTo>
                <a:lnTo>
                  <a:pt x="8284" y="3023"/>
                </a:lnTo>
                <a:moveTo>
                  <a:pt x="8106" y="3023"/>
                </a:moveTo>
                <a:lnTo>
                  <a:pt x="7994" y="3023"/>
                </a:lnTo>
                <a:lnTo>
                  <a:pt x="7994" y="3001"/>
                </a:lnTo>
                <a:lnTo>
                  <a:pt x="8106" y="3001"/>
                </a:lnTo>
                <a:lnTo>
                  <a:pt x="8106" y="3023"/>
                </a:lnTo>
                <a:moveTo>
                  <a:pt x="7927" y="3023"/>
                </a:moveTo>
                <a:lnTo>
                  <a:pt x="7815" y="3023"/>
                </a:lnTo>
                <a:lnTo>
                  <a:pt x="7815" y="3001"/>
                </a:lnTo>
                <a:lnTo>
                  <a:pt x="7927" y="3001"/>
                </a:lnTo>
                <a:lnTo>
                  <a:pt x="7927" y="3023"/>
                </a:lnTo>
                <a:moveTo>
                  <a:pt x="7748" y="3023"/>
                </a:moveTo>
                <a:lnTo>
                  <a:pt x="7636" y="3023"/>
                </a:lnTo>
                <a:lnTo>
                  <a:pt x="7636" y="3001"/>
                </a:lnTo>
                <a:lnTo>
                  <a:pt x="7748" y="3001"/>
                </a:lnTo>
                <a:lnTo>
                  <a:pt x="7748" y="3023"/>
                </a:lnTo>
                <a:moveTo>
                  <a:pt x="7569" y="3023"/>
                </a:moveTo>
                <a:lnTo>
                  <a:pt x="7457" y="3023"/>
                </a:lnTo>
                <a:lnTo>
                  <a:pt x="7457" y="3001"/>
                </a:lnTo>
                <a:lnTo>
                  <a:pt x="7569" y="3001"/>
                </a:lnTo>
                <a:lnTo>
                  <a:pt x="7569" y="3023"/>
                </a:lnTo>
                <a:moveTo>
                  <a:pt x="7390" y="3023"/>
                </a:moveTo>
                <a:lnTo>
                  <a:pt x="7278" y="3023"/>
                </a:lnTo>
                <a:lnTo>
                  <a:pt x="7278" y="3001"/>
                </a:lnTo>
                <a:lnTo>
                  <a:pt x="7390" y="3001"/>
                </a:lnTo>
                <a:lnTo>
                  <a:pt x="7390" y="3023"/>
                </a:lnTo>
                <a:moveTo>
                  <a:pt x="7211" y="3023"/>
                </a:moveTo>
                <a:lnTo>
                  <a:pt x="7099" y="3023"/>
                </a:lnTo>
                <a:lnTo>
                  <a:pt x="7099" y="3001"/>
                </a:lnTo>
                <a:lnTo>
                  <a:pt x="7211" y="3001"/>
                </a:lnTo>
                <a:lnTo>
                  <a:pt x="7211" y="3023"/>
                </a:lnTo>
                <a:moveTo>
                  <a:pt x="7032" y="3023"/>
                </a:moveTo>
                <a:lnTo>
                  <a:pt x="6921" y="3023"/>
                </a:lnTo>
                <a:lnTo>
                  <a:pt x="6921" y="3001"/>
                </a:lnTo>
                <a:lnTo>
                  <a:pt x="7032" y="3001"/>
                </a:lnTo>
                <a:lnTo>
                  <a:pt x="7032" y="3023"/>
                </a:lnTo>
                <a:moveTo>
                  <a:pt x="6854" y="3023"/>
                </a:moveTo>
                <a:lnTo>
                  <a:pt x="6742" y="3023"/>
                </a:lnTo>
                <a:lnTo>
                  <a:pt x="6742" y="3001"/>
                </a:lnTo>
                <a:lnTo>
                  <a:pt x="6854" y="3001"/>
                </a:lnTo>
                <a:lnTo>
                  <a:pt x="6854" y="3023"/>
                </a:lnTo>
                <a:moveTo>
                  <a:pt x="6675" y="3023"/>
                </a:moveTo>
                <a:lnTo>
                  <a:pt x="6563" y="3023"/>
                </a:lnTo>
                <a:lnTo>
                  <a:pt x="6563" y="3001"/>
                </a:lnTo>
                <a:lnTo>
                  <a:pt x="6675" y="3001"/>
                </a:lnTo>
                <a:lnTo>
                  <a:pt x="6675" y="3023"/>
                </a:lnTo>
                <a:moveTo>
                  <a:pt x="6496" y="3023"/>
                </a:moveTo>
                <a:lnTo>
                  <a:pt x="6384" y="3023"/>
                </a:lnTo>
                <a:lnTo>
                  <a:pt x="6384" y="3001"/>
                </a:lnTo>
                <a:lnTo>
                  <a:pt x="6496" y="3001"/>
                </a:lnTo>
                <a:lnTo>
                  <a:pt x="6496" y="3023"/>
                </a:lnTo>
                <a:moveTo>
                  <a:pt x="6317" y="3023"/>
                </a:moveTo>
                <a:lnTo>
                  <a:pt x="6205" y="3023"/>
                </a:lnTo>
                <a:lnTo>
                  <a:pt x="6205" y="3001"/>
                </a:lnTo>
                <a:lnTo>
                  <a:pt x="6317" y="3001"/>
                </a:lnTo>
                <a:lnTo>
                  <a:pt x="6317" y="3023"/>
                </a:lnTo>
                <a:moveTo>
                  <a:pt x="6138" y="3023"/>
                </a:moveTo>
                <a:lnTo>
                  <a:pt x="6026" y="3023"/>
                </a:lnTo>
                <a:lnTo>
                  <a:pt x="6026" y="3001"/>
                </a:lnTo>
                <a:lnTo>
                  <a:pt x="6138" y="3001"/>
                </a:lnTo>
                <a:lnTo>
                  <a:pt x="6138" y="3023"/>
                </a:lnTo>
                <a:moveTo>
                  <a:pt x="5959" y="3023"/>
                </a:moveTo>
                <a:lnTo>
                  <a:pt x="5847" y="3023"/>
                </a:lnTo>
                <a:lnTo>
                  <a:pt x="5847" y="3001"/>
                </a:lnTo>
                <a:lnTo>
                  <a:pt x="5959" y="3001"/>
                </a:lnTo>
                <a:lnTo>
                  <a:pt x="5959" y="3023"/>
                </a:lnTo>
                <a:moveTo>
                  <a:pt x="5780" y="3023"/>
                </a:moveTo>
                <a:lnTo>
                  <a:pt x="5668" y="3023"/>
                </a:lnTo>
                <a:lnTo>
                  <a:pt x="5668" y="3001"/>
                </a:lnTo>
                <a:lnTo>
                  <a:pt x="5780" y="3001"/>
                </a:lnTo>
                <a:lnTo>
                  <a:pt x="5780" y="3023"/>
                </a:lnTo>
                <a:moveTo>
                  <a:pt x="5601" y="3023"/>
                </a:moveTo>
                <a:lnTo>
                  <a:pt x="5490" y="3023"/>
                </a:lnTo>
                <a:lnTo>
                  <a:pt x="5490" y="3001"/>
                </a:lnTo>
                <a:lnTo>
                  <a:pt x="5601" y="3001"/>
                </a:lnTo>
                <a:lnTo>
                  <a:pt x="5601" y="3023"/>
                </a:lnTo>
                <a:moveTo>
                  <a:pt x="5423" y="3023"/>
                </a:moveTo>
                <a:lnTo>
                  <a:pt x="5311" y="3023"/>
                </a:lnTo>
                <a:lnTo>
                  <a:pt x="5311" y="3001"/>
                </a:lnTo>
                <a:lnTo>
                  <a:pt x="5423" y="3001"/>
                </a:lnTo>
                <a:lnTo>
                  <a:pt x="5423" y="3023"/>
                </a:lnTo>
                <a:moveTo>
                  <a:pt x="5244" y="3023"/>
                </a:moveTo>
                <a:lnTo>
                  <a:pt x="5132" y="3023"/>
                </a:lnTo>
                <a:lnTo>
                  <a:pt x="5132" y="3001"/>
                </a:lnTo>
                <a:lnTo>
                  <a:pt x="5244" y="3001"/>
                </a:lnTo>
                <a:lnTo>
                  <a:pt x="5244" y="3023"/>
                </a:lnTo>
                <a:moveTo>
                  <a:pt x="5065" y="3023"/>
                </a:moveTo>
                <a:lnTo>
                  <a:pt x="4953" y="3023"/>
                </a:lnTo>
                <a:lnTo>
                  <a:pt x="4953" y="3001"/>
                </a:lnTo>
                <a:lnTo>
                  <a:pt x="5065" y="3001"/>
                </a:lnTo>
                <a:lnTo>
                  <a:pt x="5065" y="3023"/>
                </a:lnTo>
                <a:moveTo>
                  <a:pt x="4886" y="3023"/>
                </a:moveTo>
                <a:lnTo>
                  <a:pt x="4774" y="3023"/>
                </a:lnTo>
                <a:lnTo>
                  <a:pt x="4774" y="3001"/>
                </a:lnTo>
                <a:lnTo>
                  <a:pt x="4886" y="3001"/>
                </a:lnTo>
                <a:lnTo>
                  <a:pt x="4886" y="3023"/>
                </a:lnTo>
                <a:moveTo>
                  <a:pt x="4707" y="3023"/>
                </a:moveTo>
                <a:lnTo>
                  <a:pt x="4595" y="3023"/>
                </a:lnTo>
                <a:lnTo>
                  <a:pt x="4595" y="3001"/>
                </a:lnTo>
                <a:lnTo>
                  <a:pt x="4707" y="3001"/>
                </a:lnTo>
                <a:lnTo>
                  <a:pt x="4707" y="3023"/>
                </a:lnTo>
                <a:moveTo>
                  <a:pt x="4528" y="3023"/>
                </a:moveTo>
                <a:lnTo>
                  <a:pt x="4416" y="3023"/>
                </a:lnTo>
                <a:lnTo>
                  <a:pt x="4416" y="3001"/>
                </a:lnTo>
                <a:lnTo>
                  <a:pt x="4528" y="3001"/>
                </a:lnTo>
                <a:lnTo>
                  <a:pt x="4528" y="3023"/>
                </a:lnTo>
                <a:moveTo>
                  <a:pt x="4349" y="3023"/>
                </a:moveTo>
                <a:lnTo>
                  <a:pt x="4237" y="3023"/>
                </a:lnTo>
                <a:lnTo>
                  <a:pt x="4237" y="3001"/>
                </a:lnTo>
                <a:lnTo>
                  <a:pt x="4349" y="3001"/>
                </a:lnTo>
                <a:lnTo>
                  <a:pt x="4349" y="3023"/>
                </a:lnTo>
                <a:moveTo>
                  <a:pt x="4170" y="3023"/>
                </a:moveTo>
                <a:lnTo>
                  <a:pt x="4059" y="3023"/>
                </a:lnTo>
                <a:lnTo>
                  <a:pt x="4059" y="3001"/>
                </a:lnTo>
                <a:lnTo>
                  <a:pt x="4170" y="3001"/>
                </a:lnTo>
                <a:lnTo>
                  <a:pt x="4170" y="3023"/>
                </a:lnTo>
                <a:moveTo>
                  <a:pt x="3992" y="3023"/>
                </a:moveTo>
                <a:lnTo>
                  <a:pt x="3880" y="3023"/>
                </a:lnTo>
                <a:lnTo>
                  <a:pt x="3880" y="3001"/>
                </a:lnTo>
                <a:lnTo>
                  <a:pt x="3992" y="3001"/>
                </a:lnTo>
                <a:lnTo>
                  <a:pt x="3992" y="3023"/>
                </a:lnTo>
                <a:moveTo>
                  <a:pt x="3813" y="3023"/>
                </a:moveTo>
                <a:lnTo>
                  <a:pt x="3701" y="3023"/>
                </a:lnTo>
                <a:lnTo>
                  <a:pt x="3701" y="3001"/>
                </a:lnTo>
                <a:lnTo>
                  <a:pt x="3813" y="3001"/>
                </a:lnTo>
                <a:lnTo>
                  <a:pt x="3813" y="3023"/>
                </a:lnTo>
                <a:moveTo>
                  <a:pt x="3634" y="3023"/>
                </a:moveTo>
                <a:lnTo>
                  <a:pt x="3522" y="3023"/>
                </a:lnTo>
                <a:lnTo>
                  <a:pt x="3522" y="3001"/>
                </a:lnTo>
                <a:lnTo>
                  <a:pt x="3634" y="3001"/>
                </a:lnTo>
                <a:lnTo>
                  <a:pt x="3634" y="3023"/>
                </a:lnTo>
                <a:moveTo>
                  <a:pt x="3455" y="3023"/>
                </a:moveTo>
                <a:lnTo>
                  <a:pt x="3343" y="3023"/>
                </a:lnTo>
                <a:lnTo>
                  <a:pt x="3343" y="3001"/>
                </a:lnTo>
                <a:lnTo>
                  <a:pt x="3455" y="3001"/>
                </a:lnTo>
                <a:lnTo>
                  <a:pt x="3455" y="3023"/>
                </a:lnTo>
                <a:moveTo>
                  <a:pt x="3276" y="3023"/>
                </a:moveTo>
                <a:lnTo>
                  <a:pt x="3164" y="3023"/>
                </a:lnTo>
                <a:lnTo>
                  <a:pt x="3164" y="3001"/>
                </a:lnTo>
                <a:lnTo>
                  <a:pt x="3276" y="3001"/>
                </a:lnTo>
                <a:lnTo>
                  <a:pt x="3276" y="3023"/>
                </a:lnTo>
                <a:moveTo>
                  <a:pt x="3097" y="3023"/>
                </a:moveTo>
                <a:lnTo>
                  <a:pt x="2985" y="3023"/>
                </a:lnTo>
                <a:lnTo>
                  <a:pt x="2985" y="3001"/>
                </a:lnTo>
                <a:lnTo>
                  <a:pt x="3097" y="3001"/>
                </a:lnTo>
                <a:lnTo>
                  <a:pt x="3097" y="3023"/>
                </a:lnTo>
                <a:moveTo>
                  <a:pt x="2918" y="3023"/>
                </a:moveTo>
                <a:lnTo>
                  <a:pt x="2806" y="3023"/>
                </a:lnTo>
                <a:lnTo>
                  <a:pt x="2806" y="3001"/>
                </a:lnTo>
                <a:lnTo>
                  <a:pt x="2918" y="3001"/>
                </a:lnTo>
                <a:lnTo>
                  <a:pt x="2918" y="3023"/>
                </a:lnTo>
                <a:moveTo>
                  <a:pt x="2739" y="3023"/>
                </a:moveTo>
                <a:lnTo>
                  <a:pt x="2628" y="3023"/>
                </a:lnTo>
                <a:lnTo>
                  <a:pt x="2628" y="3001"/>
                </a:lnTo>
                <a:lnTo>
                  <a:pt x="2739" y="3001"/>
                </a:lnTo>
                <a:lnTo>
                  <a:pt x="2739" y="3023"/>
                </a:lnTo>
                <a:moveTo>
                  <a:pt x="2561" y="3023"/>
                </a:moveTo>
                <a:lnTo>
                  <a:pt x="2449" y="3023"/>
                </a:lnTo>
                <a:lnTo>
                  <a:pt x="2449" y="3001"/>
                </a:lnTo>
                <a:lnTo>
                  <a:pt x="2561" y="3001"/>
                </a:lnTo>
                <a:lnTo>
                  <a:pt x="2561" y="3023"/>
                </a:lnTo>
                <a:moveTo>
                  <a:pt x="2382" y="3023"/>
                </a:moveTo>
                <a:lnTo>
                  <a:pt x="2270" y="3023"/>
                </a:lnTo>
                <a:lnTo>
                  <a:pt x="2270" y="3001"/>
                </a:lnTo>
                <a:lnTo>
                  <a:pt x="2382" y="3001"/>
                </a:lnTo>
                <a:lnTo>
                  <a:pt x="2382" y="3023"/>
                </a:lnTo>
                <a:moveTo>
                  <a:pt x="2203" y="3023"/>
                </a:moveTo>
                <a:lnTo>
                  <a:pt x="2091" y="3023"/>
                </a:lnTo>
                <a:lnTo>
                  <a:pt x="2091" y="3001"/>
                </a:lnTo>
                <a:lnTo>
                  <a:pt x="2203" y="3001"/>
                </a:lnTo>
                <a:lnTo>
                  <a:pt x="2203" y="3023"/>
                </a:lnTo>
                <a:moveTo>
                  <a:pt x="2024" y="3023"/>
                </a:moveTo>
                <a:lnTo>
                  <a:pt x="1912" y="3023"/>
                </a:lnTo>
                <a:lnTo>
                  <a:pt x="1912" y="3001"/>
                </a:lnTo>
                <a:lnTo>
                  <a:pt x="2024" y="3001"/>
                </a:lnTo>
                <a:lnTo>
                  <a:pt x="2024" y="3023"/>
                </a:lnTo>
                <a:moveTo>
                  <a:pt x="1845" y="3023"/>
                </a:moveTo>
                <a:lnTo>
                  <a:pt x="1733" y="3023"/>
                </a:lnTo>
                <a:lnTo>
                  <a:pt x="1733" y="3001"/>
                </a:lnTo>
                <a:lnTo>
                  <a:pt x="1845" y="3001"/>
                </a:lnTo>
                <a:lnTo>
                  <a:pt x="1845" y="3023"/>
                </a:lnTo>
                <a:moveTo>
                  <a:pt x="1666" y="3023"/>
                </a:moveTo>
                <a:lnTo>
                  <a:pt x="1554" y="3023"/>
                </a:lnTo>
                <a:lnTo>
                  <a:pt x="1554" y="3001"/>
                </a:lnTo>
                <a:lnTo>
                  <a:pt x="1666" y="3001"/>
                </a:lnTo>
                <a:lnTo>
                  <a:pt x="1666" y="3023"/>
                </a:lnTo>
                <a:moveTo>
                  <a:pt x="1487" y="3023"/>
                </a:moveTo>
                <a:lnTo>
                  <a:pt x="1376" y="3023"/>
                </a:lnTo>
                <a:lnTo>
                  <a:pt x="1376" y="3001"/>
                </a:lnTo>
                <a:lnTo>
                  <a:pt x="1487" y="3001"/>
                </a:lnTo>
                <a:lnTo>
                  <a:pt x="1487" y="3023"/>
                </a:lnTo>
                <a:moveTo>
                  <a:pt x="1308" y="3023"/>
                </a:moveTo>
                <a:lnTo>
                  <a:pt x="1197" y="3023"/>
                </a:lnTo>
                <a:lnTo>
                  <a:pt x="1197" y="3001"/>
                </a:lnTo>
                <a:lnTo>
                  <a:pt x="1308" y="3001"/>
                </a:lnTo>
                <a:lnTo>
                  <a:pt x="1308" y="3023"/>
                </a:lnTo>
                <a:moveTo>
                  <a:pt x="1130" y="3023"/>
                </a:moveTo>
                <a:lnTo>
                  <a:pt x="1018" y="3023"/>
                </a:lnTo>
                <a:lnTo>
                  <a:pt x="1018" y="3001"/>
                </a:lnTo>
                <a:lnTo>
                  <a:pt x="1130" y="3001"/>
                </a:lnTo>
                <a:lnTo>
                  <a:pt x="1130" y="3023"/>
                </a:lnTo>
                <a:moveTo>
                  <a:pt x="951" y="3023"/>
                </a:moveTo>
                <a:lnTo>
                  <a:pt x="839" y="3023"/>
                </a:lnTo>
                <a:lnTo>
                  <a:pt x="839" y="3001"/>
                </a:lnTo>
                <a:lnTo>
                  <a:pt x="951" y="3001"/>
                </a:lnTo>
                <a:lnTo>
                  <a:pt x="951" y="3023"/>
                </a:lnTo>
                <a:moveTo>
                  <a:pt x="772" y="3023"/>
                </a:moveTo>
                <a:lnTo>
                  <a:pt x="660" y="3023"/>
                </a:lnTo>
                <a:lnTo>
                  <a:pt x="660" y="3001"/>
                </a:lnTo>
                <a:lnTo>
                  <a:pt x="772" y="3001"/>
                </a:lnTo>
                <a:lnTo>
                  <a:pt x="772" y="3023"/>
                </a:lnTo>
                <a:moveTo>
                  <a:pt x="593" y="3023"/>
                </a:moveTo>
                <a:lnTo>
                  <a:pt x="481" y="3023"/>
                </a:lnTo>
                <a:lnTo>
                  <a:pt x="481" y="3001"/>
                </a:lnTo>
                <a:lnTo>
                  <a:pt x="593" y="3001"/>
                </a:lnTo>
                <a:lnTo>
                  <a:pt x="593" y="3023"/>
                </a:lnTo>
                <a:moveTo>
                  <a:pt x="414" y="3023"/>
                </a:moveTo>
                <a:lnTo>
                  <a:pt x="302" y="3023"/>
                </a:lnTo>
                <a:lnTo>
                  <a:pt x="302" y="3001"/>
                </a:lnTo>
                <a:lnTo>
                  <a:pt x="414" y="3001"/>
                </a:lnTo>
                <a:lnTo>
                  <a:pt x="414" y="3023"/>
                </a:lnTo>
                <a:moveTo>
                  <a:pt x="235" y="3023"/>
                </a:moveTo>
                <a:lnTo>
                  <a:pt x="123" y="3023"/>
                </a:lnTo>
                <a:lnTo>
                  <a:pt x="123" y="3001"/>
                </a:lnTo>
                <a:lnTo>
                  <a:pt x="235" y="3001"/>
                </a:lnTo>
                <a:lnTo>
                  <a:pt x="235" y="3023"/>
                </a:lnTo>
                <a:moveTo>
                  <a:pt x="56" y="3023"/>
                </a:moveTo>
                <a:lnTo>
                  <a:pt x="0" y="3023"/>
                </a:lnTo>
                <a:lnTo>
                  <a:pt x="0" y="2945"/>
                </a:lnTo>
                <a:lnTo>
                  <a:pt x="23" y="2945"/>
                </a:lnTo>
                <a:lnTo>
                  <a:pt x="23" y="3012"/>
                </a:lnTo>
                <a:lnTo>
                  <a:pt x="12" y="3012"/>
                </a:lnTo>
                <a:lnTo>
                  <a:pt x="12" y="3001"/>
                </a:lnTo>
                <a:lnTo>
                  <a:pt x="56" y="3001"/>
                </a:lnTo>
                <a:lnTo>
                  <a:pt x="56" y="3023"/>
                </a:lnTo>
                <a:moveTo>
                  <a:pt x="0" y="2878"/>
                </a:moveTo>
                <a:lnTo>
                  <a:pt x="0" y="2766"/>
                </a:lnTo>
                <a:lnTo>
                  <a:pt x="23" y="2766"/>
                </a:lnTo>
                <a:lnTo>
                  <a:pt x="23" y="2878"/>
                </a:lnTo>
                <a:lnTo>
                  <a:pt x="0" y="2878"/>
                </a:lnTo>
                <a:moveTo>
                  <a:pt x="0" y="2699"/>
                </a:moveTo>
                <a:lnTo>
                  <a:pt x="0" y="2587"/>
                </a:lnTo>
                <a:lnTo>
                  <a:pt x="23" y="2587"/>
                </a:lnTo>
                <a:lnTo>
                  <a:pt x="23" y="2699"/>
                </a:lnTo>
                <a:lnTo>
                  <a:pt x="0" y="2699"/>
                </a:lnTo>
                <a:moveTo>
                  <a:pt x="0" y="2519"/>
                </a:moveTo>
                <a:lnTo>
                  <a:pt x="0" y="2407"/>
                </a:lnTo>
                <a:lnTo>
                  <a:pt x="23" y="2407"/>
                </a:lnTo>
                <a:lnTo>
                  <a:pt x="23" y="2519"/>
                </a:lnTo>
                <a:lnTo>
                  <a:pt x="0" y="2519"/>
                </a:lnTo>
                <a:moveTo>
                  <a:pt x="0" y="2340"/>
                </a:moveTo>
                <a:lnTo>
                  <a:pt x="0" y="2228"/>
                </a:lnTo>
                <a:lnTo>
                  <a:pt x="23" y="2228"/>
                </a:lnTo>
                <a:lnTo>
                  <a:pt x="23" y="2340"/>
                </a:lnTo>
                <a:lnTo>
                  <a:pt x="0" y="2340"/>
                </a:lnTo>
                <a:moveTo>
                  <a:pt x="0" y="2161"/>
                </a:moveTo>
                <a:lnTo>
                  <a:pt x="0" y="2049"/>
                </a:lnTo>
                <a:lnTo>
                  <a:pt x="23" y="2049"/>
                </a:lnTo>
                <a:lnTo>
                  <a:pt x="23" y="2161"/>
                </a:lnTo>
                <a:lnTo>
                  <a:pt x="0" y="2161"/>
                </a:lnTo>
                <a:moveTo>
                  <a:pt x="0" y="1982"/>
                </a:moveTo>
                <a:lnTo>
                  <a:pt x="0" y="1870"/>
                </a:lnTo>
                <a:lnTo>
                  <a:pt x="23" y="1870"/>
                </a:lnTo>
                <a:lnTo>
                  <a:pt x="23" y="1982"/>
                </a:lnTo>
                <a:lnTo>
                  <a:pt x="0" y="1982"/>
                </a:lnTo>
                <a:moveTo>
                  <a:pt x="0" y="1803"/>
                </a:moveTo>
                <a:lnTo>
                  <a:pt x="0" y="1691"/>
                </a:lnTo>
                <a:lnTo>
                  <a:pt x="23" y="1691"/>
                </a:lnTo>
                <a:lnTo>
                  <a:pt x="23" y="1803"/>
                </a:lnTo>
                <a:lnTo>
                  <a:pt x="0" y="1803"/>
                </a:lnTo>
                <a:moveTo>
                  <a:pt x="0" y="1624"/>
                </a:moveTo>
                <a:lnTo>
                  <a:pt x="0" y="1512"/>
                </a:lnTo>
                <a:lnTo>
                  <a:pt x="23" y="1512"/>
                </a:lnTo>
                <a:lnTo>
                  <a:pt x="23" y="1624"/>
                </a:lnTo>
                <a:lnTo>
                  <a:pt x="0" y="1624"/>
                </a:lnTo>
                <a:moveTo>
                  <a:pt x="0" y="1445"/>
                </a:moveTo>
                <a:lnTo>
                  <a:pt x="0" y="1333"/>
                </a:lnTo>
                <a:lnTo>
                  <a:pt x="23" y="1333"/>
                </a:lnTo>
                <a:lnTo>
                  <a:pt x="23" y="1445"/>
                </a:lnTo>
                <a:lnTo>
                  <a:pt x="0" y="1445"/>
                </a:lnTo>
                <a:moveTo>
                  <a:pt x="0" y="1266"/>
                </a:moveTo>
                <a:lnTo>
                  <a:pt x="0" y="1154"/>
                </a:lnTo>
                <a:lnTo>
                  <a:pt x="23" y="1154"/>
                </a:lnTo>
                <a:lnTo>
                  <a:pt x="23" y="1266"/>
                </a:lnTo>
                <a:lnTo>
                  <a:pt x="0" y="1266"/>
                </a:lnTo>
                <a:moveTo>
                  <a:pt x="0" y="1087"/>
                </a:moveTo>
                <a:lnTo>
                  <a:pt x="0" y="975"/>
                </a:lnTo>
                <a:lnTo>
                  <a:pt x="23" y="975"/>
                </a:lnTo>
                <a:lnTo>
                  <a:pt x="23" y="1087"/>
                </a:lnTo>
                <a:lnTo>
                  <a:pt x="0" y="1087"/>
                </a:lnTo>
                <a:moveTo>
                  <a:pt x="0" y="907"/>
                </a:moveTo>
                <a:lnTo>
                  <a:pt x="0" y="796"/>
                </a:lnTo>
                <a:lnTo>
                  <a:pt x="23" y="796"/>
                </a:lnTo>
                <a:lnTo>
                  <a:pt x="23" y="907"/>
                </a:lnTo>
                <a:lnTo>
                  <a:pt x="0" y="907"/>
                </a:lnTo>
                <a:moveTo>
                  <a:pt x="0" y="728"/>
                </a:moveTo>
                <a:lnTo>
                  <a:pt x="0" y="616"/>
                </a:lnTo>
                <a:lnTo>
                  <a:pt x="23" y="616"/>
                </a:lnTo>
                <a:lnTo>
                  <a:pt x="23" y="728"/>
                </a:lnTo>
                <a:lnTo>
                  <a:pt x="0" y="728"/>
                </a:lnTo>
                <a:moveTo>
                  <a:pt x="0" y="549"/>
                </a:moveTo>
                <a:lnTo>
                  <a:pt x="0" y="437"/>
                </a:lnTo>
                <a:lnTo>
                  <a:pt x="23" y="437"/>
                </a:lnTo>
                <a:lnTo>
                  <a:pt x="23" y="549"/>
                </a:lnTo>
                <a:lnTo>
                  <a:pt x="0" y="549"/>
                </a:lnTo>
                <a:moveTo>
                  <a:pt x="0" y="370"/>
                </a:moveTo>
                <a:lnTo>
                  <a:pt x="0" y="257"/>
                </a:lnTo>
                <a:lnTo>
                  <a:pt x="23" y="257"/>
                </a:lnTo>
                <a:lnTo>
                  <a:pt x="23" y="370"/>
                </a:lnTo>
                <a:lnTo>
                  <a:pt x="0" y="370"/>
                </a:lnTo>
                <a:moveTo>
                  <a:pt x="0" y="190"/>
                </a:moveTo>
                <a:lnTo>
                  <a:pt x="0" y="78"/>
                </a:lnTo>
                <a:lnTo>
                  <a:pt x="23" y="78"/>
                </a:lnTo>
                <a:lnTo>
                  <a:pt x="23" y="190"/>
                </a:lnTo>
                <a:lnTo>
                  <a:pt x="0" y="190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8619120" y="26719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8619120" y="27000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2389320" y="2212920"/>
            <a:ext cx="3519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860040" y="266292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892080" y="3083040"/>
            <a:ext cx="7550640" cy="524160"/>
          </a:xfrm>
          <a:custGeom>
            <a:avLst/>
            <a:gdLst/>
            <a:ahLst/>
            <a:rect l="0" t="0" r="r" b="b"/>
            <a:pathLst>
              <a:path w="20974" h="1456">
                <a:moveTo>
                  <a:pt x="0" y="0"/>
                </a:moveTo>
                <a:lnTo>
                  <a:pt x="20974" y="0"/>
                </a:lnTo>
                <a:lnTo>
                  <a:pt x="20974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887760" y="3079080"/>
            <a:ext cx="7558920" cy="532080"/>
          </a:xfrm>
          <a:custGeom>
            <a:avLst/>
            <a:gdLst/>
            <a:ahLst/>
            <a:rect l="0" t="0" r="r" b="b"/>
            <a:pathLst>
              <a:path w="20997" h="1478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7" y="0"/>
                </a:lnTo>
                <a:lnTo>
                  <a:pt x="2807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8" y="0"/>
                </a:lnTo>
                <a:lnTo>
                  <a:pt x="4238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2" y="0"/>
                </a:moveTo>
                <a:lnTo>
                  <a:pt x="8174" y="0"/>
                </a:lnTo>
                <a:lnTo>
                  <a:pt x="8174" y="22"/>
                </a:lnTo>
                <a:lnTo>
                  <a:pt x="8062" y="22"/>
                </a:lnTo>
                <a:lnTo>
                  <a:pt x="8062" y="0"/>
                </a:lnTo>
                <a:moveTo>
                  <a:pt x="8241" y="0"/>
                </a:moveTo>
                <a:lnTo>
                  <a:pt x="8353" y="0"/>
                </a:lnTo>
                <a:lnTo>
                  <a:pt x="8353" y="22"/>
                </a:lnTo>
                <a:lnTo>
                  <a:pt x="8241" y="22"/>
                </a:lnTo>
                <a:lnTo>
                  <a:pt x="8241" y="0"/>
                </a:lnTo>
                <a:moveTo>
                  <a:pt x="8420" y="0"/>
                </a:moveTo>
                <a:lnTo>
                  <a:pt x="8531" y="0"/>
                </a:lnTo>
                <a:lnTo>
                  <a:pt x="8531" y="22"/>
                </a:lnTo>
                <a:lnTo>
                  <a:pt x="8420" y="22"/>
                </a:lnTo>
                <a:lnTo>
                  <a:pt x="8420" y="0"/>
                </a:lnTo>
                <a:moveTo>
                  <a:pt x="8599" y="0"/>
                </a:moveTo>
                <a:lnTo>
                  <a:pt x="8710" y="0"/>
                </a:lnTo>
                <a:lnTo>
                  <a:pt x="8710" y="22"/>
                </a:lnTo>
                <a:lnTo>
                  <a:pt x="8599" y="22"/>
                </a:lnTo>
                <a:lnTo>
                  <a:pt x="8599" y="0"/>
                </a:lnTo>
                <a:moveTo>
                  <a:pt x="8777" y="0"/>
                </a:moveTo>
                <a:lnTo>
                  <a:pt x="8889" y="0"/>
                </a:lnTo>
                <a:lnTo>
                  <a:pt x="8889" y="22"/>
                </a:lnTo>
                <a:lnTo>
                  <a:pt x="8777" y="22"/>
                </a:lnTo>
                <a:lnTo>
                  <a:pt x="8777" y="0"/>
                </a:lnTo>
                <a:moveTo>
                  <a:pt x="8956" y="0"/>
                </a:moveTo>
                <a:lnTo>
                  <a:pt x="9068" y="0"/>
                </a:lnTo>
                <a:lnTo>
                  <a:pt x="9068" y="22"/>
                </a:lnTo>
                <a:lnTo>
                  <a:pt x="8956" y="22"/>
                </a:lnTo>
                <a:lnTo>
                  <a:pt x="8956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1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1" y="22"/>
                </a:lnTo>
                <a:lnTo>
                  <a:pt x="11461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2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2" y="22"/>
                </a:lnTo>
                <a:lnTo>
                  <a:pt x="12892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3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3" y="22"/>
                </a:lnTo>
                <a:lnTo>
                  <a:pt x="14323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9" y="0"/>
                </a:lnTo>
                <a:lnTo>
                  <a:pt x="16939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70" y="0"/>
                </a:lnTo>
                <a:lnTo>
                  <a:pt x="18370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1" y="0"/>
                </a:lnTo>
                <a:lnTo>
                  <a:pt x="19801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0997" y="0"/>
                </a:lnTo>
                <a:lnTo>
                  <a:pt x="20997" y="78"/>
                </a:lnTo>
                <a:lnTo>
                  <a:pt x="20974" y="78"/>
                </a:lnTo>
                <a:lnTo>
                  <a:pt x="20974" y="11"/>
                </a:lnTo>
                <a:lnTo>
                  <a:pt x="20986" y="11"/>
                </a:lnTo>
                <a:lnTo>
                  <a:pt x="20986" y="22"/>
                </a:lnTo>
                <a:lnTo>
                  <a:pt x="20941" y="22"/>
                </a:lnTo>
                <a:lnTo>
                  <a:pt x="20941" y="0"/>
                </a:lnTo>
                <a:moveTo>
                  <a:pt x="20997" y="145"/>
                </a:moveTo>
                <a:lnTo>
                  <a:pt x="20997" y="257"/>
                </a:lnTo>
                <a:lnTo>
                  <a:pt x="20974" y="257"/>
                </a:lnTo>
                <a:lnTo>
                  <a:pt x="20974" y="145"/>
                </a:lnTo>
                <a:lnTo>
                  <a:pt x="20997" y="145"/>
                </a:lnTo>
                <a:moveTo>
                  <a:pt x="20997" y="324"/>
                </a:moveTo>
                <a:lnTo>
                  <a:pt x="20997" y="436"/>
                </a:lnTo>
                <a:lnTo>
                  <a:pt x="20974" y="436"/>
                </a:lnTo>
                <a:lnTo>
                  <a:pt x="20974" y="324"/>
                </a:lnTo>
                <a:lnTo>
                  <a:pt x="20997" y="324"/>
                </a:lnTo>
                <a:moveTo>
                  <a:pt x="20997" y="503"/>
                </a:moveTo>
                <a:lnTo>
                  <a:pt x="20997" y="615"/>
                </a:lnTo>
                <a:lnTo>
                  <a:pt x="20974" y="615"/>
                </a:lnTo>
                <a:lnTo>
                  <a:pt x="20974" y="503"/>
                </a:lnTo>
                <a:lnTo>
                  <a:pt x="20997" y="503"/>
                </a:lnTo>
                <a:moveTo>
                  <a:pt x="20997" y="682"/>
                </a:moveTo>
                <a:lnTo>
                  <a:pt x="20997" y="794"/>
                </a:lnTo>
                <a:lnTo>
                  <a:pt x="20974" y="794"/>
                </a:lnTo>
                <a:lnTo>
                  <a:pt x="20974" y="682"/>
                </a:lnTo>
                <a:lnTo>
                  <a:pt x="20997" y="682"/>
                </a:lnTo>
                <a:moveTo>
                  <a:pt x="20997" y="862"/>
                </a:moveTo>
                <a:lnTo>
                  <a:pt x="20997" y="974"/>
                </a:lnTo>
                <a:lnTo>
                  <a:pt x="20974" y="974"/>
                </a:lnTo>
                <a:lnTo>
                  <a:pt x="20974" y="862"/>
                </a:lnTo>
                <a:lnTo>
                  <a:pt x="20997" y="862"/>
                </a:lnTo>
                <a:moveTo>
                  <a:pt x="20997" y="1041"/>
                </a:moveTo>
                <a:lnTo>
                  <a:pt x="20997" y="1154"/>
                </a:lnTo>
                <a:lnTo>
                  <a:pt x="20974" y="1154"/>
                </a:lnTo>
                <a:lnTo>
                  <a:pt x="20974" y="1041"/>
                </a:lnTo>
                <a:lnTo>
                  <a:pt x="20997" y="1041"/>
                </a:lnTo>
                <a:moveTo>
                  <a:pt x="20997" y="1221"/>
                </a:moveTo>
                <a:lnTo>
                  <a:pt x="20997" y="1333"/>
                </a:lnTo>
                <a:lnTo>
                  <a:pt x="20974" y="1333"/>
                </a:lnTo>
                <a:lnTo>
                  <a:pt x="20974" y="1221"/>
                </a:lnTo>
                <a:lnTo>
                  <a:pt x="20997" y="1221"/>
                </a:lnTo>
                <a:moveTo>
                  <a:pt x="20997" y="1400"/>
                </a:moveTo>
                <a:lnTo>
                  <a:pt x="20997" y="1478"/>
                </a:lnTo>
                <a:lnTo>
                  <a:pt x="20941" y="1478"/>
                </a:lnTo>
                <a:lnTo>
                  <a:pt x="20941" y="1456"/>
                </a:lnTo>
                <a:lnTo>
                  <a:pt x="20986" y="1456"/>
                </a:lnTo>
                <a:lnTo>
                  <a:pt x="20986" y="1467"/>
                </a:lnTo>
                <a:lnTo>
                  <a:pt x="20974" y="1467"/>
                </a:lnTo>
                <a:lnTo>
                  <a:pt x="20974" y="1400"/>
                </a:lnTo>
                <a:lnTo>
                  <a:pt x="20997" y="1400"/>
                </a:lnTo>
                <a:moveTo>
                  <a:pt x="20874" y="1478"/>
                </a:moveTo>
                <a:lnTo>
                  <a:pt x="20762" y="1478"/>
                </a:lnTo>
                <a:lnTo>
                  <a:pt x="20762" y="1456"/>
                </a:lnTo>
                <a:lnTo>
                  <a:pt x="20874" y="1456"/>
                </a:lnTo>
                <a:lnTo>
                  <a:pt x="20874" y="1478"/>
                </a:lnTo>
                <a:moveTo>
                  <a:pt x="20695" y="1478"/>
                </a:moveTo>
                <a:lnTo>
                  <a:pt x="20583" y="1478"/>
                </a:lnTo>
                <a:lnTo>
                  <a:pt x="20583" y="1456"/>
                </a:lnTo>
                <a:lnTo>
                  <a:pt x="20695" y="1456"/>
                </a:lnTo>
                <a:lnTo>
                  <a:pt x="20695" y="1478"/>
                </a:lnTo>
                <a:moveTo>
                  <a:pt x="20516" y="1478"/>
                </a:moveTo>
                <a:lnTo>
                  <a:pt x="20404" y="1478"/>
                </a:lnTo>
                <a:lnTo>
                  <a:pt x="20404" y="1456"/>
                </a:lnTo>
                <a:lnTo>
                  <a:pt x="20516" y="1456"/>
                </a:lnTo>
                <a:lnTo>
                  <a:pt x="20516" y="1478"/>
                </a:lnTo>
                <a:moveTo>
                  <a:pt x="20337" y="1478"/>
                </a:moveTo>
                <a:lnTo>
                  <a:pt x="20225" y="1478"/>
                </a:lnTo>
                <a:lnTo>
                  <a:pt x="20225" y="1456"/>
                </a:lnTo>
                <a:lnTo>
                  <a:pt x="20337" y="1456"/>
                </a:lnTo>
                <a:lnTo>
                  <a:pt x="20337" y="1478"/>
                </a:lnTo>
                <a:moveTo>
                  <a:pt x="20158" y="1478"/>
                </a:moveTo>
                <a:lnTo>
                  <a:pt x="20046" y="1478"/>
                </a:lnTo>
                <a:lnTo>
                  <a:pt x="20046" y="1456"/>
                </a:lnTo>
                <a:lnTo>
                  <a:pt x="20158" y="1456"/>
                </a:lnTo>
                <a:lnTo>
                  <a:pt x="20158" y="1478"/>
                </a:lnTo>
                <a:moveTo>
                  <a:pt x="19979" y="1478"/>
                </a:moveTo>
                <a:lnTo>
                  <a:pt x="19868" y="1478"/>
                </a:lnTo>
                <a:lnTo>
                  <a:pt x="19868" y="1456"/>
                </a:lnTo>
                <a:lnTo>
                  <a:pt x="19979" y="1456"/>
                </a:lnTo>
                <a:lnTo>
                  <a:pt x="19979" y="1478"/>
                </a:lnTo>
                <a:moveTo>
                  <a:pt x="19801" y="1478"/>
                </a:moveTo>
                <a:lnTo>
                  <a:pt x="19689" y="1478"/>
                </a:lnTo>
                <a:lnTo>
                  <a:pt x="19689" y="1456"/>
                </a:lnTo>
                <a:lnTo>
                  <a:pt x="19801" y="1456"/>
                </a:lnTo>
                <a:lnTo>
                  <a:pt x="19801" y="1478"/>
                </a:lnTo>
                <a:moveTo>
                  <a:pt x="19622" y="1478"/>
                </a:moveTo>
                <a:lnTo>
                  <a:pt x="19510" y="1478"/>
                </a:lnTo>
                <a:lnTo>
                  <a:pt x="19510" y="1456"/>
                </a:lnTo>
                <a:lnTo>
                  <a:pt x="19622" y="1456"/>
                </a:lnTo>
                <a:lnTo>
                  <a:pt x="19622" y="1478"/>
                </a:lnTo>
                <a:moveTo>
                  <a:pt x="19443" y="1478"/>
                </a:moveTo>
                <a:lnTo>
                  <a:pt x="19331" y="1478"/>
                </a:lnTo>
                <a:lnTo>
                  <a:pt x="19331" y="1456"/>
                </a:lnTo>
                <a:lnTo>
                  <a:pt x="19443" y="1456"/>
                </a:lnTo>
                <a:lnTo>
                  <a:pt x="19443" y="1478"/>
                </a:lnTo>
                <a:moveTo>
                  <a:pt x="19264" y="1478"/>
                </a:moveTo>
                <a:lnTo>
                  <a:pt x="19152" y="1478"/>
                </a:lnTo>
                <a:lnTo>
                  <a:pt x="19152" y="1456"/>
                </a:lnTo>
                <a:lnTo>
                  <a:pt x="19264" y="1456"/>
                </a:lnTo>
                <a:lnTo>
                  <a:pt x="19264" y="1478"/>
                </a:lnTo>
                <a:moveTo>
                  <a:pt x="19085" y="1478"/>
                </a:moveTo>
                <a:lnTo>
                  <a:pt x="18973" y="1478"/>
                </a:lnTo>
                <a:lnTo>
                  <a:pt x="18973" y="1456"/>
                </a:lnTo>
                <a:lnTo>
                  <a:pt x="19085" y="1456"/>
                </a:lnTo>
                <a:lnTo>
                  <a:pt x="19085" y="1478"/>
                </a:lnTo>
                <a:moveTo>
                  <a:pt x="18906" y="1478"/>
                </a:moveTo>
                <a:lnTo>
                  <a:pt x="18794" y="1478"/>
                </a:lnTo>
                <a:lnTo>
                  <a:pt x="18794" y="1456"/>
                </a:lnTo>
                <a:lnTo>
                  <a:pt x="18906" y="1456"/>
                </a:lnTo>
                <a:lnTo>
                  <a:pt x="18906" y="1478"/>
                </a:lnTo>
                <a:moveTo>
                  <a:pt x="18727" y="1478"/>
                </a:moveTo>
                <a:lnTo>
                  <a:pt x="18615" y="1478"/>
                </a:lnTo>
                <a:lnTo>
                  <a:pt x="18615" y="1456"/>
                </a:lnTo>
                <a:lnTo>
                  <a:pt x="18727" y="1456"/>
                </a:lnTo>
                <a:lnTo>
                  <a:pt x="18727" y="1478"/>
                </a:lnTo>
                <a:moveTo>
                  <a:pt x="18548" y="1478"/>
                </a:moveTo>
                <a:lnTo>
                  <a:pt x="18437" y="1478"/>
                </a:lnTo>
                <a:lnTo>
                  <a:pt x="18437" y="1456"/>
                </a:lnTo>
                <a:lnTo>
                  <a:pt x="18548" y="1456"/>
                </a:lnTo>
                <a:lnTo>
                  <a:pt x="18548" y="1478"/>
                </a:lnTo>
                <a:moveTo>
                  <a:pt x="18370" y="1478"/>
                </a:moveTo>
                <a:lnTo>
                  <a:pt x="18258" y="1478"/>
                </a:lnTo>
                <a:lnTo>
                  <a:pt x="18258" y="1456"/>
                </a:lnTo>
                <a:lnTo>
                  <a:pt x="18370" y="1456"/>
                </a:lnTo>
                <a:lnTo>
                  <a:pt x="18370" y="1478"/>
                </a:lnTo>
                <a:moveTo>
                  <a:pt x="18191" y="1478"/>
                </a:moveTo>
                <a:lnTo>
                  <a:pt x="18079" y="1478"/>
                </a:lnTo>
                <a:lnTo>
                  <a:pt x="18079" y="1456"/>
                </a:lnTo>
                <a:lnTo>
                  <a:pt x="18191" y="1456"/>
                </a:lnTo>
                <a:lnTo>
                  <a:pt x="18191" y="1478"/>
                </a:lnTo>
                <a:moveTo>
                  <a:pt x="18012" y="1478"/>
                </a:moveTo>
                <a:lnTo>
                  <a:pt x="17900" y="1478"/>
                </a:lnTo>
                <a:lnTo>
                  <a:pt x="17900" y="1456"/>
                </a:lnTo>
                <a:lnTo>
                  <a:pt x="18012" y="1456"/>
                </a:lnTo>
                <a:lnTo>
                  <a:pt x="18012" y="1478"/>
                </a:lnTo>
                <a:moveTo>
                  <a:pt x="17833" y="1478"/>
                </a:moveTo>
                <a:lnTo>
                  <a:pt x="17721" y="1478"/>
                </a:lnTo>
                <a:lnTo>
                  <a:pt x="17721" y="1456"/>
                </a:lnTo>
                <a:lnTo>
                  <a:pt x="17833" y="1456"/>
                </a:lnTo>
                <a:lnTo>
                  <a:pt x="17833" y="1478"/>
                </a:lnTo>
                <a:moveTo>
                  <a:pt x="17654" y="1478"/>
                </a:moveTo>
                <a:lnTo>
                  <a:pt x="17542" y="1478"/>
                </a:lnTo>
                <a:lnTo>
                  <a:pt x="17542" y="1456"/>
                </a:lnTo>
                <a:lnTo>
                  <a:pt x="17654" y="1456"/>
                </a:lnTo>
                <a:lnTo>
                  <a:pt x="17654" y="1478"/>
                </a:lnTo>
                <a:moveTo>
                  <a:pt x="17475" y="1478"/>
                </a:moveTo>
                <a:lnTo>
                  <a:pt x="17363" y="1478"/>
                </a:lnTo>
                <a:lnTo>
                  <a:pt x="17363" y="1456"/>
                </a:lnTo>
                <a:lnTo>
                  <a:pt x="17475" y="1456"/>
                </a:lnTo>
                <a:lnTo>
                  <a:pt x="17475" y="1478"/>
                </a:lnTo>
                <a:moveTo>
                  <a:pt x="17296" y="1478"/>
                </a:moveTo>
                <a:lnTo>
                  <a:pt x="17184" y="1478"/>
                </a:lnTo>
                <a:lnTo>
                  <a:pt x="17184" y="1456"/>
                </a:lnTo>
                <a:lnTo>
                  <a:pt x="17296" y="1456"/>
                </a:lnTo>
                <a:lnTo>
                  <a:pt x="17296" y="1478"/>
                </a:lnTo>
                <a:moveTo>
                  <a:pt x="17117" y="1478"/>
                </a:moveTo>
                <a:lnTo>
                  <a:pt x="17006" y="1478"/>
                </a:lnTo>
                <a:lnTo>
                  <a:pt x="17006" y="1456"/>
                </a:lnTo>
                <a:lnTo>
                  <a:pt x="17117" y="1456"/>
                </a:lnTo>
                <a:lnTo>
                  <a:pt x="17117" y="1478"/>
                </a:lnTo>
                <a:moveTo>
                  <a:pt x="16939" y="1478"/>
                </a:moveTo>
                <a:lnTo>
                  <a:pt x="16827" y="1478"/>
                </a:lnTo>
                <a:lnTo>
                  <a:pt x="16827" y="1456"/>
                </a:lnTo>
                <a:lnTo>
                  <a:pt x="16939" y="1456"/>
                </a:lnTo>
                <a:lnTo>
                  <a:pt x="16939" y="1478"/>
                </a:lnTo>
                <a:moveTo>
                  <a:pt x="16760" y="1478"/>
                </a:moveTo>
                <a:lnTo>
                  <a:pt x="16648" y="1478"/>
                </a:lnTo>
                <a:lnTo>
                  <a:pt x="16648" y="1456"/>
                </a:lnTo>
                <a:lnTo>
                  <a:pt x="16760" y="1456"/>
                </a:lnTo>
                <a:lnTo>
                  <a:pt x="16760" y="1478"/>
                </a:lnTo>
                <a:moveTo>
                  <a:pt x="16581" y="1478"/>
                </a:moveTo>
                <a:lnTo>
                  <a:pt x="16469" y="1478"/>
                </a:lnTo>
                <a:lnTo>
                  <a:pt x="16469" y="1456"/>
                </a:lnTo>
                <a:lnTo>
                  <a:pt x="16581" y="1456"/>
                </a:lnTo>
                <a:lnTo>
                  <a:pt x="16581" y="1478"/>
                </a:lnTo>
                <a:moveTo>
                  <a:pt x="16402" y="1478"/>
                </a:moveTo>
                <a:lnTo>
                  <a:pt x="16290" y="1478"/>
                </a:lnTo>
                <a:lnTo>
                  <a:pt x="16290" y="1456"/>
                </a:lnTo>
                <a:lnTo>
                  <a:pt x="16402" y="1456"/>
                </a:lnTo>
                <a:lnTo>
                  <a:pt x="16402" y="1478"/>
                </a:lnTo>
                <a:moveTo>
                  <a:pt x="16223" y="1478"/>
                </a:moveTo>
                <a:lnTo>
                  <a:pt x="16111" y="1478"/>
                </a:lnTo>
                <a:lnTo>
                  <a:pt x="16111" y="1456"/>
                </a:lnTo>
                <a:lnTo>
                  <a:pt x="16223" y="1456"/>
                </a:lnTo>
                <a:lnTo>
                  <a:pt x="16223" y="1478"/>
                </a:lnTo>
                <a:moveTo>
                  <a:pt x="16044" y="1478"/>
                </a:moveTo>
                <a:lnTo>
                  <a:pt x="15932" y="1478"/>
                </a:lnTo>
                <a:lnTo>
                  <a:pt x="15932" y="1456"/>
                </a:lnTo>
                <a:lnTo>
                  <a:pt x="16044" y="1456"/>
                </a:lnTo>
                <a:lnTo>
                  <a:pt x="16044" y="1478"/>
                </a:lnTo>
                <a:moveTo>
                  <a:pt x="15865" y="1478"/>
                </a:moveTo>
                <a:lnTo>
                  <a:pt x="15753" y="1478"/>
                </a:lnTo>
                <a:lnTo>
                  <a:pt x="15753" y="1456"/>
                </a:lnTo>
                <a:lnTo>
                  <a:pt x="15865" y="1456"/>
                </a:lnTo>
                <a:lnTo>
                  <a:pt x="15865" y="1478"/>
                </a:lnTo>
                <a:moveTo>
                  <a:pt x="15686" y="1478"/>
                </a:moveTo>
                <a:lnTo>
                  <a:pt x="15575" y="1478"/>
                </a:lnTo>
                <a:lnTo>
                  <a:pt x="15575" y="1456"/>
                </a:lnTo>
                <a:lnTo>
                  <a:pt x="15686" y="1456"/>
                </a:lnTo>
                <a:lnTo>
                  <a:pt x="15686" y="1478"/>
                </a:lnTo>
                <a:moveTo>
                  <a:pt x="15508" y="1478"/>
                </a:moveTo>
                <a:lnTo>
                  <a:pt x="15396" y="1478"/>
                </a:lnTo>
                <a:lnTo>
                  <a:pt x="15396" y="1456"/>
                </a:lnTo>
                <a:lnTo>
                  <a:pt x="15508" y="1456"/>
                </a:lnTo>
                <a:lnTo>
                  <a:pt x="15508" y="1478"/>
                </a:lnTo>
                <a:moveTo>
                  <a:pt x="15329" y="1478"/>
                </a:moveTo>
                <a:lnTo>
                  <a:pt x="15217" y="1478"/>
                </a:lnTo>
                <a:lnTo>
                  <a:pt x="15217" y="1456"/>
                </a:lnTo>
                <a:lnTo>
                  <a:pt x="15329" y="1456"/>
                </a:lnTo>
                <a:lnTo>
                  <a:pt x="15329" y="1478"/>
                </a:lnTo>
                <a:moveTo>
                  <a:pt x="15150" y="1478"/>
                </a:moveTo>
                <a:lnTo>
                  <a:pt x="15038" y="1478"/>
                </a:lnTo>
                <a:lnTo>
                  <a:pt x="15038" y="1456"/>
                </a:lnTo>
                <a:lnTo>
                  <a:pt x="15150" y="1456"/>
                </a:lnTo>
                <a:lnTo>
                  <a:pt x="15150" y="1478"/>
                </a:lnTo>
                <a:moveTo>
                  <a:pt x="14971" y="1478"/>
                </a:moveTo>
                <a:lnTo>
                  <a:pt x="14859" y="1478"/>
                </a:lnTo>
                <a:lnTo>
                  <a:pt x="14859" y="1456"/>
                </a:lnTo>
                <a:lnTo>
                  <a:pt x="14971" y="1456"/>
                </a:lnTo>
                <a:lnTo>
                  <a:pt x="14971" y="1478"/>
                </a:lnTo>
                <a:moveTo>
                  <a:pt x="14792" y="1478"/>
                </a:moveTo>
                <a:lnTo>
                  <a:pt x="14680" y="1478"/>
                </a:lnTo>
                <a:lnTo>
                  <a:pt x="14680" y="1456"/>
                </a:lnTo>
                <a:lnTo>
                  <a:pt x="14792" y="1456"/>
                </a:lnTo>
                <a:lnTo>
                  <a:pt x="14792" y="1478"/>
                </a:lnTo>
                <a:moveTo>
                  <a:pt x="14613" y="1478"/>
                </a:moveTo>
                <a:lnTo>
                  <a:pt x="14501" y="1478"/>
                </a:lnTo>
                <a:lnTo>
                  <a:pt x="14501" y="1456"/>
                </a:lnTo>
                <a:lnTo>
                  <a:pt x="14613" y="1456"/>
                </a:lnTo>
                <a:lnTo>
                  <a:pt x="14613" y="1478"/>
                </a:lnTo>
                <a:moveTo>
                  <a:pt x="14434" y="1478"/>
                </a:moveTo>
                <a:lnTo>
                  <a:pt x="14323" y="1478"/>
                </a:lnTo>
                <a:lnTo>
                  <a:pt x="14323" y="1456"/>
                </a:lnTo>
                <a:lnTo>
                  <a:pt x="14434" y="1456"/>
                </a:lnTo>
                <a:lnTo>
                  <a:pt x="14434" y="1478"/>
                </a:lnTo>
                <a:moveTo>
                  <a:pt x="14255" y="1478"/>
                </a:moveTo>
                <a:lnTo>
                  <a:pt x="14144" y="1478"/>
                </a:lnTo>
                <a:lnTo>
                  <a:pt x="14144" y="1456"/>
                </a:lnTo>
                <a:lnTo>
                  <a:pt x="14255" y="1456"/>
                </a:lnTo>
                <a:lnTo>
                  <a:pt x="14255" y="1478"/>
                </a:lnTo>
                <a:moveTo>
                  <a:pt x="14077" y="1478"/>
                </a:moveTo>
                <a:lnTo>
                  <a:pt x="13965" y="1478"/>
                </a:lnTo>
                <a:lnTo>
                  <a:pt x="13965" y="1456"/>
                </a:lnTo>
                <a:lnTo>
                  <a:pt x="14077" y="1456"/>
                </a:lnTo>
                <a:lnTo>
                  <a:pt x="14077" y="1478"/>
                </a:lnTo>
                <a:moveTo>
                  <a:pt x="13898" y="1478"/>
                </a:moveTo>
                <a:lnTo>
                  <a:pt x="13786" y="1478"/>
                </a:lnTo>
                <a:lnTo>
                  <a:pt x="13786" y="1456"/>
                </a:lnTo>
                <a:lnTo>
                  <a:pt x="13898" y="1456"/>
                </a:lnTo>
                <a:lnTo>
                  <a:pt x="13898" y="1478"/>
                </a:lnTo>
                <a:moveTo>
                  <a:pt x="13719" y="1478"/>
                </a:moveTo>
                <a:lnTo>
                  <a:pt x="13607" y="1478"/>
                </a:lnTo>
                <a:lnTo>
                  <a:pt x="13607" y="1456"/>
                </a:lnTo>
                <a:lnTo>
                  <a:pt x="13719" y="1456"/>
                </a:lnTo>
                <a:lnTo>
                  <a:pt x="13719" y="1478"/>
                </a:lnTo>
                <a:moveTo>
                  <a:pt x="13540" y="1478"/>
                </a:moveTo>
                <a:lnTo>
                  <a:pt x="13428" y="1478"/>
                </a:lnTo>
                <a:lnTo>
                  <a:pt x="13428" y="1456"/>
                </a:lnTo>
                <a:lnTo>
                  <a:pt x="13540" y="1456"/>
                </a:lnTo>
                <a:lnTo>
                  <a:pt x="13540" y="1478"/>
                </a:lnTo>
                <a:moveTo>
                  <a:pt x="13361" y="1478"/>
                </a:moveTo>
                <a:lnTo>
                  <a:pt x="13249" y="1478"/>
                </a:lnTo>
                <a:lnTo>
                  <a:pt x="13249" y="1456"/>
                </a:lnTo>
                <a:lnTo>
                  <a:pt x="13361" y="1456"/>
                </a:lnTo>
                <a:lnTo>
                  <a:pt x="13361" y="1478"/>
                </a:lnTo>
                <a:moveTo>
                  <a:pt x="13182" y="1478"/>
                </a:moveTo>
                <a:lnTo>
                  <a:pt x="13070" y="1478"/>
                </a:lnTo>
                <a:lnTo>
                  <a:pt x="13070" y="1456"/>
                </a:lnTo>
                <a:lnTo>
                  <a:pt x="13182" y="1456"/>
                </a:lnTo>
                <a:lnTo>
                  <a:pt x="13182" y="1478"/>
                </a:lnTo>
                <a:moveTo>
                  <a:pt x="13003" y="1478"/>
                </a:moveTo>
                <a:lnTo>
                  <a:pt x="12892" y="1478"/>
                </a:lnTo>
                <a:lnTo>
                  <a:pt x="12892" y="1456"/>
                </a:lnTo>
                <a:lnTo>
                  <a:pt x="13003" y="1456"/>
                </a:lnTo>
                <a:lnTo>
                  <a:pt x="13003" y="1478"/>
                </a:lnTo>
                <a:moveTo>
                  <a:pt x="12824" y="1478"/>
                </a:moveTo>
                <a:lnTo>
                  <a:pt x="12713" y="1478"/>
                </a:lnTo>
                <a:lnTo>
                  <a:pt x="12713" y="1456"/>
                </a:lnTo>
                <a:lnTo>
                  <a:pt x="12824" y="1456"/>
                </a:lnTo>
                <a:lnTo>
                  <a:pt x="12824" y="1478"/>
                </a:lnTo>
                <a:moveTo>
                  <a:pt x="12646" y="1478"/>
                </a:moveTo>
                <a:lnTo>
                  <a:pt x="12534" y="1478"/>
                </a:lnTo>
                <a:lnTo>
                  <a:pt x="12534" y="1456"/>
                </a:lnTo>
                <a:lnTo>
                  <a:pt x="12646" y="1456"/>
                </a:lnTo>
                <a:lnTo>
                  <a:pt x="12646" y="1478"/>
                </a:lnTo>
                <a:moveTo>
                  <a:pt x="12467" y="1478"/>
                </a:moveTo>
                <a:lnTo>
                  <a:pt x="12355" y="1478"/>
                </a:lnTo>
                <a:lnTo>
                  <a:pt x="12355" y="1456"/>
                </a:lnTo>
                <a:lnTo>
                  <a:pt x="12467" y="1456"/>
                </a:lnTo>
                <a:lnTo>
                  <a:pt x="12467" y="1478"/>
                </a:lnTo>
                <a:moveTo>
                  <a:pt x="12288" y="1478"/>
                </a:moveTo>
                <a:lnTo>
                  <a:pt x="12176" y="1478"/>
                </a:lnTo>
                <a:lnTo>
                  <a:pt x="12176" y="1456"/>
                </a:lnTo>
                <a:lnTo>
                  <a:pt x="12288" y="1456"/>
                </a:lnTo>
                <a:lnTo>
                  <a:pt x="12288" y="1478"/>
                </a:lnTo>
                <a:moveTo>
                  <a:pt x="12109" y="1478"/>
                </a:moveTo>
                <a:lnTo>
                  <a:pt x="11997" y="1478"/>
                </a:lnTo>
                <a:lnTo>
                  <a:pt x="11997" y="1456"/>
                </a:lnTo>
                <a:lnTo>
                  <a:pt x="12109" y="1456"/>
                </a:lnTo>
                <a:lnTo>
                  <a:pt x="12109" y="1478"/>
                </a:lnTo>
                <a:moveTo>
                  <a:pt x="11930" y="1478"/>
                </a:moveTo>
                <a:lnTo>
                  <a:pt x="11818" y="1478"/>
                </a:lnTo>
                <a:lnTo>
                  <a:pt x="11818" y="1456"/>
                </a:lnTo>
                <a:lnTo>
                  <a:pt x="11930" y="1456"/>
                </a:lnTo>
                <a:lnTo>
                  <a:pt x="11930" y="1478"/>
                </a:lnTo>
                <a:moveTo>
                  <a:pt x="11751" y="1478"/>
                </a:moveTo>
                <a:lnTo>
                  <a:pt x="11639" y="1478"/>
                </a:lnTo>
                <a:lnTo>
                  <a:pt x="11639" y="1456"/>
                </a:lnTo>
                <a:lnTo>
                  <a:pt x="11751" y="1456"/>
                </a:lnTo>
                <a:lnTo>
                  <a:pt x="11751" y="1478"/>
                </a:lnTo>
                <a:moveTo>
                  <a:pt x="11572" y="1478"/>
                </a:moveTo>
                <a:lnTo>
                  <a:pt x="11461" y="1478"/>
                </a:lnTo>
                <a:lnTo>
                  <a:pt x="11461" y="1456"/>
                </a:lnTo>
                <a:lnTo>
                  <a:pt x="11572" y="1456"/>
                </a:lnTo>
                <a:lnTo>
                  <a:pt x="11572" y="1478"/>
                </a:lnTo>
                <a:moveTo>
                  <a:pt x="11393" y="1478"/>
                </a:moveTo>
                <a:lnTo>
                  <a:pt x="11282" y="1478"/>
                </a:lnTo>
                <a:lnTo>
                  <a:pt x="11282" y="1456"/>
                </a:lnTo>
                <a:lnTo>
                  <a:pt x="11393" y="1456"/>
                </a:lnTo>
                <a:lnTo>
                  <a:pt x="11393" y="1478"/>
                </a:lnTo>
                <a:moveTo>
                  <a:pt x="11215" y="1478"/>
                </a:moveTo>
                <a:lnTo>
                  <a:pt x="11103" y="1478"/>
                </a:lnTo>
                <a:lnTo>
                  <a:pt x="11103" y="1456"/>
                </a:lnTo>
                <a:lnTo>
                  <a:pt x="11215" y="1456"/>
                </a:lnTo>
                <a:lnTo>
                  <a:pt x="11215" y="1478"/>
                </a:lnTo>
                <a:moveTo>
                  <a:pt x="11036" y="1478"/>
                </a:moveTo>
                <a:lnTo>
                  <a:pt x="10924" y="1478"/>
                </a:lnTo>
                <a:lnTo>
                  <a:pt x="10924" y="1456"/>
                </a:lnTo>
                <a:lnTo>
                  <a:pt x="11036" y="1456"/>
                </a:lnTo>
                <a:lnTo>
                  <a:pt x="11036" y="1478"/>
                </a:lnTo>
                <a:moveTo>
                  <a:pt x="10857" y="1478"/>
                </a:moveTo>
                <a:lnTo>
                  <a:pt x="10745" y="1478"/>
                </a:lnTo>
                <a:lnTo>
                  <a:pt x="10745" y="1456"/>
                </a:lnTo>
                <a:lnTo>
                  <a:pt x="10857" y="1456"/>
                </a:lnTo>
                <a:lnTo>
                  <a:pt x="10857" y="1478"/>
                </a:lnTo>
                <a:moveTo>
                  <a:pt x="10678" y="1478"/>
                </a:moveTo>
                <a:lnTo>
                  <a:pt x="10566" y="1478"/>
                </a:lnTo>
                <a:lnTo>
                  <a:pt x="10566" y="1456"/>
                </a:lnTo>
                <a:lnTo>
                  <a:pt x="10678" y="1456"/>
                </a:lnTo>
                <a:lnTo>
                  <a:pt x="10678" y="1478"/>
                </a:lnTo>
                <a:moveTo>
                  <a:pt x="10499" y="1478"/>
                </a:moveTo>
                <a:lnTo>
                  <a:pt x="10387" y="1478"/>
                </a:lnTo>
                <a:lnTo>
                  <a:pt x="10387" y="1456"/>
                </a:lnTo>
                <a:lnTo>
                  <a:pt x="10499" y="1456"/>
                </a:lnTo>
                <a:lnTo>
                  <a:pt x="10499" y="1478"/>
                </a:lnTo>
                <a:moveTo>
                  <a:pt x="10320" y="1478"/>
                </a:moveTo>
                <a:lnTo>
                  <a:pt x="10208" y="1478"/>
                </a:lnTo>
                <a:lnTo>
                  <a:pt x="10208" y="1456"/>
                </a:lnTo>
                <a:lnTo>
                  <a:pt x="10320" y="1456"/>
                </a:lnTo>
                <a:lnTo>
                  <a:pt x="10320" y="1478"/>
                </a:lnTo>
                <a:moveTo>
                  <a:pt x="10141" y="1478"/>
                </a:moveTo>
                <a:lnTo>
                  <a:pt x="10030" y="1478"/>
                </a:lnTo>
                <a:lnTo>
                  <a:pt x="10030" y="1456"/>
                </a:lnTo>
                <a:lnTo>
                  <a:pt x="10141" y="1456"/>
                </a:lnTo>
                <a:lnTo>
                  <a:pt x="10141" y="1478"/>
                </a:lnTo>
                <a:moveTo>
                  <a:pt x="9962" y="1478"/>
                </a:moveTo>
                <a:lnTo>
                  <a:pt x="9851" y="1478"/>
                </a:lnTo>
                <a:lnTo>
                  <a:pt x="9851" y="1456"/>
                </a:lnTo>
                <a:lnTo>
                  <a:pt x="9962" y="1456"/>
                </a:lnTo>
                <a:lnTo>
                  <a:pt x="9962" y="1478"/>
                </a:lnTo>
                <a:moveTo>
                  <a:pt x="9784" y="1478"/>
                </a:moveTo>
                <a:lnTo>
                  <a:pt x="9672" y="1478"/>
                </a:lnTo>
                <a:lnTo>
                  <a:pt x="9672" y="1456"/>
                </a:lnTo>
                <a:lnTo>
                  <a:pt x="9784" y="1456"/>
                </a:lnTo>
                <a:lnTo>
                  <a:pt x="9784" y="1478"/>
                </a:lnTo>
                <a:moveTo>
                  <a:pt x="9605" y="1478"/>
                </a:moveTo>
                <a:lnTo>
                  <a:pt x="9493" y="1478"/>
                </a:lnTo>
                <a:lnTo>
                  <a:pt x="9493" y="1456"/>
                </a:lnTo>
                <a:lnTo>
                  <a:pt x="9605" y="1456"/>
                </a:lnTo>
                <a:lnTo>
                  <a:pt x="9605" y="1478"/>
                </a:lnTo>
                <a:moveTo>
                  <a:pt x="9426" y="1478"/>
                </a:moveTo>
                <a:lnTo>
                  <a:pt x="9314" y="1478"/>
                </a:lnTo>
                <a:lnTo>
                  <a:pt x="9314" y="1456"/>
                </a:lnTo>
                <a:lnTo>
                  <a:pt x="9426" y="1456"/>
                </a:lnTo>
                <a:lnTo>
                  <a:pt x="9426" y="1478"/>
                </a:lnTo>
                <a:moveTo>
                  <a:pt x="9247" y="1478"/>
                </a:moveTo>
                <a:lnTo>
                  <a:pt x="9135" y="1478"/>
                </a:lnTo>
                <a:lnTo>
                  <a:pt x="9135" y="1456"/>
                </a:lnTo>
                <a:lnTo>
                  <a:pt x="9247" y="1456"/>
                </a:lnTo>
                <a:lnTo>
                  <a:pt x="9247" y="1478"/>
                </a:lnTo>
                <a:moveTo>
                  <a:pt x="9068" y="1478"/>
                </a:moveTo>
                <a:lnTo>
                  <a:pt x="8956" y="1478"/>
                </a:lnTo>
                <a:lnTo>
                  <a:pt x="8956" y="1456"/>
                </a:lnTo>
                <a:lnTo>
                  <a:pt x="9068" y="1456"/>
                </a:lnTo>
                <a:lnTo>
                  <a:pt x="9068" y="1478"/>
                </a:lnTo>
                <a:moveTo>
                  <a:pt x="8889" y="1478"/>
                </a:moveTo>
                <a:lnTo>
                  <a:pt x="8777" y="1478"/>
                </a:lnTo>
                <a:lnTo>
                  <a:pt x="8777" y="1456"/>
                </a:lnTo>
                <a:lnTo>
                  <a:pt x="8889" y="1456"/>
                </a:lnTo>
                <a:lnTo>
                  <a:pt x="8889" y="1478"/>
                </a:lnTo>
                <a:moveTo>
                  <a:pt x="8710" y="1478"/>
                </a:moveTo>
                <a:lnTo>
                  <a:pt x="8599" y="1478"/>
                </a:lnTo>
                <a:lnTo>
                  <a:pt x="8599" y="1456"/>
                </a:lnTo>
                <a:lnTo>
                  <a:pt x="8710" y="1456"/>
                </a:lnTo>
                <a:lnTo>
                  <a:pt x="8710" y="1478"/>
                </a:lnTo>
                <a:moveTo>
                  <a:pt x="8531" y="1478"/>
                </a:moveTo>
                <a:lnTo>
                  <a:pt x="8420" y="1478"/>
                </a:lnTo>
                <a:lnTo>
                  <a:pt x="8420" y="1456"/>
                </a:lnTo>
                <a:lnTo>
                  <a:pt x="8531" y="1456"/>
                </a:lnTo>
                <a:lnTo>
                  <a:pt x="8531" y="1478"/>
                </a:lnTo>
                <a:moveTo>
                  <a:pt x="8353" y="1478"/>
                </a:moveTo>
                <a:lnTo>
                  <a:pt x="8241" y="1478"/>
                </a:lnTo>
                <a:lnTo>
                  <a:pt x="8241" y="1456"/>
                </a:lnTo>
                <a:lnTo>
                  <a:pt x="8353" y="1456"/>
                </a:lnTo>
                <a:lnTo>
                  <a:pt x="8353" y="1478"/>
                </a:lnTo>
                <a:moveTo>
                  <a:pt x="8174" y="1478"/>
                </a:moveTo>
                <a:lnTo>
                  <a:pt x="8062" y="1478"/>
                </a:lnTo>
                <a:lnTo>
                  <a:pt x="8062" y="1456"/>
                </a:lnTo>
                <a:lnTo>
                  <a:pt x="8174" y="1456"/>
                </a:lnTo>
                <a:lnTo>
                  <a:pt x="8174" y="1478"/>
                </a:lnTo>
                <a:moveTo>
                  <a:pt x="7994" y="1478"/>
                </a:moveTo>
                <a:lnTo>
                  <a:pt x="7882" y="1478"/>
                </a:lnTo>
                <a:lnTo>
                  <a:pt x="7882" y="1456"/>
                </a:lnTo>
                <a:lnTo>
                  <a:pt x="7994" y="1456"/>
                </a:lnTo>
                <a:lnTo>
                  <a:pt x="7994" y="1478"/>
                </a:lnTo>
                <a:moveTo>
                  <a:pt x="7815" y="1478"/>
                </a:moveTo>
                <a:lnTo>
                  <a:pt x="7703" y="1478"/>
                </a:lnTo>
                <a:lnTo>
                  <a:pt x="7703" y="1456"/>
                </a:lnTo>
                <a:lnTo>
                  <a:pt x="7815" y="1456"/>
                </a:lnTo>
                <a:lnTo>
                  <a:pt x="7815" y="1478"/>
                </a:lnTo>
                <a:moveTo>
                  <a:pt x="7636" y="1478"/>
                </a:moveTo>
                <a:lnTo>
                  <a:pt x="7524" y="1478"/>
                </a:lnTo>
                <a:lnTo>
                  <a:pt x="7524" y="1456"/>
                </a:lnTo>
                <a:lnTo>
                  <a:pt x="7636" y="1456"/>
                </a:lnTo>
                <a:lnTo>
                  <a:pt x="7636" y="1478"/>
                </a:lnTo>
                <a:moveTo>
                  <a:pt x="7457" y="1478"/>
                </a:moveTo>
                <a:lnTo>
                  <a:pt x="7345" y="1478"/>
                </a:lnTo>
                <a:lnTo>
                  <a:pt x="7345" y="1456"/>
                </a:lnTo>
                <a:lnTo>
                  <a:pt x="7457" y="1456"/>
                </a:lnTo>
                <a:lnTo>
                  <a:pt x="7457" y="1478"/>
                </a:lnTo>
                <a:moveTo>
                  <a:pt x="7278" y="1478"/>
                </a:moveTo>
                <a:lnTo>
                  <a:pt x="7167" y="1478"/>
                </a:lnTo>
                <a:lnTo>
                  <a:pt x="7167" y="1456"/>
                </a:lnTo>
                <a:lnTo>
                  <a:pt x="7278" y="1456"/>
                </a:lnTo>
                <a:lnTo>
                  <a:pt x="7278" y="1478"/>
                </a:lnTo>
                <a:moveTo>
                  <a:pt x="7099" y="1478"/>
                </a:moveTo>
                <a:lnTo>
                  <a:pt x="6988" y="1478"/>
                </a:lnTo>
                <a:lnTo>
                  <a:pt x="6988" y="1456"/>
                </a:lnTo>
                <a:lnTo>
                  <a:pt x="7099" y="1456"/>
                </a:lnTo>
                <a:lnTo>
                  <a:pt x="7099" y="1478"/>
                </a:lnTo>
                <a:moveTo>
                  <a:pt x="6921" y="1478"/>
                </a:moveTo>
                <a:lnTo>
                  <a:pt x="6809" y="1478"/>
                </a:lnTo>
                <a:lnTo>
                  <a:pt x="6809" y="1456"/>
                </a:lnTo>
                <a:lnTo>
                  <a:pt x="6921" y="1456"/>
                </a:lnTo>
                <a:lnTo>
                  <a:pt x="6921" y="1478"/>
                </a:lnTo>
                <a:moveTo>
                  <a:pt x="6742" y="1478"/>
                </a:moveTo>
                <a:lnTo>
                  <a:pt x="6630" y="1478"/>
                </a:lnTo>
                <a:lnTo>
                  <a:pt x="6630" y="1456"/>
                </a:lnTo>
                <a:lnTo>
                  <a:pt x="6742" y="1456"/>
                </a:lnTo>
                <a:lnTo>
                  <a:pt x="6742" y="1478"/>
                </a:lnTo>
                <a:moveTo>
                  <a:pt x="6563" y="1478"/>
                </a:moveTo>
                <a:lnTo>
                  <a:pt x="6451" y="1478"/>
                </a:lnTo>
                <a:lnTo>
                  <a:pt x="6451" y="1456"/>
                </a:lnTo>
                <a:lnTo>
                  <a:pt x="6563" y="1456"/>
                </a:lnTo>
                <a:lnTo>
                  <a:pt x="6563" y="1478"/>
                </a:lnTo>
                <a:moveTo>
                  <a:pt x="6384" y="1478"/>
                </a:moveTo>
                <a:lnTo>
                  <a:pt x="6272" y="1478"/>
                </a:lnTo>
                <a:lnTo>
                  <a:pt x="6272" y="1456"/>
                </a:lnTo>
                <a:lnTo>
                  <a:pt x="6384" y="1456"/>
                </a:lnTo>
                <a:lnTo>
                  <a:pt x="6384" y="1478"/>
                </a:lnTo>
                <a:moveTo>
                  <a:pt x="6205" y="1478"/>
                </a:moveTo>
                <a:lnTo>
                  <a:pt x="6093" y="1478"/>
                </a:lnTo>
                <a:lnTo>
                  <a:pt x="6093" y="1456"/>
                </a:lnTo>
                <a:lnTo>
                  <a:pt x="6205" y="1456"/>
                </a:lnTo>
                <a:lnTo>
                  <a:pt x="6205" y="1478"/>
                </a:lnTo>
                <a:moveTo>
                  <a:pt x="6026" y="1478"/>
                </a:moveTo>
                <a:lnTo>
                  <a:pt x="5914" y="1478"/>
                </a:lnTo>
                <a:lnTo>
                  <a:pt x="5914" y="1456"/>
                </a:lnTo>
                <a:lnTo>
                  <a:pt x="6026" y="1456"/>
                </a:lnTo>
                <a:lnTo>
                  <a:pt x="6026" y="1478"/>
                </a:lnTo>
                <a:moveTo>
                  <a:pt x="5847" y="1478"/>
                </a:moveTo>
                <a:lnTo>
                  <a:pt x="5736" y="1478"/>
                </a:lnTo>
                <a:lnTo>
                  <a:pt x="5736" y="1456"/>
                </a:lnTo>
                <a:lnTo>
                  <a:pt x="5847" y="1456"/>
                </a:lnTo>
                <a:lnTo>
                  <a:pt x="5847" y="1478"/>
                </a:lnTo>
                <a:moveTo>
                  <a:pt x="5668" y="1478"/>
                </a:moveTo>
                <a:lnTo>
                  <a:pt x="5557" y="1478"/>
                </a:lnTo>
                <a:lnTo>
                  <a:pt x="5557" y="1456"/>
                </a:lnTo>
                <a:lnTo>
                  <a:pt x="5668" y="1456"/>
                </a:lnTo>
                <a:lnTo>
                  <a:pt x="5668" y="1478"/>
                </a:lnTo>
                <a:moveTo>
                  <a:pt x="5490" y="1478"/>
                </a:moveTo>
                <a:lnTo>
                  <a:pt x="5378" y="1478"/>
                </a:lnTo>
                <a:lnTo>
                  <a:pt x="5378" y="1456"/>
                </a:lnTo>
                <a:lnTo>
                  <a:pt x="5490" y="1456"/>
                </a:lnTo>
                <a:lnTo>
                  <a:pt x="5490" y="1478"/>
                </a:lnTo>
                <a:moveTo>
                  <a:pt x="5311" y="1478"/>
                </a:moveTo>
                <a:lnTo>
                  <a:pt x="5199" y="1478"/>
                </a:lnTo>
                <a:lnTo>
                  <a:pt x="5199" y="1456"/>
                </a:lnTo>
                <a:lnTo>
                  <a:pt x="5311" y="1456"/>
                </a:lnTo>
                <a:lnTo>
                  <a:pt x="5311" y="1478"/>
                </a:lnTo>
                <a:moveTo>
                  <a:pt x="5132" y="1478"/>
                </a:moveTo>
                <a:lnTo>
                  <a:pt x="5020" y="1478"/>
                </a:lnTo>
                <a:lnTo>
                  <a:pt x="5020" y="1456"/>
                </a:lnTo>
                <a:lnTo>
                  <a:pt x="5132" y="1456"/>
                </a:lnTo>
                <a:lnTo>
                  <a:pt x="5132" y="1478"/>
                </a:lnTo>
                <a:moveTo>
                  <a:pt x="4953" y="1478"/>
                </a:moveTo>
                <a:lnTo>
                  <a:pt x="4841" y="1478"/>
                </a:lnTo>
                <a:lnTo>
                  <a:pt x="4841" y="1456"/>
                </a:lnTo>
                <a:lnTo>
                  <a:pt x="4953" y="1456"/>
                </a:lnTo>
                <a:lnTo>
                  <a:pt x="4953" y="1478"/>
                </a:lnTo>
                <a:moveTo>
                  <a:pt x="4774" y="1478"/>
                </a:moveTo>
                <a:lnTo>
                  <a:pt x="4662" y="1478"/>
                </a:lnTo>
                <a:lnTo>
                  <a:pt x="4662" y="1456"/>
                </a:lnTo>
                <a:lnTo>
                  <a:pt x="4774" y="1456"/>
                </a:lnTo>
                <a:lnTo>
                  <a:pt x="4774" y="1478"/>
                </a:lnTo>
                <a:moveTo>
                  <a:pt x="4595" y="1478"/>
                </a:moveTo>
                <a:lnTo>
                  <a:pt x="4483" y="1478"/>
                </a:lnTo>
                <a:lnTo>
                  <a:pt x="4483" y="1456"/>
                </a:lnTo>
                <a:lnTo>
                  <a:pt x="4595" y="1456"/>
                </a:lnTo>
                <a:lnTo>
                  <a:pt x="4595" y="1478"/>
                </a:lnTo>
                <a:moveTo>
                  <a:pt x="4416" y="1478"/>
                </a:moveTo>
                <a:lnTo>
                  <a:pt x="4305" y="1478"/>
                </a:lnTo>
                <a:lnTo>
                  <a:pt x="4305" y="1456"/>
                </a:lnTo>
                <a:lnTo>
                  <a:pt x="4416" y="1456"/>
                </a:lnTo>
                <a:lnTo>
                  <a:pt x="4416" y="1478"/>
                </a:lnTo>
                <a:moveTo>
                  <a:pt x="4238" y="1478"/>
                </a:moveTo>
                <a:lnTo>
                  <a:pt x="4126" y="1478"/>
                </a:lnTo>
                <a:lnTo>
                  <a:pt x="4126" y="1456"/>
                </a:lnTo>
                <a:lnTo>
                  <a:pt x="4238" y="1456"/>
                </a:lnTo>
                <a:lnTo>
                  <a:pt x="4238" y="1478"/>
                </a:lnTo>
                <a:moveTo>
                  <a:pt x="4059" y="1478"/>
                </a:moveTo>
                <a:lnTo>
                  <a:pt x="3947" y="1478"/>
                </a:lnTo>
                <a:lnTo>
                  <a:pt x="3947" y="1456"/>
                </a:lnTo>
                <a:lnTo>
                  <a:pt x="4059" y="1456"/>
                </a:lnTo>
                <a:lnTo>
                  <a:pt x="4059" y="1478"/>
                </a:lnTo>
                <a:moveTo>
                  <a:pt x="3880" y="1478"/>
                </a:moveTo>
                <a:lnTo>
                  <a:pt x="3768" y="1478"/>
                </a:lnTo>
                <a:lnTo>
                  <a:pt x="3768" y="1456"/>
                </a:lnTo>
                <a:lnTo>
                  <a:pt x="3880" y="1456"/>
                </a:lnTo>
                <a:lnTo>
                  <a:pt x="3880" y="1478"/>
                </a:lnTo>
                <a:moveTo>
                  <a:pt x="3701" y="1478"/>
                </a:moveTo>
                <a:lnTo>
                  <a:pt x="3589" y="1478"/>
                </a:lnTo>
                <a:lnTo>
                  <a:pt x="3589" y="1456"/>
                </a:lnTo>
                <a:lnTo>
                  <a:pt x="3701" y="1456"/>
                </a:lnTo>
                <a:lnTo>
                  <a:pt x="3701" y="1478"/>
                </a:lnTo>
                <a:moveTo>
                  <a:pt x="3522" y="1478"/>
                </a:moveTo>
                <a:lnTo>
                  <a:pt x="3410" y="1478"/>
                </a:lnTo>
                <a:lnTo>
                  <a:pt x="3410" y="1456"/>
                </a:lnTo>
                <a:lnTo>
                  <a:pt x="3522" y="1456"/>
                </a:lnTo>
                <a:lnTo>
                  <a:pt x="3522" y="1478"/>
                </a:lnTo>
                <a:moveTo>
                  <a:pt x="3343" y="1478"/>
                </a:moveTo>
                <a:lnTo>
                  <a:pt x="3231" y="1478"/>
                </a:lnTo>
                <a:lnTo>
                  <a:pt x="3231" y="1456"/>
                </a:lnTo>
                <a:lnTo>
                  <a:pt x="3343" y="1456"/>
                </a:lnTo>
                <a:lnTo>
                  <a:pt x="3343" y="1478"/>
                </a:lnTo>
                <a:moveTo>
                  <a:pt x="3164" y="1478"/>
                </a:moveTo>
                <a:lnTo>
                  <a:pt x="3052" y="1478"/>
                </a:lnTo>
                <a:lnTo>
                  <a:pt x="3052" y="1456"/>
                </a:lnTo>
                <a:lnTo>
                  <a:pt x="3164" y="1456"/>
                </a:lnTo>
                <a:lnTo>
                  <a:pt x="3164" y="1478"/>
                </a:lnTo>
                <a:moveTo>
                  <a:pt x="2985" y="1478"/>
                </a:moveTo>
                <a:lnTo>
                  <a:pt x="2874" y="1478"/>
                </a:lnTo>
                <a:lnTo>
                  <a:pt x="2874" y="1456"/>
                </a:lnTo>
                <a:lnTo>
                  <a:pt x="2985" y="1456"/>
                </a:lnTo>
                <a:lnTo>
                  <a:pt x="2985" y="1478"/>
                </a:lnTo>
                <a:moveTo>
                  <a:pt x="2807" y="1478"/>
                </a:moveTo>
                <a:lnTo>
                  <a:pt x="2695" y="1478"/>
                </a:lnTo>
                <a:lnTo>
                  <a:pt x="2695" y="1456"/>
                </a:lnTo>
                <a:lnTo>
                  <a:pt x="2807" y="1456"/>
                </a:lnTo>
                <a:lnTo>
                  <a:pt x="2807" y="1478"/>
                </a:lnTo>
                <a:moveTo>
                  <a:pt x="2628" y="1478"/>
                </a:moveTo>
                <a:lnTo>
                  <a:pt x="2516" y="1478"/>
                </a:lnTo>
                <a:lnTo>
                  <a:pt x="2516" y="1456"/>
                </a:lnTo>
                <a:lnTo>
                  <a:pt x="2628" y="1456"/>
                </a:lnTo>
                <a:lnTo>
                  <a:pt x="2628" y="1478"/>
                </a:lnTo>
                <a:moveTo>
                  <a:pt x="2449" y="1478"/>
                </a:moveTo>
                <a:lnTo>
                  <a:pt x="2337" y="1478"/>
                </a:lnTo>
                <a:lnTo>
                  <a:pt x="2337" y="1456"/>
                </a:lnTo>
                <a:lnTo>
                  <a:pt x="2449" y="1456"/>
                </a:lnTo>
                <a:lnTo>
                  <a:pt x="2449" y="1478"/>
                </a:lnTo>
                <a:moveTo>
                  <a:pt x="2270" y="1478"/>
                </a:moveTo>
                <a:lnTo>
                  <a:pt x="2158" y="1478"/>
                </a:lnTo>
                <a:lnTo>
                  <a:pt x="2158" y="1456"/>
                </a:lnTo>
                <a:lnTo>
                  <a:pt x="2270" y="1456"/>
                </a:lnTo>
                <a:lnTo>
                  <a:pt x="2270" y="1478"/>
                </a:lnTo>
                <a:moveTo>
                  <a:pt x="2091" y="1478"/>
                </a:moveTo>
                <a:lnTo>
                  <a:pt x="1979" y="1478"/>
                </a:lnTo>
                <a:lnTo>
                  <a:pt x="1979" y="1456"/>
                </a:lnTo>
                <a:lnTo>
                  <a:pt x="2091" y="1456"/>
                </a:lnTo>
                <a:lnTo>
                  <a:pt x="2091" y="1478"/>
                </a:lnTo>
                <a:moveTo>
                  <a:pt x="1912" y="1478"/>
                </a:moveTo>
                <a:lnTo>
                  <a:pt x="1800" y="1478"/>
                </a:lnTo>
                <a:lnTo>
                  <a:pt x="1800" y="1456"/>
                </a:lnTo>
                <a:lnTo>
                  <a:pt x="1912" y="1456"/>
                </a:lnTo>
                <a:lnTo>
                  <a:pt x="1912" y="1478"/>
                </a:lnTo>
                <a:moveTo>
                  <a:pt x="1733" y="1478"/>
                </a:moveTo>
                <a:lnTo>
                  <a:pt x="1621" y="1478"/>
                </a:lnTo>
                <a:lnTo>
                  <a:pt x="1621" y="1456"/>
                </a:lnTo>
                <a:lnTo>
                  <a:pt x="1733" y="1456"/>
                </a:lnTo>
                <a:lnTo>
                  <a:pt x="1733" y="1478"/>
                </a:lnTo>
                <a:moveTo>
                  <a:pt x="1554" y="1478"/>
                </a:moveTo>
                <a:lnTo>
                  <a:pt x="1443" y="1478"/>
                </a:lnTo>
                <a:lnTo>
                  <a:pt x="1443" y="1456"/>
                </a:lnTo>
                <a:lnTo>
                  <a:pt x="1554" y="1456"/>
                </a:lnTo>
                <a:lnTo>
                  <a:pt x="1554" y="1478"/>
                </a:lnTo>
                <a:moveTo>
                  <a:pt x="1376" y="1478"/>
                </a:moveTo>
                <a:lnTo>
                  <a:pt x="1264" y="1478"/>
                </a:lnTo>
                <a:lnTo>
                  <a:pt x="1264" y="1456"/>
                </a:lnTo>
                <a:lnTo>
                  <a:pt x="1376" y="1456"/>
                </a:lnTo>
                <a:lnTo>
                  <a:pt x="1376" y="1478"/>
                </a:lnTo>
                <a:moveTo>
                  <a:pt x="1197" y="1478"/>
                </a:moveTo>
                <a:lnTo>
                  <a:pt x="1085" y="1478"/>
                </a:lnTo>
                <a:lnTo>
                  <a:pt x="1085" y="1456"/>
                </a:lnTo>
                <a:lnTo>
                  <a:pt x="1197" y="1456"/>
                </a:lnTo>
                <a:lnTo>
                  <a:pt x="1197" y="1478"/>
                </a:lnTo>
                <a:moveTo>
                  <a:pt x="1018" y="1478"/>
                </a:moveTo>
                <a:lnTo>
                  <a:pt x="906" y="1478"/>
                </a:lnTo>
                <a:lnTo>
                  <a:pt x="906" y="1456"/>
                </a:lnTo>
                <a:lnTo>
                  <a:pt x="1018" y="1456"/>
                </a:lnTo>
                <a:lnTo>
                  <a:pt x="1018" y="1478"/>
                </a:lnTo>
                <a:moveTo>
                  <a:pt x="839" y="1478"/>
                </a:moveTo>
                <a:lnTo>
                  <a:pt x="727" y="1478"/>
                </a:lnTo>
                <a:lnTo>
                  <a:pt x="727" y="1456"/>
                </a:lnTo>
                <a:lnTo>
                  <a:pt x="839" y="1456"/>
                </a:lnTo>
                <a:lnTo>
                  <a:pt x="839" y="1478"/>
                </a:lnTo>
                <a:moveTo>
                  <a:pt x="660" y="1478"/>
                </a:moveTo>
                <a:lnTo>
                  <a:pt x="548" y="1478"/>
                </a:lnTo>
                <a:lnTo>
                  <a:pt x="548" y="1456"/>
                </a:lnTo>
                <a:lnTo>
                  <a:pt x="660" y="1456"/>
                </a:lnTo>
                <a:lnTo>
                  <a:pt x="660" y="1478"/>
                </a:lnTo>
                <a:moveTo>
                  <a:pt x="481" y="1478"/>
                </a:moveTo>
                <a:lnTo>
                  <a:pt x="369" y="1478"/>
                </a:lnTo>
                <a:lnTo>
                  <a:pt x="369" y="1456"/>
                </a:lnTo>
                <a:lnTo>
                  <a:pt x="481" y="1456"/>
                </a:lnTo>
                <a:lnTo>
                  <a:pt x="481" y="1478"/>
                </a:lnTo>
                <a:moveTo>
                  <a:pt x="302" y="1478"/>
                </a:moveTo>
                <a:lnTo>
                  <a:pt x="190" y="1478"/>
                </a:lnTo>
                <a:lnTo>
                  <a:pt x="190" y="1456"/>
                </a:lnTo>
                <a:lnTo>
                  <a:pt x="302" y="1456"/>
                </a:lnTo>
                <a:lnTo>
                  <a:pt x="302" y="1478"/>
                </a:lnTo>
                <a:moveTo>
                  <a:pt x="123" y="1478"/>
                </a:moveTo>
                <a:lnTo>
                  <a:pt x="12" y="1478"/>
                </a:lnTo>
                <a:lnTo>
                  <a:pt x="12" y="1456"/>
                </a:lnTo>
                <a:lnTo>
                  <a:pt x="123" y="1456"/>
                </a:lnTo>
                <a:lnTo>
                  <a:pt x="123" y="1478"/>
                </a:lnTo>
                <a:moveTo>
                  <a:pt x="0" y="1400"/>
                </a:moveTo>
                <a:lnTo>
                  <a:pt x="0" y="1288"/>
                </a:lnTo>
                <a:lnTo>
                  <a:pt x="23" y="1288"/>
                </a:lnTo>
                <a:lnTo>
                  <a:pt x="23" y="1400"/>
                </a:lnTo>
                <a:lnTo>
                  <a:pt x="0" y="1400"/>
                </a:lnTo>
                <a:moveTo>
                  <a:pt x="0" y="1221"/>
                </a:moveTo>
                <a:lnTo>
                  <a:pt x="0" y="1109"/>
                </a:lnTo>
                <a:lnTo>
                  <a:pt x="23" y="1109"/>
                </a:lnTo>
                <a:lnTo>
                  <a:pt x="23" y="1221"/>
                </a:lnTo>
                <a:lnTo>
                  <a:pt x="0" y="1221"/>
                </a:lnTo>
                <a:moveTo>
                  <a:pt x="0" y="1041"/>
                </a:moveTo>
                <a:lnTo>
                  <a:pt x="0" y="929"/>
                </a:lnTo>
                <a:lnTo>
                  <a:pt x="23" y="929"/>
                </a:lnTo>
                <a:lnTo>
                  <a:pt x="23" y="1041"/>
                </a:lnTo>
                <a:lnTo>
                  <a:pt x="0" y="1041"/>
                </a:lnTo>
                <a:moveTo>
                  <a:pt x="0" y="862"/>
                </a:moveTo>
                <a:lnTo>
                  <a:pt x="0" y="750"/>
                </a:lnTo>
                <a:lnTo>
                  <a:pt x="23" y="750"/>
                </a:lnTo>
                <a:lnTo>
                  <a:pt x="23" y="862"/>
                </a:lnTo>
                <a:lnTo>
                  <a:pt x="0" y="862"/>
                </a:lnTo>
                <a:moveTo>
                  <a:pt x="0" y="682"/>
                </a:moveTo>
                <a:lnTo>
                  <a:pt x="0" y="571"/>
                </a:lnTo>
                <a:lnTo>
                  <a:pt x="23" y="571"/>
                </a:lnTo>
                <a:lnTo>
                  <a:pt x="23" y="682"/>
                </a:lnTo>
                <a:lnTo>
                  <a:pt x="0" y="682"/>
                </a:lnTo>
                <a:moveTo>
                  <a:pt x="0" y="503"/>
                </a:moveTo>
                <a:lnTo>
                  <a:pt x="0" y="391"/>
                </a:lnTo>
                <a:lnTo>
                  <a:pt x="23" y="391"/>
                </a:lnTo>
                <a:lnTo>
                  <a:pt x="23" y="503"/>
                </a:lnTo>
                <a:lnTo>
                  <a:pt x="0" y="503"/>
                </a:lnTo>
                <a:moveTo>
                  <a:pt x="0" y="324"/>
                </a:moveTo>
                <a:lnTo>
                  <a:pt x="0" y="212"/>
                </a:lnTo>
                <a:lnTo>
                  <a:pt x="23" y="212"/>
                </a:lnTo>
                <a:lnTo>
                  <a:pt x="23" y="324"/>
                </a:lnTo>
                <a:lnTo>
                  <a:pt x="0" y="324"/>
                </a:lnTo>
                <a:moveTo>
                  <a:pt x="0" y="145"/>
                </a:moveTo>
                <a:lnTo>
                  <a:pt x="0" y="33"/>
                </a:lnTo>
                <a:lnTo>
                  <a:pt x="23" y="33"/>
                </a:lnTo>
                <a:lnTo>
                  <a:pt x="23" y="145"/>
                </a:lnTo>
                <a:lnTo>
                  <a:pt x="0" y="145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8281080" y="31474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8281080" y="31755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860040" y="2792880"/>
            <a:ext cx="688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972720" y="313848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972720" y="3268440"/>
            <a:ext cx="6381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972720" y="3420720"/>
            <a:ext cx="5452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 txBox="1"/>
          <p:nvPr/>
        </p:nvSpPr>
        <p:spPr>
          <a:xfrm>
            <a:off x="860040" y="2945160"/>
            <a:ext cx="4569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2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7717680" y="10630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7717680" y="10911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457200" y="6559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2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859680" y="10540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7637400" y="16758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7637400" y="17042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859680" y="1184400"/>
            <a:ext cx="5045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972360" y="16668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7556760" y="21517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7556760" y="21798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972360" y="1797120"/>
            <a:ext cx="4041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1085040" y="21427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1085040" y="2273040"/>
            <a:ext cx="4312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6397560" y="27403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6397560" y="27687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1085040" y="2424960"/>
            <a:ext cx="5504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1085040" y="2731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1085040" y="2861640"/>
            <a:ext cx="284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1085040" y="3013560"/>
            <a:ext cx="4524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6341400" y="3409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6341400" y="3438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972360" y="1949040"/>
            <a:ext cx="537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972360" y="340092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5415840" y="38854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415840" y="391392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972360" y="3530880"/>
            <a:ext cx="186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1085040" y="387648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1085040" y="4006800"/>
            <a:ext cx="199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1085040" y="4158720"/>
            <a:ext cx="363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972360" y="3683160"/>
            <a:ext cx="4598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859680" y="13363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859680" y="147312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76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7927200" y="11296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7927200" y="115776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457200" y="7225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3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859680" y="11206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7846560" y="17424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7846560" y="17708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859680" y="1250640"/>
            <a:ext cx="3856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972360" y="17334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5584680" y="22183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5584680" y="22464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972360" y="1863720"/>
            <a:ext cx="2937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1085040" y="2209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1085040" y="2339280"/>
            <a:ext cx="1878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7210800" y="2806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7210800" y="2835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1085040" y="2491200"/>
            <a:ext cx="3879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1085040" y="27979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1085040" y="2927880"/>
            <a:ext cx="276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1085040" y="3079800"/>
            <a:ext cx="5307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972360" y="2015640"/>
            <a:ext cx="5834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859680" y="14029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859680" y="154008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554040" y="3500640"/>
            <a:ext cx="677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554040" y="3653640"/>
            <a:ext cx="700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554040" y="3807000"/>
            <a:ext cx="7248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554040" y="3960000"/>
            <a:ext cx="706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554040" y="4113360"/>
            <a:ext cx="1236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3033720" y="4394880"/>
            <a:ext cx="367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Keuzedeelprogramma als eigen speciﬁcatie vormgeven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2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457200" y="398880"/>
            <a:ext cx="550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O NTS TAAT  ·  TO ETS O NDER DELEN,  WEG ING EN  EN  AFR O NDING S CR ITER IUM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2239200" y="986760"/>
            <a:ext cx="72000" cy="43560"/>
          </a:xfrm>
          <a:custGeom>
            <a:avLst/>
            <a:gdLst/>
            <a:ahLst/>
            <a:rect l="0" t="0" r="r" b="b"/>
            <a:pathLst>
              <a:path w="200" h="121">
                <a:moveTo>
                  <a:pt x="60" y="0"/>
                </a:moveTo>
                <a:lnTo>
                  <a:pt x="140" y="0"/>
                </a:lnTo>
                <a:cubicBezTo>
                  <a:pt x="148" y="0"/>
                  <a:pt x="156" y="2"/>
                  <a:pt x="163" y="5"/>
                </a:cubicBezTo>
                <a:cubicBezTo>
                  <a:pt x="170" y="8"/>
                  <a:pt x="177" y="12"/>
                  <a:pt x="182" y="18"/>
                </a:cubicBezTo>
                <a:cubicBezTo>
                  <a:pt x="188" y="24"/>
                  <a:pt x="192" y="30"/>
                  <a:pt x="195" y="37"/>
                </a:cubicBezTo>
                <a:cubicBezTo>
                  <a:pt x="198" y="45"/>
                  <a:pt x="200" y="52"/>
                  <a:pt x="200" y="61"/>
                </a:cubicBezTo>
                <a:cubicBezTo>
                  <a:pt x="200" y="69"/>
                  <a:pt x="198" y="77"/>
                  <a:pt x="195" y="84"/>
                </a:cubicBezTo>
                <a:cubicBezTo>
                  <a:pt x="192" y="91"/>
                  <a:pt x="188" y="98"/>
                  <a:pt x="182" y="103"/>
                </a:cubicBezTo>
                <a:cubicBezTo>
                  <a:pt x="177" y="109"/>
                  <a:pt x="170" y="113"/>
                  <a:pt x="163" y="116"/>
                </a:cubicBezTo>
                <a:cubicBezTo>
                  <a:pt x="156" y="119"/>
                  <a:pt x="148" y="121"/>
                  <a:pt x="140" y="121"/>
                </a:cubicBezTo>
                <a:lnTo>
                  <a:pt x="60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0" y="113"/>
                  <a:pt x="24" y="109"/>
                  <a:pt x="17" y="103"/>
                </a:cubicBezTo>
                <a:cubicBezTo>
                  <a:pt x="12" y="98"/>
                  <a:pt x="7" y="91"/>
                  <a:pt x="4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4" y="37"/>
                </a:cubicBezTo>
                <a:cubicBezTo>
                  <a:pt x="7" y="30"/>
                  <a:pt x="12" y="24"/>
                  <a:pt x="17" y="18"/>
                </a:cubicBezTo>
                <a:cubicBezTo>
                  <a:pt x="24" y="12"/>
                  <a:pt x="30" y="8"/>
                  <a:pt x="38" y="5"/>
                </a:cubicBezTo>
                <a:cubicBezTo>
                  <a:pt x="45" y="2"/>
                  <a:pt x="53" y="0"/>
                  <a:pt x="60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2296440" y="986760"/>
            <a:ext cx="28800" cy="43560"/>
          </a:xfrm>
          <a:custGeom>
            <a:avLst/>
            <a:gdLst/>
            <a:ahLst/>
            <a:rect l="0" t="0" r="r" b="b"/>
            <a:pathLst>
              <a:path w="80" h="121">
                <a:moveTo>
                  <a:pt x="80" y="61"/>
                </a:moveTo>
                <a:cubicBezTo>
                  <a:pt x="80" y="69"/>
                  <a:pt x="79" y="77"/>
                  <a:pt x="77" y="84"/>
                </a:cubicBezTo>
                <a:cubicBezTo>
                  <a:pt x="75" y="91"/>
                  <a:pt x="73" y="98"/>
                  <a:pt x="69" y="103"/>
                </a:cubicBezTo>
                <a:cubicBezTo>
                  <a:pt x="65" y="109"/>
                  <a:pt x="61" y="113"/>
                  <a:pt x="55" y="116"/>
                </a:cubicBezTo>
                <a:cubicBezTo>
                  <a:pt x="50" y="119"/>
                  <a:pt x="45" y="121"/>
                  <a:pt x="40" y="121"/>
                </a:cubicBezTo>
                <a:cubicBezTo>
                  <a:pt x="34" y="121"/>
                  <a:pt x="29" y="119"/>
                  <a:pt x="24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3" y="37"/>
                </a:cubicBezTo>
                <a:cubicBezTo>
                  <a:pt x="5" y="30"/>
                  <a:pt x="8" y="24"/>
                  <a:pt x="12" y="18"/>
                </a:cubicBezTo>
                <a:cubicBezTo>
                  <a:pt x="15" y="12"/>
                  <a:pt x="20" y="8"/>
                  <a:pt x="24" y="5"/>
                </a:cubicBezTo>
                <a:cubicBezTo>
                  <a:pt x="29" y="2"/>
                  <a:pt x="34" y="0"/>
                  <a:pt x="40" y="0"/>
                </a:cubicBezTo>
                <a:cubicBezTo>
                  <a:pt x="45" y="0"/>
                  <a:pt x="50" y="2"/>
                  <a:pt x="55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4"/>
                  <a:pt x="75" y="30"/>
                  <a:pt x="77" y="37"/>
                </a:cubicBezTo>
                <a:cubicBezTo>
                  <a:pt x="79" y="45"/>
                  <a:pt x="80" y="52"/>
                  <a:pt x="80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1086120" y="686520"/>
            <a:ext cx="355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1157760" y="964440"/>
            <a:ext cx="11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6908760" y="965520"/>
            <a:ext cx="93600" cy="86400"/>
          </a:xfrm>
          <a:custGeom>
            <a:avLst/>
            <a:gdLst/>
            <a:ahLst/>
            <a:rect l="0" t="0" r="r" b="b"/>
            <a:pathLst>
              <a:path w="260" h="240">
                <a:moveTo>
                  <a:pt x="0" y="60"/>
                </a:moveTo>
                <a:lnTo>
                  <a:pt x="160" y="60"/>
                </a:lnTo>
                <a:lnTo>
                  <a:pt x="160" y="0"/>
                </a:lnTo>
                <a:lnTo>
                  <a:pt x="260" y="120"/>
                </a:lnTo>
                <a:lnTo>
                  <a:pt x="160" y="240"/>
                </a:lnTo>
                <a:lnTo>
                  <a:pt x="160" y="180"/>
                </a:lnTo>
                <a:lnTo>
                  <a:pt x="0" y="180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1157760" y="1080360"/>
            <a:ext cx="1044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2525760" y="964440"/>
            <a:ext cx="4701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1452960" y="1259280"/>
            <a:ext cx="11160" cy="144000"/>
          </a:xfrm>
          <a:custGeom>
            <a:avLst/>
            <a:gdLst/>
            <a:ahLst/>
            <a:rect l="0" t="0" r="r" b="b"/>
            <a:pathLst>
              <a:path w="31" h="400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79"/>
                </a:lnTo>
                <a:lnTo>
                  <a:pt x="0" y="179"/>
                </a:lnTo>
                <a:lnTo>
                  <a:pt x="0" y="120"/>
                </a:lnTo>
                <a:lnTo>
                  <a:pt x="31" y="120"/>
                </a:lnTo>
                <a:moveTo>
                  <a:pt x="31" y="239"/>
                </a:moveTo>
                <a:lnTo>
                  <a:pt x="31" y="300"/>
                </a:lnTo>
                <a:lnTo>
                  <a:pt x="0" y="300"/>
                </a:lnTo>
                <a:lnTo>
                  <a:pt x="0" y="239"/>
                </a:lnTo>
                <a:lnTo>
                  <a:pt x="31" y="239"/>
                </a:lnTo>
                <a:moveTo>
                  <a:pt x="31" y="360"/>
                </a:moveTo>
                <a:lnTo>
                  <a:pt x="31" y="400"/>
                </a:lnTo>
                <a:lnTo>
                  <a:pt x="0" y="400"/>
                </a:lnTo>
                <a:lnTo>
                  <a:pt x="0" y="360"/>
                </a:lnTo>
                <a:lnTo>
                  <a:pt x="31" y="36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1422720" y="1359720"/>
            <a:ext cx="72000" cy="43560"/>
          </a:xfrm>
          <a:custGeom>
            <a:avLst/>
            <a:gdLst/>
            <a:ahLst/>
            <a:rect l="0" t="0" r="r" b="b"/>
            <a:pathLst>
              <a:path fill="none" w="200" h="121">
                <a:moveTo>
                  <a:pt x="0" y="0"/>
                </a:moveTo>
                <a:lnTo>
                  <a:pt x="99" y="121"/>
                </a:lnTo>
                <a:lnTo>
                  <a:pt x="200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5748480" y="148896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5748480" y="15138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2525760" y="1080360"/>
            <a:ext cx="386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1358280" y="1480680"/>
            <a:ext cx="1363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5411880" y="2033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5411880" y="205884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1358280" y="1596600"/>
            <a:ext cx="3873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1458360" y="2025720"/>
            <a:ext cx="1175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1458360" y="2141640"/>
            <a:ext cx="26175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1386720" y="2499840"/>
            <a:ext cx="2815200" cy="344160"/>
          </a:xfrm>
          <a:custGeom>
            <a:avLst/>
            <a:gdLst/>
            <a:ahLst/>
            <a:rect l="0" t="0" r="r" b="b"/>
            <a:pathLst>
              <a:path w="7820" h="956">
                <a:moveTo>
                  <a:pt x="0" y="0"/>
                </a:moveTo>
                <a:lnTo>
                  <a:pt x="7820" y="0"/>
                </a:lnTo>
                <a:lnTo>
                  <a:pt x="7820" y="956"/>
                </a:lnTo>
                <a:lnTo>
                  <a:pt x="0" y="9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1383120" y="2496240"/>
            <a:ext cx="2822400" cy="351360"/>
          </a:xfrm>
          <a:custGeom>
            <a:avLst/>
            <a:gdLst/>
            <a:ahLst/>
            <a:rect l="0" t="0" r="r" b="b"/>
            <a:pathLst>
              <a:path w="7840" h="976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29" y="0"/>
                </a:lnTo>
                <a:lnTo>
                  <a:pt x="429" y="19"/>
                </a:lnTo>
                <a:lnTo>
                  <a:pt x="330" y="19"/>
                </a:lnTo>
                <a:lnTo>
                  <a:pt x="330" y="0"/>
                </a:lnTo>
                <a:moveTo>
                  <a:pt x="489" y="0"/>
                </a:moveTo>
                <a:lnTo>
                  <a:pt x="588" y="0"/>
                </a:lnTo>
                <a:lnTo>
                  <a:pt x="588" y="19"/>
                </a:lnTo>
                <a:lnTo>
                  <a:pt x="489" y="19"/>
                </a:lnTo>
                <a:lnTo>
                  <a:pt x="489" y="0"/>
                </a:lnTo>
                <a:moveTo>
                  <a:pt x="648" y="0"/>
                </a:moveTo>
                <a:lnTo>
                  <a:pt x="747" y="0"/>
                </a:lnTo>
                <a:lnTo>
                  <a:pt x="747" y="19"/>
                </a:lnTo>
                <a:lnTo>
                  <a:pt x="648" y="19"/>
                </a:lnTo>
                <a:lnTo>
                  <a:pt x="648" y="0"/>
                </a:lnTo>
                <a:moveTo>
                  <a:pt x="807" y="0"/>
                </a:moveTo>
                <a:lnTo>
                  <a:pt x="907" y="0"/>
                </a:lnTo>
                <a:lnTo>
                  <a:pt x="907" y="19"/>
                </a:lnTo>
                <a:lnTo>
                  <a:pt x="807" y="19"/>
                </a:lnTo>
                <a:lnTo>
                  <a:pt x="807" y="0"/>
                </a:lnTo>
                <a:moveTo>
                  <a:pt x="966" y="0"/>
                </a:moveTo>
                <a:lnTo>
                  <a:pt x="1066" y="0"/>
                </a:lnTo>
                <a:lnTo>
                  <a:pt x="1066" y="19"/>
                </a:lnTo>
                <a:lnTo>
                  <a:pt x="966" y="19"/>
                </a:lnTo>
                <a:lnTo>
                  <a:pt x="966" y="0"/>
                </a:lnTo>
                <a:moveTo>
                  <a:pt x="1125" y="0"/>
                </a:moveTo>
                <a:lnTo>
                  <a:pt x="1225" y="0"/>
                </a:lnTo>
                <a:lnTo>
                  <a:pt x="1225" y="19"/>
                </a:lnTo>
                <a:lnTo>
                  <a:pt x="1125" y="19"/>
                </a:lnTo>
                <a:lnTo>
                  <a:pt x="1125" y="0"/>
                </a:lnTo>
                <a:moveTo>
                  <a:pt x="1285" y="0"/>
                </a:moveTo>
                <a:lnTo>
                  <a:pt x="1384" y="0"/>
                </a:lnTo>
                <a:lnTo>
                  <a:pt x="1384" y="19"/>
                </a:lnTo>
                <a:lnTo>
                  <a:pt x="1285" y="19"/>
                </a:lnTo>
                <a:lnTo>
                  <a:pt x="1285" y="0"/>
                </a:lnTo>
                <a:moveTo>
                  <a:pt x="1444" y="0"/>
                </a:moveTo>
                <a:lnTo>
                  <a:pt x="1543" y="0"/>
                </a:lnTo>
                <a:lnTo>
                  <a:pt x="1543" y="19"/>
                </a:lnTo>
                <a:lnTo>
                  <a:pt x="1444" y="19"/>
                </a:lnTo>
                <a:lnTo>
                  <a:pt x="1444" y="0"/>
                </a:lnTo>
                <a:moveTo>
                  <a:pt x="1603" y="0"/>
                </a:moveTo>
                <a:lnTo>
                  <a:pt x="1702" y="0"/>
                </a:lnTo>
                <a:lnTo>
                  <a:pt x="1702" y="19"/>
                </a:lnTo>
                <a:lnTo>
                  <a:pt x="1603" y="19"/>
                </a:lnTo>
                <a:lnTo>
                  <a:pt x="1603" y="0"/>
                </a:lnTo>
                <a:moveTo>
                  <a:pt x="1762" y="0"/>
                </a:moveTo>
                <a:lnTo>
                  <a:pt x="1861" y="0"/>
                </a:lnTo>
                <a:lnTo>
                  <a:pt x="1861" y="19"/>
                </a:lnTo>
                <a:lnTo>
                  <a:pt x="1762" y="19"/>
                </a:lnTo>
                <a:lnTo>
                  <a:pt x="1762" y="0"/>
                </a:lnTo>
                <a:moveTo>
                  <a:pt x="1921" y="0"/>
                </a:moveTo>
                <a:lnTo>
                  <a:pt x="2021" y="0"/>
                </a:lnTo>
                <a:lnTo>
                  <a:pt x="2021" y="19"/>
                </a:lnTo>
                <a:lnTo>
                  <a:pt x="1921" y="19"/>
                </a:lnTo>
                <a:lnTo>
                  <a:pt x="1921" y="0"/>
                </a:lnTo>
                <a:moveTo>
                  <a:pt x="2080" y="0"/>
                </a:moveTo>
                <a:lnTo>
                  <a:pt x="2180" y="0"/>
                </a:lnTo>
                <a:lnTo>
                  <a:pt x="2180" y="19"/>
                </a:lnTo>
                <a:lnTo>
                  <a:pt x="2080" y="19"/>
                </a:lnTo>
                <a:lnTo>
                  <a:pt x="2080" y="0"/>
                </a:lnTo>
                <a:moveTo>
                  <a:pt x="2239" y="0"/>
                </a:moveTo>
                <a:lnTo>
                  <a:pt x="2339" y="0"/>
                </a:lnTo>
                <a:lnTo>
                  <a:pt x="2339" y="19"/>
                </a:lnTo>
                <a:lnTo>
                  <a:pt x="2239" y="19"/>
                </a:lnTo>
                <a:lnTo>
                  <a:pt x="2239" y="0"/>
                </a:lnTo>
                <a:moveTo>
                  <a:pt x="2399" y="0"/>
                </a:moveTo>
                <a:lnTo>
                  <a:pt x="2498" y="0"/>
                </a:lnTo>
                <a:lnTo>
                  <a:pt x="2498" y="19"/>
                </a:lnTo>
                <a:lnTo>
                  <a:pt x="2399" y="19"/>
                </a:lnTo>
                <a:lnTo>
                  <a:pt x="2399" y="0"/>
                </a:lnTo>
                <a:moveTo>
                  <a:pt x="2558" y="0"/>
                </a:moveTo>
                <a:lnTo>
                  <a:pt x="2657" y="0"/>
                </a:lnTo>
                <a:lnTo>
                  <a:pt x="2657" y="19"/>
                </a:lnTo>
                <a:lnTo>
                  <a:pt x="2558" y="19"/>
                </a:lnTo>
                <a:lnTo>
                  <a:pt x="2558" y="0"/>
                </a:lnTo>
                <a:moveTo>
                  <a:pt x="2717" y="0"/>
                </a:moveTo>
                <a:lnTo>
                  <a:pt x="2816" y="0"/>
                </a:lnTo>
                <a:lnTo>
                  <a:pt x="2816" y="19"/>
                </a:lnTo>
                <a:lnTo>
                  <a:pt x="2717" y="19"/>
                </a:lnTo>
                <a:lnTo>
                  <a:pt x="2717" y="0"/>
                </a:lnTo>
                <a:moveTo>
                  <a:pt x="2876" y="0"/>
                </a:moveTo>
                <a:lnTo>
                  <a:pt x="2976" y="0"/>
                </a:lnTo>
                <a:lnTo>
                  <a:pt x="2976" y="19"/>
                </a:lnTo>
                <a:lnTo>
                  <a:pt x="2876" y="19"/>
                </a:lnTo>
                <a:lnTo>
                  <a:pt x="2876" y="0"/>
                </a:lnTo>
                <a:moveTo>
                  <a:pt x="3035" y="0"/>
                </a:moveTo>
                <a:lnTo>
                  <a:pt x="3135" y="0"/>
                </a:lnTo>
                <a:lnTo>
                  <a:pt x="3135" y="19"/>
                </a:lnTo>
                <a:lnTo>
                  <a:pt x="3035" y="19"/>
                </a:lnTo>
                <a:lnTo>
                  <a:pt x="3035" y="0"/>
                </a:lnTo>
                <a:moveTo>
                  <a:pt x="3194" y="0"/>
                </a:moveTo>
                <a:lnTo>
                  <a:pt x="3294" y="0"/>
                </a:lnTo>
                <a:lnTo>
                  <a:pt x="3294" y="19"/>
                </a:lnTo>
                <a:lnTo>
                  <a:pt x="3194" y="19"/>
                </a:lnTo>
                <a:lnTo>
                  <a:pt x="3194" y="0"/>
                </a:lnTo>
                <a:moveTo>
                  <a:pt x="3354" y="0"/>
                </a:moveTo>
                <a:lnTo>
                  <a:pt x="3453" y="0"/>
                </a:lnTo>
                <a:lnTo>
                  <a:pt x="3453" y="19"/>
                </a:lnTo>
                <a:lnTo>
                  <a:pt x="3354" y="19"/>
                </a:lnTo>
                <a:lnTo>
                  <a:pt x="3354" y="0"/>
                </a:lnTo>
                <a:moveTo>
                  <a:pt x="3513" y="0"/>
                </a:moveTo>
                <a:lnTo>
                  <a:pt x="3612" y="0"/>
                </a:lnTo>
                <a:lnTo>
                  <a:pt x="3612" y="19"/>
                </a:lnTo>
                <a:lnTo>
                  <a:pt x="3513" y="19"/>
                </a:lnTo>
                <a:lnTo>
                  <a:pt x="3513" y="0"/>
                </a:lnTo>
                <a:moveTo>
                  <a:pt x="3672" y="0"/>
                </a:moveTo>
                <a:lnTo>
                  <a:pt x="3771" y="0"/>
                </a:lnTo>
                <a:lnTo>
                  <a:pt x="3771" y="19"/>
                </a:lnTo>
                <a:lnTo>
                  <a:pt x="3672" y="19"/>
                </a:lnTo>
                <a:lnTo>
                  <a:pt x="3672" y="0"/>
                </a:lnTo>
                <a:moveTo>
                  <a:pt x="3831" y="0"/>
                </a:moveTo>
                <a:lnTo>
                  <a:pt x="3931" y="0"/>
                </a:lnTo>
                <a:lnTo>
                  <a:pt x="3931" y="19"/>
                </a:lnTo>
                <a:lnTo>
                  <a:pt x="3831" y="19"/>
                </a:lnTo>
                <a:lnTo>
                  <a:pt x="3831" y="0"/>
                </a:lnTo>
                <a:moveTo>
                  <a:pt x="3990" y="0"/>
                </a:moveTo>
                <a:lnTo>
                  <a:pt x="4090" y="0"/>
                </a:lnTo>
                <a:lnTo>
                  <a:pt x="4090" y="19"/>
                </a:lnTo>
                <a:lnTo>
                  <a:pt x="3990" y="19"/>
                </a:lnTo>
                <a:lnTo>
                  <a:pt x="3990" y="0"/>
                </a:lnTo>
                <a:moveTo>
                  <a:pt x="4149" y="0"/>
                </a:moveTo>
                <a:lnTo>
                  <a:pt x="4249" y="0"/>
                </a:lnTo>
                <a:lnTo>
                  <a:pt x="4249" y="19"/>
                </a:lnTo>
                <a:lnTo>
                  <a:pt x="4149" y="19"/>
                </a:lnTo>
                <a:lnTo>
                  <a:pt x="4149" y="0"/>
                </a:lnTo>
                <a:moveTo>
                  <a:pt x="4309" y="0"/>
                </a:moveTo>
                <a:lnTo>
                  <a:pt x="4408" y="0"/>
                </a:lnTo>
                <a:lnTo>
                  <a:pt x="4408" y="19"/>
                </a:lnTo>
                <a:lnTo>
                  <a:pt x="4309" y="19"/>
                </a:lnTo>
                <a:lnTo>
                  <a:pt x="4309" y="0"/>
                </a:lnTo>
                <a:moveTo>
                  <a:pt x="4468" y="0"/>
                </a:moveTo>
                <a:lnTo>
                  <a:pt x="4567" y="0"/>
                </a:lnTo>
                <a:lnTo>
                  <a:pt x="4567" y="19"/>
                </a:lnTo>
                <a:lnTo>
                  <a:pt x="4468" y="19"/>
                </a:lnTo>
                <a:lnTo>
                  <a:pt x="4468" y="0"/>
                </a:lnTo>
                <a:moveTo>
                  <a:pt x="4627" y="0"/>
                </a:moveTo>
                <a:lnTo>
                  <a:pt x="4726" y="0"/>
                </a:lnTo>
                <a:lnTo>
                  <a:pt x="4726" y="19"/>
                </a:lnTo>
                <a:lnTo>
                  <a:pt x="4627" y="19"/>
                </a:lnTo>
                <a:lnTo>
                  <a:pt x="4627" y="0"/>
                </a:lnTo>
                <a:moveTo>
                  <a:pt x="4786" y="0"/>
                </a:moveTo>
                <a:lnTo>
                  <a:pt x="4886" y="0"/>
                </a:lnTo>
                <a:lnTo>
                  <a:pt x="4886" y="19"/>
                </a:lnTo>
                <a:lnTo>
                  <a:pt x="4786" y="19"/>
                </a:lnTo>
                <a:lnTo>
                  <a:pt x="4786" y="0"/>
                </a:lnTo>
                <a:moveTo>
                  <a:pt x="4945" y="0"/>
                </a:moveTo>
                <a:lnTo>
                  <a:pt x="5045" y="0"/>
                </a:lnTo>
                <a:lnTo>
                  <a:pt x="5045" y="19"/>
                </a:lnTo>
                <a:lnTo>
                  <a:pt x="4945" y="19"/>
                </a:lnTo>
                <a:lnTo>
                  <a:pt x="4945" y="0"/>
                </a:lnTo>
                <a:moveTo>
                  <a:pt x="5104" y="0"/>
                </a:moveTo>
                <a:lnTo>
                  <a:pt x="5204" y="0"/>
                </a:lnTo>
                <a:lnTo>
                  <a:pt x="5204" y="19"/>
                </a:lnTo>
                <a:lnTo>
                  <a:pt x="5104" y="19"/>
                </a:lnTo>
                <a:lnTo>
                  <a:pt x="5104" y="0"/>
                </a:lnTo>
                <a:moveTo>
                  <a:pt x="5264" y="0"/>
                </a:moveTo>
                <a:lnTo>
                  <a:pt x="5363" y="0"/>
                </a:lnTo>
                <a:lnTo>
                  <a:pt x="5363" y="19"/>
                </a:lnTo>
                <a:lnTo>
                  <a:pt x="5264" y="19"/>
                </a:lnTo>
                <a:lnTo>
                  <a:pt x="5264" y="0"/>
                </a:lnTo>
                <a:moveTo>
                  <a:pt x="5423" y="0"/>
                </a:moveTo>
                <a:lnTo>
                  <a:pt x="5522" y="0"/>
                </a:lnTo>
                <a:lnTo>
                  <a:pt x="5522" y="19"/>
                </a:lnTo>
                <a:lnTo>
                  <a:pt x="5423" y="19"/>
                </a:lnTo>
                <a:lnTo>
                  <a:pt x="5423" y="0"/>
                </a:lnTo>
                <a:moveTo>
                  <a:pt x="5582" y="0"/>
                </a:moveTo>
                <a:lnTo>
                  <a:pt x="5681" y="0"/>
                </a:lnTo>
                <a:lnTo>
                  <a:pt x="5681" y="19"/>
                </a:lnTo>
                <a:lnTo>
                  <a:pt x="5582" y="19"/>
                </a:lnTo>
                <a:lnTo>
                  <a:pt x="5582" y="0"/>
                </a:lnTo>
                <a:moveTo>
                  <a:pt x="5741" y="0"/>
                </a:moveTo>
                <a:lnTo>
                  <a:pt x="5840" y="0"/>
                </a:lnTo>
                <a:lnTo>
                  <a:pt x="5840" y="19"/>
                </a:lnTo>
                <a:lnTo>
                  <a:pt x="5741" y="19"/>
                </a:lnTo>
                <a:lnTo>
                  <a:pt x="5741" y="0"/>
                </a:lnTo>
                <a:moveTo>
                  <a:pt x="5900" y="0"/>
                </a:moveTo>
                <a:lnTo>
                  <a:pt x="6000" y="0"/>
                </a:lnTo>
                <a:lnTo>
                  <a:pt x="6000" y="19"/>
                </a:lnTo>
                <a:lnTo>
                  <a:pt x="5900" y="19"/>
                </a:lnTo>
                <a:lnTo>
                  <a:pt x="5900" y="0"/>
                </a:lnTo>
                <a:moveTo>
                  <a:pt x="6059" y="0"/>
                </a:moveTo>
                <a:lnTo>
                  <a:pt x="6159" y="0"/>
                </a:lnTo>
                <a:lnTo>
                  <a:pt x="6159" y="19"/>
                </a:lnTo>
                <a:lnTo>
                  <a:pt x="6059" y="19"/>
                </a:lnTo>
                <a:lnTo>
                  <a:pt x="6059" y="0"/>
                </a:lnTo>
                <a:moveTo>
                  <a:pt x="6218" y="0"/>
                </a:moveTo>
                <a:lnTo>
                  <a:pt x="6318" y="0"/>
                </a:lnTo>
                <a:lnTo>
                  <a:pt x="6318" y="19"/>
                </a:lnTo>
                <a:lnTo>
                  <a:pt x="6218" y="19"/>
                </a:lnTo>
                <a:lnTo>
                  <a:pt x="6218" y="0"/>
                </a:lnTo>
                <a:moveTo>
                  <a:pt x="6378" y="0"/>
                </a:moveTo>
                <a:lnTo>
                  <a:pt x="6477" y="0"/>
                </a:lnTo>
                <a:lnTo>
                  <a:pt x="6477" y="19"/>
                </a:lnTo>
                <a:lnTo>
                  <a:pt x="6378" y="19"/>
                </a:lnTo>
                <a:lnTo>
                  <a:pt x="6378" y="0"/>
                </a:lnTo>
                <a:moveTo>
                  <a:pt x="6537" y="0"/>
                </a:moveTo>
                <a:lnTo>
                  <a:pt x="6636" y="0"/>
                </a:lnTo>
                <a:lnTo>
                  <a:pt x="6636" y="19"/>
                </a:lnTo>
                <a:lnTo>
                  <a:pt x="6537" y="19"/>
                </a:lnTo>
                <a:lnTo>
                  <a:pt x="6537" y="0"/>
                </a:lnTo>
                <a:moveTo>
                  <a:pt x="6696" y="0"/>
                </a:moveTo>
                <a:lnTo>
                  <a:pt x="6795" y="0"/>
                </a:lnTo>
                <a:lnTo>
                  <a:pt x="6795" y="19"/>
                </a:lnTo>
                <a:lnTo>
                  <a:pt x="6696" y="19"/>
                </a:lnTo>
                <a:lnTo>
                  <a:pt x="6696" y="0"/>
                </a:lnTo>
                <a:moveTo>
                  <a:pt x="6855" y="0"/>
                </a:moveTo>
                <a:lnTo>
                  <a:pt x="6955" y="0"/>
                </a:lnTo>
                <a:lnTo>
                  <a:pt x="6955" y="19"/>
                </a:lnTo>
                <a:lnTo>
                  <a:pt x="6855" y="19"/>
                </a:lnTo>
                <a:lnTo>
                  <a:pt x="6855" y="0"/>
                </a:lnTo>
                <a:moveTo>
                  <a:pt x="7014" y="0"/>
                </a:moveTo>
                <a:lnTo>
                  <a:pt x="7114" y="0"/>
                </a:lnTo>
                <a:lnTo>
                  <a:pt x="7114" y="19"/>
                </a:lnTo>
                <a:lnTo>
                  <a:pt x="7014" y="19"/>
                </a:lnTo>
                <a:lnTo>
                  <a:pt x="7014" y="0"/>
                </a:lnTo>
                <a:moveTo>
                  <a:pt x="7173" y="0"/>
                </a:moveTo>
                <a:lnTo>
                  <a:pt x="7273" y="0"/>
                </a:lnTo>
                <a:lnTo>
                  <a:pt x="7273" y="19"/>
                </a:lnTo>
                <a:lnTo>
                  <a:pt x="7173" y="19"/>
                </a:lnTo>
                <a:lnTo>
                  <a:pt x="7173" y="0"/>
                </a:lnTo>
                <a:moveTo>
                  <a:pt x="7333" y="0"/>
                </a:moveTo>
                <a:lnTo>
                  <a:pt x="7432" y="0"/>
                </a:lnTo>
                <a:lnTo>
                  <a:pt x="7432" y="19"/>
                </a:lnTo>
                <a:lnTo>
                  <a:pt x="7333" y="19"/>
                </a:lnTo>
                <a:lnTo>
                  <a:pt x="7333" y="0"/>
                </a:lnTo>
                <a:moveTo>
                  <a:pt x="7492" y="0"/>
                </a:moveTo>
                <a:lnTo>
                  <a:pt x="7591" y="0"/>
                </a:lnTo>
                <a:lnTo>
                  <a:pt x="7591" y="19"/>
                </a:lnTo>
                <a:lnTo>
                  <a:pt x="7492" y="19"/>
                </a:lnTo>
                <a:lnTo>
                  <a:pt x="7492" y="0"/>
                </a:lnTo>
                <a:moveTo>
                  <a:pt x="7651" y="0"/>
                </a:moveTo>
                <a:lnTo>
                  <a:pt x="7750" y="0"/>
                </a:lnTo>
                <a:lnTo>
                  <a:pt x="7750" y="19"/>
                </a:lnTo>
                <a:lnTo>
                  <a:pt x="7651" y="19"/>
                </a:lnTo>
                <a:lnTo>
                  <a:pt x="7651" y="0"/>
                </a:lnTo>
                <a:moveTo>
                  <a:pt x="7810" y="0"/>
                </a:moveTo>
                <a:lnTo>
                  <a:pt x="7840" y="0"/>
                </a:lnTo>
                <a:lnTo>
                  <a:pt x="7840" y="89"/>
                </a:lnTo>
                <a:lnTo>
                  <a:pt x="7820" y="89"/>
                </a:lnTo>
                <a:lnTo>
                  <a:pt x="7820" y="10"/>
                </a:lnTo>
                <a:lnTo>
                  <a:pt x="7830" y="10"/>
                </a:lnTo>
                <a:lnTo>
                  <a:pt x="7830" y="19"/>
                </a:lnTo>
                <a:lnTo>
                  <a:pt x="7810" y="19"/>
                </a:lnTo>
                <a:lnTo>
                  <a:pt x="7810" y="0"/>
                </a:lnTo>
                <a:moveTo>
                  <a:pt x="7840" y="149"/>
                </a:moveTo>
                <a:lnTo>
                  <a:pt x="7840" y="249"/>
                </a:lnTo>
                <a:lnTo>
                  <a:pt x="7820" y="249"/>
                </a:lnTo>
                <a:lnTo>
                  <a:pt x="7820" y="149"/>
                </a:lnTo>
                <a:lnTo>
                  <a:pt x="7840" y="149"/>
                </a:lnTo>
                <a:moveTo>
                  <a:pt x="7840" y="308"/>
                </a:moveTo>
                <a:lnTo>
                  <a:pt x="7840" y="409"/>
                </a:lnTo>
                <a:lnTo>
                  <a:pt x="7820" y="409"/>
                </a:lnTo>
                <a:lnTo>
                  <a:pt x="7820" y="308"/>
                </a:lnTo>
                <a:lnTo>
                  <a:pt x="7840" y="308"/>
                </a:lnTo>
                <a:moveTo>
                  <a:pt x="7840" y="469"/>
                </a:moveTo>
                <a:lnTo>
                  <a:pt x="7840" y="568"/>
                </a:lnTo>
                <a:lnTo>
                  <a:pt x="7820" y="568"/>
                </a:lnTo>
                <a:lnTo>
                  <a:pt x="7820" y="469"/>
                </a:lnTo>
                <a:lnTo>
                  <a:pt x="7840" y="469"/>
                </a:lnTo>
                <a:moveTo>
                  <a:pt x="7840" y="628"/>
                </a:moveTo>
                <a:lnTo>
                  <a:pt x="7840" y="727"/>
                </a:lnTo>
                <a:lnTo>
                  <a:pt x="7820" y="727"/>
                </a:lnTo>
                <a:lnTo>
                  <a:pt x="7820" y="628"/>
                </a:lnTo>
                <a:lnTo>
                  <a:pt x="7840" y="628"/>
                </a:lnTo>
                <a:moveTo>
                  <a:pt x="7840" y="787"/>
                </a:moveTo>
                <a:lnTo>
                  <a:pt x="7840" y="887"/>
                </a:lnTo>
                <a:lnTo>
                  <a:pt x="7820" y="887"/>
                </a:lnTo>
                <a:lnTo>
                  <a:pt x="7820" y="787"/>
                </a:lnTo>
                <a:lnTo>
                  <a:pt x="7840" y="787"/>
                </a:lnTo>
                <a:moveTo>
                  <a:pt x="7840" y="947"/>
                </a:moveTo>
                <a:lnTo>
                  <a:pt x="7840" y="976"/>
                </a:lnTo>
                <a:lnTo>
                  <a:pt x="7750" y="976"/>
                </a:lnTo>
                <a:lnTo>
                  <a:pt x="7750" y="956"/>
                </a:lnTo>
                <a:lnTo>
                  <a:pt x="7830" y="956"/>
                </a:lnTo>
                <a:lnTo>
                  <a:pt x="7830" y="966"/>
                </a:lnTo>
                <a:lnTo>
                  <a:pt x="7820" y="966"/>
                </a:lnTo>
                <a:lnTo>
                  <a:pt x="7820" y="947"/>
                </a:lnTo>
                <a:lnTo>
                  <a:pt x="7840" y="947"/>
                </a:lnTo>
                <a:moveTo>
                  <a:pt x="7691" y="976"/>
                </a:moveTo>
                <a:lnTo>
                  <a:pt x="7591" y="976"/>
                </a:lnTo>
                <a:lnTo>
                  <a:pt x="7591" y="956"/>
                </a:lnTo>
                <a:lnTo>
                  <a:pt x="7691" y="956"/>
                </a:lnTo>
                <a:lnTo>
                  <a:pt x="7691" y="976"/>
                </a:lnTo>
                <a:moveTo>
                  <a:pt x="7532" y="976"/>
                </a:moveTo>
                <a:lnTo>
                  <a:pt x="7432" y="976"/>
                </a:lnTo>
                <a:lnTo>
                  <a:pt x="7432" y="956"/>
                </a:lnTo>
                <a:lnTo>
                  <a:pt x="7532" y="956"/>
                </a:lnTo>
                <a:lnTo>
                  <a:pt x="7532" y="976"/>
                </a:lnTo>
                <a:moveTo>
                  <a:pt x="7372" y="976"/>
                </a:moveTo>
                <a:lnTo>
                  <a:pt x="7273" y="976"/>
                </a:lnTo>
                <a:lnTo>
                  <a:pt x="7273" y="956"/>
                </a:lnTo>
                <a:lnTo>
                  <a:pt x="7372" y="956"/>
                </a:lnTo>
                <a:lnTo>
                  <a:pt x="7372" y="976"/>
                </a:lnTo>
                <a:moveTo>
                  <a:pt x="7213" y="976"/>
                </a:moveTo>
                <a:lnTo>
                  <a:pt x="7114" y="976"/>
                </a:lnTo>
                <a:lnTo>
                  <a:pt x="7114" y="956"/>
                </a:lnTo>
                <a:lnTo>
                  <a:pt x="7213" y="956"/>
                </a:lnTo>
                <a:lnTo>
                  <a:pt x="7213" y="976"/>
                </a:lnTo>
                <a:moveTo>
                  <a:pt x="7054" y="976"/>
                </a:moveTo>
                <a:lnTo>
                  <a:pt x="6955" y="976"/>
                </a:lnTo>
                <a:lnTo>
                  <a:pt x="6955" y="956"/>
                </a:lnTo>
                <a:lnTo>
                  <a:pt x="7054" y="956"/>
                </a:lnTo>
                <a:lnTo>
                  <a:pt x="7054" y="976"/>
                </a:lnTo>
                <a:moveTo>
                  <a:pt x="6895" y="976"/>
                </a:moveTo>
                <a:lnTo>
                  <a:pt x="6795" y="976"/>
                </a:lnTo>
                <a:lnTo>
                  <a:pt x="6795" y="956"/>
                </a:lnTo>
                <a:lnTo>
                  <a:pt x="6895" y="956"/>
                </a:lnTo>
                <a:lnTo>
                  <a:pt x="6895" y="976"/>
                </a:lnTo>
                <a:moveTo>
                  <a:pt x="6736" y="976"/>
                </a:moveTo>
                <a:lnTo>
                  <a:pt x="6636" y="976"/>
                </a:lnTo>
                <a:lnTo>
                  <a:pt x="6636" y="956"/>
                </a:lnTo>
                <a:lnTo>
                  <a:pt x="6736" y="956"/>
                </a:lnTo>
                <a:lnTo>
                  <a:pt x="6736" y="976"/>
                </a:lnTo>
                <a:moveTo>
                  <a:pt x="6577" y="976"/>
                </a:moveTo>
                <a:lnTo>
                  <a:pt x="6477" y="976"/>
                </a:lnTo>
                <a:lnTo>
                  <a:pt x="6477" y="956"/>
                </a:lnTo>
                <a:lnTo>
                  <a:pt x="6577" y="956"/>
                </a:lnTo>
                <a:lnTo>
                  <a:pt x="6577" y="976"/>
                </a:lnTo>
                <a:moveTo>
                  <a:pt x="6417" y="976"/>
                </a:moveTo>
                <a:lnTo>
                  <a:pt x="6318" y="976"/>
                </a:lnTo>
                <a:lnTo>
                  <a:pt x="6318" y="956"/>
                </a:lnTo>
                <a:lnTo>
                  <a:pt x="6417" y="956"/>
                </a:lnTo>
                <a:lnTo>
                  <a:pt x="6417" y="976"/>
                </a:lnTo>
                <a:moveTo>
                  <a:pt x="6258" y="976"/>
                </a:moveTo>
                <a:lnTo>
                  <a:pt x="6159" y="976"/>
                </a:lnTo>
                <a:lnTo>
                  <a:pt x="6159" y="956"/>
                </a:lnTo>
                <a:lnTo>
                  <a:pt x="6258" y="956"/>
                </a:lnTo>
                <a:lnTo>
                  <a:pt x="6258" y="976"/>
                </a:lnTo>
                <a:moveTo>
                  <a:pt x="6099" y="976"/>
                </a:moveTo>
                <a:lnTo>
                  <a:pt x="6000" y="976"/>
                </a:lnTo>
                <a:lnTo>
                  <a:pt x="6000" y="956"/>
                </a:lnTo>
                <a:lnTo>
                  <a:pt x="6099" y="956"/>
                </a:lnTo>
                <a:lnTo>
                  <a:pt x="6099" y="976"/>
                </a:lnTo>
                <a:moveTo>
                  <a:pt x="5940" y="976"/>
                </a:moveTo>
                <a:lnTo>
                  <a:pt x="5840" y="976"/>
                </a:lnTo>
                <a:lnTo>
                  <a:pt x="5840" y="956"/>
                </a:lnTo>
                <a:lnTo>
                  <a:pt x="5940" y="956"/>
                </a:lnTo>
                <a:lnTo>
                  <a:pt x="5940" y="976"/>
                </a:lnTo>
                <a:moveTo>
                  <a:pt x="5781" y="976"/>
                </a:moveTo>
                <a:lnTo>
                  <a:pt x="5681" y="976"/>
                </a:lnTo>
                <a:lnTo>
                  <a:pt x="5681" y="956"/>
                </a:lnTo>
                <a:lnTo>
                  <a:pt x="5781" y="956"/>
                </a:lnTo>
                <a:lnTo>
                  <a:pt x="5781" y="976"/>
                </a:lnTo>
                <a:moveTo>
                  <a:pt x="5622" y="976"/>
                </a:moveTo>
                <a:lnTo>
                  <a:pt x="5522" y="976"/>
                </a:lnTo>
                <a:lnTo>
                  <a:pt x="5522" y="956"/>
                </a:lnTo>
                <a:lnTo>
                  <a:pt x="5622" y="956"/>
                </a:lnTo>
                <a:lnTo>
                  <a:pt x="5622" y="976"/>
                </a:lnTo>
                <a:moveTo>
                  <a:pt x="5462" y="976"/>
                </a:moveTo>
                <a:lnTo>
                  <a:pt x="5363" y="976"/>
                </a:lnTo>
                <a:lnTo>
                  <a:pt x="5363" y="956"/>
                </a:lnTo>
                <a:lnTo>
                  <a:pt x="5462" y="956"/>
                </a:lnTo>
                <a:lnTo>
                  <a:pt x="5462" y="976"/>
                </a:lnTo>
                <a:moveTo>
                  <a:pt x="5303" y="976"/>
                </a:moveTo>
                <a:lnTo>
                  <a:pt x="5204" y="976"/>
                </a:lnTo>
                <a:lnTo>
                  <a:pt x="5204" y="956"/>
                </a:lnTo>
                <a:lnTo>
                  <a:pt x="5303" y="956"/>
                </a:lnTo>
                <a:lnTo>
                  <a:pt x="5303" y="976"/>
                </a:lnTo>
                <a:moveTo>
                  <a:pt x="5144" y="976"/>
                </a:moveTo>
                <a:lnTo>
                  <a:pt x="5045" y="976"/>
                </a:lnTo>
                <a:lnTo>
                  <a:pt x="5045" y="956"/>
                </a:lnTo>
                <a:lnTo>
                  <a:pt x="5144" y="956"/>
                </a:lnTo>
                <a:lnTo>
                  <a:pt x="5144" y="976"/>
                </a:lnTo>
                <a:moveTo>
                  <a:pt x="4985" y="976"/>
                </a:moveTo>
                <a:lnTo>
                  <a:pt x="4886" y="976"/>
                </a:lnTo>
                <a:lnTo>
                  <a:pt x="4886" y="956"/>
                </a:lnTo>
                <a:lnTo>
                  <a:pt x="4985" y="956"/>
                </a:lnTo>
                <a:lnTo>
                  <a:pt x="4985" y="976"/>
                </a:lnTo>
                <a:moveTo>
                  <a:pt x="4826" y="976"/>
                </a:moveTo>
                <a:lnTo>
                  <a:pt x="4726" y="976"/>
                </a:lnTo>
                <a:lnTo>
                  <a:pt x="4726" y="956"/>
                </a:lnTo>
                <a:lnTo>
                  <a:pt x="4826" y="956"/>
                </a:lnTo>
                <a:lnTo>
                  <a:pt x="4826" y="976"/>
                </a:lnTo>
                <a:moveTo>
                  <a:pt x="4667" y="976"/>
                </a:moveTo>
                <a:lnTo>
                  <a:pt x="4567" y="976"/>
                </a:lnTo>
                <a:lnTo>
                  <a:pt x="4567" y="956"/>
                </a:lnTo>
                <a:lnTo>
                  <a:pt x="4667" y="956"/>
                </a:lnTo>
                <a:lnTo>
                  <a:pt x="4667" y="976"/>
                </a:lnTo>
                <a:moveTo>
                  <a:pt x="4507" y="976"/>
                </a:moveTo>
                <a:lnTo>
                  <a:pt x="4408" y="976"/>
                </a:lnTo>
                <a:lnTo>
                  <a:pt x="4408" y="956"/>
                </a:lnTo>
                <a:lnTo>
                  <a:pt x="4507" y="956"/>
                </a:lnTo>
                <a:lnTo>
                  <a:pt x="4507" y="976"/>
                </a:lnTo>
                <a:moveTo>
                  <a:pt x="4348" y="976"/>
                </a:moveTo>
                <a:lnTo>
                  <a:pt x="4249" y="976"/>
                </a:lnTo>
                <a:lnTo>
                  <a:pt x="4249" y="956"/>
                </a:lnTo>
                <a:lnTo>
                  <a:pt x="4348" y="956"/>
                </a:lnTo>
                <a:lnTo>
                  <a:pt x="4348" y="976"/>
                </a:lnTo>
                <a:moveTo>
                  <a:pt x="4189" y="976"/>
                </a:moveTo>
                <a:lnTo>
                  <a:pt x="4090" y="976"/>
                </a:lnTo>
                <a:lnTo>
                  <a:pt x="4090" y="956"/>
                </a:lnTo>
                <a:lnTo>
                  <a:pt x="4189" y="956"/>
                </a:lnTo>
                <a:lnTo>
                  <a:pt x="4189" y="976"/>
                </a:lnTo>
                <a:moveTo>
                  <a:pt x="4030" y="976"/>
                </a:moveTo>
                <a:lnTo>
                  <a:pt x="3931" y="976"/>
                </a:lnTo>
                <a:lnTo>
                  <a:pt x="3931" y="956"/>
                </a:lnTo>
                <a:lnTo>
                  <a:pt x="4030" y="956"/>
                </a:lnTo>
                <a:lnTo>
                  <a:pt x="4030" y="976"/>
                </a:lnTo>
                <a:moveTo>
                  <a:pt x="3871" y="976"/>
                </a:moveTo>
                <a:lnTo>
                  <a:pt x="3771" y="976"/>
                </a:lnTo>
                <a:lnTo>
                  <a:pt x="3771" y="956"/>
                </a:lnTo>
                <a:lnTo>
                  <a:pt x="3871" y="956"/>
                </a:lnTo>
                <a:lnTo>
                  <a:pt x="3871" y="976"/>
                </a:lnTo>
                <a:moveTo>
                  <a:pt x="3712" y="976"/>
                </a:moveTo>
                <a:lnTo>
                  <a:pt x="3612" y="976"/>
                </a:lnTo>
                <a:lnTo>
                  <a:pt x="3612" y="956"/>
                </a:lnTo>
                <a:lnTo>
                  <a:pt x="3712" y="956"/>
                </a:lnTo>
                <a:lnTo>
                  <a:pt x="3712" y="976"/>
                </a:lnTo>
                <a:moveTo>
                  <a:pt x="3553" y="976"/>
                </a:moveTo>
                <a:lnTo>
                  <a:pt x="3453" y="976"/>
                </a:lnTo>
                <a:lnTo>
                  <a:pt x="3453" y="956"/>
                </a:lnTo>
                <a:lnTo>
                  <a:pt x="3553" y="956"/>
                </a:lnTo>
                <a:lnTo>
                  <a:pt x="3553" y="976"/>
                </a:lnTo>
                <a:moveTo>
                  <a:pt x="3393" y="976"/>
                </a:moveTo>
                <a:lnTo>
                  <a:pt x="3294" y="976"/>
                </a:lnTo>
                <a:lnTo>
                  <a:pt x="3294" y="956"/>
                </a:lnTo>
                <a:lnTo>
                  <a:pt x="3393" y="956"/>
                </a:lnTo>
                <a:lnTo>
                  <a:pt x="3393" y="976"/>
                </a:lnTo>
                <a:moveTo>
                  <a:pt x="3234" y="976"/>
                </a:moveTo>
                <a:lnTo>
                  <a:pt x="3135" y="976"/>
                </a:lnTo>
                <a:lnTo>
                  <a:pt x="3135" y="956"/>
                </a:lnTo>
                <a:lnTo>
                  <a:pt x="3234" y="956"/>
                </a:lnTo>
                <a:lnTo>
                  <a:pt x="3234" y="976"/>
                </a:lnTo>
                <a:moveTo>
                  <a:pt x="3075" y="976"/>
                </a:moveTo>
                <a:lnTo>
                  <a:pt x="2976" y="976"/>
                </a:lnTo>
                <a:lnTo>
                  <a:pt x="2976" y="956"/>
                </a:lnTo>
                <a:lnTo>
                  <a:pt x="3075" y="956"/>
                </a:lnTo>
                <a:lnTo>
                  <a:pt x="3075" y="976"/>
                </a:lnTo>
                <a:moveTo>
                  <a:pt x="2916" y="976"/>
                </a:moveTo>
                <a:lnTo>
                  <a:pt x="2816" y="976"/>
                </a:lnTo>
                <a:lnTo>
                  <a:pt x="2816" y="956"/>
                </a:lnTo>
                <a:lnTo>
                  <a:pt x="2916" y="956"/>
                </a:lnTo>
                <a:lnTo>
                  <a:pt x="2916" y="976"/>
                </a:lnTo>
                <a:moveTo>
                  <a:pt x="2757" y="976"/>
                </a:moveTo>
                <a:lnTo>
                  <a:pt x="2657" y="976"/>
                </a:lnTo>
                <a:lnTo>
                  <a:pt x="2657" y="956"/>
                </a:lnTo>
                <a:lnTo>
                  <a:pt x="2757" y="956"/>
                </a:lnTo>
                <a:lnTo>
                  <a:pt x="2757" y="976"/>
                </a:lnTo>
                <a:moveTo>
                  <a:pt x="2598" y="976"/>
                </a:moveTo>
                <a:lnTo>
                  <a:pt x="2498" y="976"/>
                </a:lnTo>
                <a:lnTo>
                  <a:pt x="2498" y="956"/>
                </a:lnTo>
                <a:lnTo>
                  <a:pt x="2598" y="956"/>
                </a:lnTo>
                <a:lnTo>
                  <a:pt x="2598" y="976"/>
                </a:lnTo>
                <a:moveTo>
                  <a:pt x="2438" y="976"/>
                </a:moveTo>
                <a:lnTo>
                  <a:pt x="2339" y="976"/>
                </a:lnTo>
                <a:lnTo>
                  <a:pt x="2339" y="956"/>
                </a:lnTo>
                <a:lnTo>
                  <a:pt x="2438" y="956"/>
                </a:lnTo>
                <a:lnTo>
                  <a:pt x="2438" y="976"/>
                </a:lnTo>
                <a:moveTo>
                  <a:pt x="2279" y="976"/>
                </a:moveTo>
                <a:lnTo>
                  <a:pt x="2180" y="976"/>
                </a:lnTo>
                <a:lnTo>
                  <a:pt x="2180" y="956"/>
                </a:lnTo>
                <a:lnTo>
                  <a:pt x="2279" y="956"/>
                </a:lnTo>
                <a:lnTo>
                  <a:pt x="2279" y="976"/>
                </a:lnTo>
                <a:moveTo>
                  <a:pt x="2120" y="976"/>
                </a:moveTo>
                <a:lnTo>
                  <a:pt x="2021" y="976"/>
                </a:lnTo>
                <a:lnTo>
                  <a:pt x="2021" y="956"/>
                </a:lnTo>
                <a:lnTo>
                  <a:pt x="2120" y="956"/>
                </a:lnTo>
                <a:lnTo>
                  <a:pt x="2120" y="976"/>
                </a:lnTo>
                <a:moveTo>
                  <a:pt x="1961" y="976"/>
                </a:moveTo>
                <a:lnTo>
                  <a:pt x="1861" y="976"/>
                </a:lnTo>
                <a:lnTo>
                  <a:pt x="1861" y="956"/>
                </a:lnTo>
                <a:lnTo>
                  <a:pt x="1961" y="956"/>
                </a:lnTo>
                <a:lnTo>
                  <a:pt x="1961" y="976"/>
                </a:lnTo>
                <a:moveTo>
                  <a:pt x="1802" y="976"/>
                </a:moveTo>
                <a:lnTo>
                  <a:pt x="1702" y="976"/>
                </a:lnTo>
                <a:lnTo>
                  <a:pt x="1702" y="956"/>
                </a:lnTo>
                <a:lnTo>
                  <a:pt x="1802" y="956"/>
                </a:lnTo>
                <a:lnTo>
                  <a:pt x="1802" y="976"/>
                </a:lnTo>
                <a:moveTo>
                  <a:pt x="1643" y="976"/>
                </a:moveTo>
                <a:lnTo>
                  <a:pt x="1543" y="976"/>
                </a:lnTo>
                <a:lnTo>
                  <a:pt x="1543" y="956"/>
                </a:lnTo>
                <a:lnTo>
                  <a:pt x="1643" y="956"/>
                </a:lnTo>
                <a:lnTo>
                  <a:pt x="1643" y="976"/>
                </a:lnTo>
                <a:moveTo>
                  <a:pt x="1483" y="976"/>
                </a:moveTo>
                <a:lnTo>
                  <a:pt x="1384" y="976"/>
                </a:lnTo>
                <a:lnTo>
                  <a:pt x="1384" y="956"/>
                </a:lnTo>
                <a:lnTo>
                  <a:pt x="1483" y="956"/>
                </a:lnTo>
                <a:lnTo>
                  <a:pt x="1483" y="976"/>
                </a:lnTo>
                <a:moveTo>
                  <a:pt x="1324" y="976"/>
                </a:moveTo>
                <a:lnTo>
                  <a:pt x="1225" y="976"/>
                </a:lnTo>
                <a:lnTo>
                  <a:pt x="1225" y="956"/>
                </a:lnTo>
                <a:lnTo>
                  <a:pt x="1324" y="956"/>
                </a:lnTo>
                <a:lnTo>
                  <a:pt x="1324" y="976"/>
                </a:lnTo>
                <a:moveTo>
                  <a:pt x="1165" y="976"/>
                </a:moveTo>
                <a:lnTo>
                  <a:pt x="1066" y="976"/>
                </a:lnTo>
                <a:lnTo>
                  <a:pt x="1066" y="956"/>
                </a:lnTo>
                <a:lnTo>
                  <a:pt x="1165" y="956"/>
                </a:lnTo>
                <a:lnTo>
                  <a:pt x="1165" y="976"/>
                </a:lnTo>
                <a:moveTo>
                  <a:pt x="1006" y="976"/>
                </a:moveTo>
                <a:lnTo>
                  <a:pt x="907" y="976"/>
                </a:lnTo>
                <a:lnTo>
                  <a:pt x="907" y="956"/>
                </a:lnTo>
                <a:lnTo>
                  <a:pt x="1006" y="956"/>
                </a:lnTo>
                <a:lnTo>
                  <a:pt x="1006" y="976"/>
                </a:lnTo>
                <a:moveTo>
                  <a:pt x="847" y="976"/>
                </a:moveTo>
                <a:lnTo>
                  <a:pt x="747" y="976"/>
                </a:lnTo>
                <a:lnTo>
                  <a:pt x="747" y="956"/>
                </a:lnTo>
                <a:lnTo>
                  <a:pt x="847" y="956"/>
                </a:lnTo>
                <a:lnTo>
                  <a:pt x="847" y="976"/>
                </a:lnTo>
                <a:moveTo>
                  <a:pt x="688" y="976"/>
                </a:moveTo>
                <a:lnTo>
                  <a:pt x="588" y="976"/>
                </a:lnTo>
                <a:lnTo>
                  <a:pt x="588" y="956"/>
                </a:lnTo>
                <a:lnTo>
                  <a:pt x="688" y="956"/>
                </a:lnTo>
                <a:lnTo>
                  <a:pt x="688" y="976"/>
                </a:lnTo>
                <a:moveTo>
                  <a:pt x="529" y="976"/>
                </a:moveTo>
                <a:lnTo>
                  <a:pt x="429" y="976"/>
                </a:lnTo>
                <a:lnTo>
                  <a:pt x="429" y="956"/>
                </a:lnTo>
                <a:lnTo>
                  <a:pt x="529" y="956"/>
                </a:lnTo>
                <a:lnTo>
                  <a:pt x="529" y="976"/>
                </a:lnTo>
                <a:moveTo>
                  <a:pt x="369" y="976"/>
                </a:moveTo>
                <a:lnTo>
                  <a:pt x="270" y="976"/>
                </a:lnTo>
                <a:lnTo>
                  <a:pt x="270" y="956"/>
                </a:lnTo>
                <a:lnTo>
                  <a:pt x="369" y="956"/>
                </a:lnTo>
                <a:lnTo>
                  <a:pt x="369" y="976"/>
                </a:lnTo>
                <a:moveTo>
                  <a:pt x="210" y="976"/>
                </a:moveTo>
                <a:lnTo>
                  <a:pt x="111" y="976"/>
                </a:lnTo>
                <a:lnTo>
                  <a:pt x="111" y="956"/>
                </a:lnTo>
                <a:lnTo>
                  <a:pt x="210" y="956"/>
                </a:lnTo>
                <a:lnTo>
                  <a:pt x="210" y="976"/>
                </a:lnTo>
                <a:moveTo>
                  <a:pt x="50" y="976"/>
                </a:moveTo>
                <a:lnTo>
                  <a:pt x="0" y="976"/>
                </a:lnTo>
                <a:lnTo>
                  <a:pt x="0" y="907"/>
                </a:lnTo>
                <a:lnTo>
                  <a:pt x="20" y="907"/>
                </a:lnTo>
                <a:lnTo>
                  <a:pt x="20" y="966"/>
                </a:lnTo>
                <a:lnTo>
                  <a:pt x="10" y="966"/>
                </a:lnTo>
                <a:lnTo>
                  <a:pt x="10" y="956"/>
                </a:lnTo>
                <a:lnTo>
                  <a:pt x="50" y="956"/>
                </a:lnTo>
                <a:lnTo>
                  <a:pt x="50" y="976"/>
                </a:lnTo>
                <a:moveTo>
                  <a:pt x="0" y="847"/>
                </a:moveTo>
                <a:lnTo>
                  <a:pt x="0" y="747"/>
                </a:lnTo>
                <a:lnTo>
                  <a:pt x="20" y="747"/>
                </a:lnTo>
                <a:lnTo>
                  <a:pt x="20" y="847"/>
                </a:lnTo>
                <a:lnTo>
                  <a:pt x="0" y="847"/>
                </a:lnTo>
                <a:moveTo>
                  <a:pt x="0" y="688"/>
                </a:moveTo>
                <a:lnTo>
                  <a:pt x="0" y="588"/>
                </a:lnTo>
                <a:lnTo>
                  <a:pt x="20" y="588"/>
                </a:lnTo>
                <a:lnTo>
                  <a:pt x="20" y="688"/>
                </a:lnTo>
                <a:lnTo>
                  <a:pt x="0" y="688"/>
                </a:lnTo>
                <a:moveTo>
                  <a:pt x="0" y="528"/>
                </a:moveTo>
                <a:lnTo>
                  <a:pt x="0" y="429"/>
                </a:lnTo>
                <a:lnTo>
                  <a:pt x="20" y="429"/>
                </a:lnTo>
                <a:lnTo>
                  <a:pt x="20" y="528"/>
                </a:lnTo>
                <a:lnTo>
                  <a:pt x="0" y="528"/>
                </a:lnTo>
                <a:moveTo>
                  <a:pt x="0" y="368"/>
                </a:moveTo>
                <a:lnTo>
                  <a:pt x="0" y="268"/>
                </a:lnTo>
                <a:lnTo>
                  <a:pt x="20" y="268"/>
                </a:lnTo>
                <a:lnTo>
                  <a:pt x="20" y="368"/>
                </a:lnTo>
                <a:lnTo>
                  <a:pt x="0" y="368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1" y="0"/>
                </a:lnTo>
                <a:lnTo>
                  <a:pt x="111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4058280" y="255708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4058280" y="25822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1458360" y="2276640"/>
            <a:ext cx="3301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1458360" y="2549160"/>
            <a:ext cx="1111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1458360" y="2664720"/>
            <a:ext cx="2422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1358280" y="1731600"/>
            <a:ext cx="889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1286640" y="3116160"/>
            <a:ext cx="4168800" cy="466560"/>
          </a:xfrm>
          <a:custGeom>
            <a:avLst/>
            <a:gdLst/>
            <a:ahLst/>
            <a:rect l="0" t="0" r="r" b="b"/>
            <a:pathLst>
              <a:path w="11580" h="1296">
                <a:moveTo>
                  <a:pt x="0" y="0"/>
                </a:moveTo>
                <a:lnTo>
                  <a:pt x="11580" y="0"/>
                </a:lnTo>
                <a:lnTo>
                  <a:pt x="11580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1283040" y="3112560"/>
            <a:ext cx="4175640" cy="473760"/>
          </a:xfrm>
          <a:custGeom>
            <a:avLst/>
            <a:gdLst/>
            <a:ahLst/>
            <a:rect l="0" t="0" r="r" b="b"/>
            <a:pathLst>
              <a:path w="11599" h="1316">
                <a:moveTo>
                  <a:pt x="169" y="0"/>
                </a:moveTo>
                <a:lnTo>
                  <a:pt x="268" y="0"/>
                </a:lnTo>
                <a:lnTo>
                  <a:pt x="268" y="20"/>
                </a:lnTo>
                <a:lnTo>
                  <a:pt x="169" y="20"/>
                </a:lnTo>
                <a:lnTo>
                  <a:pt x="169" y="0"/>
                </a:lnTo>
                <a:moveTo>
                  <a:pt x="328" y="0"/>
                </a:moveTo>
                <a:lnTo>
                  <a:pt x="428" y="0"/>
                </a:lnTo>
                <a:lnTo>
                  <a:pt x="428" y="20"/>
                </a:lnTo>
                <a:lnTo>
                  <a:pt x="328" y="20"/>
                </a:lnTo>
                <a:lnTo>
                  <a:pt x="328" y="0"/>
                </a:lnTo>
                <a:moveTo>
                  <a:pt x="487" y="0"/>
                </a:moveTo>
                <a:lnTo>
                  <a:pt x="587" y="0"/>
                </a:lnTo>
                <a:lnTo>
                  <a:pt x="587" y="20"/>
                </a:lnTo>
                <a:lnTo>
                  <a:pt x="487" y="20"/>
                </a:lnTo>
                <a:lnTo>
                  <a:pt x="487" y="0"/>
                </a:lnTo>
                <a:moveTo>
                  <a:pt x="646" y="0"/>
                </a:moveTo>
                <a:lnTo>
                  <a:pt x="746" y="0"/>
                </a:lnTo>
                <a:lnTo>
                  <a:pt x="746" y="20"/>
                </a:lnTo>
                <a:lnTo>
                  <a:pt x="646" y="20"/>
                </a:lnTo>
                <a:lnTo>
                  <a:pt x="646" y="0"/>
                </a:lnTo>
                <a:moveTo>
                  <a:pt x="806" y="0"/>
                </a:moveTo>
                <a:lnTo>
                  <a:pt x="905" y="0"/>
                </a:lnTo>
                <a:lnTo>
                  <a:pt x="905" y="20"/>
                </a:lnTo>
                <a:lnTo>
                  <a:pt x="806" y="20"/>
                </a:lnTo>
                <a:lnTo>
                  <a:pt x="806" y="0"/>
                </a:lnTo>
                <a:moveTo>
                  <a:pt x="965" y="0"/>
                </a:moveTo>
                <a:lnTo>
                  <a:pt x="1064" y="0"/>
                </a:lnTo>
                <a:lnTo>
                  <a:pt x="1064" y="20"/>
                </a:lnTo>
                <a:lnTo>
                  <a:pt x="965" y="20"/>
                </a:lnTo>
                <a:lnTo>
                  <a:pt x="965" y="0"/>
                </a:lnTo>
                <a:moveTo>
                  <a:pt x="1124" y="0"/>
                </a:moveTo>
                <a:lnTo>
                  <a:pt x="1223" y="0"/>
                </a:lnTo>
                <a:lnTo>
                  <a:pt x="1223" y="20"/>
                </a:lnTo>
                <a:lnTo>
                  <a:pt x="1124" y="20"/>
                </a:lnTo>
                <a:lnTo>
                  <a:pt x="1124" y="0"/>
                </a:lnTo>
                <a:moveTo>
                  <a:pt x="1283" y="0"/>
                </a:moveTo>
                <a:lnTo>
                  <a:pt x="1382" y="0"/>
                </a:lnTo>
                <a:lnTo>
                  <a:pt x="1382" y="20"/>
                </a:lnTo>
                <a:lnTo>
                  <a:pt x="1283" y="20"/>
                </a:lnTo>
                <a:lnTo>
                  <a:pt x="1283" y="0"/>
                </a:lnTo>
                <a:moveTo>
                  <a:pt x="1442" y="0"/>
                </a:moveTo>
                <a:lnTo>
                  <a:pt x="1542" y="0"/>
                </a:lnTo>
                <a:lnTo>
                  <a:pt x="1542" y="20"/>
                </a:lnTo>
                <a:lnTo>
                  <a:pt x="1442" y="20"/>
                </a:lnTo>
                <a:lnTo>
                  <a:pt x="1442" y="0"/>
                </a:lnTo>
                <a:moveTo>
                  <a:pt x="1601" y="0"/>
                </a:moveTo>
                <a:lnTo>
                  <a:pt x="1701" y="0"/>
                </a:lnTo>
                <a:lnTo>
                  <a:pt x="1701" y="20"/>
                </a:lnTo>
                <a:lnTo>
                  <a:pt x="1601" y="20"/>
                </a:lnTo>
                <a:lnTo>
                  <a:pt x="1601" y="0"/>
                </a:lnTo>
                <a:moveTo>
                  <a:pt x="1760" y="0"/>
                </a:moveTo>
                <a:lnTo>
                  <a:pt x="1860" y="0"/>
                </a:lnTo>
                <a:lnTo>
                  <a:pt x="1860" y="20"/>
                </a:lnTo>
                <a:lnTo>
                  <a:pt x="1760" y="20"/>
                </a:lnTo>
                <a:lnTo>
                  <a:pt x="1760" y="0"/>
                </a:lnTo>
                <a:moveTo>
                  <a:pt x="1920" y="0"/>
                </a:moveTo>
                <a:lnTo>
                  <a:pt x="2019" y="0"/>
                </a:lnTo>
                <a:lnTo>
                  <a:pt x="2019" y="20"/>
                </a:lnTo>
                <a:lnTo>
                  <a:pt x="1920" y="20"/>
                </a:lnTo>
                <a:lnTo>
                  <a:pt x="1920" y="0"/>
                </a:lnTo>
                <a:moveTo>
                  <a:pt x="2079" y="0"/>
                </a:moveTo>
                <a:lnTo>
                  <a:pt x="2178" y="0"/>
                </a:lnTo>
                <a:lnTo>
                  <a:pt x="2178" y="20"/>
                </a:lnTo>
                <a:lnTo>
                  <a:pt x="2079" y="20"/>
                </a:lnTo>
                <a:lnTo>
                  <a:pt x="2079" y="0"/>
                </a:lnTo>
                <a:moveTo>
                  <a:pt x="2239" y="0"/>
                </a:moveTo>
                <a:lnTo>
                  <a:pt x="2338" y="0"/>
                </a:lnTo>
                <a:lnTo>
                  <a:pt x="2338" y="20"/>
                </a:lnTo>
                <a:lnTo>
                  <a:pt x="2239" y="20"/>
                </a:lnTo>
                <a:lnTo>
                  <a:pt x="2239" y="0"/>
                </a:lnTo>
                <a:moveTo>
                  <a:pt x="2398" y="0"/>
                </a:moveTo>
                <a:lnTo>
                  <a:pt x="2498" y="0"/>
                </a:lnTo>
                <a:lnTo>
                  <a:pt x="2498" y="20"/>
                </a:lnTo>
                <a:lnTo>
                  <a:pt x="2398" y="20"/>
                </a:lnTo>
                <a:lnTo>
                  <a:pt x="2398" y="0"/>
                </a:lnTo>
                <a:moveTo>
                  <a:pt x="2557" y="0"/>
                </a:moveTo>
                <a:lnTo>
                  <a:pt x="2657" y="0"/>
                </a:lnTo>
                <a:lnTo>
                  <a:pt x="2657" y="20"/>
                </a:lnTo>
                <a:lnTo>
                  <a:pt x="2557" y="20"/>
                </a:lnTo>
                <a:lnTo>
                  <a:pt x="2557" y="0"/>
                </a:lnTo>
                <a:moveTo>
                  <a:pt x="2716" y="0"/>
                </a:moveTo>
                <a:lnTo>
                  <a:pt x="2816" y="0"/>
                </a:lnTo>
                <a:lnTo>
                  <a:pt x="2816" y="20"/>
                </a:lnTo>
                <a:lnTo>
                  <a:pt x="2716" y="20"/>
                </a:lnTo>
                <a:lnTo>
                  <a:pt x="2716" y="0"/>
                </a:lnTo>
                <a:moveTo>
                  <a:pt x="2876" y="0"/>
                </a:moveTo>
                <a:lnTo>
                  <a:pt x="2975" y="0"/>
                </a:lnTo>
                <a:lnTo>
                  <a:pt x="2975" y="20"/>
                </a:lnTo>
                <a:lnTo>
                  <a:pt x="2876" y="20"/>
                </a:lnTo>
                <a:lnTo>
                  <a:pt x="2876" y="0"/>
                </a:lnTo>
                <a:moveTo>
                  <a:pt x="3035" y="0"/>
                </a:moveTo>
                <a:lnTo>
                  <a:pt x="3134" y="0"/>
                </a:lnTo>
                <a:lnTo>
                  <a:pt x="3134" y="20"/>
                </a:lnTo>
                <a:lnTo>
                  <a:pt x="3035" y="20"/>
                </a:lnTo>
                <a:lnTo>
                  <a:pt x="3035" y="0"/>
                </a:lnTo>
                <a:moveTo>
                  <a:pt x="3194" y="0"/>
                </a:moveTo>
                <a:lnTo>
                  <a:pt x="3293" y="0"/>
                </a:lnTo>
                <a:lnTo>
                  <a:pt x="3293" y="20"/>
                </a:lnTo>
                <a:lnTo>
                  <a:pt x="3194" y="20"/>
                </a:lnTo>
                <a:lnTo>
                  <a:pt x="3194" y="0"/>
                </a:lnTo>
                <a:moveTo>
                  <a:pt x="3353" y="0"/>
                </a:moveTo>
                <a:lnTo>
                  <a:pt x="3453" y="0"/>
                </a:lnTo>
                <a:lnTo>
                  <a:pt x="3453" y="20"/>
                </a:lnTo>
                <a:lnTo>
                  <a:pt x="3353" y="20"/>
                </a:lnTo>
                <a:lnTo>
                  <a:pt x="3353" y="0"/>
                </a:lnTo>
                <a:moveTo>
                  <a:pt x="3512" y="0"/>
                </a:moveTo>
                <a:lnTo>
                  <a:pt x="3612" y="0"/>
                </a:lnTo>
                <a:lnTo>
                  <a:pt x="3612" y="20"/>
                </a:lnTo>
                <a:lnTo>
                  <a:pt x="3512" y="20"/>
                </a:lnTo>
                <a:lnTo>
                  <a:pt x="3512" y="0"/>
                </a:lnTo>
                <a:moveTo>
                  <a:pt x="3671" y="0"/>
                </a:moveTo>
                <a:lnTo>
                  <a:pt x="3771" y="0"/>
                </a:lnTo>
                <a:lnTo>
                  <a:pt x="3771" y="20"/>
                </a:lnTo>
                <a:lnTo>
                  <a:pt x="3671" y="20"/>
                </a:lnTo>
                <a:lnTo>
                  <a:pt x="3671" y="0"/>
                </a:lnTo>
                <a:moveTo>
                  <a:pt x="3831" y="0"/>
                </a:moveTo>
                <a:lnTo>
                  <a:pt x="3930" y="0"/>
                </a:lnTo>
                <a:lnTo>
                  <a:pt x="3930" y="20"/>
                </a:lnTo>
                <a:lnTo>
                  <a:pt x="3831" y="20"/>
                </a:lnTo>
                <a:lnTo>
                  <a:pt x="3831" y="0"/>
                </a:lnTo>
                <a:moveTo>
                  <a:pt x="3990" y="0"/>
                </a:moveTo>
                <a:lnTo>
                  <a:pt x="4089" y="0"/>
                </a:lnTo>
                <a:lnTo>
                  <a:pt x="4089" y="20"/>
                </a:lnTo>
                <a:lnTo>
                  <a:pt x="3990" y="20"/>
                </a:lnTo>
                <a:lnTo>
                  <a:pt x="3990" y="0"/>
                </a:lnTo>
                <a:moveTo>
                  <a:pt x="4149" y="0"/>
                </a:moveTo>
                <a:lnTo>
                  <a:pt x="4248" y="0"/>
                </a:lnTo>
                <a:lnTo>
                  <a:pt x="4248" y="20"/>
                </a:lnTo>
                <a:lnTo>
                  <a:pt x="4149" y="20"/>
                </a:lnTo>
                <a:lnTo>
                  <a:pt x="4149" y="0"/>
                </a:lnTo>
                <a:moveTo>
                  <a:pt x="4308" y="0"/>
                </a:moveTo>
                <a:lnTo>
                  <a:pt x="4407" y="0"/>
                </a:lnTo>
                <a:lnTo>
                  <a:pt x="4407" y="20"/>
                </a:lnTo>
                <a:lnTo>
                  <a:pt x="4308" y="20"/>
                </a:lnTo>
                <a:lnTo>
                  <a:pt x="4308" y="0"/>
                </a:lnTo>
                <a:moveTo>
                  <a:pt x="4467" y="0"/>
                </a:moveTo>
                <a:lnTo>
                  <a:pt x="4567" y="0"/>
                </a:lnTo>
                <a:lnTo>
                  <a:pt x="4567" y="20"/>
                </a:lnTo>
                <a:lnTo>
                  <a:pt x="4467" y="20"/>
                </a:lnTo>
                <a:lnTo>
                  <a:pt x="4467" y="0"/>
                </a:lnTo>
                <a:moveTo>
                  <a:pt x="4626" y="0"/>
                </a:moveTo>
                <a:lnTo>
                  <a:pt x="4726" y="0"/>
                </a:lnTo>
                <a:lnTo>
                  <a:pt x="4726" y="20"/>
                </a:lnTo>
                <a:lnTo>
                  <a:pt x="4626" y="20"/>
                </a:lnTo>
                <a:lnTo>
                  <a:pt x="4626" y="0"/>
                </a:lnTo>
                <a:moveTo>
                  <a:pt x="4785" y="0"/>
                </a:moveTo>
                <a:lnTo>
                  <a:pt x="4885" y="0"/>
                </a:lnTo>
                <a:lnTo>
                  <a:pt x="4885" y="20"/>
                </a:lnTo>
                <a:lnTo>
                  <a:pt x="4785" y="20"/>
                </a:lnTo>
                <a:lnTo>
                  <a:pt x="4785" y="0"/>
                </a:lnTo>
                <a:moveTo>
                  <a:pt x="4945" y="0"/>
                </a:moveTo>
                <a:lnTo>
                  <a:pt x="5044" y="0"/>
                </a:lnTo>
                <a:lnTo>
                  <a:pt x="5044" y="20"/>
                </a:lnTo>
                <a:lnTo>
                  <a:pt x="4945" y="20"/>
                </a:lnTo>
                <a:lnTo>
                  <a:pt x="4945" y="0"/>
                </a:lnTo>
                <a:moveTo>
                  <a:pt x="5104" y="0"/>
                </a:moveTo>
                <a:lnTo>
                  <a:pt x="5203" y="0"/>
                </a:lnTo>
                <a:lnTo>
                  <a:pt x="5203" y="20"/>
                </a:lnTo>
                <a:lnTo>
                  <a:pt x="5104" y="20"/>
                </a:lnTo>
                <a:lnTo>
                  <a:pt x="5104" y="0"/>
                </a:lnTo>
                <a:moveTo>
                  <a:pt x="5263" y="0"/>
                </a:moveTo>
                <a:lnTo>
                  <a:pt x="5362" y="0"/>
                </a:lnTo>
                <a:lnTo>
                  <a:pt x="5362" y="20"/>
                </a:lnTo>
                <a:lnTo>
                  <a:pt x="5263" y="20"/>
                </a:lnTo>
                <a:lnTo>
                  <a:pt x="5263" y="0"/>
                </a:lnTo>
                <a:moveTo>
                  <a:pt x="5422" y="0"/>
                </a:moveTo>
                <a:lnTo>
                  <a:pt x="5522" y="0"/>
                </a:lnTo>
                <a:lnTo>
                  <a:pt x="5522" y="20"/>
                </a:lnTo>
                <a:lnTo>
                  <a:pt x="5422" y="20"/>
                </a:lnTo>
                <a:lnTo>
                  <a:pt x="5422" y="0"/>
                </a:lnTo>
                <a:moveTo>
                  <a:pt x="5581" y="0"/>
                </a:moveTo>
                <a:lnTo>
                  <a:pt x="5681" y="0"/>
                </a:lnTo>
                <a:lnTo>
                  <a:pt x="5681" y="20"/>
                </a:lnTo>
                <a:lnTo>
                  <a:pt x="5581" y="20"/>
                </a:lnTo>
                <a:lnTo>
                  <a:pt x="5581" y="0"/>
                </a:lnTo>
                <a:moveTo>
                  <a:pt x="5740" y="0"/>
                </a:moveTo>
                <a:lnTo>
                  <a:pt x="5840" y="0"/>
                </a:lnTo>
                <a:lnTo>
                  <a:pt x="5840" y="20"/>
                </a:lnTo>
                <a:lnTo>
                  <a:pt x="5740" y="20"/>
                </a:lnTo>
                <a:lnTo>
                  <a:pt x="5740" y="0"/>
                </a:lnTo>
                <a:moveTo>
                  <a:pt x="5900" y="0"/>
                </a:moveTo>
                <a:lnTo>
                  <a:pt x="5999" y="0"/>
                </a:lnTo>
                <a:lnTo>
                  <a:pt x="5999" y="20"/>
                </a:lnTo>
                <a:lnTo>
                  <a:pt x="5900" y="20"/>
                </a:lnTo>
                <a:lnTo>
                  <a:pt x="5900" y="0"/>
                </a:lnTo>
                <a:moveTo>
                  <a:pt x="6059" y="0"/>
                </a:moveTo>
                <a:lnTo>
                  <a:pt x="6158" y="0"/>
                </a:lnTo>
                <a:lnTo>
                  <a:pt x="6158" y="20"/>
                </a:lnTo>
                <a:lnTo>
                  <a:pt x="6059" y="20"/>
                </a:lnTo>
                <a:lnTo>
                  <a:pt x="6059" y="0"/>
                </a:lnTo>
                <a:moveTo>
                  <a:pt x="6218" y="0"/>
                </a:moveTo>
                <a:lnTo>
                  <a:pt x="6317" y="0"/>
                </a:lnTo>
                <a:lnTo>
                  <a:pt x="6317" y="20"/>
                </a:lnTo>
                <a:lnTo>
                  <a:pt x="6218" y="20"/>
                </a:lnTo>
                <a:lnTo>
                  <a:pt x="6218" y="0"/>
                </a:lnTo>
                <a:moveTo>
                  <a:pt x="6377" y="0"/>
                </a:moveTo>
                <a:lnTo>
                  <a:pt x="6477" y="0"/>
                </a:lnTo>
                <a:lnTo>
                  <a:pt x="6477" y="20"/>
                </a:lnTo>
                <a:lnTo>
                  <a:pt x="6377" y="20"/>
                </a:lnTo>
                <a:lnTo>
                  <a:pt x="6377" y="0"/>
                </a:lnTo>
                <a:moveTo>
                  <a:pt x="6536" y="0"/>
                </a:moveTo>
                <a:lnTo>
                  <a:pt x="6636" y="0"/>
                </a:lnTo>
                <a:lnTo>
                  <a:pt x="6636" y="20"/>
                </a:lnTo>
                <a:lnTo>
                  <a:pt x="6536" y="20"/>
                </a:lnTo>
                <a:lnTo>
                  <a:pt x="6536" y="0"/>
                </a:lnTo>
                <a:moveTo>
                  <a:pt x="6695" y="0"/>
                </a:moveTo>
                <a:lnTo>
                  <a:pt x="6795" y="0"/>
                </a:lnTo>
                <a:lnTo>
                  <a:pt x="6795" y="20"/>
                </a:lnTo>
                <a:lnTo>
                  <a:pt x="6695" y="20"/>
                </a:lnTo>
                <a:lnTo>
                  <a:pt x="6695" y="0"/>
                </a:lnTo>
                <a:moveTo>
                  <a:pt x="6855" y="0"/>
                </a:moveTo>
                <a:lnTo>
                  <a:pt x="6954" y="0"/>
                </a:lnTo>
                <a:lnTo>
                  <a:pt x="6954" y="20"/>
                </a:lnTo>
                <a:lnTo>
                  <a:pt x="6855" y="20"/>
                </a:lnTo>
                <a:lnTo>
                  <a:pt x="6855" y="0"/>
                </a:lnTo>
                <a:moveTo>
                  <a:pt x="7014" y="0"/>
                </a:moveTo>
                <a:lnTo>
                  <a:pt x="7113" y="0"/>
                </a:lnTo>
                <a:lnTo>
                  <a:pt x="7113" y="20"/>
                </a:lnTo>
                <a:lnTo>
                  <a:pt x="7014" y="20"/>
                </a:lnTo>
                <a:lnTo>
                  <a:pt x="7014" y="0"/>
                </a:lnTo>
                <a:moveTo>
                  <a:pt x="7173" y="0"/>
                </a:moveTo>
                <a:lnTo>
                  <a:pt x="7272" y="0"/>
                </a:lnTo>
                <a:lnTo>
                  <a:pt x="7272" y="20"/>
                </a:lnTo>
                <a:lnTo>
                  <a:pt x="7173" y="20"/>
                </a:lnTo>
                <a:lnTo>
                  <a:pt x="7173" y="0"/>
                </a:lnTo>
                <a:moveTo>
                  <a:pt x="7332" y="0"/>
                </a:moveTo>
                <a:lnTo>
                  <a:pt x="7432" y="0"/>
                </a:lnTo>
                <a:lnTo>
                  <a:pt x="7432" y="20"/>
                </a:lnTo>
                <a:lnTo>
                  <a:pt x="7332" y="20"/>
                </a:lnTo>
                <a:lnTo>
                  <a:pt x="7332" y="0"/>
                </a:lnTo>
                <a:moveTo>
                  <a:pt x="7491" y="0"/>
                </a:moveTo>
                <a:lnTo>
                  <a:pt x="7591" y="0"/>
                </a:lnTo>
                <a:lnTo>
                  <a:pt x="7591" y="20"/>
                </a:lnTo>
                <a:lnTo>
                  <a:pt x="7491" y="20"/>
                </a:lnTo>
                <a:lnTo>
                  <a:pt x="7491" y="0"/>
                </a:lnTo>
                <a:moveTo>
                  <a:pt x="7650" y="0"/>
                </a:moveTo>
                <a:lnTo>
                  <a:pt x="7750" y="0"/>
                </a:lnTo>
                <a:lnTo>
                  <a:pt x="7750" y="20"/>
                </a:lnTo>
                <a:lnTo>
                  <a:pt x="7650" y="20"/>
                </a:lnTo>
                <a:lnTo>
                  <a:pt x="7650" y="0"/>
                </a:lnTo>
                <a:moveTo>
                  <a:pt x="7810" y="0"/>
                </a:moveTo>
                <a:lnTo>
                  <a:pt x="7909" y="0"/>
                </a:lnTo>
                <a:lnTo>
                  <a:pt x="7909" y="20"/>
                </a:lnTo>
                <a:lnTo>
                  <a:pt x="7810" y="20"/>
                </a:lnTo>
                <a:lnTo>
                  <a:pt x="7810" y="0"/>
                </a:lnTo>
                <a:moveTo>
                  <a:pt x="7969" y="0"/>
                </a:moveTo>
                <a:lnTo>
                  <a:pt x="8068" y="0"/>
                </a:lnTo>
                <a:lnTo>
                  <a:pt x="8068" y="20"/>
                </a:lnTo>
                <a:lnTo>
                  <a:pt x="7969" y="20"/>
                </a:lnTo>
                <a:lnTo>
                  <a:pt x="7969" y="0"/>
                </a:lnTo>
                <a:moveTo>
                  <a:pt x="8128" y="0"/>
                </a:moveTo>
                <a:lnTo>
                  <a:pt x="8227" y="0"/>
                </a:lnTo>
                <a:lnTo>
                  <a:pt x="8227" y="20"/>
                </a:lnTo>
                <a:lnTo>
                  <a:pt x="8128" y="20"/>
                </a:lnTo>
                <a:lnTo>
                  <a:pt x="8128" y="0"/>
                </a:lnTo>
                <a:moveTo>
                  <a:pt x="8287" y="0"/>
                </a:moveTo>
                <a:lnTo>
                  <a:pt x="8386" y="0"/>
                </a:lnTo>
                <a:lnTo>
                  <a:pt x="8386" y="20"/>
                </a:lnTo>
                <a:lnTo>
                  <a:pt x="8287" y="20"/>
                </a:lnTo>
                <a:lnTo>
                  <a:pt x="8287" y="0"/>
                </a:lnTo>
                <a:moveTo>
                  <a:pt x="8446" y="0"/>
                </a:moveTo>
                <a:lnTo>
                  <a:pt x="8546" y="0"/>
                </a:lnTo>
                <a:lnTo>
                  <a:pt x="8546" y="20"/>
                </a:lnTo>
                <a:lnTo>
                  <a:pt x="8446" y="20"/>
                </a:lnTo>
                <a:lnTo>
                  <a:pt x="8446" y="0"/>
                </a:lnTo>
                <a:moveTo>
                  <a:pt x="8605" y="0"/>
                </a:moveTo>
                <a:lnTo>
                  <a:pt x="8705" y="0"/>
                </a:lnTo>
                <a:lnTo>
                  <a:pt x="8705" y="20"/>
                </a:lnTo>
                <a:lnTo>
                  <a:pt x="8605" y="20"/>
                </a:lnTo>
                <a:lnTo>
                  <a:pt x="8605" y="0"/>
                </a:lnTo>
                <a:moveTo>
                  <a:pt x="8764" y="0"/>
                </a:moveTo>
                <a:lnTo>
                  <a:pt x="8864" y="0"/>
                </a:lnTo>
                <a:lnTo>
                  <a:pt x="8864" y="20"/>
                </a:lnTo>
                <a:lnTo>
                  <a:pt x="8764" y="20"/>
                </a:lnTo>
                <a:lnTo>
                  <a:pt x="8764" y="0"/>
                </a:lnTo>
                <a:moveTo>
                  <a:pt x="8924" y="0"/>
                </a:moveTo>
                <a:lnTo>
                  <a:pt x="9023" y="0"/>
                </a:lnTo>
                <a:lnTo>
                  <a:pt x="9023" y="20"/>
                </a:lnTo>
                <a:lnTo>
                  <a:pt x="8924" y="20"/>
                </a:lnTo>
                <a:lnTo>
                  <a:pt x="8924" y="0"/>
                </a:lnTo>
                <a:moveTo>
                  <a:pt x="9083" y="0"/>
                </a:moveTo>
                <a:lnTo>
                  <a:pt x="9182" y="0"/>
                </a:lnTo>
                <a:lnTo>
                  <a:pt x="9182" y="20"/>
                </a:lnTo>
                <a:lnTo>
                  <a:pt x="9083" y="20"/>
                </a:lnTo>
                <a:lnTo>
                  <a:pt x="9083" y="0"/>
                </a:lnTo>
                <a:moveTo>
                  <a:pt x="9242" y="0"/>
                </a:moveTo>
                <a:lnTo>
                  <a:pt x="9341" y="0"/>
                </a:lnTo>
                <a:lnTo>
                  <a:pt x="9341" y="20"/>
                </a:lnTo>
                <a:lnTo>
                  <a:pt x="9242" y="20"/>
                </a:lnTo>
                <a:lnTo>
                  <a:pt x="9242" y="0"/>
                </a:lnTo>
                <a:moveTo>
                  <a:pt x="9401" y="0"/>
                </a:moveTo>
                <a:lnTo>
                  <a:pt x="9501" y="0"/>
                </a:lnTo>
                <a:lnTo>
                  <a:pt x="9501" y="20"/>
                </a:lnTo>
                <a:lnTo>
                  <a:pt x="9401" y="20"/>
                </a:lnTo>
                <a:lnTo>
                  <a:pt x="9401" y="0"/>
                </a:lnTo>
                <a:moveTo>
                  <a:pt x="9560" y="0"/>
                </a:moveTo>
                <a:lnTo>
                  <a:pt x="9660" y="0"/>
                </a:lnTo>
                <a:lnTo>
                  <a:pt x="9660" y="20"/>
                </a:lnTo>
                <a:lnTo>
                  <a:pt x="9560" y="20"/>
                </a:lnTo>
                <a:lnTo>
                  <a:pt x="9560" y="0"/>
                </a:lnTo>
                <a:moveTo>
                  <a:pt x="9719" y="0"/>
                </a:moveTo>
                <a:lnTo>
                  <a:pt x="9819" y="0"/>
                </a:lnTo>
                <a:lnTo>
                  <a:pt x="9819" y="20"/>
                </a:lnTo>
                <a:lnTo>
                  <a:pt x="9719" y="20"/>
                </a:lnTo>
                <a:lnTo>
                  <a:pt x="9719" y="0"/>
                </a:lnTo>
                <a:moveTo>
                  <a:pt x="9879" y="0"/>
                </a:moveTo>
                <a:lnTo>
                  <a:pt x="9978" y="0"/>
                </a:lnTo>
                <a:lnTo>
                  <a:pt x="9978" y="20"/>
                </a:lnTo>
                <a:lnTo>
                  <a:pt x="9879" y="20"/>
                </a:lnTo>
                <a:lnTo>
                  <a:pt x="9879" y="0"/>
                </a:lnTo>
                <a:moveTo>
                  <a:pt x="10038" y="0"/>
                </a:moveTo>
                <a:lnTo>
                  <a:pt x="10137" y="0"/>
                </a:lnTo>
                <a:lnTo>
                  <a:pt x="10137" y="20"/>
                </a:lnTo>
                <a:lnTo>
                  <a:pt x="10038" y="20"/>
                </a:lnTo>
                <a:lnTo>
                  <a:pt x="10038" y="0"/>
                </a:lnTo>
                <a:moveTo>
                  <a:pt x="10197" y="0"/>
                </a:moveTo>
                <a:lnTo>
                  <a:pt x="10296" y="0"/>
                </a:lnTo>
                <a:lnTo>
                  <a:pt x="10296" y="20"/>
                </a:lnTo>
                <a:lnTo>
                  <a:pt x="10197" y="20"/>
                </a:lnTo>
                <a:lnTo>
                  <a:pt x="10197" y="0"/>
                </a:lnTo>
                <a:moveTo>
                  <a:pt x="10356" y="0"/>
                </a:moveTo>
                <a:lnTo>
                  <a:pt x="10456" y="0"/>
                </a:lnTo>
                <a:lnTo>
                  <a:pt x="10456" y="20"/>
                </a:lnTo>
                <a:lnTo>
                  <a:pt x="10356" y="20"/>
                </a:lnTo>
                <a:lnTo>
                  <a:pt x="10356" y="0"/>
                </a:lnTo>
                <a:moveTo>
                  <a:pt x="10515" y="0"/>
                </a:moveTo>
                <a:lnTo>
                  <a:pt x="10615" y="0"/>
                </a:lnTo>
                <a:lnTo>
                  <a:pt x="10615" y="20"/>
                </a:lnTo>
                <a:lnTo>
                  <a:pt x="10515" y="20"/>
                </a:lnTo>
                <a:lnTo>
                  <a:pt x="10515" y="0"/>
                </a:lnTo>
                <a:moveTo>
                  <a:pt x="10674" y="0"/>
                </a:moveTo>
                <a:lnTo>
                  <a:pt x="10774" y="0"/>
                </a:lnTo>
                <a:lnTo>
                  <a:pt x="10774" y="20"/>
                </a:lnTo>
                <a:lnTo>
                  <a:pt x="10674" y="20"/>
                </a:lnTo>
                <a:lnTo>
                  <a:pt x="10674" y="0"/>
                </a:lnTo>
                <a:moveTo>
                  <a:pt x="10834" y="0"/>
                </a:moveTo>
                <a:lnTo>
                  <a:pt x="10933" y="0"/>
                </a:lnTo>
                <a:lnTo>
                  <a:pt x="10933" y="20"/>
                </a:lnTo>
                <a:lnTo>
                  <a:pt x="10834" y="20"/>
                </a:lnTo>
                <a:lnTo>
                  <a:pt x="10834" y="0"/>
                </a:lnTo>
                <a:moveTo>
                  <a:pt x="10993" y="0"/>
                </a:moveTo>
                <a:lnTo>
                  <a:pt x="11092" y="0"/>
                </a:lnTo>
                <a:lnTo>
                  <a:pt x="11092" y="20"/>
                </a:lnTo>
                <a:lnTo>
                  <a:pt x="10993" y="20"/>
                </a:lnTo>
                <a:lnTo>
                  <a:pt x="10993" y="0"/>
                </a:lnTo>
                <a:moveTo>
                  <a:pt x="11152" y="0"/>
                </a:moveTo>
                <a:lnTo>
                  <a:pt x="11251" y="0"/>
                </a:lnTo>
                <a:lnTo>
                  <a:pt x="11251" y="20"/>
                </a:lnTo>
                <a:lnTo>
                  <a:pt x="11152" y="20"/>
                </a:lnTo>
                <a:lnTo>
                  <a:pt x="11152" y="0"/>
                </a:lnTo>
                <a:moveTo>
                  <a:pt x="11311" y="0"/>
                </a:moveTo>
                <a:lnTo>
                  <a:pt x="11410" y="0"/>
                </a:lnTo>
                <a:lnTo>
                  <a:pt x="11410" y="20"/>
                </a:lnTo>
                <a:lnTo>
                  <a:pt x="11311" y="20"/>
                </a:lnTo>
                <a:lnTo>
                  <a:pt x="11311" y="0"/>
                </a:lnTo>
                <a:moveTo>
                  <a:pt x="11470" y="0"/>
                </a:moveTo>
                <a:lnTo>
                  <a:pt x="11570" y="0"/>
                </a:lnTo>
                <a:lnTo>
                  <a:pt x="11570" y="20"/>
                </a:lnTo>
                <a:lnTo>
                  <a:pt x="11470" y="20"/>
                </a:lnTo>
                <a:lnTo>
                  <a:pt x="11470" y="0"/>
                </a:lnTo>
                <a:moveTo>
                  <a:pt x="11599" y="50"/>
                </a:moveTo>
                <a:lnTo>
                  <a:pt x="11599" y="150"/>
                </a:lnTo>
                <a:lnTo>
                  <a:pt x="11580" y="150"/>
                </a:lnTo>
                <a:lnTo>
                  <a:pt x="11580" y="50"/>
                </a:lnTo>
                <a:lnTo>
                  <a:pt x="11599" y="50"/>
                </a:lnTo>
                <a:moveTo>
                  <a:pt x="11599" y="209"/>
                </a:moveTo>
                <a:lnTo>
                  <a:pt x="11599" y="309"/>
                </a:lnTo>
                <a:lnTo>
                  <a:pt x="11580" y="309"/>
                </a:lnTo>
                <a:lnTo>
                  <a:pt x="11580" y="209"/>
                </a:lnTo>
                <a:lnTo>
                  <a:pt x="11599" y="209"/>
                </a:lnTo>
                <a:moveTo>
                  <a:pt x="11599" y="369"/>
                </a:moveTo>
                <a:lnTo>
                  <a:pt x="11599" y="468"/>
                </a:lnTo>
                <a:lnTo>
                  <a:pt x="11580" y="468"/>
                </a:lnTo>
                <a:lnTo>
                  <a:pt x="11580" y="369"/>
                </a:lnTo>
                <a:lnTo>
                  <a:pt x="11599" y="369"/>
                </a:lnTo>
                <a:moveTo>
                  <a:pt x="11599" y="528"/>
                </a:moveTo>
                <a:lnTo>
                  <a:pt x="11599" y="628"/>
                </a:lnTo>
                <a:lnTo>
                  <a:pt x="11580" y="628"/>
                </a:lnTo>
                <a:lnTo>
                  <a:pt x="11580" y="528"/>
                </a:lnTo>
                <a:lnTo>
                  <a:pt x="11599" y="528"/>
                </a:lnTo>
                <a:moveTo>
                  <a:pt x="11599" y="687"/>
                </a:moveTo>
                <a:lnTo>
                  <a:pt x="11599" y="787"/>
                </a:lnTo>
                <a:lnTo>
                  <a:pt x="11580" y="787"/>
                </a:lnTo>
                <a:lnTo>
                  <a:pt x="11580" y="687"/>
                </a:lnTo>
                <a:lnTo>
                  <a:pt x="11599" y="687"/>
                </a:lnTo>
                <a:moveTo>
                  <a:pt x="11599" y="847"/>
                </a:moveTo>
                <a:lnTo>
                  <a:pt x="11599" y="946"/>
                </a:lnTo>
                <a:lnTo>
                  <a:pt x="11580" y="946"/>
                </a:lnTo>
                <a:lnTo>
                  <a:pt x="11580" y="847"/>
                </a:lnTo>
                <a:lnTo>
                  <a:pt x="11599" y="847"/>
                </a:lnTo>
                <a:moveTo>
                  <a:pt x="11599" y="1006"/>
                </a:moveTo>
                <a:lnTo>
                  <a:pt x="11599" y="1106"/>
                </a:lnTo>
                <a:lnTo>
                  <a:pt x="11580" y="1106"/>
                </a:lnTo>
                <a:lnTo>
                  <a:pt x="11580" y="1006"/>
                </a:lnTo>
                <a:lnTo>
                  <a:pt x="11599" y="1006"/>
                </a:lnTo>
                <a:moveTo>
                  <a:pt x="11599" y="1165"/>
                </a:moveTo>
                <a:lnTo>
                  <a:pt x="11599" y="1266"/>
                </a:lnTo>
                <a:lnTo>
                  <a:pt x="11580" y="1266"/>
                </a:lnTo>
                <a:lnTo>
                  <a:pt x="11580" y="1165"/>
                </a:lnTo>
                <a:lnTo>
                  <a:pt x="11599" y="1165"/>
                </a:lnTo>
                <a:moveTo>
                  <a:pt x="11570" y="1316"/>
                </a:moveTo>
                <a:lnTo>
                  <a:pt x="11470" y="1316"/>
                </a:lnTo>
                <a:lnTo>
                  <a:pt x="11470" y="1296"/>
                </a:lnTo>
                <a:lnTo>
                  <a:pt x="11570" y="1296"/>
                </a:lnTo>
                <a:lnTo>
                  <a:pt x="11570" y="1316"/>
                </a:lnTo>
                <a:moveTo>
                  <a:pt x="11410" y="1316"/>
                </a:moveTo>
                <a:lnTo>
                  <a:pt x="11311" y="1316"/>
                </a:lnTo>
                <a:lnTo>
                  <a:pt x="11311" y="1296"/>
                </a:lnTo>
                <a:lnTo>
                  <a:pt x="11410" y="1296"/>
                </a:lnTo>
                <a:lnTo>
                  <a:pt x="11410" y="1316"/>
                </a:lnTo>
                <a:moveTo>
                  <a:pt x="11251" y="1316"/>
                </a:moveTo>
                <a:lnTo>
                  <a:pt x="11152" y="1316"/>
                </a:lnTo>
                <a:lnTo>
                  <a:pt x="11152" y="1296"/>
                </a:lnTo>
                <a:lnTo>
                  <a:pt x="11251" y="1296"/>
                </a:lnTo>
                <a:lnTo>
                  <a:pt x="11251" y="1316"/>
                </a:lnTo>
                <a:moveTo>
                  <a:pt x="11092" y="1316"/>
                </a:moveTo>
                <a:lnTo>
                  <a:pt x="10993" y="1316"/>
                </a:lnTo>
                <a:lnTo>
                  <a:pt x="10993" y="1296"/>
                </a:lnTo>
                <a:lnTo>
                  <a:pt x="11092" y="1296"/>
                </a:lnTo>
                <a:lnTo>
                  <a:pt x="11092" y="1316"/>
                </a:lnTo>
                <a:moveTo>
                  <a:pt x="10933" y="1316"/>
                </a:moveTo>
                <a:lnTo>
                  <a:pt x="10834" y="1316"/>
                </a:lnTo>
                <a:lnTo>
                  <a:pt x="10834" y="1296"/>
                </a:lnTo>
                <a:lnTo>
                  <a:pt x="10933" y="1296"/>
                </a:lnTo>
                <a:lnTo>
                  <a:pt x="10933" y="1316"/>
                </a:lnTo>
                <a:moveTo>
                  <a:pt x="10774" y="1316"/>
                </a:moveTo>
                <a:lnTo>
                  <a:pt x="10674" y="1316"/>
                </a:lnTo>
                <a:lnTo>
                  <a:pt x="10674" y="1296"/>
                </a:lnTo>
                <a:lnTo>
                  <a:pt x="10774" y="1296"/>
                </a:lnTo>
                <a:lnTo>
                  <a:pt x="10774" y="1316"/>
                </a:lnTo>
                <a:moveTo>
                  <a:pt x="10615" y="1316"/>
                </a:moveTo>
                <a:lnTo>
                  <a:pt x="10515" y="1316"/>
                </a:lnTo>
                <a:lnTo>
                  <a:pt x="10515" y="1296"/>
                </a:lnTo>
                <a:lnTo>
                  <a:pt x="10615" y="1296"/>
                </a:lnTo>
                <a:lnTo>
                  <a:pt x="10615" y="1316"/>
                </a:lnTo>
                <a:moveTo>
                  <a:pt x="10456" y="1316"/>
                </a:moveTo>
                <a:lnTo>
                  <a:pt x="10356" y="1316"/>
                </a:lnTo>
                <a:lnTo>
                  <a:pt x="10356" y="1296"/>
                </a:lnTo>
                <a:lnTo>
                  <a:pt x="10456" y="1296"/>
                </a:lnTo>
                <a:lnTo>
                  <a:pt x="10456" y="1316"/>
                </a:lnTo>
                <a:moveTo>
                  <a:pt x="10296" y="1316"/>
                </a:moveTo>
                <a:lnTo>
                  <a:pt x="10197" y="1316"/>
                </a:lnTo>
                <a:lnTo>
                  <a:pt x="10197" y="1296"/>
                </a:lnTo>
                <a:lnTo>
                  <a:pt x="10296" y="1296"/>
                </a:lnTo>
                <a:lnTo>
                  <a:pt x="10296" y="1316"/>
                </a:lnTo>
                <a:moveTo>
                  <a:pt x="10137" y="1316"/>
                </a:moveTo>
                <a:lnTo>
                  <a:pt x="10038" y="1316"/>
                </a:lnTo>
                <a:lnTo>
                  <a:pt x="10038" y="1296"/>
                </a:lnTo>
                <a:lnTo>
                  <a:pt x="10137" y="1296"/>
                </a:lnTo>
                <a:lnTo>
                  <a:pt x="10137" y="1316"/>
                </a:lnTo>
                <a:moveTo>
                  <a:pt x="9978" y="1316"/>
                </a:moveTo>
                <a:lnTo>
                  <a:pt x="9879" y="1316"/>
                </a:lnTo>
                <a:lnTo>
                  <a:pt x="9879" y="1296"/>
                </a:lnTo>
                <a:lnTo>
                  <a:pt x="9978" y="1296"/>
                </a:lnTo>
                <a:lnTo>
                  <a:pt x="9978" y="1316"/>
                </a:lnTo>
                <a:moveTo>
                  <a:pt x="9819" y="1316"/>
                </a:moveTo>
                <a:lnTo>
                  <a:pt x="9719" y="1316"/>
                </a:lnTo>
                <a:lnTo>
                  <a:pt x="9719" y="1296"/>
                </a:lnTo>
                <a:lnTo>
                  <a:pt x="9819" y="1296"/>
                </a:lnTo>
                <a:lnTo>
                  <a:pt x="9819" y="1316"/>
                </a:lnTo>
                <a:moveTo>
                  <a:pt x="9660" y="1316"/>
                </a:moveTo>
                <a:lnTo>
                  <a:pt x="9560" y="1316"/>
                </a:lnTo>
                <a:lnTo>
                  <a:pt x="9560" y="1296"/>
                </a:lnTo>
                <a:lnTo>
                  <a:pt x="9660" y="1296"/>
                </a:lnTo>
                <a:lnTo>
                  <a:pt x="9660" y="1316"/>
                </a:lnTo>
                <a:moveTo>
                  <a:pt x="9501" y="1316"/>
                </a:moveTo>
                <a:lnTo>
                  <a:pt x="9401" y="1316"/>
                </a:lnTo>
                <a:lnTo>
                  <a:pt x="9401" y="1296"/>
                </a:lnTo>
                <a:lnTo>
                  <a:pt x="9501" y="1296"/>
                </a:lnTo>
                <a:lnTo>
                  <a:pt x="9501" y="1316"/>
                </a:lnTo>
                <a:moveTo>
                  <a:pt x="9341" y="1316"/>
                </a:moveTo>
                <a:lnTo>
                  <a:pt x="9242" y="1316"/>
                </a:lnTo>
                <a:lnTo>
                  <a:pt x="9242" y="1296"/>
                </a:lnTo>
                <a:lnTo>
                  <a:pt x="9341" y="1296"/>
                </a:lnTo>
                <a:lnTo>
                  <a:pt x="9341" y="1316"/>
                </a:lnTo>
                <a:moveTo>
                  <a:pt x="9182" y="1316"/>
                </a:moveTo>
                <a:lnTo>
                  <a:pt x="9083" y="1316"/>
                </a:lnTo>
                <a:lnTo>
                  <a:pt x="9083" y="1296"/>
                </a:lnTo>
                <a:lnTo>
                  <a:pt x="9182" y="1296"/>
                </a:lnTo>
                <a:lnTo>
                  <a:pt x="9182" y="1316"/>
                </a:lnTo>
                <a:moveTo>
                  <a:pt x="9023" y="1316"/>
                </a:moveTo>
                <a:lnTo>
                  <a:pt x="8924" y="1316"/>
                </a:lnTo>
                <a:lnTo>
                  <a:pt x="8924" y="1296"/>
                </a:lnTo>
                <a:lnTo>
                  <a:pt x="9023" y="1296"/>
                </a:lnTo>
                <a:lnTo>
                  <a:pt x="9023" y="1316"/>
                </a:lnTo>
                <a:moveTo>
                  <a:pt x="8864" y="1316"/>
                </a:moveTo>
                <a:lnTo>
                  <a:pt x="8764" y="1316"/>
                </a:lnTo>
                <a:lnTo>
                  <a:pt x="8764" y="1296"/>
                </a:lnTo>
                <a:lnTo>
                  <a:pt x="8864" y="1296"/>
                </a:lnTo>
                <a:lnTo>
                  <a:pt x="8864" y="1316"/>
                </a:lnTo>
                <a:moveTo>
                  <a:pt x="8705" y="1316"/>
                </a:moveTo>
                <a:lnTo>
                  <a:pt x="8605" y="1316"/>
                </a:lnTo>
                <a:lnTo>
                  <a:pt x="8605" y="1296"/>
                </a:lnTo>
                <a:lnTo>
                  <a:pt x="8705" y="1296"/>
                </a:lnTo>
                <a:lnTo>
                  <a:pt x="8705" y="1316"/>
                </a:lnTo>
                <a:moveTo>
                  <a:pt x="8546" y="1316"/>
                </a:moveTo>
                <a:lnTo>
                  <a:pt x="8446" y="1316"/>
                </a:lnTo>
                <a:lnTo>
                  <a:pt x="8446" y="1296"/>
                </a:lnTo>
                <a:lnTo>
                  <a:pt x="8546" y="1296"/>
                </a:lnTo>
                <a:lnTo>
                  <a:pt x="8546" y="1316"/>
                </a:lnTo>
                <a:moveTo>
                  <a:pt x="8386" y="1316"/>
                </a:moveTo>
                <a:lnTo>
                  <a:pt x="8287" y="1316"/>
                </a:lnTo>
                <a:lnTo>
                  <a:pt x="8287" y="1296"/>
                </a:lnTo>
                <a:lnTo>
                  <a:pt x="8386" y="1296"/>
                </a:lnTo>
                <a:lnTo>
                  <a:pt x="8386" y="1316"/>
                </a:lnTo>
                <a:moveTo>
                  <a:pt x="8227" y="1316"/>
                </a:moveTo>
                <a:lnTo>
                  <a:pt x="8128" y="1316"/>
                </a:lnTo>
                <a:lnTo>
                  <a:pt x="8128" y="1296"/>
                </a:lnTo>
                <a:lnTo>
                  <a:pt x="8227" y="1296"/>
                </a:lnTo>
                <a:lnTo>
                  <a:pt x="8227" y="1316"/>
                </a:lnTo>
                <a:moveTo>
                  <a:pt x="8068" y="1316"/>
                </a:moveTo>
                <a:lnTo>
                  <a:pt x="7969" y="1316"/>
                </a:lnTo>
                <a:lnTo>
                  <a:pt x="7969" y="1296"/>
                </a:lnTo>
                <a:lnTo>
                  <a:pt x="8068" y="1296"/>
                </a:lnTo>
                <a:lnTo>
                  <a:pt x="8068" y="1316"/>
                </a:lnTo>
                <a:moveTo>
                  <a:pt x="7909" y="1316"/>
                </a:moveTo>
                <a:lnTo>
                  <a:pt x="7810" y="1316"/>
                </a:lnTo>
                <a:lnTo>
                  <a:pt x="7810" y="1296"/>
                </a:lnTo>
                <a:lnTo>
                  <a:pt x="7909" y="1296"/>
                </a:lnTo>
                <a:lnTo>
                  <a:pt x="7909" y="1316"/>
                </a:lnTo>
                <a:moveTo>
                  <a:pt x="7750" y="1316"/>
                </a:moveTo>
                <a:lnTo>
                  <a:pt x="7650" y="1316"/>
                </a:lnTo>
                <a:lnTo>
                  <a:pt x="7650" y="1296"/>
                </a:lnTo>
                <a:lnTo>
                  <a:pt x="7750" y="1296"/>
                </a:lnTo>
                <a:lnTo>
                  <a:pt x="7750" y="1316"/>
                </a:lnTo>
                <a:moveTo>
                  <a:pt x="7591" y="1316"/>
                </a:moveTo>
                <a:lnTo>
                  <a:pt x="7491" y="1316"/>
                </a:lnTo>
                <a:lnTo>
                  <a:pt x="7491" y="1296"/>
                </a:lnTo>
                <a:lnTo>
                  <a:pt x="7591" y="1296"/>
                </a:lnTo>
                <a:lnTo>
                  <a:pt x="7591" y="1316"/>
                </a:lnTo>
                <a:moveTo>
                  <a:pt x="7432" y="1316"/>
                </a:moveTo>
                <a:lnTo>
                  <a:pt x="7332" y="1316"/>
                </a:lnTo>
                <a:lnTo>
                  <a:pt x="7332" y="1296"/>
                </a:lnTo>
                <a:lnTo>
                  <a:pt x="7432" y="1296"/>
                </a:lnTo>
                <a:lnTo>
                  <a:pt x="7432" y="1316"/>
                </a:lnTo>
                <a:moveTo>
                  <a:pt x="7272" y="1316"/>
                </a:moveTo>
                <a:lnTo>
                  <a:pt x="7173" y="1316"/>
                </a:lnTo>
                <a:lnTo>
                  <a:pt x="7173" y="1296"/>
                </a:lnTo>
                <a:lnTo>
                  <a:pt x="7272" y="1296"/>
                </a:lnTo>
                <a:lnTo>
                  <a:pt x="7272" y="1316"/>
                </a:lnTo>
                <a:moveTo>
                  <a:pt x="7113" y="1316"/>
                </a:moveTo>
                <a:lnTo>
                  <a:pt x="7014" y="1316"/>
                </a:lnTo>
                <a:lnTo>
                  <a:pt x="7014" y="1296"/>
                </a:lnTo>
                <a:lnTo>
                  <a:pt x="7113" y="1296"/>
                </a:lnTo>
                <a:lnTo>
                  <a:pt x="7113" y="1316"/>
                </a:lnTo>
                <a:moveTo>
                  <a:pt x="6954" y="1316"/>
                </a:moveTo>
                <a:lnTo>
                  <a:pt x="6855" y="1316"/>
                </a:lnTo>
                <a:lnTo>
                  <a:pt x="6855" y="1296"/>
                </a:lnTo>
                <a:lnTo>
                  <a:pt x="6954" y="1296"/>
                </a:lnTo>
                <a:lnTo>
                  <a:pt x="6954" y="1316"/>
                </a:lnTo>
                <a:moveTo>
                  <a:pt x="6795" y="1316"/>
                </a:moveTo>
                <a:lnTo>
                  <a:pt x="6695" y="1316"/>
                </a:lnTo>
                <a:lnTo>
                  <a:pt x="6695" y="1296"/>
                </a:lnTo>
                <a:lnTo>
                  <a:pt x="6795" y="1296"/>
                </a:lnTo>
                <a:lnTo>
                  <a:pt x="6795" y="1316"/>
                </a:lnTo>
                <a:moveTo>
                  <a:pt x="6636" y="1316"/>
                </a:moveTo>
                <a:lnTo>
                  <a:pt x="6536" y="1316"/>
                </a:lnTo>
                <a:lnTo>
                  <a:pt x="6536" y="1296"/>
                </a:lnTo>
                <a:lnTo>
                  <a:pt x="6636" y="1296"/>
                </a:lnTo>
                <a:lnTo>
                  <a:pt x="6636" y="1316"/>
                </a:lnTo>
                <a:moveTo>
                  <a:pt x="6477" y="1316"/>
                </a:moveTo>
                <a:lnTo>
                  <a:pt x="6377" y="1316"/>
                </a:lnTo>
                <a:lnTo>
                  <a:pt x="6377" y="1296"/>
                </a:lnTo>
                <a:lnTo>
                  <a:pt x="6477" y="1296"/>
                </a:lnTo>
                <a:lnTo>
                  <a:pt x="6477" y="1316"/>
                </a:lnTo>
                <a:moveTo>
                  <a:pt x="6317" y="1316"/>
                </a:moveTo>
                <a:lnTo>
                  <a:pt x="6218" y="1316"/>
                </a:lnTo>
                <a:lnTo>
                  <a:pt x="6218" y="1296"/>
                </a:lnTo>
                <a:lnTo>
                  <a:pt x="6317" y="1296"/>
                </a:lnTo>
                <a:lnTo>
                  <a:pt x="6317" y="1316"/>
                </a:lnTo>
                <a:moveTo>
                  <a:pt x="6158" y="1316"/>
                </a:moveTo>
                <a:lnTo>
                  <a:pt x="6059" y="1316"/>
                </a:lnTo>
                <a:lnTo>
                  <a:pt x="6059" y="1296"/>
                </a:lnTo>
                <a:lnTo>
                  <a:pt x="6158" y="1296"/>
                </a:lnTo>
                <a:lnTo>
                  <a:pt x="6158" y="1316"/>
                </a:lnTo>
                <a:moveTo>
                  <a:pt x="5999" y="1316"/>
                </a:moveTo>
                <a:lnTo>
                  <a:pt x="5900" y="1316"/>
                </a:lnTo>
                <a:lnTo>
                  <a:pt x="5900" y="1296"/>
                </a:lnTo>
                <a:lnTo>
                  <a:pt x="5999" y="1296"/>
                </a:lnTo>
                <a:lnTo>
                  <a:pt x="5999" y="1316"/>
                </a:lnTo>
                <a:moveTo>
                  <a:pt x="5840" y="1316"/>
                </a:moveTo>
                <a:lnTo>
                  <a:pt x="5740" y="1316"/>
                </a:lnTo>
                <a:lnTo>
                  <a:pt x="5740" y="1296"/>
                </a:lnTo>
                <a:lnTo>
                  <a:pt x="5840" y="1296"/>
                </a:lnTo>
                <a:lnTo>
                  <a:pt x="5840" y="1316"/>
                </a:lnTo>
                <a:moveTo>
                  <a:pt x="5681" y="1316"/>
                </a:moveTo>
                <a:lnTo>
                  <a:pt x="5581" y="1316"/>
                </a:lnTo>
                <a:lnTo>
                  <a:pt x="5581" y="1296"/>
                </a:lnTo>
                <a:lnTo>
                  <a:pt x="5681" y="1296"/>
                </a:lnTo>
                <a:lnTo>
                  <a:pt x="5681" y="1316"/>
                </a:lnTo>
                <a:moveTo>
                  <a:pt x="5522" y="1316"/>
                </a:moveTo>
                <a:lnTo>
                  <a:pt x="5422" y="1316"/>
                </a:lnTo>
                <a:lnTo>
                  <a:pt x="5422" y="1296"/>
                </a:lnTo>
                <a:lnTo>
                  <a:pt x="5522" y="1296"/>
                </a:lnTo>
                <a:lnTo>
                  <a:pt x="5522" y="1316"/>
                </a:lnTo>
                <a:moveTo>
                  <a:pt x="5362" y="1316"/>
                </a:moveTo>
                <a:lnTo>
                  <a:pt x="5263" y="1316"/>
                </a:lnTo>
                <a:lnTo>
                  <a:pt x="5263" y="1296"/>
                </a:lnTo>
                <a:lnTo>
                  <a:pt x="5362" y="1296"/>
                </a:lnTo>
                <a:lnTo>
                  <a:pt x="5362" y="1316"/>
                </a:lnTo>
                <a:moveTo>
                  <a:pt x="5203" y="1316"/>
                </a:moveTo>
                <a:lnTo>
                  <a:pt x="5104" y="1316"/>
                </a:lnTo>
                <a:lnTo>
                  <a:pt x="5104" y="1296"/>
                </a:lnTo>
                <a:lnTo>
                  <a:pt x="5203" y="1296"/>
                </a:lnTo>
                <a:lnTo>
                  <a:pt x="5203" y="1316"/>
                </a:lnTo>
                <a:moveTo>
                  <a:pt x="5044" y="1316"/>
                </a:moveTo>
                <a:lnTo>
                  <a:pt x="4945" y="1316"/>
                </a:lnTo>
                <a:lnTo>
                  <a:pt x="4945" y="1296"/>
                </a:lnTo>
                <a:lnTo>
                  <a:pt x="5044" y="1296"/>
                </a:lnTo>
                <a:lnTo>
                  <a:pt x="5044" y="1316"/>
                </a:lnTo>
                <a:moveTo>
                  <a:pt x="4885" y="1316"/>
                </a:moveTo>
                <a:lnTo>
                  <a:pt x="4785" y="1316"/>
                </a:lnTo>
                <a:lnTo>
                  <a:pt x="4785" y="1296"/>
                </a:lnTo>
                <a:lnTo>
                  <a:pt x="4885" y="1296"/>
                </a:lnTo>
                <a:lnTo>
                  <a:pt x="4885" y="1316"/>
                </a:lnTo>
                <a:moveTo>
                  <a:pt x="4726" y="1316"/>
                </a:moveTo>
                <a:lnTo>
                  <a:pt x="4626" y="1316"/>
                </a:lnTo>
                <a:lnTo>
                  <a:pt x="4626" y="1296"/>
                </a:lnTo>
                <a:lnTo>
                  <a:pt x="4726" y="1296"/>
                </a:lnTo>
                <a:lnTo>
                  <a:pt x="4726" y="1316"/>
                </a:lnTo>
                <a:moveTo>
                  <a:pt x="4567" y="1316"/>
                </a:moveTo>
                <a:lnTo>
                  <a:pt x="4467" y="1316"/>
                </a:lnTo>
                <a:lnTo>
                  <a:pt x="4467" y="1296"/>
                </a:lnTo>
                <a:lnTo>
                  <a:pt x="4567" y="1296"/>
                </a:lnTo>
                <a:lnTo>
                  <a:pt x="4567" y="1316"/>
                </a:lnTo>
                <a:moveTo>
                  <a:pt x="4407" y="1316"/>
                </a:moveTo>
                <a:lnTo>
                  <a:pt x="4308" y="1316"/>
                </a:lnTo>
                <a:lnTo>
                  <a:pt x="4308" y="1296"/>
                </a:lnTo>
                <a:lnTo>
                  <a:pt x="4407" y="1296"/>
                </a:lnTo>
                <a:lnTo>
                  <a:pt x="4407" y="1316"/>
                </a:lnTo>
                <a:moveTo>
                  <a:pt x="4248" y="1316"/>
                </a:moveTo>
                <a:lnTo>
                  <a:pt x="4149" y="1316"/>
                </a:lnTo>
                <a:lnTo>
                  <a:pt x="4149" y="1296"/>
                </a:lnTo>
                <a:lnTo>
                  <a:pt x="4248" y="1296"/>
                </a:lnTo>
                <a:lnTo>
                  <a:pt x="4248" y="1316"/>
                </a:lnTo>
                <a:moveTo>
                  <a:pt x="4089" y="1316"/>
                </a:moveTo>
                <a:lnTo>
                  <a:pt x="3990" y="1316"/>
                </a:lnTo>
                <a:lnTo>
                  <a:pt x="3990" y="1296"/>
                </a:lnTo>
                <a:lnTo>
                  <a:pt x="4089" y="1296"/>
                </a:lnTo>
                <a:lnTo>
                  <a:pt x="4089" y="1316"/>
                </a:lnTo>
                <a:moveTo>
                  <a:pt x="3930" y="1316"/>
                </a:moveTo>
                <a:lnTo>
                  <a:pt x="3831" y="1316"/>
                </a:lnTo>
                <a:lnTo>
                  <a:pt x="3831" y="1296"/>
                </a:lnTo>
                <a:lnTo>
                  <a:pt x="3930" y="1296"/>
                </a:lnTo>
                <a:lnTo>
                  <a:pt x="3930" y="1316"/>
                </a:lnTo>
                <a:moveTo>
                  <a:pt x="3771" y="1316"/>
                </a:moveTo>
                <a:lnTo>
                  <a:pt x="3671" y="1316"/>
                </a:lnTo>
                <a:lnTo>
                  <a:pt x="3671" y="1296"/>
                </a:lnTo>
                <a:lnTo>
                  <a:pt x="3771" y="1296"/>
                </a:lnTo>
                <a:lnTo>
                  <a:pt x="3771" y="1316"/>
                </a:lnTo>
                <a:moveTo>
                  <a:pt x="3612" y="1316"/>
                </a:moveTo>
                <a:lnTo>
                  <a:pt x="3512" y="1316"/>
                </a:lnTo>
                <a:lnTo>
                  <a:pt x="3512" y="1296"/>
                </a:lnTo>
                <a:lnTo>
                  <a:pt x="3612" y="1296"/>
                </a:lnTo>
                <a:lnTo>
                  <a:pt x="3612" y="1316"/>
                </a:lnTo>
                <a:moveTo>
                  <a:pt x="3453" y="1316"/>
                </a:moveTo>
                <a:lnTo>
                  <a:pt x="3353" y="1316"/>
                </a:lnTo>
                <a:lnTo>
                  <a:pt x="3353" y="1296"/>
                </a:lnTo>
                <a:lnTo>
                  <a:pt x="3453" y="1296"/>
                </a:lnTo>
                <a:lnTo>
                  <a:pt x="3453" y="1316"/>
                </a:lnTo>
                <a:moveTo>
                  <a:pt x="3293" y="1316"/>
                </a:moveTo>
                <a:lnTo>
                  <a:pt x="3194" y="1316"/>
                </a:lnTo>
                <a:lnTo>
                  <a:pt x="3194" y="1296"/>
                </a:lnTo>
                <a:lnTo>
                  <a:pt x="3293" y="1296"/>
                </a:lnTo>
                <a:lnTo>
                  <a:pt x="3293" y="1316"/>
                </a:lnTo>
                <a:moveTo>
                  <a:pt x="3134" y="1316"/>
                </a:moveTo>
                <a:lnTo>
                  <a:pt x="3035" y="1316"/>
                </a:lnTo>
                <a:lnTo>
                  <a:pt x="3035" y="1296"/>
                </a:lnTo>
                <a:lnTo>
                  <a:pt x="3134" y="1296"/>
                </a:lnTo>
                <a:lnTo>
                  <a:pt x="3134" y="1316"/>
                </a:lnTo>
                <a:moveTo>
                  <a:pt x="2975" y="1316"/>
                </a:moveTo>
                <a:lnTo>
                  <a:pt x="2876" y="1316"/>
                </a:lnTo>
                <a:lnTo>
                  <a:pt x="2876" y="1296"/>
                </a:lnTo>
                <a:lnTo>
                  <a:pt x="2975" y="1296"/>
                </a:lnTo>
                <a:lnTo>
                  <a:pt x="2975" y="1316"/>
                </a:lnTo>
                <a:moveTo>
                  <a:pt x="2816" y="1316"/>
                </a:moveTo>
                <a:lnTo>
                  <a:pt x="2716" y="1316"/>
                </a:lnTo>
                <a:lnTo>
                  <a:pt x="2716" y="1296"/>
                </a:lnTo>
                <a:lnTo>
                  <a:pt x="2816" y="1296"/>
                </a:lnTo>
                <a:lnTo>
                  <a:pt x="2816" y="1316"/>
                </a:lnTo>
                <a:moveTo>
                  <a:pt x="2657" y="1316"/>
                </a:moveTo>
                <a:lnTo>
                  <a:pt x="2557" y="1316"/>
                </a:lnTo>
                <a:lnTo>
                  <a:pt x="2557" y="1296"/>
                </a:lnTo>
                <a:lnTo>
                  <a:pt x="2657" y="1296"/>
                </a:lnTo>
                <a:lnTo>
                  <a:pt x="2657" y="1316"/>
                </a:lnTo>
                <a:moveTo>
                  <a:pt x="2498" y="1316"/>
                </a:moveTo>
                <a:lnTo>
                  <a:pt x="2398" y="1316"/>
                </a:lnTo>
                <a:lnTo>
                  <a:pt x="2398" y="1296"/>
                </a:lnTo>
                <a:lnTo>
                  <a:pt x="2498" y="1296"/>
                </a:lnTo>
                <a:lnTo>
                  <a:pt x="2498" y="1316"/>
                </a:lnTo>
                <a:moveTo>
                  <a:pt x="2338" y="1316"/>
                </a:moveTo>
                <a:lnTo>
                  <a:pt x="2239" y="1316"/>
                </a:lnTo>
                <a:lnTo>
                  <a:pt x="2239" y="1296"/>
                </a:lnTo>
                <a:lnTo>
                  <a:pt x="2338" y="1296"/>
                </a:lnTo>
                <a:lnTo>
                  <a:pt x="2338" y="1316"/>
                </a:lnTo>
                <a:moveTo>
                  <a:pt x="2178" y="1316"/>
                </a:moveTo>
                <a:lnTo>
                  <a:pt x="2079" y="1316"/>
                </a:lnTo>
                <a:lnTo>
                  <a:pt x="2079" y="1296"/>
                </a:lnTo>
                <a:lnTo>
                  <a:pt x="2178" y="1296"/>
                </a:lnTo>
                <a:lnTo>
                  <a:pt x="2178" y="1316"/>
                </a:lnTo>
                <a:moveTo>
                  <a:pt x="2019" y="1316"/>
                </a:moveTo>
                <a:lnTo>
                  <a:pt x="1920" y="1316"/>
                </a:lnTo>
                <a:lnTo>
                  <a:pt x="1920" y="1296"/>
                </a:lnTo>
                <a:lnTo>
                  <a:pt x="2019" y="1296"/>
                </a:lnTo>
                <a:lnTo>
                  <a:pt x="2019" y="1316"/>
                </a:lnTo>
                <a:moveTo>
                  <a:pt x="1860" y="1316"/>
                </a:moveTo>
                <a:lnTo>
                  <a:pt x="1760" y="1316"/>
                </a:lnTo>
                <a:lnTo>
                  <a:pt x="1760" y="1296"/>
                </a:lnTo>
                <a:lnTo>
                  <a:pt x="1860" y="1296"/>
                </a:lnTo>
                <a:lnTo>
                  <a:pt x="1860" y="1316"/>
                </a:lnTo>
                <a:moveTo>
                  <a:pt x="1701" y="1316"/>
                </a:moveTo>
                <a:lnTo>
                  <a:pt x="1601" y="1316"/>
                </a:lnTo>
                <a:lnTo>
                  <a:pt x="1601" y="1296"/>
                </a:lnTo>
                <a:lnTo>
                  <a:pt x="1701" y="1296"/>
                </a:lnTo>
                <a:lnTo>
                  <a:pt x="1701" y="1316"/>
                </a:lnTo>
                <a:moveTo>
                  <a:pt x="1542" y="1316"/>
                </a:moveTo>
                <a:lnTo>
                  <a:pt x="1442" y="1316"/>
                </a:lnTo>
                <a:lnTo>
                  <a:pt x="1442" y="1296"/>
                </a:lnTo>
                <a:lnTo>
                  <a:pt x="1542" y="1296"/>
                </a:lnTo>
                <a:lnTo>
                  <a:pt x="1542" y="1316"/>
                </a:lnTo>
                <a:moveTo>
                  <a:pt x="1382" y="1316"/>
                </a:moveTo>
                <a:lnTo>
                  <a:pt x="1283" y="1316"/>
                </a:lnTo>
                <a:lnTo>
                  <a:pt x="1283" y="1296"/>
                </a:lnTo>
                <a:lnTo>
                  <a:pt x="1382" y="1296"/>
                </a:lnTo>
                <a:lnTo>
                  <a:pt x="1382" y="1316"/>
                </a:lnTo>
                <a:moveTo>
                  <a:pt x="1223" y="1316"/>
                </a:moveTo>
                <a:lnTo>
                  <a:pt x="1124" y="1316"/>
                </a:lnTo>
                <a:lnTo>
                  <a:pt x="1124" y="1296"/>
                </a:lnTo>
                <a:lnTo>
                  <a:pt x="1223" y="1296"/>
                </a:lnTo>
                <a:lnTo>
                  <a:pt x="1223" y="1316"/>
                </a:lnTo>
                <a:moveTo>
                  <a:pt x="1064" y="1316"/>
                </a:moveTo>
                <a:lnTo>
                  <a:pt x="965" y="1316"/>
                </a:lnTo>
                <a:lnTo>
                  <a:pt x="965" y="1296"/>
                </a:lnTo>
                <a:lnTo>
                  <a:pt x="1064" y="1296"/>
                </a:lnTo>
                <a:lnTo>
                  <a:pt x="1064" y="1316"/>
                </a:lnTo>
                <a:moveTo>
                  <a:pt x="905" y="1316"/>
                </a:moveTo>
                <a:lnTo>
                  <a:pt x="806" y="1316"/>
                </a:lnTo>
                <a:lnTo>
                  <a:pt x="806" y="1296"/>
                </a:lnTo>
                <a:lnTo>
                  <a:pt x="905" y="1296"/>
                </a:lnTo>
                <a:lnTo>
                  <a:pt x="905" y="1316"/>
                </a:lnTo>
                <a:moveTo>
                  <a:pt x="746" y="1316"/>
                </a:moveTo>
                <a:lnTo>
                  <a:pt x="646" y="1316"/>
                </a:lnTo>
                <a:lnTo>
                  <a:pt x="646" y="1296"/>
                </a:lnTo>
                <a:lnTo>
                  <a:pt x="746" y="1296"/>
                </a:lnTo>
                <a:lnTo>
                  <a:pt x="746" y="1316"/>
                </a:lnTo>
                <a:moveTo>
                  <a:pt x="587" y="1316"/>
                </a:moveTo>
                <a:lnTo>
                  <a:pt x="487" y="1316"/>
                </a:lnTo>
                <a:lnTo>
                  <a:pt x="487" y="1296"/>
                </a:lnTo>
                <a:lnTo>
                  <a:pt x="587" y="1296"/>
                </a:lnTo>
                <a:lnTo>
                  <a:pt x="587" y="1316"/>
                </a:lnTo>
                <a:moveTo>
                  <a:pt x="428" y="1316"/>
                </a:moveTo>
                <a:lnTo>
                  <a:pt x="328" y="1316"/>
                </a:lnTo>
                <a:lnTo>
                  <a:pt x="328" y="1296"/>
                </a:lnTo>
                <a:lnTo>
                  <a:pt x="428" y="1296"/>
                </a:lnTo>
                <a:lnTo>
                  <a:pt x="428" y="1316"/>
                </a:lnTo>
                <a:moveTo>
                  <a:pt x="268" y="1316"/>
                </a:moveTo>
                <a:lnTo>
                  <a:pt x="169" y="1316"/>
                </a:lnTo>
                <a:lnTo>
                  <a:pt x="169" y="1296"/>
                </a:lnTo>
                <a:lnTo>
                  <a:pt x="268" y="1296"/>
                </a:lnTo>
                <a:lnTo>
                  <a:pt x="268" y="1316"/>
                </a:lnTo>
                <a:moveTo>
                  <a:pt x="109" y="1316"/>
                </a:moveTo>
                <a:lnTo>
                  <a:pt x="10" y="1316"/>
                </a:lnTo>
                <a:lnTo>
                  <a:pt x="10" y="1296"/>
                </a:lnTo>
                <a:lnTo>
                  <a:pt x="109" y="1296"/>
                </a:lnTo>
                <a:lnTo>
                  <a:pt x="109" y="1316"/>
                </a:lnTo>
                <a:moveTo>
                  <a:pt x="0" y="1246"/>
                </a:moveTo>
                <a:lnTo>
                  <a:pt x="0" y="1145"/>
                </a:lnTo>
                <a:lnTo>
                  <a:pt x="20" y="1145"/>
                </a:lnTo>
                <a:lnTo>
                  <a:pt x="20" y="1246"/>
                </a:lnTo>
                <a:lnTo>
                  <a:pt x="0" y="1246"/>
                </a:lnTo>
                <a:moveTo>
                  <a:pt x="0" y="1086"/>
                </a:moveTo>
                <a:lnTo>
                  <a:pt x="0" y="986"/>
                </a:lnTo>
                <a:lnTo>
                  <a:pt x="20" y="986"/>
                </a:lnTo>
                <a:lnTo>
                  <a:pt x="20" y="1086"/>
                </a:lnTo>
                <a:lnTo>
                  <a:pt x="0" y="1086"/>
                </a:lnTo>
                <a:moveTo>
                  <a:pt x="0" y="926"/>
                </a:moveTo>
                <a:lnTo>
                  <a:pt x="0" y="827"/>
                </a:lnTo>
                <a:lnTo>
                  <a:pt x="20" y="827"/>
                </a:lnTo>
                <a:lnTo>
                  <a:pt x="20" y="926"/>
                </a:lnTo>
                <a:lnTo>
                  <a:pt x="0" y="926"/>
                </a:lnTo>
                <a:moveTo>
                  <a:pt x="0" y="767"/>
                </a:moveTo>
                <a:lnTo>
                  <a:pt x="0" y="667"/>
                </a:lnTo>
                <a:lnTo>
                  <a:pt x="20" y="667"/>
                </a:lnTo>
                <a:lnTo>
                  <a:pt x="20" y="767"/>
                </a:lnTo>
                <a:lnTo>
                  <a:pt x="0" y="767"/>
                </a:lnTo>
                <a:moveTo>
                  <a:pt x="0" y="608"/>
                </a:moveTo>
                <a:lnTo>
                  <a:pt x="0" y="508"/>
                </a:lnTo>
                <a:lnTo>
                  <a:pt x="20" y="508"/>
                </a:lnTo>
                <a:lnTo>
                  <a:pt x="20" y="608"/>
                </a:lnTo>
                <a:lnTo>
                  <a:pt x="0" y="608"/>
                </a:lnTo>
                <a:moveTo>
                  <a:pt x="0" y="448"/>
                </a:moveTo>
                <a:lnTo>
                  <a:pt x="0" y="349"/>
                </a:lnTo>
                <a:lnTo>
                  <a:pt x="20" y="349"/>
                </a:lnTo>
                <a:lnTo>
                  <a:pt x="20" y="448"/>
                </a:lnTo>
                <a:lnTo>
                  <a:pt x="0" y="448"/>
                </a:lnTo>
                <a:moveTo>
                  <a:pt x="0" y="289"/>
                </a:moveTo>
                <a:lnTo>
                  <a:pt x="0" y="189"/>
                </a:lnTo>
                <a:lnTo>
                  <a:pt x="20" y="189"/>
                </a:lnTo>
                <a:lnTo>
                  <a:pt x="20" y="289"/>
                </a:lnTo>
                <a:lnTo>
                  <a:pt x="0" y="289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09" y="0"/>
                </a:lnTo>
                <a:lnTo>
                  <a:pt x="109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5311800" y="317376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5311800" y="319860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1358280" y="185364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1358280" y="3165480"/>
            <a:ext cx="12596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1358280" y="3281400"/>
            <a:ext cx="1830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4158720" y="384048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4158720" y="386532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1358280" y="341640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1358280" y="3832200"/>
            <a:ext cx="1344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1358280" y="3948120"/>
            <a:ext cx="24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1716120" y="2915640"/>
            <a:ext cx="0" cy="20052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1358280" y="4083120"/>
            <a:ext cx="182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1086120" y="4313880"/>
            <a:ext cx="6372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1086120" y="4449960"/>
            <a:ext cx="4870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2714760" y="471888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8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457200" y="474840"/>
            <a:ext cx="8640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1 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197856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9" y="137"/>
                </a:lnTo>
                <a:cubicBezTo>
                  <a:pt x="60" y="137"/>
                  <a:pt x="51" y="135"/>
                  <a:pt x="43" y="131"/>
                </a:cubicBezTo>
                <a:cubicBezTo>
                  <a:pt x="35" y="128"/>
                  <a:pt x="28" y="123"/>
                  <a:pt x="21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1" y="20"/>
                </a:cubicBezTo>
                <a:cubicBezTo>
                  <a:pt x="28" y="14"/>
                  <a:pt x="35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204372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4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4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669240" y="770400"/>
            <a:ext cx="664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75060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615960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750600" y="121680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230436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2304360" y="1216800"/>
            <a:ext cx="3524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108576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105120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3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5736600" y="18180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5736600" y="18464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2304360" y="1370160"/>
            <a:ext cx="2597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978480" y="1809000"/>
            <a:ext cx="1439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 txBox="1"/>
          <p:nvPr/>
        </p:nvSpPr>
        <p:spPr>
          <a:xfrm>
            <a:off x="978480" y="1940040"/>
            <a:ext cx="4402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978480" y="2093400"/>
            <a:ext cx="1017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97848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896760" y="2784960"/>
            <a:ext cx="5792040" cy="528840"/>
          </a:xfrm>
          <a:custGeom>
            <a:avLst/>
            <a:gdLst/>
            <a:ahLst/>
            <a:rect l="0" t="0" r="r" b="b"/>
            <a:pathLst>
              <a:path w="16089" h="1469">
                <a:moveTo>
                  <a:pt x="0" y="0"/>
                </a:moveTo>
                <a:lnTo>
                  <a:pt x="16089" y="0"/>
                </a:lnTo>
                <a:lnTo>
                  <a:pt x="16089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/>
          <p:nvPr/>
        </p:nvSpPr>
        <p:spPr>
          <a:xfrm>
            <a:off x="892800" y="2781000"/>
            <a:ext cx="5799960" cy="536760"/>
          </a:xfrm>
          <a:custGeom>
            <a:avLst/>
            <a:gdLst/>
            <a:ahLst/>
            <a:rect l="0" t="0" r="r" b="b"/>
            <a:pathLst>
              <a:path w="16111" h="1491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3"/>
                </a:lnTo>
                <a:lnTo>
                  <a:pt x="2542" y="23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3"/>
                </a:lnTo>
                <a:lnTo>
                  <a:pt x="2723" y="23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3"/>
                </a:lnTo>
                <a:lnTo>
                  <a:pt x="2903" y="23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3"/>
                </a:lnTo>
                <a:lnTo>
                  <a:pt x="3084" y="23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3"/>
                </a:lnTo>
                <a:lnTo>
                  <a:pt x="3265" y="23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3"/>
                </a:lnTo>
                <a:lnTo>
                  <a:pt x="3446" y="23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3"/>
                </a:lnTo>
                <a:lnTo>
                  <a:pt x="3626" y="23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3"/>
                </a:lnTo>
                <a:lnTo>
                  <a:pt x="3807" y="23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3"/>
                </a:lnTo>
                <a:lnTo>
                  <a:pt x="3988" y="23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3"/>
                </a:lnTo>
                <a:lnTo>
                  <a:pt x="4169" y="23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3"/>
                </a:lnTo>
                <a:lnTo>
                  <a:pt x="4349" y="23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3"/>
                </a:lnTo>
                <a:lnTo>
                  <a:pt x="4530" y="23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3"/>
                </a:lnTo>
                <a:lnTo>
                  <a:pt x="4711" y="23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3"/>
                </a:lnTo>
                <a:lnTo>
                  <a:pt x="4892" y="23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3"/>
                </a:lnTo>
                <a:lnTo>
                  <a:pt x="5073" y="23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3"/>
                </a:lnTo>
                <a:lnTo>
                  <a:pt x="5253" y="23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3"/>
                </a:lnTo>
                <a:lnTo>
                  <a:pt x="5434" y="23"/>
                </a:lnTo>
                <a:lnTo>
                  <a:pt x="5434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3"/>
                </a:lnTo>
                <a:lnTo>
                  <a:pt x="10316" y="23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3"/>
                </a:lnTo>
                <a:lnTo>
                  <a:pt x="10496" y="23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3"/>
                </a:lnTo>
                <a:lnTo>
                  <a:pt x="10677" y="23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3"/>
                </a:lnTo>
                <a:lnTo>
                  <a:pt x="10858" y="23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3"/>
                </a:lnTo>
                <a:lnTo>
                  <a:pt x="11039" y="23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3"/>
                </a:lnTo>
                <a:lnTo>
                  <a:pt x="11219" y="23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3"/>
                </a:lnTo>
                <a:lnTo>
                  <a:pt x="11400" y="23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3"/>
                </a:lnTo>
                <a:lnTo>
                  <a:pt x="11581" y="23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3"/>
                </a:lnTo>
                <a:lnTo>
                  <a:pt x="11762" y="23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3"/>
                </a:lnTo>
                <a:lnTo>
                  <a:pt x="11942" y="23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3"/>
                </a:lnTo>
                <a:lnTo>
                  <a:pt x="12123" y="23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3"/>
                </a:lnTo>
                <a:lnTo>
                  <a:pt x="12304" y="23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3"/>
                </a:lnTo>
                <a:lnTo>
                  <a:pt x="12485" y="23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3"/>
                </a:lnTo>
                <a:lnTo>
                  <a:pt x="12666" y="23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3"/>
                </a:lnTo>
                <a:lnTo>
                  <a:pt x="12846" y="23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3"/>
                </a:lnTo>
                <a:lnTo>
                  <a:pt x="13027" y="23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8" y="23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3"/>
                </a:lnTo>
                <a:lnTo>
                  <a:pt x="13389" y="23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3"/>
                </a:lnTo>
                <a:lnTo>
                  <a:pt x="13569" y="23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3"/>
                </a:lnTo>
                <a:lnTo>
                  <a:pt x="13750" y="23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3"/>
                </a:lnTo>
                <a:lnTo>
                  <a:pt x="13931" y="23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3"/>
                </a:lnTo>
                <a:lnTo>
                  <a:pt x="14112" y="23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3"/>
                </a:lnTo>
                <a:lnTo>
                  <a:pt x="14292" y="23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3"/>
                </a:lnTo>
                <a:lnTo>
                  <a:pt x="14473" y="23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3"/>
                </a:lnTo>
                <a:lnTo>
                  <a:pt x="14654" y="23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3"/>
                </a:lnTo>
                <a:lnTo>
                  <a:pt x="14835" y="23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3"/>
                </a:lnTo>
                <a:lnTo>
                  <a:pt x="15015" y="23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3"/>
                </a:lnTo>
                <a:lnTo>
                  <a:pt x="15196" y="23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3"/>
                </a:lnTo>
                <a:lnTo>
                  <a:pt x="15377" y="23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3"/>
                </a:lnTo>
                <a:lnTo>
                  <a:pt x="15558" y="23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3"/>
                </a:lnTo>
                <a:lnTo>
                  <a:pt x="15738" y="23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3"/>
                </a:lnTo>
                <a:lnTo>
                  <a:pt x="15919" y="23"/>
                </a:lnTo>
                <a:lnTo>
                  <a:pt x="15919" y="0"/>
                </a:lnTo>
                <a:moveTo>
                  <a:pt x="16111" y="11"/>
                </a:moveTo>
                <a:lnTo>
                  <a:pt x="16111" y="124"/>
                </a:lnTo>
                <a:lnTo>
                  <a:pt x="16089" y="124"/>
                </a:lnTo>
                <a:lnTo>
                  <a:pt x="16089" y="11"/>
                </a:lnTo>
                <a:lnTo>
                  <a:pt x="16111" y="11"/>
                </a:lnTo>
                <a:moveTo>
                  <a:pt x="16111" y="192"/>
                </a:moveTo>
                <a:lnTo>
                  <a:pt x="16111" y="305"/>
                </a:lnTo>
                <a:lnTo>
                  <a:pt x="16089" y="305"/>
                </a:lnTo>
                <a:lnTo>
                  <a:pt x="16089" y="192"/>
                </a:lnTo>
                <a:lnTo>
                  <a:pt x="16111" y="192"/>
                </a:lnTo>
                <a:moveTo>
                  <a:pt x="16111" y="372"/>
                </a:moveTo>
                <a:lnTo>
                  <a:pt x="16111" y="486"/>
                </a:lnTo>
                <a:lnTo>
                  <a:pt x="16089" y="486"/>
                </a:lnTo>
                <a:lnTo>
                  <a:pt x="16089" y="372"/>
                </a:lnTo>
                <a:lnTo>
                  <a:pt x="16111" y="372"/>
                </a:lnTo>
                <a:moveTo>
                  <a:pt x="16111" y="554"/>
                </a:moveTo>
                <a:lnTo>
                  <a:pt x="16111" y="667"/>
                </a:lnTo>
                <a:lnTo>
                  <a:pt x="16089" y="667"/>
                </a:lnTo>
                <a:lnTo>
                  <a:pt x="16089" y="554"/>
                </a:lnTo>
                <a:lnTo>
                  <a:pt x="16111" y="554"/>
                </a:lnTo>
                <a:moveTo>
                  <a:pt x="16111" y="735"/>
                </a:moveTo>
                <a:lnTo>
                  <a:pt x="16111" y="847"/>
                </a:lnTo>
                <a:lnTo>
                  <a:pt x="16089" y="847"/>
                </a:lnTo>
                <a:lnTo>
                  <a:pt x="16089" y="735"/>
                </a:lnTo>
                <a:lnTo>
                  <a:pt x="16111" y="735"/>
                </a:lnTo>
                <a:moveTo>
                  <a:pt x="16111" y="915"/>
                </a:moveTo>
                <a:lnTo>
                  <a:pt x="16111" y="1028"/>
                </a:lnTo>
                <a:lnTo>
                  <a:pt x="16089" y="1028"/>
                </a:lnTo>
                <a:lnTo>
                  <a:pt x="16089" y="915"/>
                </a:lnTo>
                <a:lnTo>
                  <a:pt x="16111" y="915"/>
                </a:lnTo>
                <a:moveTo>
                  <a:pt x="16111" y="1096"/>
                </a:moveTo>
                <a:lnTo>
                  <a:pt x="16111" y="1209"/>
                </a:lnTo>
                <a:lnTo>
                  <a:pt x="16089" y="1209"/>
                </a:lnTo>
                <a:lnTo>
                  <a:pt x="16089" y="1096"/>
                </a:lnTo>
                <a:lnTo>
                  <a:pt x="16111" y="1096"/>
                </a:lnTo>
                <a:moveTo>
                  <a:pt x="16111" y="1276"/>
                </a:moveTo>
                <a:lnTo>
                  <a:pt x="16111" y="1389"/>
                </a:lnTo>
                <a:lnTo>
                  <a:pt x="16089" y="1389"/>
                </a:lnTo>
                <a:lnTo>
                  <a:pt x="16089" y="1276"/>
                </a:lnTo>
                <a:lnTo>
                  <a:pt x="16111" y="1276"/>
                </a:lnTo>
                <a:moveTo>
                  <a:pt x="16111" y="1457"/>
                </a:moveTo>
                <a:lnTo>
                  <a:pt x="16111" y="1491"/>
                </a:lnTo>
                <a:lnTo>
                  <a:pt x="16010" y="1491"/>
                </a:lnTo>
                <a:lnTo>
                  <a:pt x="16010" y="1468"/>
                </a:lnTo>
                <a:lnTo>
                  <a:pt x="16100" y="1468"/>
                </a:lnTo>
                <a:lnTo>
                  <a:pt x="16100" y="1480"/>
                </a:lnTo>
                <a:lnTo>
                  <a:pt x="16089" y="1480"/>
                </a:lnTo>
                <a:lnTo>
                  <a:pt x="16089" y="1457"/>
                </a:lnTo>
                <a:lnTo>
                  <a:pt x="16111" y="1457"/>
                </a:lnTo>
                <a:moveTo>
                  <a:pt x="15942" y="1491"/>
                </a:moveTo>
                <a:lnTo>
                  <a:pt x="15829" y="1491"/>
                </a:lnTo>
                <a:lnTo>
                  <a:pt x="15829" y="1468"/>
                </a:lnTo>
                <a:lnTo>
                  <a:pt x="15942" y="1468"/>
                </a:lnTo>
                <a:lnTo>
                  <a:pt x="15942" y="1491"/>
                </a:lnTo>
                <a:moveTo>
                  <a:pt x="15761" y="1491"/>
                </a:moveTo>
                <a:lnTo>
                  <a:pt x="15648" y="1491"/>
                </a:lnTo>
                <a:lnTo>
                  <a:pt x="15648" y="1468"/>
                </a:lnTo>
                <a:lnTo>
                  <a:pt x="15761" y="1468"/>
                </a:lnTo>
                <a:lnTo>
                  <a:pt x="15761" y="1491"/>
                </a:lnTo>
                <a:moveTo>
                  <a:pt x="15580" y="1491"/>
                </a:moveTo>
                <a:lnTo>
                  <a:pt x="15467" y="1491"/>
                </a:lnTo>
                <a:lnTo>
                  <a:pt x="15467" y="1468"/>
                </a:lnTo>
                <a:lnTo>
                  <a:pt x="15580" y="1468"/>
                </a:lnTo>
                <a:lnTo>
                  <a:pt x="15580" y="1491"/>
                </a:lnTo>
                <a:moveTo>
                  <a:pt x="15400" y="1491"/>
                </a:moveTo>
                <a:lnTo>
                  <a:pt x="15287" y="1491"/>
                </a:lnTo>
                <a:lnTo>
                  <a:pt x="15287" y="1468"/>
                </a:lnTo>
                <a:lnTo>
                  <a:pt x="15400" y="1468"/>
                </a:lnTo>
                <a:lnTo>
                  <a:pt x="15400" y="1491"/>
                </a:lnTo>
                <a:moveTo>
                  <a:pt x="15219" y="1491"/>
                </a:moveTo>
                <a:lnTo>
                  <a:pt x="15106" y="1491"/>
                </a:lnTo>
                <a:lnTo>
                  <a:pt x="15106" y="1468"/>
                </a:lnTo>
                <a:lnTo>
                  <a:pt x="15219" y="1468"/>
                </a:lnTo>
                <a:lnTo>
                  <a:pt x="15219" y="1491"/>
                </a:lnTo>
                <a:moveTo>
                  <a:pt x="15038" y="1491"/>
                </a:moveTo>
                <a:lnTo>
                  <a:pt x="14925" y="1491"/>
                </a:lnTo>
                <a:lnTo>
                  <a:pt x="14925" y="1468"/>
                </a:lnTo>
                <a:lnTo>
                  <a:pt x="15038" y="1468"/>
                </a:lnTo>
                <a:lnTo>
                  <a:pt x="15038" y="1491"/>
                </a:lnTo>
                <a:moveTo>
                  <a:pt x="14857" y="1491"/>
                </a:moveTo>
                <a:lnTo>
                  <a:pt x="14744" y="1491"/>
                </a:lnTo>
                <a:lnTo>
                  <a:pt x="14744" y="1468"/>
                </a:lnTo>
                <a:lnTo>
                  <a:pt x="14857" y="1468"/>
                </a:lnTo>
                <a:lnTo>
                  <a:pt x="14857" y="1491"/>
                </a:lnTo>
                <a:moveTo>
                  <a:pt x="14677" y="1491"/>
                </a:moveTo>
                <a:lnTo>
                  <a:pt x="14564" y="1491"/>
                </a:lnTo>
                <a:lnTo>
                  <a:pt x="14564" y="1468"/>
                </a:lnTo>
                <a:lnTo>
                  <a:pt x="14677" y="1468"/>
                </a:lnTo>
                <a:lnTo>
                  <a:pt x="14677" y="1491"/>
                </a:lnTo>
                <a:moveTo>
                  <a:pt x="14496" y="1491"/>
                </a:moveTo>
                <a:lnTo>
                  <a:pt x="14383" y="1491"/>
                </a:lnTo>
                <a:lnTo>
                  <a:pt x="14383" y="1468"/>
                </a:lnTo>
                <a:lnTo>
                  <a:pt x="14496" y="1468"/>
                </a:lnTo>
                <a:lnTo>
                  <a:pt x="14496" y="1491"/>
                </a:lnTo>
                <a:moveTo>
                  <a:pt x="14315" y="1491"/>
                </a:moveTo>
                <a:lnTo>
                  <a:pt x="14202" y="1491"/>
                </a:lnTo>
                <a:lnTo>
                  <a:pt x="14202" y="1468"/>
                </a:lnTo>
                <a:lnTo>
                  <a:pt x="14315" y="1468"/>
                </a:lnTo>
                <a:lnTo>
                  <a:pt x="14315" y="1491"/>
                </a:lnTo>
                <a:moveTo>
                  <a:pt x="14134" y="1491"/>
                </a:moveTo>
                <a:lnTo>
                  <a:pt x="14021" y="1491"/>
                </a:lnTo>
                <a:lnTo>
                  <a:pt x="14021" y="1468"/>
                </a:lnTo>
                <a:lnTo>
                  <a:pt x="14134" y="1468"/>
                </a:lnTo>
                <a:lnTo>
                  <a:pt x="14134" y="1491"/>
                </a:lnTo>
                <a:moveTo>
                  <a:pt x="13953" y="1491"/>
                </a:moveTo>
                <a:lnTo>
                  <a:pt x="13840" y="1491"/>
                </a:lnTo>
                <a:lnTo>
                  <a:pt x="13840" y="1468"/>
                </a:lnTo>
                <a:lnTo>
                  <a:pt x="13953" y="1468"/>
                </a:lnTo>
                <a:lnTo>
                  <a:pt x="13953" y="1491"/>
                </a:lnTo>
                <a:moveTo>
                  <a:pt x="13773" y="1491"/>
                </a:moveTo>
                <a:lnTo>
                  <a:pt x="13660" y="1491"/>
                </a:lnTo>
                <a:lnTo>
                  <a:pt x="13660" y="1468"/>
                </a:lnTo>
                <a:lnTo>
                  <a:pt x="13773" y="1468"/>
                </a:lnTo>
                <a:lnTo>
                  <a:pt x="13773" y="1491"/>
                </a:lnTo>
                <a:moveTo>
                  <a:pt x="13592" y="1491"/>
                </a:moveTo>
                <a:lnTo>
                  <a:pt x="13479" y="1491"/>
                </a:lnTo>
                <a:lnTo>
                  <a:pt x="13479" y="1468"/>
                </a:lnTo>
                <a:lnTo>
                  <a:pt x="13592" y="1468"/>
                </a:lnTo>
                <a:lnTo>
                  <a:pt x="13592" y="1491"/>
                </a:lnTo>
                <a:moveTo>
                  <a:pt x="13411" y="1491"/>
                </a:moveTo>
                <a:lnTo>
                  <a:pt x="13298" y="1491"/>
                </a:lnTo>
                <a:lnTo>
                  <a:pt x="13298" y="1468"/>
                </a:lnTo>
                <a:lnTo>
                  <a:pt x="13411" y="1468"/>
                </a:lnTo>
                <a:lnTo>
                  <a:pt x="13411" y="1491"/>
                </a:lnTo>
                <a:moveTo>
                  <a:pt x="13230" y="1491"/>
                </a:moveTo>
                <a:lnTo>
                  <a:pt x="13117" y="1491"/>
                </a:lnTo>
                <a:lnTo>
                  <a:pt x="13117" y="1468"/>
                </a:lnTo>
                <a:lnTo>
                  <a:pt x="13230" y="1468"/>
                </a:lnTo>
                <a:lnTo>
                  <a:pt x="13230" y="1491"/>
                </a:lnTo>
                <a:moveTo>
                  <a:pt x="13050" y="1491"/>
                </a:moveTo>
                <a:lnTo>
                  <a:pt x="12937" y="1491"/>
                </a:lnTo>
                <a:lnTo>
                  <a:pt x="12937" y="1468"/>
                </a:lnTo>
                <a:lnTo>
                  <a:pt x="13050" y="1468"/>
                </a:lnTo>
                <a:lnTo>
                  <a:pt x="13050" y="1491"/>
                </a:lnTo>
                <a:moveTo>
                  <a:pt x="12869" y="1491"/>
                </a:moveTo>
                <a:lnTo>
                  <a:pt x="12756" y="1491"/>
                </a:lnTo>
                <a:lnTo>
                  <a:pt x="12756" y="1468"/>
                </a:lnTo>
                <a:lnTo>
                  <a:pt x="12869" y="1468"/>
                </a:lnTo>
                <a:lnTo>
                  <a:pt x="12869" y="1491"/>
                </a:lnTo>
                <a:moveTo>
                  <a:pt x="12688" y="1491"/>
                </a:moveTo>
                <a:lnTo>
                  <a:pt x="12575" y="1491"/>
                </a:lnTo>
                <a:lnTo>
                  <a:pt x="12575" y="1468"/>
                </a:lnTo>
                <a:lnTo>
                  <a:pt x="12688" y="1468"/>
                </a:lnTo>
                <a:lnTo>
                  <a:pt x="12688" y="1491"/>
                </a:lnTo>
                <a:moveTo>
                  <a:pt x="12507" y="1491"/>
                </a:moveTo>
                <a:lnTo>
                  <a:pt x="12394" y="1491"/>
                </a:lnTo>
                <a:lnTo>
                  <a:pt x="12394" y="1468"/>
                </a:lnTo>
                <a:lnTo>
                  <a:pt x="12507" y="1468"/>
                </a:lnTo>
                <a:lnTo>
                  <a:pt x="12507" y="1491"/>
                </a:lnTo>
                <a:moveTo>
                  <a:pt x="12327" y="1491"/>
                </a:moveTo>
                <a:lnTo>
                  <a:pt x="12214" y="1491"/>
                </a:lnTo>
                <a:lnTo>
                  <a:pt x="12214" y="1468"/>
                </a:lnTo>
                <a:lnTo>
                  <a:pt x="12327" y="1468"/>
                </a:lnTo>
                <a:lnTo>
                  <a:pt x="12327" y="1491"/>
                </a:lnTo>
                <a:moveTo>
                  <a:pt x="12146" y="1491"/>
                </a:moveTo>
                <a:lnTo>
                  <a:pt x="12033" y="1491"/>
                </a:lnTo>
                <a:lnTo>
                  <a:pt x="12033" y="1468"/>
                </a:lnTo>
                <a:lnTo>
                  <a:pt x="12146" y="1468"/>
                </a:lnTo>
                <a:lnTo>
                  <a:pt x="12146" y="1491"/>
                </a:lnTo>
                <a:moveTo>
                  <a:pt x="11965" y="1491"/>
                </a:moveTo>
                <a:lnTo>
                  <a:pt x="11852" y="1491"/>
                </a:lnTo>
                <a:lnTo>
                  <a:pt x="11852" y="1468"/>
                </a:lnTo>
                <a:lnTo>
                  <a:pt x="11965" y="1468"/>
                </a:lnTo>
                <a:lnTo>
                  <a:pt x="11965" y="1491"/>
                </a:lnTo>
                <a:moveTo>
                  <a:pt x="11784" y="1491"/>
                </a:moveTo>
                <a:lnTo>
                  <a:pt x="11671" y="1491"/>
                </a:lnTo>
                <a:lnTo>
                  <a:pt x="11671" y="1468"/>
                </a:lnTo>
                <a:lnTo>
                  <a:pt x="11784" y="1468"/>
                </a:lnTo>
                <a:lnTo>
                  <a:pt x="11784" y="1491"/>
                </a:lnTo>
                <a:moveTo>
                  <a:pt x="11604" y="1491"/>
                </a:moveTo>
                <a:lnTo>
                  <a:pt x="11491" y="1491"/>
                </a:lnTo>
                <a:lnTo>
                  <a:pt x="11491" y="1468"/>
                </a:lnTo>
                <a:lnTo>
                  <a:pt x="11604" y="1468"/>
                </a:lnTo>
                <a:lnTo>
                  <a:pt x="11604" y="1491"/>
                </a:lnTo>
                <a:moveTo>
                  <a:pt x="11423" y="1491"/>
                </a:moveTo>
                <a:lnTo>
                  <a:pt x="11310" y="1491"/>
                </a:lnTo>
                <a:lnTo>
                  <a:pt x="11310" y="1468"/>
                </a:lnTo>
                <a:lnTo>
                  <a:pt x="11423" y="1468"/>
                </a:lnTo>
                <a:lnTo>
                  <a:pt x="11423" y="1491"/>
                </a:lnTo>
                <a:moveTo>
                  <a:pt x="11242" y="1491"/>
                </a:moveTo>
                <a:lnTo>
                  <a:pt x="11129" y="1491"/>
                </a:lnTo>
                <a:lnTo>
                  <a:pt x="11129" y="1468"/>
                </a:lnTo>
                <a:lnTo>
                  <a:pt x="11242" y="1468"/>
                </a:lnTo>
                <a:lnTo>
                  <a:pt x="11242" y="1491"/>
                </a:lnTo>
                <a:moveTo>
                  <a:pt x="11061" y="1491"/>
                </a:moveTo>
                <a:lnTo>
                  <a:pt x="10948" y="1491"/>
                </a:lnTo>
                <a:lnTo>
                  <a:pt x="10948" y="1468"/>
                </a:lnTo>
                <a:lnTo>
                  <a:pt x="11061" y="1468"/>
                </a:lnTo>
                <a:lnTo>
                  <a:pt x="11061" y="1491"/>
                </a:lnTo>
                <a:moveTo>
                  <a:pt x="10881" y="1491"/>
                </a:moveTo>
                <a:lnTo>
                  <a:pt x="10768" y="1491"/>
                </a:lnTo>
                <a:lnTo>
                  <a:pt x="10768" y="1468"/>
                </a:lnTo>
                <a:lnTo>
                  <a:pt x="10881" y="1468"/>
                </a:lnTo>
                <a:lnTo>
                  <a:pt x="10881" y="1491"/>
                </a:lnTo>
                <a:moveTo>
                  <a:pt x="10700" y="1491"/>
                </a:moveTo>
                <a:lnTo>
                  <a:pt x="10587" y="1491"/>
                </a:lnTo>
                <a:lnTo>
                  <a:pt x="10587" y="1468"/>
                </a:lnTo>
                <a:lnTo>
                  <a:pt x="10700" y="1468"/>
                </a:lnTo>
                <a:lnTo>
                  <a:pt x="10700" y="1491"/>
                </a:lnTo>
                <a:moveTo>
                  <a:pt x="10519" y="1491"/>
                </a:moveTo>
                <a:lnTo>
                  <a:pt x="10406" y="1491"/>
                </a:lnTo>
                <a:lnTo>
                  <a:pt x="10406" y="1468"/>
                </a:lnTo>
                <a:lnTo>
                  <a:pt x="10519" y="1468"/>
                </a:lnTo>
                <a:lnTo>
                  <a:pt x="10519" y="1491"/>
                </a:lnTo>
                <a:moveTo>
                  <a:pt x="10338" y="1491"/>
                </a:moveTo>
                <a:lnTo>
                  <a:pt x="10225" y="1491"/>
                </a:lnTo>
                <a:lnTo>
                  <a:pt x="10225" y="1468"/>
                </a:lnTo>
                <a:lnTo>
                  <a:pt x="10338" y="1468"/>
                </a:lnTo>
                <a:lnTo>
                  <a:pt x="10338" y="1491"/>
                </a:lnTo>
                <a:moveTo>
                  <a:pt x="10157" y="1491"/>
                </a:moveTo>
                <a:lnTo>
                  <a:pt x="10044" y="1491"/>
                </a:lnTo>
                <a:lnTo>
                  <a:pt x="10044" y="1468"/>
                </a:lnTo>
                <a:lnTo>
                  <a:pt x="10157" y="1468"/>
                </a:lnTo>
                <a:lnTo>
                  <a:pt x="10157" y="1491"/>
                </a:lnTo>
                <a:moveTo>
                  <a:pt x="9977" y="1491"/>
                </a:moveTo>
                <a:lnTo>
                  <a:pt x="9864" y="1491"/>
                </a:lnTo>
                <a:lnTo>
                  <a:pt x="9864" y="1468"/>
                </a:lnTo>
                <a:lnTo>
                  <a:pt x="9977" y="1468"/>
                </a:lnTo>
                <a:lnTo>
                  <a:pt x="9977" y="1491"/>
                </a:lnTo>
                <a:moveTo>
                  <a:pt x="9796" y="1491"/>
                </a:moveTo>
                <a:lnTo>
                  <a:pt x="9683" y="1491"/>
                </a:lnTo>
                <a:lnTo>
                  <a:pt x="9683" y="1468"/>
                </a:lnTo>
                <a:lnTo>
                  <a:pt x="9796" y="1468"/>
                </a:lnTo>
                <a:lnTo>
                  <a:pt x="9796" y="1491"/>
                </a:lnTo>
                <a:moveTo>
                  <a:pt x="9615" y="1491"/>
                </a:moveTo>
                <a:lnTo>
                  <a:pt x="9502" y="1491"/>
                </a:lnTo>
                <a:lnTo>
                  <a:pt x="9502" y="1468"/>
                </a:lnTo>
                <a:lnTo>
                  <a:pt x="9615" y="1468"/>
                </a:lnTo>
                <a:lnTo>
                  <a:pt x="9615" y="1491"/>
                </a:lnTo>
                <a:moveTo>
                  <a:pt x="9434" y="1491"/>
                </a:moveTo>
                <a:lnTo>
                  <a:pt x="9321" y="1491"/>
                </a:lnTo>
                <a:lnTo>
                  <a:pt x="9321" y="1468"/>
                </a:lnTo>
                <a:lnTo>
                  <a:pt x="9434" y="1468"/>
                </a:lnTo>
                <a:lnTo>
                  <a:pt x="9434" y="1491"/>
                </a:lnTo>
                <a:moveTo>
                  <a:pt x="9254" y="1491"/>
                </a:moveTo>
                <a:lnTo>
                  <a:pt x="9141" y="1491"/>
                </a:lnTo>
                <a:lnTo>
                  <a:pt x="9141" y="1468"/>
                </a:lnTo>
                <a:lnTo>
                  <a:pt x="9254" y="1468"/>
                </a:lnTo>
                <a:lnTo>
                  <a:pt x="9254" y="1491"/>
                </a:lnTo>
                <a:moveTo>
                  <a:pt x="9073" y="1491"/>
                </a:moveTo>
                <a:lnTo>
                  <a:pt x="8960" y="1491"/>
                </a:lnTo>
                <a:lnTo>
                  <a:pt x="8960" y="1468"/>
                </a:lnTo>
                <a:lnTo>
                  <a:pt x="9073" y="1468"/>
                </a:lnTo>
                <a:lnTo>
                  <a:pt x="9073" y="1491"/>
                </a:lnTo>
                <a:moveTo>
                  <a:pt x="8892" y="1491"/>
                </a:moveTo>
                <a:lnTo>
                  <a:pt x="8779" y="1491"/>
                </a:lnTo>
                <a:lnTo>
                  <a:pt x="8779" y="1468"/>
                </a:lnTo>
                <a:lnTo>
                  <a:pt x="8892" y="1468"/>
                </a:lnTo>
                <a:lnTo>
                  <a:pt x="8892" y="1491"/>
                </a:lnTo>
                <a:moveTo>
                  <a:pt x="8711" y="1491"/>
                </a:moveTo>
                <a:lnTo>
                  <a:pt x="8598" y="1491"/>
                </a:lnTo>
                <a:lnTo>
                  <a:pt x="8598" y="1468"/>
                </a:lnTo>
                <a:lnTo>
                  <a:pt x="8711" y="1468"/>
                </a:lnTo>
                <a:lnTo>
                  <a:pt x="8711" y="1491"/>
                </a:lnTo>
                <a:moveTo>
                  <a:pt x="8531" y="1491"/>
                </a:moveTo>
                <a:lnTo>
                  <a:pt x="8418" y="1491"/>
                </a:lnTo>
                <a:lnTo>
                  <a:pt x="8418" y="1468"/>
                </a:lnTo>
                <a:lnTo>
                  <a:pt x="8531" y="1468"/>
                </a:lnTo>
                <a:lnTo>
                  <a:pt x="8531" y="1491"/>
                </a:lnTo>
                <a:moveTo>
                  <a:pt x="8350" y="1491"/>
                </a:moveTo>
                <a:lnTo>
                  <a:pt x="8237" y="1491"/>
                </a:lnTo>
                <a:lnTo>
                  <a:pt x="8237" y="1468"/>
                </a:lnTo>
                <a:lnTo>
                  <a:pt x="8350" y="1468"/>
                </a:lnTo>
                <a:lnTo>
                  <a:pt x="8350" y="1491"/>
                </a:lnTo>
                <a:moveTo>
                  <a:pt x="8169" y="1491"/>
                </a:moveTo>
                <a:lnTo>
                  <a:pt x="8056" y="1491"/>
                </a:lnTo>
                <a:lnTo>
                  <a:pt x="8056" y="1468"/>
                </a:lnTo>
                <a:lnTo>
                  <a:pt x="8169" y="1468"/>
                </a:lnTo>
                <a:lnTo>
                  <a:pt x="8169" y="1491"/>
                </a:lnTo>
                <a:moveTo>
                  <a:pt x="7988" y="1491"/>
                </a:moveTo>
                <a:lnTo>
                  <a:pt x="7875" y="1491"/>
                </a:lnTo>
                <a:lnTo>
                  <a:pt x="7875" y="1468"/>
                </a:lnTo>
                <a:lnTo>
                  <a:pt x="7988" y="1468"/>
                </a:lnTo>
                <a:lnTo>
                  <a:pt x="7988" y="1491"/>
                </a:lnTo>
                <a:moveTo>
                  <a:pt x="7808" y="1491"/>
                </a:moveTo>
                <a:lnTo>
                  <a:pt x="7695" y="1491"/>
                </a:lnTo>
                <a:lnTo>
                  <a:pt x="7695" y="1468"/>
                </a:lnTo>
                <a:lnTo>
                  <a:pt x="7808" y="1468"/>
                </a:lnTo>
                <a:lnTo>
                  <a:pt x="7808" y="1491"/>
                </a:lnTo>
                <a:moveTo>
                  <a:pt x="7627" y="1491"/>
                </a:moveTo>
                <a:lnTo>
                  <a:pt x="7514" y="1491"/>
                </a:lnTo>
                <a:lnTo>
                  <a:pt x="7514" y="1468"/>
                </a:lnTo>
                <a:lnTo>
                  <a:pt x="7627" y="1468"/>
                </a:lnTo>
                <a:lnTo>
                  <a:pt x="7627" y="1491"/>
                </a:lnTo>
                <a:moveTo>
                  <a:pt x="7446" y="1491"/>
                </a:moveTo>
                <a:lnTo>
                  <a:pt x="7333" y="1491"/>
                </a:lnTo>
                <a:lnTo>
                  <a:pt x="7333" y="1468"/>
                </a:lnTo>
                <a:lnTo>
                  <a:pt x="7446" y="1468"/>
                </a:lnTo>
                <a:lnTo>
                  <a:pt x="7446" y="1491"/>
                </a:lnTo>
                <a:moveTo>
                  <a:pt x="7265" y="1491"/>
                </a:moveTo>
                <a:lnTo>
                  <a:pt x="7152" y="1491"/>
                </a:lnTo>
                <a:lnTo>
                  <a:pt x="7152" y="1468"/>
                </a:lnTo>
                <a:lnTo>
                  <a:pt x="7265" y="1468"/>
                </a:lnTo>
                <a:lnTo>
                  <a:pt x="7265" y="1491"/>
                </a:lnTo>
                <a:moveTo>
                  <a:pt x="7084" y="1491"/>
                </a:moveTo>
                <a:lnTo>
                  <a:pt x="6972" y="1491"/>
                </a:lnTo>
                <a:lnTo>
                  <a:pt x="6972" y="1468"/>
                </a:lnTo>
                <a:lnTo>
                  <a:pt x="7084" y="1468"/>
                </a:lnTo>
                <a:lnTo>
                  <a:pt x="7084" y="1491"/>
                </a:lnTo>
                <a:moveTo>
                  <a:pt x="6904" y="1491"/>
                </a:moveTo>
                <a:lnTo>
                  <a:pt x="6791" y="1491"/>
                </a:lnTo>
                <a:lnTo>
                  <a:pt x="6791" y="1468"/>
                </a:lnTo>
                <a:lnTo>
                  <a:pt x="6904" y="1468"/>
                </a:lnTo>
                <a:lnTo>
                  <a:pt x="6904" y="1491"/>
                </a:lnTo>
                <a:moveTo>
                  <a:pt x="6723" y="1491"/>
                </a:moveTo>
                <a:lnTo>
                  <a:pt x="6610" y="1491"/>
                </a:lnTo>
                <a:lnTo>
                  <a:pt x="6610" y="1468"/>
                </a:lnTo>
                <a:lnTo>
                  <a:pt x="6723" y="1468"/>
                </a:lnTo>
                <a:lnTo>
                  <a:pt x="6723" y="1491"/>
                </a:lnTo>
                <a:moveTo>
                  <a:pt x="6542" y="1491"/>
                </a:moveTo>
                <a:lnTo>
                  <a:pt x="6429" y="1491"/>
                </a:lnTo>
                <a:lnTo>
                  <a:pt x="6429" y="1468"/>
                </a:lnTo>
                <a:lnTo>
                  <a:pt x="6542" y="1468"/>
                </a:lnTo>
                <a:lnTo>
                  <a:pt x="6542" y="1491"/>
                </a:lnTo>
                <a:moveTo>
                  <a:pt x="6361" y="1491"/>
                </a:moveTo>
                <a:lnTo>
                  <a:pt x="6248" y="1491"/>
                </a:lnTo>
                <a:lnTo>
                  <a:pt x="6248" y="1468"/>
                </a:lnTo>
                <a:lnTo>
                  <a:pt x="6361" y="1468"/>
                </a:lnTo>
                <a:lnTo>
                  <a:pt x="6361" y="1491"/>
                </a:lnTo>
                <a:moveTo>
                  <a:pt x="6181" y="1491"/>
                </a:moveTo>
                <a:lnTo>
                  <a:pt x="6068" y="1491"/>
                </a:lnTo>
                <a:lnTo>
                  <a:pt x="6068" y="1468"/>
                </a:lnTo>
                <a:lnTo>
                  <a:pt x="6181" y="1468"/>
                </a:lnTo>
                <a:lnTo>
                  <a:pt x="6181" y="1491"/>
                </a:lnTo>
                <a:moveTo>
                  <a:pt x="6000" y="1491"/>
                </a:moveTo>
                <a:lnTo>
                  <a:pt x="5887" y="1491"/>
                </a:lnTo>
                <a:lnTo>
                  <a:pt x="5887" y="1468"/>
                </a:lnTo>
                <a:lnTo>
                  <a:pt x="6000" y="1468"/>
                </a:lnTo>
                <a:lnTo>
                  <a:pt x="6000" y="1491"/>
                </a:lnTo>
                <a:moveTo>
                  <a:pt x="5819" y="1491"/>
                </a:moveTo>
                <a:lnTo>
                  <a:pt x="5706" y="1491"/>
                </a:lnTo>
                <a:lnTo>
                  <a:pt x="5706" y="1468"/>
                </a:lnTo>
                <a:lnTo>
                  <a:pt x="5819" y="1468"/>
                </a:lnTo>
                <a:lnTo>
                  <a:pt x="5819" y="1491"/>
                </a:lnTo>
                <a:moveTo>
                  <a:pt x="5638" y="1491"/>
                </a:moveTo>
                <a:lnTo>
                  <a:pt x="5524" y="1491"/>
                </a:lnTo>
                <a:lnTo>
                  <a:pt x="5524" y="1468"/>
                </a:lnTo>
                <a:lnTo>
                  <a:pt x="5638" y="1468"/>
                </a:lnTo>
                <a:lnTo>
                  <a:pt x="5638" y="1491"/>
                </a:lnTo>
                <a:moveTo>
                  <a:pt x="5457" y="1491"/>
                </a:moveTo>
                <a:lnTo>
                  <a:pt x="5344" y="1491"/>
                </a:lnTo>
                <a:lnTo>
                  <a:pt x="5344" y="1468"/>
                </a:lnTo>
                <a:lnTo>
                  <a:pt x="5457" y="1468"/>
                </a:lnTo>
                <a:lnTo>
                  <a:pt x="5457" y="1491"/>
                </a:lnTo>
                <a:moveTo>
                  <a:pt x="5276" y="1491"/>
                </a:moveTo>
                <a:lnTo>
                  <a:pt x="5163" y="1491"/>
                </a:lnTo>
                <a:lnTo>
                  <a:pt x="5163" y="1468"/>
                </a:lnTo>
                <a:lnTo>
                  <a:pt x="5276" y="1468"/>
                </a:lnTo>
                <a:lnTo>
                  <a:pt x="5276" y="1491"/>
                </a:lnTo>
                <a:moveTo>
                  <a:pt x="5095" y="1491"/>
                </a:moveTo>
                <a:lnTo>
                  <a:pt x="4982" y="1491"/>
                </a:lnTo>
                <a:lnTo>
                  <a:pt x="4982" y="1468"/>
                </a:lnTo>
                <a:lnTo>
                  <a:pt x="5095" y="1468"/>
                </a:lnTo>
                <a:lnTo>
                  <a:pt x="5095" y="1491"/>
                </a:lnTo>
                <a:moveTo>
                  <a:pt x="4914" y="1491"/>
                </a:moveTo>
                <a:lnTo>
                  <a:pt x="4801" y="1491"/>
                </a:lnTo>
                <a:lnTo>
                  <a:pt x="4801" y="1468"/>
                </a:lnTo>
                <a:lnTo>
                  <a:pt x="4914" y="1468"/>
                </a:lnTo>
                <a:lnTo>
                  <a:pt x="4914" y="1491"/>
                </a:lnTo>
                <a:moveTo>
                  <a:pt x="4734" y="1491"/>
                </a:moveTo>
                <a:lnTo>
                  <a:pt x="4621" y="1491"/>
                </a:lnTo>
                <a:lnTo>
                  <a:pt x="4621" y="1468"/>
                </a:lnTo>
                <a:lnTo>
                  <a:pt x="4734" y="1468"/>
                </a:lnTo>
                <a:lnTo>
                  <a:pt x="4734" y="1491"/>
                </a:lnTo>
                <a:moveTo>
                  <a:pt x="4553" y="1491"/>
                </a:moveTo>
                <a:lnTo>
                  <a:pt x="4440" y="1491"/>
                </a:lnTo>
                <a:lnTo>
                  <a:pt x="4440" y="1468"/>
                </a:lnTo>
                <a:lnTo>
                  <a:pt x="4553" y="1468"/>
                </a:lnTo>
                <a:lnTo>
                  <a:pt x="4553" y="1491"/>
                </a:lnTo>
                <a:moveTo>
                  <a:pt x="4372" y="1491"/>
                </a:moveTo>
                <a:lnTo>
                  <a:pt x="4259" y="1491"/>
                </a:lnTo>
                <a:lnTo>
                  <a:pt x="4259" y="1468"/>
                </a:lnTo>
                <a:lnTo>
                  <a:pt x="4372" y="1468"/>
                </a:lnTo>
                <a:lnTo>
                  <a:pt x="4372" y="1491"/>
                </a:lnTo>
                <a:moveTo>
                  <a:pt x="4191" y="1491"/>
                </a:moveTo>
                <a:lnTo>
                  <a:pt x="4078" y="1491"/>
                </a:lnTo>
                <a:lnTo>
                  <a:pt x="4078" y="1468"/>
                </a:lnTo>
                <a:lnTo>
                  <a:pt x="4191" y="1468"/>
                </a:lnTo>
                <a:lnTo>
                  <a:pt x="4191" y="1491"/>
                </a:lnTo>
                <a:moveTo>
                  <a:pt x="4011" y="1491"/>
                </a:moveTo>
                <a:lnTo>
                  <a:pt x="3898" y="1491"/>
                </a:lnTo>
                <a:lnTo>
                  <a:pt x="3898" y="1468"/>
                </a:lnTo>
                <a:lnTo>
                  <a:pt x="4011" y="1468"/>
                </a:lnTo>
                <a:lnTo>
                  <a:pt x="4011" y="1491"/>
                </a:lnTo>
                <a:moveTo>
                  <a:pt x="3830" y="1491"/>
                </a:moveTo>
                <a:lnTo>
                  <a:pt x="3717" y="1491"/>
                </a:lnTo>
                <a:lnTo>
                  <a:pt x="3717" y="1468"/>
                </a:lnTo>
                <a:lnTo>
                  <a:pt x="3830" y="1468"/>
                </a:lnTo>
                <a:lnTo>
                  <a:pt x="3830" y="1491"/>
                </a:lnTo>
                <a:moveTo>
                  <a:pt x="3649" y="1491"/>
                </a:moveTo>
                <a:lnTo>
                  <a:pt x="3536" y="1491"/>
                </a:lnTo>
                <a:lnTo>
                  <a:pt x="3536" y="1468"/>
                </a:lnTo>
                <a:lnTo>
                  <a:pt x="3649" y="1468"/>
                </a:lnTo>
                <a:lnTo>
                  <a:pt x="3649" y="1491"/>
                </a:lnTo>
                <a:moveTo>
                  <a:pt x="3468" y="1491"/>
                </a:moveTo>
                <a:lnTo>
                  <a:pt x="3355" y="1491"/>
                </a:lnTo>
                <a:lnTo>
                  <a:pt x="3355" y="1468"/>
                </a:lnTo>
                <a:lnTo>
                  <a:pt x="3468" y="1468"/>
                </a:lnTo>
                <a:lnTo>
                  <a:pt x="3468" y="1491"/>
                </a:lnTo>
                <a:moveTo>
                  <a:pt x="3287" y="1491"/>
                </a:moveTo>
                <a:lnTo>
                  <a:pt x="3174" y="1491"/>
                </a:lnTo>
                <a:lnTo>
                  <a:pt x="3174" y="1468"/>
                </a:lnTo>
                <a:lnTo>
                  <a:pt x="3287" y="1468"/>
                </a:lnTo>
                <a:lnTo>
                  <a:pt x="3287" y="1491"/>
                </a:lnTo>
                <a:moveTo>
                  <a:pt x="3107" y="1491"/>
                </a:moveTo>
                <a:lnTo>
                  <a:pt x="2994" y="1491"/>
                </a:lnTo>
                <a:lnTo>
                  <a:pt x="2994" y="1468"/>
                </a:lnTo>
                <a:lnTo>
                  <a:pt x="3107" y="1468"/>
                </a:lnTo>
                <a:lnTo>
                  <a:pt x="3107" y="1491"/>
                </a:lnTo>
                <a:moveTo>
                  <a:pt x="2926" y="1491"/>
                </a:moveTo>
                <a:lnTo>
                  <a:pt x="2813" y="1491"/>
                </a:lnTo>
                <a:lnTo>
                  <a:pt x="2813" y="1468"/>
                </a:lnTo>
                <a:lnTo>
                  <a:pt x="2926" y="1468"/>
                </a:lnTo>
                <a:lnTo>
                  <a:pt x="2926" y="1491"/>
                </a:lnTo>
                <a:moveTo>
                  <a:pt x="2745" y="1491"/>
                </a:moveTo>
                <a:lnTo>
                  <a:pt x="2632" y="1491"/>
                </a:lnTo>
                <a:lnTo>
                  <a:pt x="2632" y="1468"/>
                </a:lnTo>
                <a:lnTo>
                  <a:pt x="2745" y="1468"/>
                </a:lnTo>
                <a:lnTo>
                  <a:pt x="2745" y="1491"/>
                </a:lnTo>
                <a:moveTo>
                  <a:pt x="2564" y="1491"/>
                </a:moveTo>
                <a:lnTo>
                  <a:pt x="2451" y="1491"/>
                </a:lnTo>
                <a:lnTo>
                  <a:pt x="2451" y="1468"/>
                </a:lnTo>
                <a:lnTo>
                  <a:pt x="2564" y="1468"/>
                </a:lnTo>
                <a:lnTo>
                  <a:pt x="2564" y="1491"/>
                </a:lnTo>
                <a:moveTo>
                  <a:pt x="2384" y="1491"/>
                </a:moveTo>
                <a:lnTo>
                  <a:pt x="2271" y="1491"/>
                </a:lnTo>
                <a:lnTo>
                  <a:pt x="2271" y="1468"/>
                </a:lnTo>
                <a:lnTo>
                  <a:pt x="2384" y="1468"/>
                </a:lnTo>
                <a:lnTo>
                  <a:pt x="2384" y="1491"/>
                </a:lnTo>
                <a:moveTo>
                  <a:pt x="2203" y="1491"/>
                </a:moveTo>
                <a:lnTo>
                  <a:pt x="2090" y="1491"/>
                </a:lnTo>
                <a:lnTo>
                  <a:pt x="2090" y="1468"/>
                </a:lnTo>
                <a:lnTo>
                  <a:pt x="2203" y="1468"/>
                </a:lnTo>
                <a:lnTo>
                  <a:pt x="2203" y="1491"/>
                </a:lnTo>
                <a:moveTo>
                  <a:pt x="2022" y="1491"/>
                </a:moveTo>
                <a:lnTo>
                  <a:pt x="1909" y="1491"/>
                </a:lnTo>
                <a:lnTo>
                  <a:pt x="1909" y="1468"/>
                </a:lnTo>
                <a:lnTo>
                  <a:pt x="2022" y="1468"/>
                </a:lnTo>
                <a:lnTo>
                  <a:pt x="2022" y="1491"/>
                </a:lnTo>
                <a:moveTo>
                  <a:pt x="1841" y="1491"/>
                </a:moveTo>
                <a:lnTo>
                  <a:pt x="1728" y="1491"/>
                </a:lnTo>
                <a:lnTo>
                  <a:pt x="1728" y="1468"/>
                </a:lnTo>
                <a:lnTo>
                  <a:pt x="1841" y="1468"/>
                </a:lnTo>
                <a:lnTo>
                  <a:pt x="1841" y="1491"/>
                </a:lnTo>
                <a:moveTo>
                  <a:pt x="1661" y="1491"/>
                </a:moveTo>
                <a:lnTo>
                  <a:pt x="1548" y="1491"/>
                </a:lnTo>
                <a:lnTo>
                  <a:pt x="1548" y="1468"/>
                </a:lnTo>
                <a:lnTo>
                  <a:pt x="1661" y="1468"/>
                </a:lnTo>
                <a:lnTo>
                  <a:pt x="1661" y="1491"/>
                </a:lnTo>
                <a:moveTo>
                  <a:pt x="1480" y="1491"/>
                </a:moveTo>
                <a:lnTo>
                  <a:pt x="1367" y="1491"/>
                </a:lnTo>
                <a:lnTo>
                  <a:pt x="1367" y="1468"/>
                </a:lnTo>
                <a:lnTo>
                  <a:pt x="1480" y="1468"/>
                </a:lnTo>
                <a:lnTo>
                  <a:pt x="1480" y="1491"/>
                </a:lnTo>
                <a:moveTo>
                  <a:pt x="1299" y="1491"/>
                </a:moveTo>
                <a:lnTo>
                  <a:pt x="1186" y="1491"/>
                </a:lnTo>
                <a:lnTo>
                  <a:pt x="1186" y="1468"/>
                </a:lnTo>
                <a:lnTo>
                  <a:pt x="1299" y="1468"/>
                </a:lnTo>
                <a:lnTo>
                  <a:pt x="1299" y="1491"/>
                </a:lnTo>
                <a:moveTo>
                  <a:pt x="1118" y="1491"/>
                </a:moveTo>
                <a:lnTo>
                  <a:pt x="1005" y="1491"/>
                </a:lnTo>
                <a:lnTo>
                  <a:pt x="1005" y="1468"/>
                </a:lnTo>
                <a:lnTo>
                  <a:pt x="1118" y="1468"/>
                </a:lnTo>
                <a:lnTo>
                  <a:pt x="1118" y="1491"/>
                </a:lnTo>
                <a:moveTo>
                  <a:pt x="938" y="1491"/>
                </a:moveTo>
                <a:lnTo>
                  <a:pt x="825" y="1491"/>
                </a:lnTo>
                <a:lnTo>
                  <a:pt x="825" y="1468"/>
                </a:lnTo>
                <a:lnTo>
                  <a:pt x="938" y="1468"/>
                </a:lnTo>
                <a:lnTo>
                  <a:pt x="938" y="1491"/>
                </a:lnTo>
                <a:moveTo>
                  <a:pt x="757" y="1491"/>
                </a:moveTo>
                <a:lnTo>
                  <a:pt x="644" y="1491"/>
                </a:lnTo>
                <a:lnTo>
                  <a:pt x="644" y="1468"/>
                </a:lnTo>
                <a:lnTo>
                  <a:pt x="757" y="1468"/>
                </a:lnTo>
                <a:lnTo>
                  <a:pt x="757" y="1491"/>
                </a:lnTo>
                <a:moveTo>
                  <a:pt x="576" y="1491"/>
                </a:moveTo>
                <a:lnTo>
                  <a:pt x="463" y="1491"/>
                </a:lnTo>
                <a:lnTo>
                  <a:pt x="463" y="1468"/>
                </a:lnTo>
                <a:lnTo>
                  <a:pt x="576" y="1468"/>
                </a:lnTo>
                <a:lnTo>
                  <a:pt x="576" y="1491"/>
                </a:lnTo>
                <a:moveTo>
                  <a:pt x="395" y="1491"/>
                </a:moveTo>
                <a:lnTo>
                  <a:pt x="282" y="1491"/>
                </a:lnTo>
                <a:lnTo>
                  <a:pt x="282" y="1468"/>
                </a:lnTo>
                <a:lnTo>
                  <a:pt x="395" y="1468"/>
                </a:lnTo>
                <a:lnTo>
                  <a:pt x="395" y="1491"/>
                </a:lnTo>
                <a:moveTo>
                  <a:pt x="215" y="1491"/>
                </a:moveTo>
                <a:lnTo>
                  <a:pt x="102" y="1491"/>
                </a:lnTo>
                <a:lnTo>
                  <a:pt x="102" y="1468"/>
                </a:lnTo>
                <a:lnTo>
                  <a:pt x="215" y="1468"/>
                </a:lnTo>
                <a:lnTo>
                  <a:pt x="215" y="1491"/>
                </a:lnTo>
                <a:moveTo>
                  <a:pt x="34" y="1491"/>
                </a:moveTo>
                <a:lnTo>
                  <a:pt x="0" y="1491"/>
                </a:lnTo>
                <a:lnTo>
                  <a:pt x="0" y="1389"/>
                </a:lnTo>
                <a:lnTo>
                  <a:pt x="22" y="1389"/>
                </a:lnTo>
                <a:lnTo>
                  <a:pt x="22" y="1480"/>
                </a:lnTo>
                <a:lnTo>
                  <a:pt x="11" y="1480"/>
                </a:lnTo>
                <a:lnTo>
                  <a:pt x="11" y="1468"/>
                </a:lnTo>
                <a:lnTo>
                  <a:pt x="34" y="1468"/>
                </a:lnTo>
                <a:lnTo>
                  <a:pt x="34" y="1491"/>
                </a:lnTo>
                <a:moveTo>
                  <a:pt x="0" y="1322"/>
                </a:moveTo>
                <a:lnTo>
                  <a:pt x="0" y="1209"/>
                </a:lnTo>
                <a:lnTo>
                  <a:pt x="22" y="1209"/>
                </a:lnTo>
                <a:lnTo>
                  <a:pt x="22" y="1322"/>
                </a:lnTo>
                <a:lnTo>
                  <a:pt x="0" y="1322"/>
                </a:lnTo>
                <a:moveTo>
                  <a:pt x="0" y="1141"/>
                </a:moveTo>
                <a:lnTo>
                  <a:pt x="0" y="1028"/>
                </a:lnTo>
                <a:lnTo>
                  <a:pt x="22" y="1028"/>
                </a:lnTo>
                <a:lnTo>
                  <a:pt x="22" y="1141"/>
                </a:lnTo>
                <a:lnTo>
                  <a:pt x="0" y="1141"/>
                </a:lnTo>
                <a:moveTo>
                  <a:pt x="0" y="960"/>
                </a:moveTo>
                <a:lnTo>
                  <a:pt x="0" y="847"/>
                </a:lnTo>
                <a:lnTo>
                  <a:pt x="22" y="847"/>
                </a:lnTo>
                <a:lnTo>
                  <a:pt x="22" y="960"/>
                </a:lnTo>
                <a:lnTo>
                  <a:pt x="0" y="960"/>
                </a:lnTo>
                <a:moveTo>
                  <a:pt x="0" y="780"/>
                </a:moveTo>
                <a:lnTo>
                  <a:pt x="0" y="667"/>
                </a:lnTo>
                <a:lnTo>
                  <a:pt x="22" y="667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6525720" y="28501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6525720" y="28785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978480" y="2369520"/>
            <a:ext cx="166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978480" y="284112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978480" y="297216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896760" y="3540960"/>
            <a:ext cx="3652560" cy="390240"/>
          </a:xfrm>
          <a:custGeom>
            <a:avLst/>
            <a:gdLst/>
            <a:ahLst/>
            <a:rect l="0" t="0" r="r" b="b"/>
            <a:pathLst>
              <a:path w="10146" h="1084">
                <a:moveTo>
                  <a:pt x="0" y="0"/>
                </a:moveTo>
                <a:lnTo>
                  <a:pt x="10146" y="0"/>
                </a:lnTo>
                <a:lnTo>
                  <a:pt x="1014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892800" y="3536640"/>
            <a:ext cx="3660840" cy="398520"/>
          </a:xfrm>
          <a:custGeom>
            <a:avLst/>
            <a:gdLst/>
            <a:ahLst/>
            <a:rect l="0" t="0" r="r" b="b"/>
            <a:pathLst>
              <a:path w="10169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6" y="0"/>
                </a:lnTo>
                <a:lnTo>
                  <a:pt x="2656" y="23"/>
                </a:lnTo>
                <a:lnTo>
                  <a:pt x="2542" y="23"/>
                </a:lnTo>
                <a:lnTo>
                  <a:pt x="2542" y="0"/>
                </a:lnTo>
                <a:moveTo>
                  <a:pt x="2724" y="0"/>
                </a:moveTo>
                <a:lnTo>
                  <a:pt x="2837" y="0"/>
                </a:lnTo>
                <a:lnTo>
                  <a:pt x="2837" y="23"/>
                </a:lnTo>
                <a:lnTo>
                  <a:pt x="2724" y="23"/>
                </a:lnTo>
                <a:lnTo>
                  <a:pt x="2724" y="0"/>
                </a:lnTo>
                <a:moveTo>
                  <a:pt x="2904" y="0"/>
                </a:moveTo>
                <a:lnTo>
                  <a:pt x="3017" y="0"/>
                </a:lnTo>
                <a:lnTo>
                  <a:pt x="3017" y="23"/>
                </a:lnTo>
                <a:lnTo>
                  <a:pt x="2904" y="23"/>
                </a:lnTo>
                <a:lnTo>
                  <a:pt x="2904" y="0"/>
                </a:lnTo>
                <a:moveTo>
                  <a:pt x="3085" y="0"/>
                </a:moveTo>
                <a:lnTo>
                  <a:pt x="3198" y="0"/>
                </a:lnTo>
                <a:lnTo>
                  <a:pt x="3198" y="23"/>
                </a:lnTo>
                <a:lnTo>
                  <a:pt x="3085" y="23"/>
                </a:lnTo>
                <a:lnTo>
                  <a:pt x="3085" y="0"/>
                </a:lnTo>
                <a:moveTo>
                  <a:pt x="3266" y="0"/>
                </a:moveTo>
                <a:lnTo>
                  <a:pt x="3379" y="0"/>
                </a:lnTo>
                <a:lnTo>
                  <a:pt x="3379" y="23"/>
                </a:lnTo>
                <a:lnTo>
                  <a:pt x="3266" y="23"/>
                </a:lnTo>
                <a:lnTo>
                  <a:pt x="3266" y="0"/>
                </a:lnTo>
                <a:moveTo>
                  <a:pt x="3447" y="0"/>
                </a:moveTo>
                <a:lnTo>
                  <a:pt x="3560" y="0"/>
                </a:lnTo>
                <a:lnTo>
                  <a:pt x="3560" y="23"/>
                </a:lnTo>
                <a:lnTo>
                  <a:pt x="3447" y="23"/>
                </a:lnTo>
                <a:lnTo>
                  <a:pt x="3447" y="0"/>
                </a:lnTo>
                <a:moveTo>
                  <a:pt x="3627" y="0"/>
                </a:moveTo>
                <a:lnTo>
                  <a:pt x="3740" y="0"/>
                </a:lnTo>
                <a:lnTo>
                  <a:pt x="3740" y="23"/>
                </a:lnTo>
                <a:lnTo>
                  <a:pt x="3627" y="23"/>
                </a:lnTo>
                <a:lnTo>
                  <a:pt x="3627" y="0"/>
                </a:lnTo>
                <a:moveTo>
                  <a:pt x="3808" y="0"/>
                </a:moveTo>
                <a:lnTo>
                  <a:pt x="3921" y="0"/>
                </a:lnTo>
                <a:lnTo>
                  <a:pt x="3921" y="23"/>
                </a:lnTo>
                <a:lnTo>
                  <a:pt x="3808" y="23"/>
                </a:lnTo>
                <a:lnTo>
                  <a:pt x="3808" y="0"/>
                </a:lnTo>
                <a:moveTo>
                  <a:pt x="3989" y="0"/>
                </a:moveTo>
                <a:lnTo>
                  <a:pt x="4102" y="0"/>
                </a:lnTo>
                <a:lnTo>
                  <a:pt x="4102" y="23"/>
                </a:lnTo>
                <a:lnTo>
                  <a:pt x="3989" y="23"/>
                </a:lnTo>
                <a:lnTo>
                  <a:pt x="3989" y="0"/>
                </a:lnTo>
                <a:moveTo>
                  <a:pt x="4170" y="0"/>
                </a:moveTo>
                <a:lnTo>
                  <a:pt x="4283" y="0"/>
                </a:lnTo>
                <a:lnTo>
                  <a:pt x="4283" y="23"/>
                </a:lnTo>
                <a:lnTo>
                  <a:pt x="4170" y="23"/>
                </a:lnTo>
                <a:lnTo>
                  <a:pt x="4170" y="0"/>
                </a:lnTo>
                <a:moveTo>
                  <a:pt x="4350" y="0"/>
                </a:moveTo>
                <a:lnTo>
                  <a:pt x="4463" y="0"/>
                </a:lnTo>
                <a:lnTo>
                  <a:pt x="4463" y="23"/>
                </a:lnTo>
                <a:lnTo>
                  <a:pt x="4350" y="23"/>
                </a:lnTo>
                <a:lnTo>
                  <a:pt x="4350" y="0"/>
                </a:lnTo>
                <a:moveTo>
                  <a:pt x="4531" y="0"/>
                </a:moveTo>
                <a:lnTo>
                  <a:pt x="4644" y="0"/>
                </a:lnTo>
                <a:lnTo>
                  <a:pt x="4644" y="23"/>
                </a:lnTo>
                <a:lnTo>
                  <a:pt x="4531" y="23"/>
                </a:lnTo>
                <a:lnTo>
                  <a:pt x="4531" y="0"/>
                </a:lnTo>
                <a:moveTo>
                  <a:pt x="4712" y="0"/>
                </a:moveTo>
                <a:lnTo>
                  <a:pt x="4825" y="0"/>
                </a:lnTo>
                <a:lnTo>
                  <a:pt x="4825" y="23"/>
                </a:lnTo>
                <a:lnTo>
                  <a:pt x="4712" y="23"/>
                </a:lnTo>
                <a:lnTo>
                  <a:pt x="4712" y="0"/>
                </a:lnTo>
                <a:moveTo>
                  <a:pt x="4893" y="0"/>
                </a:moveTo>
                <a:lnTo>
                  <a:pt x="5006" y="0"/>
                </a:lnTo>
                <a:lnTo>
                  <a:pt x="5006" y="23"/>
                </a:lnTo>
                <a:lnTo>
                  <a:pt x="4893" y="23"/>
                </a:lnTo>
                <a:lnTo>
                  <a:pt x="4893" y="0"/>
                </a:lnTo>
                <a:moveTo>
                  <a:pt x="5074" y="0"/>
                </a:moveTo>
                <a:lnTo>
                  <a:pt x="5186" y="0"/>
                </a:lnTo>
                <a:lnTo>
                  <a:pt x="5186" y="23"/>
                </a:lnTo>
                <a:lnTo>
                  <a:pt x="5074" y="23"/>
                </a:lnTo>
                <a:lnTo>
                  <a:pt x="5074" y="0"/>
                </a:lnTo>
                <a:moveTo>
                  <a:pt x="5254" y="0"/>
                </a:moveTo>
                <a:lnTo>
                  <a:pt x="5367" y="0"/>
                </a:lnTo>
                <a:lnTo>
                  <a:pt x="5367" y="23"/>
                </a:lnTo>
                <a:lnTo>
                  <a:pt x="5254" y="23"/>
                </a:lnTo>
                <a:lnTo>
                  <a:pt x="5254" y="0"/>
                </a:lnTo>
                <a:moveTo>
                  <a:pt x="5435" y="0"/>
                </a:moveTo>
                <a:lnTo>
                  <a:pt x="5548" y="0"/>
                </a:lnTo>
                <a:lnTo>
                  <a:pt x="5548" y="23"/>
                </a:lnTo>
                <a:lnTo>
                  <a:pt x="5435" y="23"/>
                </a:lnTo>
                <a:lnTo>
                  <a:pt x="5435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169" y="0"/>
                </a:lnTo>
                <a:lnTo>
                  <a:pt x="10169" y="102"/>
                </a:lnTo>
                <a:lnTo>
                  <a:pt x="10146" y="102"/>
                </a:lnTo>
                <a:lnTo>
                  <a:pt x="10146" y="12"/>
                </a:lnTo>
                <a:lnTo>
                  <a:pt x="10157" y="12"/>
                </a:lnTo>
                <a:lnTo>
                  <a:pt x="10157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169" y="170"/>
                </a:moveTo>
                <a:lnTo>
                  <a:pt x="10169" y="282"/>
                </a:lnTo>
                <a:lnTo>
                  <a:pt x="10146" y="282"/>
                </a:lnTo>
                <a:lnTo>
                  <a:pt x="10146" y="170"/>
                </a:lnTo>
                <a:lnTo>
                  <a:pt x="10169" y="170"/>
                </a:lnTo>
                <a:moveTo>
                  <a:pt x="10169" y="350"/>
                </a:moveTo>
                <a:lnTo>
                  <a:pt x="10169" y="463"/>
                </a:lnTo>
                <a:lnTo>
                  <a:pt x="10146" y="463"/>
                </a:lnTo>
                <a:lnTo>
                  <a:pt x="10146" y="350"/>
                </a:lnTo>
                <a:lnTo>
                  <a:pt x="10169" y="350"/>
                </a:lnTo>
                <a:moveTo>
                  <a:pt x="10169" y="531"/>
                </a:moveTo>
                <a:lnTo>
                  <a:pt x="10169" y="644"/>
                </a:lnTo>
                <a:lnTo>
                  <a:pt x="10146" y="644"/>
                </a:lnTo>
                <a:lnTo>
                  <a:pt x="10146" y="531"/>
                </a:lnTo>
                <a:lnTo>
                  <a:pt x="10169" y="531"/>
                </a:lnTo>
                <a:moveTo>
                  <a:pt x="10169" y="712"/>
                </a:moveTo>
                <a:lnTo>
                  <a:pt x="10169" y="825"/>
                </a:lnTo>
                <a:lnTo>
                  <a:pt x="10146" y="825"/>
                </a:lnTo>
                <a:lnTo>
                  <a:pt x="10146" y="712"/>
                </a:lnTo>
                <a:lnTo>
                  <a:pt x="10169" y="712"/>
                </a:lnTo>
                <a:moveTo>
                  <a:pt x="10169" y="893"/>
                </a:moveTo>
                <a:lnTo>
                  <a:pt x="10169" y="1006"/>
                </a:lnTo>
                <a:lnTo>
                  <a:pt x="10146" y="1006"/>
                </a:lnTo>
                <a:lnTo>
                  <a:pt x="10146" y="893"/>
                </a:lnTo>
                <a:lnTo>
                  <a:pt x="10169" y="893"/>
                </a:lnTo>
                <a:moveTo>
                  <a:pt x="10169" y="1074"/>
                </a:moveTo>
                <a:lnTo>
                  <a:pt x="10169" y="1107"/>
                </a:lnTo>
                <a:lnTo>
                  <a:pt x="10067" y="1107"/>
                </a:lnTo>
                <a:lnTo>
                  <a:pt x="10067" y="1085"/>
                </a:lnTo>
                <a:lnTo>
                  <a:pt x="10157" y="1085"/>
                </a:lnTo>
                <a:lnTo>
                  <a:pt x="10157" y="1096"/>
                </a:lnTo>
                <a:lnTo>
                  <a:pt x="10146" y="1096"/>
                </a:lnTo>
                <a:lnTo>
                  <a:pt x="10146" y="1074"/>
                </a:lnTo>
                <a:lnTo>
                  <a:pt x="10169" y="1074"/>
                </a:lnTo>
                <a:moveTo>
                  <a:pt x="9999" y="1107"/>
                </a:moveTo>
                <a:lnTo>
                  <a:pt x="9886" y="1107"/>
                </a:lnTo>
                <a:lnTo>
                  <a:pt x="9886" y="1085"/>
                </a:lnTo>
                <a:lnTo>
                  <a:pt x="9999" y="1085"/>
                </a:lnTo>
                <a:lnTo>
                  <a:pt x="9999" y="1107"/>
                </a:lnTo>
                <a:moveTo>
                  <a:pt x="9819" y="1107"/>
                </a:moveTo>
                <a:lnTo>
                  <a:pt x="9706" y="1107"/>
                </a:lnTo>
                <a:lnTo>
                  <a:pt x="9706" y="1085"/>
                </a:lnTo>
                <a:lnTo>
                  <a:pt x="9819" y="1085"/>
                </a:lnTo>
                <a:lnTo>
                  <a:pt x="9819" y="1107"/>
                </a:lnTo>
                <a:moveTo>
                  <a:pt x="9638" y="1107"/>
                </a:moveTo>
                <a:lnTo>
                  <a:pt x="9525" y="1107"/>
                </a:lnTo>
                <a:lnTo>
                  <a:pt x="9525" y="1085"/>
                </a:lnTo>
                <a:lnTo>
                  <a:pt x="9638" y="1085"/>
                </a:lnTo>
                <a:lnTo>
                  <a:pt x="9638" y="1107"/>
                </a:lnTo>
                <a:moveTo>
                  <a:pt x="9457" y="1107"/>
                </a:moveTo>
                <a:lnTo>
                  <a:pt x="9344" y="1107"/>
                </a:lnTo>
                <a:lnTo>
                  <a:pt x="9344" y="1085"/>
                </a:lnTo>
                <a:lnTo>
                  <a:pt x="9457" y="1085"/>
                </a:lnTo>
                <a:lnTo>
                  <a:pt x="9457" y="1107"/>
                </a:lnTo>
                <a:moveTo>
                  <a:pt x="9276" y="1107"/>
                </a:moveTo>
                <a:lnTo>
                  <a:pt x="9163" y="1107"/>
                </a:lnTo>
                <a:lnTo>
                  <a:pt x="9163" y="1085"/>
                </a:lnTo>
                <a:lnTo>
                  <a:pt x="9276" y="1085"/>
                </a:lnTo>
                <a:lnTo>
                  <a:pt x="9276" y="1107"/>
                </a:lnTo>
                <a:moveTo>
                  <a:pt x="9095" y="1107"/>
                </a:moveTo>
                <a:lnTo>
                  <a:pt x="8982" y="1107"/>
                </a:lnTo>
                <a:lnTo>
                  <a:pt x="8982" y="1085"/>
                </a:lnTo>
                <a:lnTo>
                  <a:pt x="9095" y="1085"/>
                </a:lnTo>
                <a:lnTo>
                  <a:pt x="9095" y="1107"/>
                </a:lnTo>
                <a:moveTo>
                  <a:pt x="8915" y="1107"/>
                </a:moveTo>
                <a:lnTo>
                  <a:pt x="8802" y="1107"/>
                </a:lnTo>
                <a:lnTo>
                  <a:pt x="8802" y="1085"/>
                </a:lnTo>
                <a:lnTo>
                  <a:pt x="8915" y="1085"/>
                </a:lnTo>
                <a:lnTo>
                  <a:pt x="8915" y="1107"/>
                </a:lnTo>
                <a:moveTo>
                  <a:pt x="8734" y="1107"/>
                </a:moveTo>
                <a:lnTo>
                  <a:pt x="8621" y="1107"/>
                </a:lnTo>
                <a:lnTo>
                  <a:pt x="8621" y="1085"/>
                </a:lnTo>
                <a:lnTo>
                  <a:pt x="8734" y="1085"/>
                </a:lnTo>
                <a:lnTo>
                  <a:pt x="8734" y="1107"/>
                </a:lnTo>
                <a:moveTo>
                  <a:pt x="8553" y="1107"/>
                </a:moveTo>
                <a:lnTo>
                  <a:pt x="8440" y="1107"/>
                </a:lnTo>
                <a:lnTo>
                  <a:pt x="8440" y="1085"/>
                </a:lnTo>
                <a:lnTo>
                  <a:pt x="8553" y="1085"/>
                </a:lnTo>
                <a:lnTo>
                  <a:pt x="8553" y="1107"/>
                </a:lnTo>
                <a:moveTo>
                  <a:pt x="8372" y="1107"/>
                </a:moveTo>
                <a:lnTo>
                  <a:pt x="8259" y="1107"/>
                </a:lnTo>
                <a:lnTo>
                  <a:pt x="8259" y="1085"/>
                </a:lnTo>
                <a:lnTo>
                  <a:pt x="8372" y="1085"/>
                </a:lnTo>
                <a:lnTo>
                  <a:pt x="8372" y="1107"/>
                </a:lnTo>
                <a:moveTo>
                  <a:pt x="8192" y="1107"/>
                </a:moveTo>
                <a:lnTo>
                  <a:pt x="8079" y="1107"/>
                </a:lnTo>
                <a:lnTo>
                  <a:pt x="8079" y="1085"/>
                </a:lnTo>
                <a:lnTo>
                  <a:pt x="8192" y="1085"/>
                </a:lnTo>
                <a:lnTo>
                  <a:pt x="8192" y="1107"/>
                </a:lnTo>
                <a:moveTo>
                  <a:pt x="8011" y="1107"/>
                </a:moveTo>
                <a:lnTo>
                  <a:pt x="7898" y="1107"/>
                </a:lnTo>
                <a:lnTo>
                  <a:pt x="7898" y="1085"/>
                </a:lnTo>
                <a:lnTo>
                  <a:pt x="8011" y="1085"/>
                </a:lnTo>
                <a:lnTo>
                  <a:pt x="8011" y="1107"/>
                </a:lnTo>
                <a:moveTo>
                  <a:pt x="7830" y="1107"/>
                </a:moveTo>
                <a:lnTo>
                  <a:pt x="7717" y="1107"/>
                </a:lnTo>
                <a:lnTo>
                  <a:pt x="7717" y="1085"/>
                </a:lnTo>
                <a:lnTo>
                  <a:pt x="7830" y="1085"/>
                </a:lnTo>
                <a:lnTo>
                  <a:pt x="7830" y="1107"/>
                </a:lnTo>
                <a:moveTo>
                  <a:pt x="7649" y="1107"/>
                </a:moveTo>
                <a:lnTo>
                  <a:pt x="7536" y="1107"/>
                </a:lnTo>
                <a:lnTo>
                  <a:pt x="7536" y="1085"/>
                </a:lnTo>
                <a:lnTo>
                  <a:pt x="7649" y="1085"/>
                </a:lnTo>
                <a:lnTo>
                  <a:pt x="7649" y="1107"/>
                </a:lnTo>
                <a:moveTo>
                  <a:pt x="7469" y="1107"/>
                </a:moveTo>
                <a:lnTo>
                  <a:pt x="7356" y="1107"/>
                </a:lnTo>
                <a:lnTo>
                  <a:pt x="7356" y="1085"/>
                </a:lnTo>
                <a:lnTo>
                  <a:pt x="7469" y="1085"/>
                </a:lnTo>
                <a:lnTo>
                  <a:pt x="7469" y="1107"/>
                </a:lnTo>
                <a:moveTo>
                  <a:pt x="7288" y="1107"/>
                </a:moveTo>
                <a:lnTo>
                  <a:pt x="7175" y="1107"/>
                </a:lnTo>
                <a:lnTo>
                  <a:pt x="7175" y="1085"/>
                </a:lnTo>
                <a:lnTo>
                  <a:pt x="7288" y="1085"/>
                </a:lnTo>
                <a:lnTo>
                  <a:pt x="7288" y="1107"/>
                </a:lnTo>
                <a:moveTo>
                  <a:pt x="7107" y="1107"/>
                </a:moveTo>
                <a:lnTo>
                  <a:pt x="6994" y="1107"/>
                </a:lnTo>
                <a:lnTo>
                  <a:pt x="6994" y="1085"/>
                </a:lnTo>
                <a:lnTo>
                  <a:pt x="7107" y="1085"/>
                </a:lnTo>
                <a:lnTo>
                  <a:pt x="7107" y="1107"/>
                </a:lnTo>
                <a:moveTo>
                  <a:pt x="6926" y="1107"/>
                </a:moveTo>
                <a:lnTo>
                  <a:pt x="6813" y="1107"/>
                </a:lnTo>
                <a:lnTo>
                  <a:pt x="6813" y="1085"/>
                </a:lnTo>
                <a:lnTo>
                  <a:pt x="6926" y="1085"/>
                </a:lnTo>
                <a:lnTo>
                  <a:pt x="6926" y="1107"/>
                </a:lnTo>
                <a:moveTo>
                  <a:pt x="6746" y="1107"/>
                </a:moveTo>
                <a:lnTo>
                  <a:pt x="6633" y="1107"/>
                </a:lnTo>
                <a:lnTo>
                  <a:pt x="6633" y="1085"/>
                </a:lnTo>
                <a:lnTo>
                  <a:pt x="6746" y="1085"/>
                </a:lnTo>
                <a:lnTo>
                  <a:pt x="6746" y="1107"/>
                </a:lnTo>
                <a:moveTo>
                  <a:pt x="6565" y="1107"/>
                </a:moveTo>
                <a:lnTo>
                  <a:pt x="6452" y="1107"/>
                </a:lnTo>
                <a:lnTo>
                  <a:pt x="6452" y="1085"/>
                </a:lnTo>
                <a:lnTo>
                  <a:pt x="6565" y="1085"/>
                </a:lnTo>
                <a:lnTo>
                  <a:pt x="6565" y="1107"/>
                </a:lnTo>
                <a:moveTo>
                  <a:pt x="6384" y="1107"/>
                </a:moveTo>
                <a:lnTo>
                  <a:pt x="6271" y="1107"/>
                </a:lnTo>
                <a:lnTo>
                  <a:pt x="6271" y="1085"/>
                </a:lnTo>
                <a:lnTo>
                  <a:pt x="6384" y="1085"/>
                </a:lnTo>
                <a:lnTo>
                  <a:pt x="6384" y="1107"/>
                </a:lnTo>
                <a:moveTo>
                  <a:pt x="6203" y="1107"/>
                </a:moveTo>
                <a:lnTo>
                  <a:pt x="6090" y="1107"/>
                </a:lnTo>
                <a:lnTo>
                  <a:pt x="6090" y="1085"/>
                </a:lnTo>
                <a:lnTo>
                  <a:pt x="6203" y="1085"/>
                </a:lnTo>
                <a:lnTo>
                  <a:pt x="6203" y="1107"/>
                </a:lnTo>
                <a:moveTo>
                  <a:pt x="6023" y="1107"/>
                </a:moveTo>
                <a:lnTo>
                  <a:pt x="5910" y="1107"/>
                </a:lnTo>
                <a:lnTo>
                  <a:pt x="5910" y="1085"/>
                </a:lnTo>
                <a:lnTo>
                  <a:pt x="6023" y="1085"/>
                </a:lnTo>
                <a:lnTo>
                  <a:pt x="6023" y="1107"/>
                </a:lnTo>
                <a:moveTo>
                  <a:pt x="5842" y="1107"/>
                </a:moveTo>
                <a:lnTo>
                  <a:pt x="5729" y="1107"/>
                </a:lnTo>
                <a:lnTo>
                  <a:pt x="5729" y="1085"/>
                </a:lnTo>
                <a:lnTo>
                  <a:pt x="5842" y="1085"/>
                </a:lnTo>
                <a:lnTo>
                  <a:pt x="5842" y="1107"/>
                </a:lnTo>
                <a:moveTo>
                  <a:pt x="5661" y="1107"/>
                </a:moveTo>
                <a:lnTo>
                  <a:pt x="5548" y="1107"/>
                </a:lnTo>
                <a:lnTo>
                  <a:pt x="5548" y="1085"/>
                </a:lnTo>
                <a:lnTo>
                  <a:pt x="5661" y="1085"/>
                </a:lnTo>
                <a:lnTo>
                  <a:pt x="5661" y="1107"/>
                </a:lnTo>
                <a:moveTo>
                  <a:pt x="5480" y="1107"/>
                </a:moveTo>
                <a:lnTo>
                  <a:pt x="5367" y="1107"/>
                </a:lnTo>
                <a:lnTo>
                  <a:pt x="5367" y="1085"/>
                </a:lnTo>
                <a:lnTo>
                  <a:pt x="5480" y="1085"/>
                </a:lnTo>
                <a:lnTo>
                  <a:pt x="5480" y="1107"/>
                </a:lnTo>
                <a:moveTo>
                  <a:pt x="5299" y="1107"/>
                </a:moveTo>
                <a:lnTo>
                  <a:pt x="5186" y="1107"/>
                </a:lnTo>
                <a:lnTo>
                  <a:pt x="5186" y="1085"/>
                </a:lnTo>
                <a:lnTo>
                  <a:pt x="5299" y="1085"/>
                </a:lnTo>
                <a:lnTo>
                  <a:pt x="5299" y="1107"/>
                </a:lnTo>
                <a:moveTo>
                  <a:pt x="5119" y="1107"/>
                </a:moveTo>
                <a:lnTo>
                  <a:pt x="5006" y="1107"/>
                </a:lnTo>
                <a:lnTo>
                  <a:pt x="5006" y="1085"/>
                </a:lnTo>
                <a:lnTo>
                  <a:pt x="5119" y="1085"/>
                </a:lnTo>
                <a:lnTo>
                  <a:pt x="5119" y="1107"/>
                </a:lnTo>
                <a:moveTo>
                  <a:pt x="4938" y="1107"/>
                </a:moveTo>
                <a:lnTo>
                  <a:pt x="4825" y="1107"/>
                </a:lnTo>
                <a:lnTo>
                  <a:pt x="4825" y="1085"/>
                </a:lnTo>
                <a:lnTo>
                  <a:pt x="4938" y="1085"/>
                </a:lnTo>
                <a:lnTo>
                  <a:pt x="4938" y="1107"/>
                </a:lnTo>
                <a:moveTo>
                  <a:pt x="4757" y="1107"/>
                </a:moveTo>
                <a:lnTo>
                  <a:pt x="4644" y="1107"/>
                </a:lnTo>
                <a:lnTo>
                  <a:pt x="4644" y="1085"/>
                </a:lnTo>
                <a:lnTo>
                  <a:pt x="4757" y="1085"/>
                </a:lnTo>
                <a:lnTo>
                  <a:pt x="4757" y="1107"/>
                </a:lnTo>
                <a:moveTo>
                  <a:pt x="4576" y="1107"/>
                </a:moveTo>
                <a:lnTo>
                  <a:pt x="4463" y="1107"/>
                </a:lnTo>
                <a:lnTo>
                  <a:pt x="4463" y="1085"/>
                </a:lnTo>
                <a:lnTo>
                  <a:pt x="4576" y="1085"/>
                </a:lnTo>
                <a:lnTo>
                  <a:pt x="4576" y="1107"/>
                </a:lnTo>
                <a:moveTo>
                  <a:pt x="4396" y="1107"/>
                </a:moveTo>
                <a:lnTo>
                  <a:pt x="4283" y="1107"/>
                </a:lnTo>
                <a:lnTo>
                  <a:pt x="4283" y="1085"/>
                </a:lnTo>
                <a:lnTo>
                  <a:pt x="4396" y="1085"/>
                </a:lnTo>
                <a:lnTo>
                  <a:pt x="4396" y="1107"/>
                </a:lnTo>
                <a:moveTo>
                  <a:pt x="4215" y="1107"/>
                </a:moveTo>
                <a:lnTo>
                  <a:pt x="4102" y="1107"/>
                </a:lnTo>
                <a:lnTo>
                  <a:pt x="4102" y="1085"/>
                </a:lnTo>
                <a:lnTo>
                  <a:pt x="4215" y="1085"/>
                </a:lnTo>
                <a:lnTo>
                  <a:pt x="4215" y="1107"/>
                </a:lnTo>
                <a:moveTo>
                  <a:pt x="4034" y="1107"/>
                </a:moveTo>
                <a:lnTo>
                  <a:pt x="3921" y="1107"/>
                </a:lnTo>
                <a:lnTo>
                  <a:pt x="3921" y="1085"/>
                </a:lnTo>
                <a:lnTo>
                  <a:pt x="4034" y="1085"/>
                </a:lnTo>
                <a:lnTo>
                  <a:pt x="4034" y="1107"/>
                </a:lnTo>
                <a:moveTo>
                  <a:pt x="3853" y="1107"/>
                </a:moveTo>
                <a:lnTo>
                  <a:pt x="3740" y="1107"/>
                </a:lnTo>
                <a:lnTo>
                  <a:pt x="3740" y="1085"/>
                </a:lnTo>
                <a:lnTo>
                  <a:pt x="3853" y="1085"/>
                </a:lnTo>
                <a:lnTo>
                  <a:pt x="3853" y="1107"/>
                </a:lnTo>
                <a:moveTo>
                  <a:pt x="3673" y="1107"/>
                </a:moveTo>
                <a:lnTo>
                  <a:pt x="3560" y="1107"/>
                </a:lnTo>
                <a:lnTo>
                  <a:pt x="3560" y="1085"/>
                </a:lnTo>
                <a:lnTo>
                  <a:pt x="3673" y="1085"/>
                </a:lnTo>
                <a:lnTo>
                  <a:pt x="3673" y="1107"/>
                </a:lnTo>
                <a:moveTo>
                  <a:pt x="3492" y="1107"/>
                </a:moveTo>
                <a:lnTo>
                  <a:pt x="3379" y="1107"/>
                </a:lnTo>
                <a:lnTo>
                  <a:pt x="3379" y="1085"/>
                </a:lnTo>
                <a:lnTo>
                  <a:pt x="3492" y="1085"/>
                </a:lnTo>
                <a:lnTo>
                  <a:pt x="3492" y="1107"/>
                </a:lnTo>
                <a:moveTo>
                  <a:pt x="3311" y="1107"/>
                </a:moveTo>
                <a:lnTo>
                  <a:pt x="3198" y="1107"/>
                </a:lnTo>
                <a:lnTo>
                  <a:pt x="3198" y="1085"/>
                </a:lnTo>
                <a:lnTo>
                  <a:pt x="3311" y="1085"/>
                </a:lnTo>
                <a:lnTo>
                  <a:pt x="3311" y="1107"/>
                </a:lnTo>
                <a:moveTo>
                  <a:pt x="3130" y="1107"/>
                </a:moveTo>
                <a:lnTo>
                  <a:pt x="3017" y="1107"/>
                </a:lnTo>
                <a:lnTo>
                  <a:pt x="3017" y="1085"/>
                </a:lnTo>
                <a:lnTo>
                  <a:pt x="3130" y="1085"/>
                </a:lnTo>
                <a:lnTo>
                  <a:pt x="3130" y="1107"/>
                </a:lnTo>
                <a:moveTo>
                  <a:pt x="2950" y="1107"/>
                </a:moveTo>
                <a:lnTo>
                  <a:pt x="2837" y="1107"/>
                </a:lnTo>
                <a:lnTo>
                  <a:pt x="2837" y="1085"/>
                </a:lnTo>
                <a:lnTo>
                  <a:pt x="2950" y="1085"/>
                </a:lnTo>
                <a:lnTo>
                  <a:pt x="2950" y="1107"/>
                </a:lnTo>
                <a:moveTo>
                  <a:pt x="2769" y="1107"/>
                </a:moveTo>
                <a:lnTo>
                  <a:pt x="2656" y="1107"/>
                </a:lnTo>
                <a:lnTo>
                  <a:pt x="2656" y="1085"/>
                </a:lnTo>
                <a:lnTo>
                  <a:pt x="2769" y="1085"/>
                </a:lnTo>
                <a:lnTo>
                  <a:pt x="2769" y="1107"/>
                </a:lnTo>
                <a:moveTo>
                  <a:pt x="2587" y="1107"/>
                </a:moveTo>
                <a:lnTo>
                  <a:pt x="2474" y="1107"/>
                </a:lnTo>
                <a:lnTo>
                  <a:pt x="2474" y="1085"/>
                </a:lnTo>
                <a:lnTo>
                  <a:pt x="2587" y="1085"/>
                </a:lnTo>
                <a:lnTo>
                  <a:pt x="2587" y="1107"/>
                </a:lnTo>
                <a:moveTo>
                  <a:pt x="2406" y="1107"/>
                </a:moveTo>
                <a:lnTo>
                  <a:pt x="2293" y="1107"/>
                </a:lnTo>
                <a:lnTo>
                  <a:pt x="2293" y="1085"/>
                </a:lnTo>
                <a:lnTo>
                  <a:pt x="2406" y="1085"/>
                </a:lnTo>
                <a:lnTo>
                  <a:pt x="2406" y="1107"/>
                </a:lnTo>
                <a:moveTo>
                  <a:pt x="2225" y="1107"/>
                </a:moveTo>
                <a:lnTo>
                  <a:pt x="2113" y="1107"/>
                </a:lnTo>
                <a:lnTo>
                  <a:pt x="2113" y="1085"/>
                </a:lnTo>
                <a:lnTo>
                  <a:pt x="2225" y="1085"/>
                </a:lnTo>
                <a:lnTo>
                  <a:pt x="2225" y="1107"/>
                </a:lnTo>
                <a:moveTo>
                  <a:pt x="2045" y="1107"/>
                </a:moveTo>
                <a:lnTo>
                  <a:pt x="1932" y="1107"/>
                </a:lnTo>
                <a:lnTo>
                  <a:pt x="1932" y="1085"/>
                </a:lnTo>
                <a:lnTo>
                  <a:pt x="2045" y="1085"/>
                </a:lnTo>
                <a:lnTo>
                  <a:pt x="2045" y="1107"/>
                </a:lnTo>
                <a:moveTo>
                  <a:pt x="1864" y="1107"/>
                </a:moveTo>
                <a:lnTo>
                  <a:pt x="1751" y="1107"/>
                </a:lnTo>
                <a:lnTo>
                  <a:pt x="1751" y="1085"/>
                </a:lnTo>
                <a:lnTo>
                  <a:pt x="1864" y="1085"/>
                </a:lnTo>
                <a:lnTo>
                  <a:pt x="1864" y="1107"/>
                </a:lnTo>
                <a:moveTo>
                  <a:pt x="1683" y="1107"/>
                </a:moveTo>
                <a:lnTo>
                  <a:pt x="1570" y="1107"/>
                </a:lnTo>
                <a:lnTo>
                  <a:pt x="1570" y="1085"/>
                </a:lnTo>
                <a:lnTo>
                  <a:pt x="1683" y="1085"/>
                </a:lnTo>
                <a:lnTo>
                  <a:pt x="1683" y="1107"/>
                </a:lnTo>
                <a:moveTo>
                  <a:pt x="1502" y="1107"/>
                </a:moveTo>
                <a:lnTo>
                  <a:pt x="1389" y="1107"/>
                </a:lnTo>
                <a:lnTo>
                  <a:pt x="1389" y="1085"/>
                </a:lnTo>
                <a:lnTo>
                  <a:pt x="1502" y="1085"/>
                </a:lnTo>
                <a:lnTo>
                  <a:pt x="1502" y="1107"/>
                </a:lnTo>
                <a:moveTo>
                  <a:pt x="1322" y="1107"/>
                </a:moveTo>
                <a:lnTo>
                  <a:pt x="1209" y="1107"/>
                </a:lnTo>
                <a:lnTo>
                  <a:pt x="1209" y="1085"/>
                </a:lnTo>
                <a:lnTo>
                  <a:pt x="1322" y="1085"/>
                </a:lnTo>
                <a:lnTo>
                  <a:pt x="1322" y="1107"/>
                </a:lnTo>
                <a:moveTo>
                  <a:pt x="1141" y="1107"/>
                </a:moveTo>
                <a:lnTo>
                  <a:pt x="1028" y="1107"/>
                </a:lnTo>
                <a:lnTo>
                  <a:pt x="1028" y="1085"/>
                </a:lnTo>
                <a:lnTo>
                  <a:pt x="1141" y="1085"/>
                </a:lnTo>
                <a:lnTo>
                  <a:pt x="1141" y="1107"/>
                </a:lnTo>
                <a:moveTo>
                  <a:pt x="960" y="1107"/>
                </a:moveTo>
                <a:lnTo>
                  <a:pt x="847" y="1107"/>
                </a:lnTo>
                <a:lnTo>
                  <a:pt x="847" y="1085"/>
                </a:lnTo>
                <a:lnTo>
                  <a:pt x="960" y="1085"/>
                </a:lnTo>
                <a:lnTo>
                  <a:pt x="960" y="1107"/>
                </a:lnTo>
                <a:moveTo>
                  <a:pt x="779" y="1107"/>
                </a:moveTo>
                <a:lnTo>
                  <a:pt x="666" y="1107"/>
                </a:lnTo>
                <a:lnTo>
                  <a:pt x="666" y="1085"/>
                </a:lnTo>
                <a:lnTo>
                  <a:pt x="779" y="1085"/>
                </a:lnTo>
                <a:lnTo>
                  <a:pt x="779" y="1107"/>
                </a:lnTo>
                <a:moveTo>
                  <a:pt x="599" y="1107"/>
                </a:moveTo>
                <a:lnTo>
                  <a:pt x="486" y="1107"/>
                </a:lnTo>
                <a:lnTo>
                  <a:pt x="486" y="1085"/>
                </a:lnTo>
                <a:lnTo>
                  <a:pt x="599" y="1085"/>
                </a:lnTo>
                <a:lnTo>
                  <a:pt x="599" y="1107"/>
                </a:lnTo>
                <a:moveTo>
                  <a:pt x="418" y="1107"/>
                </a:moveTo>
                <a:lnTo>
                  <a:pt x="305" y="1107"/>
                </a:lnTo>
                <a:lnTo>
                  <a:pt x="305" y="1085"/>
                </a:lnTo>
                <a:lnTo>
                  <a:pt x="418" y="1085"/>
                </a:lnTo>
                <a:lnTo>
                  <a:pt x="418" y="1107"/>
                </a:lnTo>
                <a:moveTo>
                  <a:pt x="237" y="1107"/>
                </a:moveTo>
                <a:lnTo>
                  <a:pt x="124" y="1107"/>
                </a:lnTo>
                <a:lnTo>
                  <a:pt x="124" y="1085"/>
                </a:lnTo>
                <a:lnTo>
                  <a:pt x="237" y="1085"/>
                </a:lnTo>
                <a:lnTo>
                  <a:pt x="237" y="1107"/>
                </a:lnTo>
                <a:moveTo>
                  <a:pt x="56" y="1107"/>
                </a:moveTo>
                <a:lnTo>
                  <a:pt x="0" y="1107"/>
                </a:lnTo>
                <a:lnTo>
                  <a:pt x="0" y="1028"/>
                </a:lnTo>
                <a:lnTo>
                  <a:pt x="22" y="1028"/>
                </a:lnTo>
                <a:lnTo>
                  <a:pt x="22" y="1096"/>
                </a:lnTo>
                <a:lnTo>
                  <a:pt x="11" y="1096"/>
                </a:lnTo>
                <a:lnTo>
                  <a:pt x="11" y="1085"/>
                </a:lnTo>
                <a:lnTo>
                  <a:pt x="56" y="1085"/>
                </a:lnTo>
                <a:lnTo>
                  <a:pt x="56" y="1107"/>
                </a:lnTo>
                <a:moveTo>
                  <a:pt x="0" y="961"/>
                </a:moveTo>
                <a:lnTo>
                  <a:pt x="0" y="848"/>
                </a:lnTo>
                <a:lnTo>
                  <a:pt x="22" y="848"/>
                </a:lnTo>
                <a:lnTo>
                  <a:pt x="22" y="961"/>
                </a:lnTo>
                <a:lnTo>
                  <a:pt x="0" y="961"/>
                </a:lnTo>
                <a:moveTo>
                  <a:pt x="0" y="780"/>
                </a:moveTo>
                <a:lnTo>
                  <a:pt x="0" y="666"/>
                </a:lnTo>
                <a:lnTo>
                  <a:pt x="22" y="666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7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4386600" y="36057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4386600" y="36342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978480" y="3125520"/>
            <a:ext cx="4707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978480" y="3596760"/>
            <a:ext cx="518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896760" y="4158360"/>
            <a:ext cx="6141960" cy="528480"/>
          </a:xfrm>
          <a:custGeom>
            <a:avLst/>
            <a:gdLst/>
            <a:ahLst/>
            <a:rect l="0" t="0" r="r" b="b"/>
            <a:pathLst>
              <a:path w="17061" h="1468">
                <a:moveTo>
                  <a:pt x="0" y="0"/>
                </a:moveTo>
                <a:lnTo>
                  <a:pt x="17061" y="0"/>
                </a:lnTo>
                <a:lnTo>
                  <a:pt x="17061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892800" y="4154400"/>
            <a:ext cx="6149880" cy="536760"/>
          </a:xfrm>
          <a:custGeom>
            <a:avLst/>
            <a:gdLst/>
            <a:ahLst/>
            <a:rect l="0" t="0" r="r" b="b"/>
            <a:pathLst>
              <a:path w="17083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2"/>
                </a:lnTo>
                <a:lnTo>
                  <a:pt x="373" y="22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2"/>
                </a:lnTo>
                <a:lnTo>
                  <a:pt x="734" y="22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2"/>
                </a:lnTo>
                <a:lnTo>
                  <a:pt x="915" y="22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2"/>
                </a:lnTo>
                <a:lnTo>
                  <a:pt x="1096" y="22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2"/>
                </a:lnTo>
                <a:lnTo>
                  <a:pt x="1276" y="22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2"/>
                </a:lnTo>
                <a:lnTo>
                  <a:pt x="1457" y="22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2"/>
                </a:lnTo>
                <a:lnTo>
                  <a:pt x="1638" y="22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2"/>
                </a:lnTo>
                <a:lnTo>
                  <a:pt x="1819" y="22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2"/>
                </a:lnTo>
                <a:lnTo>
                  <a:pt x="2000" y="22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2"/>
                </a:lnTo>
                <a:lnTo>
                  <a:pt x="2180" y="22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2"/>
                </a:lnTo>
                <a:lnTo>
                  <a:pt x="2361" y="22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2"/>
                </a:lnTo>
                <a:lnTo>
                  <a:pt x="2542" y="22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2"/>
                </a:lnTo>
                <a:lnTo>
                  <a:pt x="2723" y="22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2"/>
                </a:lnTo>
                <a:lnTo>
                  <a:pt x="2903" y="22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2"/>
                </a:lnTo>
                <a:lnTo>
                  <a:pt x="3084" y="22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2"/>
                </a:lnTo>
                <a:lnTo>
                  <a:pt x="3265" y="22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2"/>
                </a:lnTo>
                <a:lnTo>
                  <a:pt x="3446" y="22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2"/>
                </a:lnTo>
                <a:lnTo>
                  <a:pt x="3626" y="22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2"/>
                </a:lnTo>
                <a:lnTo>
                  <a:pt x="3807" y="22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2"/>
                </a:lnTo>
                <a:lnTo>
                  <a:pt x="3988" y="22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2"/>
                </a:lnTo>
                <a:lnTo>
                  <a:pt x="4169" y="22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2"/>
                </a:lnTo>
                <a:lnTo>
                  <a:pt x="4349" y="22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2"/>
                </a:lnTo>
                <a:lnTo>
                  <a:pt x="4530" y="22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2"/>
                </a:lnTo>
                <a:lnTo>
                  <a:pt x="4711" y="22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2"/>
                </a:lnTo>
                <a:lnTo>
                  <a:pt x="4892" y="22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2"/>
                </a:lnTo>
                <a:lnTo>
                  <a:pt x="5073" y="22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2"/>
                </a:lnTo>
                <a:lnTo>
                  <a:pt x="5253" y="22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2"/>
                </a:lnTo>
                <a:lnTo>
                  <a:pt x="5434" y="22"/>
                </a:lnTo>
                <a:lnTo>
                  <a:pt x="5434" y="0"/>
                </a:lnTo>
                <a:moveTo>
                  <a:pt x="5615" y="0"/>
                </a:moveTo>
                <a:lnTo>
                  <a:pt x="5728" y="0"/>
                </a:lnTo>
                <a:lnTo>
                  <a:pt x="5728" y="22"/>
                </a:lnTo>
                <a:lnTo>
                  <a:pt x="5615" y="22"/>
                </a:lnTo>
                <a:lnTo>
                  <a:pt x="5615" y="0"/>
                </a:lnTo>
                <a:moveTo>
                  <a:pt x="5796" y="0"/>
                </a:moveTo>
                <a:lnTo>
                  <a:pt x="5909" y="0"/>
                </a:lnTo>
                <a:lnTo>
                  <a:pt x="5909" y="22"/>
                </a:lnTo>
                <a:lnTo>
                  <a:pt x="5796" y="22"/>
                </a:lnTo>
                <a:lnTo>
                  <a:pt x="5796" y="0"/>
                </a:lnTo>
                <a:moveTo>
                  <a:pt x="5976" y="0"/>
                </a:moveTo>
                <a:lnTo>
                  <a:pt x="6090" y="0"/>
                </a:lnTo>
                <a:lnTo>
                  <a:pt x="6090" y="22"/>
                </a:lnTo>
                <a:lnTo>
                  <a:pt x="5976" y="22"/>
                </a:lnTo>
                <a:lnTo>
                  <a:pt x="5976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2"/>
                </a:lnTo>
                <a:lnTo>
                  <a:pt x="6158" y="22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2"/>
                </a:lnTo>
                <a:lnTo>
                  <a:pt x="6339" y="22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2"/>
                </a:lnTo>
                <a:lnTo>
                  <a:pt x="6520" y="22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2"/>
                </a:lnTo>
                <a:lnTo>
                  <a:pt x="6700" y="22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2"/>
                </a:lnTo>
                <a:lnTo>
                  <a:pt x="6881" y="22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2"/>
                </a:lnTo>
                <a:lnTo>
                  <a:pt x="7062" y="22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2"/>
                </a:lnTo>
                <a:lnTo>
                  <a:pt x="7243" y="22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2"/>
                </a:lnTo>
                <a:lnTo>
                  <a:pt x="7423" y="22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2"/>
                </a:lnTo>
                <a:lnTo>
                  <a:pt x="7604" y="22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2"/>
                </a:lnTo>
                <a:lnTo>
                  <a:pt x="7785" y="22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2"/>
                </a:lnTo>
                <a:lnTo>
                  <a:pt x="7966" y="22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2"/>
                </a:lnTo>
                <a:lnTo>
                  <a:pt x="8146" y="22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2"/>
                </a:lnTo>
                <a:lnTo>
                  <a:pt x="8327" y="22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2"/>
                </a:lnTo>
                <a:lnTo>
                  <a:pt x="8508" y="22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2"/>
                </a:lnTo>
                <a:lnTo>
                  <a:pt x="8689" y="22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2"/>
                </a:lnTo>
                <a:lnTo>
                  <a:pt x="8870" y="22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2"/>
                </a:lnTo>
                <a:lnTo>
                  <a:pt x="9050" y="22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2"/>
                </a:lnTo>
                <a:lnTo>
                  <a:pt x="9231" y="22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2"/>
                </a:lnTo>
                <a:lnTo>
                  <a:pt x="9412" y="22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2"/>
                </a:lnTo>
                <a:lnTo>
                  <a:pt x="9593" y="22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2"/>
                </a:lnTo>
                <a:lnTo>
                  <a:pt x="9773" y="22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2"/>
                </a:lnTo>
                <a:lnTo>
                  <a:pt x="9954" y="22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2"/>
                </a:lnTo>
                <a:lnTo>
                  <a:pt x="10135" y="22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2"/>
                </a:lnTo>
                <a:lnTo>
                  <a:pt x="10316" y="22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2"/>
                </a:lnTo>
                <a:lnTo>
                  <a:pt x="10496" y="22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2"/>
                </a:lnTo>
                <a:lnTo>
                  <a:pt x="10677" y="22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2"/>
                </a:lnTo>
                <a:lnTo>
                  <a:pt x="10858" y="22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2"/>
                </a:lnTo>
                <a:lnTo>
                  <a:pt x="11039" y="22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2"/>
                </a:lnTo>
                <a:lnTo>
                  <a:pt x="11219" y="22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2"/>
                </a:lnTo>
                <a:lnTo>
                  <a:pt x="11400" y="22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2"/>
                </a:lnTo>
                <a:lnTo>
                  <a:pt x="11581" y="22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2"/>
                </a:lnTo>
                <a:lnTo>
                  <a:pt x="11762" y="22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2"/>
                </a:lnTo>
                <a:lnTo>
                  <a:pt x="11942" y="22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2"/>
                </a:lnTo>
                <a:lnTo>
                  <a:pt x="12123" y="22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2"/>
                </a:lnTo>
                <a:lnTo>
                  <a:pt x="12304" y="22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2"/>
                </a:lnTo>
                <a:lnTo>
                  <a:pt x="12485" y="22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2"/>
                </a:lnTo>
                <a:lnTo>
                  <a:pt x="12666" y="22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2"/>
                </a:lnTo>
                <a:lnTo>
                  <a:pt x="12846" y="22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2"/>
                </a:lnTo>
                <a:lnTo>
                  <a:pt x="13027" y="22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2"/>
                </a:lnTo>
                <a:lnTo>
                  <a:pt x="13208" y="22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2"/>
                </a:lnTo>
                <a:lnTo>
                  <a:pt x="13389" y="22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2"/>
                </a:lnTo>
                <a:lnTo>
                  <a:pt x="13569" y="22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2"/>
                </a:lnTo>
                <a:lnTo>
                  <a:pt x="13750" y="22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2"/>
                </a:lnTo>
                <a:lnTo>
                  <a:pt x="13931" y="22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2"/>
                </a:lnTo>
                <a:lnTo>
                  <a:pt x="14112" y="22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2"/>
                </a:lnTo>
                <a:lnTo>
                  <a:pt x="14292" y="22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2"/>
                </a:lnTo>
                <a:lnTo>
                  <a:pt x="14473" y="22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2"/>
                </a:lnTo>
                <a:lnTo>
                  <a:pt x="14654" y="22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2"/>
                </a:lnTo>
                <a:lnTo>
                  <a:pt x="14835" y="22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2"/>
                </a:lnTo>
                <a:lnTo>
                  <a:pt x="15015" y="22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2"/>
                </a:lnTo>
                <a:lnTo>
                  <a:pt x="15196" y="22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2"/>
                </a:lnTo>
                <a:lnTo>
                  <a:pt x="15377" y="22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2"/>
                </a:lnTo>
                <a:lnTo>
                  <a:pt x="15558" y="22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2"/>
                </a:lnTo>
                <a:lnTo>
                  <a:pt x="15738" y="22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2"/>
                </a:lnTo>
                <a:lnTo>
                  <a:pt x="15919" y="22"/>
                </a:lnTo>
                <a:lnTo>
                  <a:pt x="15919" y="0"/>
                </a:lnTo>
                <a:moveTo>
                  <a:pt x="16100" y="0"/>
                </a:moveTo>
                <a:lnTo>
                  <a:pt x="16213" y="0"/>
                </a:lnTo>
                <a:lnTo>
                  <a:pt x="16213" y="22"/>
                </a:lnTo>
                <a:lnTo>
                  <a:pt x="16100" y="22"/>
                </a:lnTo>
                <a:lnTo>
                  <a:pt x="16100" y="0"/>
                </a:lnTo>
                <a:moveTo>
                  <a:pt x="16281" y="0"/>
                </a:moveTo>
                <a:lnTo>
                  <a:pt x="16394" y="0"/>
                </a:lnTo>
                <a:lnTo>
                  <a:pt x="16394" y="22"/>
                </a:lnTo>
                <a:lnTo>
                  <a:pt x="16281" y="22"/>
                </a:lnTo>
                <a:lnTo>
                  <a:pt x="16281" y="0"/>
                </a:lnTo>
                <a:moveTo>
                  <a:pt x="16462" y="0"/>
                </a:moveTo>
                <a:lnTo>
                  <a:pt x="16575" y="0"/>
                </a:lnTo>
                <a:lnTo>
                  <a:pt x="16575" y="22"/>
                </a:lnTo>
                <a:lnTo>
                  <a:pt x="16462" y="22"/>
                </a:lnTo>
                <a:lnTo>
                  <a:pt x="16462" y="0"/>
                </a:lnTo>
                <a:moveTo>
                  <a:pt x="16642" y="0"/>
                </a:moveTo>
                <a:lnTo>
                  <a:pt x="16755" y="0"/>
                </a:lnTo>
                <a:lnTo>
                  <a:pt x="16755" y="22"/>
                </a:lnTo>
                <a:lnTo>
                  <a:pt x="16642" y="22"/>
                </a:lnTo>
                <a:lnTo>
                  <a:pt x="16642" y="0"/>
                </a:lnTo>
                <a:moveTo>
                  <a:pt x="16823" y="0"/>
                </a:moveTo>
                <a:lnTo>
                  <a:pt x="16936" y="0"/>
                </a:lnTo>
                <a:lnTo>
                  <a:pt x="16936" y="22"/>
                </a:lnTo>
                <a:lnTo>
                  <a:pt x="16823" y="22"/>
                </a:lnTo>
                <a:lnTo>
                  <a:pt x="16823" y="0"/>
                </a:lnTo>
                <a:moveTo>
                  <a:pt x="17004" y="0"/>
                </a:moveTo>
                <a:lnTo>
                  <a:pt x="17083" y="0"/>
                </a:lnTo>
                <a:lnTo>
                  <a:pt x="17083" y="56"/>
                </a:lnTo>
                <a:lnTo>
                  <a:pt x="17060" y="56"/>
                </a:lnTo>
                <a:lnTo>
                  <a:pt x="17060" y="11"/>
                </a:lnTo>
                <a:lnTo>
                  <a:pt x="17072" y="11"/>
                </a:lnTo>
                <a:lnTo>
                  <a:pt x="17072" y="22"/>
                </a:lnTo>
                <a:lnTo>
                  <a:pt x="17004" y="22"/>
                </a:lnTo>
                <a:lnTo>
                  <a:pt x="17004" y="0"/>
                </a:lnTo>
                <a:moveTo>
                  <a:pt x="17083" y="124"/>
                </a:moveTo>
                <a:lnTo>
                  <a:pt x="17083" y="237"/>
                </a:lnTo>
                <a:lnTo>
                  <a:pt x="17060" y="237"/>
                </a:lnTo>
                <a:lnTo>
                  <a:pt x="17060" y="124"/>
                </a:lnTo>
                <a:lnTo>
                  <a:pt x="17083" y="124"/>
                </a:lnTo>
                <a:moveTo>
                  <a:pt x="17083" y="305"/>
                </a:moveTo>
                <a:lnTo>
                  <a:pt x="17083" y="418"/>
                </a:lnTo>
                <a:lnTo>
                  <a:pt x="17060" y="418"/>
                </a:lnTo>
                <a:lnTo>
                  <a:pt x="17060" y="305"/>
                </a:lnTo>
                <a:lnTo>
                  <a:pt x="17083" y="305"/>
                </a:lnTo>
                <a:moveTo>
                  <a:pt x="17083" y="485"/>
                </a:moveTo>
                <a:lnTo>
                  <a:pt x="17083" y="598"/>
                </a:lnTo>
                <a:lnTo>
                  <a:pt x="17060" y="598"/>
                </a:lnTo>
                <a:lnTo>
                  <a:pt x="17060" y="485"/>
                </a:lnTo>
                <a:lnTo>
                  <a:pt x="17083" y="485"/>
                </a:lnTo>
                <a:moveTo>
                  <a:pt x="17083" y="666"/>
                </a:moveTo>
                <a:lnTo>
                  <a:pt x="17083" y="779"/>
                </a:lnTo>
                <a:lnTo>
                  <a:pt x="17060" y="779"/>
                </a:lnTo>
                <a:lnTo>
                  <a:pt x="17060" y="666"/>
                </a:lnTo>
                <a:lnTo>
                  <a:pt x="17083" y="666"/>
                </a:lnTo>
                <a:moveTo>
                  <a:pt x="17083" y="846"/>
                </a:moveTo>
                <a:lnTo>
                  <a:pt x="17083" y="959"/>
                </a:lnTo>
                <a:lnTo>
                  <a:pt x="17060" y="959"/>
                </a:lnTo>
                <a:lnTo>
                  <a:pt x="17060" y="846"/>
                </a:lnTo>
                <a:lnTo>
                  <a:pt x="17083" y="846"/>
                </a:lnTo>
                <a:moveTo>
                  <a:pt x="17083" y="1027"/>
                </a:moveTo>
                <a:lnTo>
                  <a:pt x="17083" y="1141"/>
                </a:lnTo>
                <a:lnTo>
                  <a:pt x="17060" y="1141"/>
                </a:lnTo>
                <a:lnTo>
                  <a:pt x="17060" y="1027"/>
                </a:lnTo>
                <a:lnTo>
                  <a:pt x="17083" y="1027"/>
                </a:lnTo>
                <a:moveTo>
                  <a:pt x="17083" y="1209"/>
                </a:moveTo>
                <a:lnTo>
                  <a:pt x="17083" y="1321"/>
                </a:lnTo>
                <a:lnTo>
                  <a:pt x="17060" y="1321"/>
                </a:lnTo>
                <a:lnTo>
                  <a:pt x="17060" y="1209"/>
                </a:lnTo>
                <a:lnTo>
                  <a:pt x="17083" y="1209"/>
                </a:lnTo>
                <a:moveTo>
                  <a:pt x="17083" y="1389"/>
                </a:moveTo>
                <a:lnTo>
                  <a:pt x="17083" y="1491"/>
                </a:lnTo>
                <a:lnTo>
                  <a:pt x="17049" y="1491"/>
                </a:lnTo>
                <a:lnTo>
                  <a:pt x="17049" y="1468"/>
                </a:lnTo>
                <a:lnTo>
                  <a:pt x="17072" y="1468"/>
                </a:lnTo>
                <a:lnTo>
                  <a:pt x="17072" y="1479"/>
                </a:lnTo>
                <a:lnTo>
                  <a:pt x="17060" y="1479"/>
                </a:lnTo>
                <a:lnTo>
                  <a:pt x="17060" y="1389"/>
                </a:lnTo>
                <a:lnTo>
                  <a:pt x="17083" y="1389"/>
                </a:lnTo>
                <a:moveTo>
                  <a:pt x="16981" y="1491"/>
                </a:moveTo>
                <a:lnTo>
                  <a:pt x="16868" y="1491"/>
                </a:lnTo>
                <a:lnTo>
                  <a:pt x="16868" y="1468"/>
                </a:lnTo>
                <a:lnTo>
                  <a:pt x="16981" y="1468"/>
                </a:lnTo>
                <a:lnTo>
                  <a:pt x="16981" y="1491"/>
                </a:lnTo>
                <a:moveTo>
                  <a:pt x="16800" y="1491"/>
                </a:moveTo>
                <a:lnTo>
                  <a:pt x="16688" y="1491"/>
                </a:lnTo>
                <a:lnTo>
                  <a:pt x="16688" y="1468"/>
                </a:lnTo>
                <a:lnTo>
                  <a:pt x="16800" y="1468"/>
                </a:lnTo>
                <a:lnTo>
                  <a:pt x="16800" y="1491"/>
                </a:lnTo>
                <a:moveTo>
                  <a:pt x="16620" y="1491"/>
                </a:moveTo>
                <a:lnTo>
                  <a:pt x="16507" y="1491"/>
                </a:lnTo>
                <a:lnTo>
                  <a:pt x="16507" y="1468"/>
                </a:lnTo>
                <a:lnTo>
                  <a:pt x="16620" y="1468"/>
                </a:lnTo>
                <a:lnTo>
                  <a:pt x="16620" y="1491"/>
                </a:lnTo>
                <a:moveTo>
                  <a:pt x="16439" y="1491"/>
                </a:moveTo>
                <a:lnTo>
                  <a:pt x="16326" y="1491"/>
                </a:lnTo>
                <a:lnTo>
                  <a:pt x="16326" y="1468"/>
                </a:lnTo>
                <a:lnTo>
                  <a:pt x="16439" y="1468"/>
                </a:lnTo>
                <a:lnTo>
                  <a:pt x="16439" y="1491"/>
                </a:lnTo>
                <a:moveTo>
                  <a:pt x="16258" y="1491"/>
                </a:moveTo>
                <a:lnTo>
                  <a:pt x="16145" y="1491"/>
                </a:lnTo>
                <a:lnTo>
                  <a:pt x="16145" y="1468"/>
                </a:lnTo>
                <a:lnTo>
                  <a:pt x="16258" y="1468"/>
                </a:lnTo>
                <a:lnTo>
                  <a:pt x="16258" y="1491"/>
                </a:lnTo>
                <a:moveTo>
                  <a:pt x="16077" y="1491"/>
                </a:moveTo>
                <a:lnTo>
                  <a:pt x="15964" y="1491"/>
                </a:lnTo>
                <a:lnTo>
                  <a:pt x="15964" y="1468"/>
                </a:lnTo>
                <a:lnTo>
                  <a:pt x="16077" y="1468"/>
                </a:lnTo>
                <a:lnTo>
                  <a:pt x="16077" y="1491"/>
                </a:lnTo>
                <a:moveTo>
                  <a:pt x="15897" y="1491"/>
                </a:moveTo>
                <a:lnTo>
                  <a:pt x="15784" y="1491"/>
                </a:lnTo>
                <a:lnTo>
                  <a:pt x="15784" y="1468"/>
                </a:lnTo>
                <a:lnTo>
                  <a:pt x="15897" y="1468"/>
                </a:lnTo>
                <a:lnTo>
                  <a:pt x="15897" y="1491"/>
                </a:lnTo>
                <a:moveTo>
                  <a:pt x="15716" y="1491"/>
                </a:moveTo>
                <a:lnTo>
                  <a:pt x="15603" y="1491"/>
                </a:lnTo>
                <a:lnTo>
                  <a:pt x="15603" y="1468"/>
                </a:lnTo>
                <a:lnTo>
                  <a:pt x="15716" y="1468"/>
                </a:lnTo>
                <a:lnTo>
                  <a:pt x="15716" y="1491"/>
                </a:lnTo>
                <a:moveTo>
                  <a:pt x="15535" y="1491"/>
                </a:moveTo>
                <a:lnTo>
                  <a:pt x="15422" y="1491"/>
                </a:lnTo>
                <a:lnTo>
                  <a:pt x="15422" y="1468"/>
                </a:lnTo>
                <a:lnTo>
                  <a:pt x="15535" y="1468"/>
                </a:lnTo>
                <a:lnTo>
                  <a:pt x="15535" y="1491"/>
                </a:lnTo>
                <a:moveTo>
                  <a:pt x="15354" y="1491"/>
                </a:moveTo>
                <a:lnTo>
                  <a:pt x="15241" y="1491"/>
                </a:lnTo>
                <a:lnTo>
                  <a:pt x="15241" y="1468"/>
                </a:lnTo>
                <a:lnTo>
                  <a:pt x="15354" y="1468"/>
                </a:lnTo>
                <a:lnTo>
                  <a:pt x="15354" y="1491"/>
                </a:lnTo>
                <a:moveTo>
                  <a:pt x="15174" y="1491"/>
                </a:moveTo>
                <a:lnTo>
                  <a:pt x="15061" y="1491"/>
                </a:lnTo>
                <a:lnTo>
                  <a:pt x="15061" y="1468"/>
                </a:lnTo>
                <a:lnTo>
                  <a:pt x="15174" y="1468"/>
                </a:lnTo>
                <a:lnTo>
                  <a:pt x="15174" y="1491"/>
                </a:lnTo>
                <a:moveTo>
                  <a:pt x="14993" y="1491"/>
                </a:moveTo>
                <a:lnTo>
                  <a:pt x="14880" y="1491"/>
                </a:lnTo>
                <a:lnTo>
                  <a:pt x="14880" y="1468"/>
                </a:lnTo>
                <a:lnTo>
                  <a:pt x="14993" y="1468"/>
                </a:lnTo>
                <a:lnTo>
                  <a:pt x="14993" y="1491"/>
                </a:lnTo>
                <a:moveTo>
                  <a:pt x="14812" y="1491"/>
                </a:moveTo>
                <a:lnTo>
                  <a:pt x="14699" y="1491"/>
                </a:lnTo>
                <a:lnTo>
                  <a:pt x="14699" y="1468"/>
                </a:lnTo>
                <a:lnTo>
                  <a:pt x="14812" y="1468"/>
                </a:lnTo>
                <a:lnTo>
                  <a:pt x="14812" y="1491"/>
                </a:lnTo>
                <a:moveTo>
                  <a:pt x="14631" y="1491"/>
                </a:moveTo>
                <a:lnTo>
                  <a:pt x="14518" y="1491"/>
                </a:lnTo>
                <a:lnTo>
                  <a:pt x="14518" y="1468"/>
                </a:lnTo>
                <a:lnTo>
                  <a:pt x="14631" y="1468"/>
                </a:lnTo>
                <a:lnTo>
                  <a:pt x="14631" y="1491"/>
                </a:lnTo>
                <a:moveTo>
                  <a:pt x="14451" y="1491"/>
                </a:moveTo>
                <a:lnTo>
                  <a:pt x="14338" y="1491"/>
                </a:lnTo>
                <a:lnTo>
                  <a:pt x="14338" y="1468"/>
                </a:lnTo>
                <a:lnTo>
                  <a:pt x="14451" y="1468"/>
                </a:lnTo>
                <a:lnTo>
                  <a:pt x="14451" y="1491"/>
                </a:lnTo>
                <a:moveTo>
                  <a:pt x="14270" y="1491"/>
                </a:moveTo>
                <a:lnTo>
                  <a:pt x="14157" y="1491"/>
                </a:lnTo>
                <a:lnTo>
                  <a:pt x="14157" y="1468"/>
                </a:lnTo>
                <a:lnTo>
                  <a:pt x="14270" y="1468"/>
                </a:lnTo>
                <a:lnTo>
                  <a:pt x="14270" y="1491"/>
                </a:lnTo>
                <a:moveTo>
                  <a:pt x="14089" y="1491"/>
                </a:moveTo>
                <a:lnTo>
                  <a:pt x="13976" y="1491"/>
                </a:lnTo>
                <a:lnTo>
                  <a:pt x="13976" y="1468"/>
                </a:lnTo>
                <a:lnTo>
                  <a:pt x="14089" y="1468"/>
                </a:lnTo>
                <a:lnTo>
                  <a:pt x="14089" y="1491"/>
                </a:lnTo>
                <a:moveTo>
                  <a:pt x="13908" y="1491"/>
                </a:moveTo>
                <a:lnTo>
                  <a:pt x="13795" y="1491"/>
                </a:lnTo>
                <a:lnTo>
                  <a:pt x="13795" y="1468"/>
                </a:lnTo>
                <a:lnTo>
                  <a:pt x="13908" y="1468"/>
                </a:lnTo>
                <a:lnTo>
                  <a:pt x="13908" y="1491"/>
                </a:lnTo>
                <a:moveTo>
                  <a:pt x="13728" y="1491"/>
                </a:moveTo>
                <a:lnTo>
                  <a:pt x="13615" y="1491"/>
                </a:lnTo>
                <a:lnTo>
                  <a:pt x="13615" y="1468"/>
                </a:lnTo>
                <a:lnTo>
                  <a:pt x="13728" y="1468"/>
                </a:lnTo>
                <a:lnTo>
                  <a:pt x="13728" y="1491"/>
                </a:lnTo>
                <a:moveTo>
                  <a:pt x="13547" y="1491"/>
                </a:moveTo>
                <a:lnTo>
                  <a:pt x="13434" y="1491"/>
                </a:lnTo>
                <a:lnTo>
                  <a:pt x="13434" y="1468"/>
                </a:lnTo>
                <a:lnTo>
                  <a:pt x="13547" y="1468"/>
                </a:lnTo>
                <a:lnTo>
                  <a:pt x="13547" y="1491"/>
                </a:lnTo>
                <a:moveTo>
                  <a:pt x="13366" y="1491"/>
                </a:moveTo>
                <a:lnTo>
                  <a:pt x="13253" y="1491"/>
                </a:lnTo>
                <a:lnTo>
                  <a:pt x="13253" y="1468"/>
                </a:lnTo>
                <a:lnTo>
                  <a:pt x="13366" y="1468"/>
                </a:lnTo>
                <a:lnTo>
                  <a:pt x="13366" y="1491"/>
                </a:lnTo>
                <a:moveTo>
                  <a:pt x="13185" y="1491"/>
                </a:moveTo>
                <a:lnTo>
                  <a:pt x="13072" y="1491"/>
                </a:lnTo>
                <a:lnTo>
                  <a:pt x="13072" y="1468"/>
                </a:lnTo>
                <a:lnTo>
                  <a:pt x="13185" y="1468"/>
                </a:lnTo>
                <a:lnTo>
                  <a:pt x="13185" y="1491"/>
                </a:lnTo>
                <a:moveTo>
                  <a:pt x="13004" y="1491"/>
                </a:moveTo>
                <a:lnTo>
                  <a:pt x="12891" y="1491"/>
                </a:lnTo>
                <a:lnTo>
                  <a:pt x="12891" y="1468"/>
                </a:lnTo>
                <a:lnTo>
                  <a:pt x="13004" y="1468"/>
                </a:lnTo>
                <a:lnTo>
                  <a:pt x="13004" y="1491"/>
                </a:lnTo>
                <a:moveTo>
                  <a:pt x="12824" y="1491"/>
                </a:moveTo>
                <a:lnTo>
                  <a:pt x="12711" y="1491"/>
                </a:lnTo>
                <a:lnTo>
                  <a:pt x="12711" y="1468"/>
                </a:lnTo>
                <a:lnTo>
                  <a:pt x="12824" y="1468"/>
                </a:lnTo>
                <a:lnTo>
                  <a:pt x="12824" y="1491"/>
                </a:lnTo>
                <a:moveTo>
                  <a:pt x="12643" y="1491"/>
                </a:moveTo>
                <a:lnTo>
                  <a:pt x="12530" y="1491"/>
                </a:lnTo>
                <a:lnTo>
                  <a:pt x="12530" y="1468"/>
                </a:lnTo>
                <a:lnTo>
                  <a:pt x="12643" y="1468"/>
                </a:lnTo>
                <a:lnTo>
                  <a:pt x="12643" y="1491"/>
                </a:lnTo>
                <a:moveTo>
                  <a:pt x="12462" y="1491"/>
                </a:moveTo>
                <a:lnTo>
                  <a:pt x="12349" y="1491"/>
                </a:lnTo>
                <a:lnTo>
                  <a:pt x="12349" y="1468"/>
                </a:lnTo>
                <a:lnTo>
                  <a:pt x="12462" y="1468"/>
                </a:lnTo>
                <a:lnTo>
                  <a:pt x="12462" y="1491"/>
                </a:lnTo>
                <a:moveTo>
                  <a:pt x="12281" y="1491"/>
                </a:moveTo>
                <a:lnTo>
                  <a:pt x="12168" y="1491"/>
                </a:lnTo>
                <a:lnTo>
                  <a:pt x="12168" y="1468"/>
                </a:lnTo>
                <a:lnTo>
                  <a:pt x="12281" y="1468"/>
                </a:lnTo>
                <a:lnTo>
                  <a:pt x="12281" y="1491"/>
                </a:lnTo>
                <a:moveTo>
                  <a:pt x="12101" y="1491"/>
                </a:moveTo>
                <a:lnTo>
                  <a:pt x="11988" y="1491"/>
                </a:lnTo>
                <a:lnTo>
                  <a:pt x="11988" y="1468"/>
                </a:lnTo>
                <a:lnTo>
                  <a:pt x="12101" y="1468"/>
                </a:lnTo>
                <a:lnTo>
                  <a:pt x="12101" y="1491"/>
                </a:lnTo>
                <a:moveTo>
                  <a:pt x="11920" y="1491"/>
                </a:moveTo>
                <a:lnTo>
                  <a:pt x="11807" y="1491"/>
                </a:lnTo>
                <a:lnTo>
                  <a:pt x="11807" y="1468"/>
                </a:lnTo>
                <a:lnTo>
                  <a:pt x="11920" y="1468"/>
                </a:lnTo>
                <a:lnTo>
                  <a:pt x="11920" y="1491"/>
                </a:lnTo>
                <a:moveTo>
                  <a:pt x="11739" y="1491"/>
                </a:moveTo>
                <a:lnTo>
                  <a:pt x="11626" y="1491"/>
                </a:lnTo>
                <a:lnTo>
                  <a:pt x="11626" y="1468"/>
                </a:lnTo>
                <a:lnTo>
                  <a:pt x="11739" y="1468"/>
                </a:lnTo>
                <a:lnTo>
                  <a:pt x="11739" y="1491"/>
                </a:lnTo>
                <a:moveTo>
                  <a:pt x="11558" y="1491"/>
                </a:moveTo>
                <a:lnTo>
                  <a:pt x="11445" y="1491"/>
                </a:lnTo>
                <a:lnTo>
                  <a:pt x="11445" y="1468"/>
                </a:lnTo>
                <a:lnTo>
                  <a:pt x="11558" y="1468"/>
                </a:lnTo>
                <a:lnTo>
                  <a:pt x="11558" y="1491"/>
                </a:lnTo>
                <a:moveTo>
                  <a:pt x="11378" y="1491"/>
                </a:moveTo>
                <a:lnTo>
                  <a:pt x="11265" y="1491"/>
                </a:lnTo>
                <a:lnTo>
                  <a:pt x="11265" y="1468"/>
                </a:lnTo>
                <a:lnTo>
                  <a:pt x="11378" y="1468"/>
                </a:lnTo>
                <a:lnTo>
                  <a:pt x="11378" y="1491"/>
                </a:lnTo>
                <a:moveTo>
                  <a:pt x="11197" y="1491"/>
                </a:moveTo>
                <a:lnTo>
                  <a:pt x="11084" y="1491"/>
                </a:lnTo>
                <a:lnTo>
                  <a:pt x="11084" y="1468"/>
                </a:lnTo>
                <a:lnTo>
                  <a:pt x="11197" y="1468"/>
                </a:lnTo>
                <a:lnTo>
                  <a:pt x="11197" y="1491"/>
                </a:lnTo>
                <a:moveTo>
                  <a:pt x="11016" y="1491"/>
                </a:moveTo>
                <a:lnTo>
                  <a:pt x="10903" y="1491"/>
                </a:lnTo>
                <a:lnTo>
                  <a:pt x="10903" y="1468"/>
                </a:lnTo>
                <a:lnTo>
                  <a:pt x="11016" y="1468"/>
                </a:lnTo>
                <a:lnTo>
                  <a:pt x="11016" y="1491"/>
                </a:lnTo>
                <a:moveTo>
                  <a:pt x="10835" y="1491"/>
                </a:moveTo>
                <a:lnTo>
                  <a:pt x="10722" y="1491"/>
                </a:lnTo>
                <a:lnTo>
                  <a:pt x="10722" y="1468"/>
                </a:lnTo>
                <a:lnTo>
                  <a:pt x="10835" y="1468"/>
                </a:lnTo>
                <a:lnTo>
                  <a:pt x="10835" y="1491"/>
                </a:lnTo>
                <a:moveTo>
                  <a:pt x="10655" y="1491"/>
                </a:moveTo>
                <a:lnTo>
                  <a:pt x="10542" y="1491"/>
                </a:lnTo>
                <a:lnTo>
                  <a:pt x="10542" y="1468"/>
                </a:lnTo>
                <a:lnTo>
                  <a:pt x="10655" y="1468"/>
                </a:lnTo>
                <a:lnTo>
                  <a:pt x="10655" y="1491"/>
                </a:lnTo>
                <a:moveTo>
                  <a:pt x="10474" y="1491"/>
                </a:moveTo>
                <a:lnTo>
                  <a:pt x="10361" y="1491"/>
                </a:lnTo>
                <a:lnTo>
                  <a:pt x="10361" y="1468"/>
                </a:lnTo>
                <a:lnTo>
                  <a:pt x="10474" y="1468"/>
                </a:lnTo>
                <a:lnTo>
                  <a:pt x="10474" y="1491"/>
                </a:lnTo>
                <a:moveTo>
                  <a:pt x="10293" y="1491"/>
                </a:moveTo>
                <a:lnTo>
                  <a:pt x="10180" y="1491"/>
                </a:lnTo>
                <a:lnTo>
                  <a:pt x="10180" y="1468"/>
                </a:lnTo>
                <a:lnTo>
                  <a:pt x="10293" y="1468"/>
                </a:lnTo>
                <a:lnTo>
                  <a:pt x="10293" y="1491"/>
                </a:lnTo>
                <a:moveTo>
                  <a:pt x="10112" y="1491"/>
                </a:moveTo>
                <a:lnTo>
                  <a:pt x="9999" y="1491"/>
                </a:lnTo>
                <a:lnTo>
                  <a:pt x="9999" y="1468"/>
                </a:lnTo>
                <a:lnTo>
                  <a:pt x="10112" y="1468"/>
                </a:lnTo>
                <a:lnTo>
                  <a:pt x="10112" y="1491"/>
                </a:lnTo>
                <a:moveTo>
                  <a:pt x="9931" y="1491"/>
                </a:moveTo>
                <a:lnTo>
                  <a:pt x="9819" y="1491"/>
                </a:lnTo>
                <a:lnTo>
                  <a:pt x="9819" y="1468"/>
                </a:lnTo>
                <a:lnTo>
                  <a:pt x="9931" y="1468"/>
                </a:lnTo>
                <a:lnTo>
                  <a:pt x="9931" y="1491"/>
                </a:lnTo>
                <a:moveTo>
                  <a:pt x="9751" y="1491"/>
                </a:moveTo>
                <a:lnTo>
                  <a:pt x="9638" y="1491"/>
                </a:lnTo>
                <a:lnTo>
                  <a:pt x="9638" y="1468"/>
                </a:lnTo>
                <a:lnTo>
                  <a:pt x="9751" y="1468"/>
                </a:lnTo>
                <a:lnTo>
                  <a:pt x="9751" y="1491"/>
                </a:lnTo>
                <a:moveTo>
                  <a:pt x="9570" y="1491"/>
                </a:moveTo>
                <a:lnTo>
                  <a:pt x="9457" y="1491"/>
                </a:lnTo>
                <a:lnTo>
                  <a:pt x="9457" y="1468"/>
                </a:lnTo>
                <a:lnTo>
                  <a:pt x="9570" y="1468"/>
                </a:lnTo>
                <a:lnTo>
                  <a:pt x="9570" y="1491"/>
                </a:lnTo>
                <a:moveTo>
                  <a:pt x="9389" y="1491"/>
                </a:moveTo>
                <a:lnTo>
                  <a:pt x="9276" y="1491"/>
                </a:lnTo>
                <a:lnTo>
                  <a:pt x="9276" y="1468"/>
                </a:lnTo>
                <a:lnTo>
                  <a:pt x="9389" y="1468"/>
                </a:lnTo>
                <a:lnTo>
                  <a:pt x="9389" y="1491"/>
                </a:lnTo>
                <a:moveTo>
                  <a:pt x="9208" y="1491"/>
                </a:moveTo>
                <a:lnTo>
                  <a:pt x="9095" y="1491"/>
                </a:lnTo>
                <a:lnTo>
                  <a:pt x="9095" y="1468"/>
                </a:lnTo>
                <a:lnTo>
                  <a:pt x="9208" y="1468"/>
                </a:lnTo>
                <a:lnTo>
                  <a:pt x="9208" y="1491"/>
                </a:lnTo>
                <a:moveTo>
                  <a:pt x="9028" y="1491"/>
                </a:moveTo>
                <a:lnTo>
                  <a:pt x="8915" y="1491"/>
                </a:lnTo>
                <a:lnTo>
                  <a:pt x="8915" y="1468"/>
                </a:lnTo>
                <a:lnTo>
                  <a:pt x="9028" y="1468"/>
                </a:lnTo>
                <a:lnTo>
                  <a:pt x="9028" y="1491"/>
                </a:lnTo>
                <a:moveTo>
                  <a:pt x="8847" y="1491"/>
                </a:moveTo>
                <a:lnTo>
                  <a:pt x="8734" y="1491"/>
                </a:lnTo>
                <a:lnTo>
                  <a:pt x="8734" y="1468"/>
                </a:lnTo>
                <a:lnTo>
                  <a:pt x="8847" y="1468"/>
                </a:lnTo>
                <a:lnTo>
                  <a:pt x="8847" y="1491"/>
                </a:lnTo>
                <a:moveTo>
                  <a:pt x="8666" y="1491"/>
                </a:moveTo>
                <a:lnTo>
                  <a:pt x="8553" y="1491"/>
                </a:lnTo>
                <a:lnTo>
                  <a:pt x="8553" y="1468"/>
                </a:lnTo>
                <a:lnTo>
                  <a:pt x="8666" y="1468"/>
                </a:lnTo>
                <a:lnTo>
                  <a:pt x="8666" y="1491"/>
                </a:lnTo>
                <a:moveTo>
                  <a:pt x="8485" y="1491"/>
                </a:moveTo>
                <a:lnTo>
                  <a:pt x="8372" y="1491"/>
                </a:lnTo>
                <a:lnTo>
                  <a:pt x="8372" y="1468"/>
                </a:lnTo>
                <a:lnTo>
                  <a:pt x="8485" y="1468"/>
                </a:lnTo>
                <a:lnTo>
                  <a:pt x="8485" y="1491"/>
                </a:lnTo>
                <a:moveTo>
                  <a:pt x="8305" y="1491"/>
                </a:moveTo>
                <a:lnTo>
                  <a:pt x="8192" y="1491"/>
                </a:lnTo>
                <a:lnTo>
                  <a:pt x="8192" y="1468"/>
                </a:lnTo>
                <a:lnTo>
                  <a:pt x="8305" y="1468"/>
                </a:lnTo>
                <a:lnTo>
                  <a:pt x="8305" y="1491"/>
                </a:lnTo>
                <a:moveTo>
                  <a:pt x="8124" y="1491"/>
                </a:moveTo>
                <a:lnTo>
                  <a:pt x="8011" y="1491"/>
                </a:lnTo>
                <a:lnTo>
                  <a:pt x="8011" y="1468"/>
                </a:lnTo>
                <a:lnTo>
                  <a:pt x="8124" y="1468"/>
                </a:lnTo>
                <a:lnTo>
                  <a:pt x="8124" y="1491"/>
                </a:lnTo>
                <a:moveTo>
                  <a:pt x="7943" y="1491"/>
                </a:moveTo>
                <a:lnTo>
                  <a:pt x="7830" y="1491"/>
                </a:lnTo>
                <a:lnTo>
                  <a:pt x="7830" y="1468"/>
                </a:lnTo>
                <a:lnTo>
                  <a:pt x="7943" y="1468"/>
                </a:lnTo>
                <a:lnTo>
                  <a:pt x="7943" y="1491"/>
                </a:lnTo>
                <a:moveTo>
                  <a:pt x="7762" y="1491"/>
                </a:moveTo>
                <a:lnTo>
                  <a:pt x="7649" y="1491"/>
                </a:lnTo>
                <a:lnTo>
                  <a:pt x="7649" y="1468"/>
                </a:lnTo>
                <a:lnTo>
                  <a:pt x="7762" y="1468"/>
                </a:lnTo>
                <a:lnTo>
                  <a:pt x="7762" y="1491"/>
                </a:lnTo>
                <a:moveTo>
                  <a:pt x="7582" y="1491"/>
                </a:moveTo>
                <a:lnTo>
                  <a:pt x="7469" y="1491"/>
                </a:lnTo>
                <a:lnTo>
                  <a:pt x="7469" y="1468"/>
                </a:lnTo>
                <a:lnTo>
                  <a:pt x="7582" y="1468"/>
                </a:lnTo>
                <a:lnTo>
                  <a:pt x="7582" y="1491"/>
                </a:lnTo>
                <a:moveTo>
                  <a:pt x="7401" y="1491"/>
                </a:moveTo>
                <a:lnTo>
                  <a:pt x="7288" y="1491"/>
                </a:lnTo>
                <a:lnTo>
                  <a:pt x="7288" y="1468"/>
                </a:lnTo>
                <a:lnTo>
                  <a:pt x="7401" y="1468"/>
                </a:lnTo>
                <a:lnTo>
                  <a:pt x="7401" y="1491"/>
                </a:lnTo>
                <a:moveTo>
                  <a:pt x="7220" y="1491"/>
                </a:moveTo>
                <a:lnTo>
                  <a:pt x="7107" y="1491"/>
                </a:lnTo>
                <a:lnTo>
                  <a:pt x="7107" y="1468"/>
                </a:lnTo>
                <a:lnTo>
                  <a:pt x="7220" y="1468"/>
                </a:lnTo>
                <a:lnTo>
                  <a:pt x="7220" y="1491"/>
                </a:lnTo>
                <a:moveTo>
                  <a:pt x="7039" y="1491"/>
                </a:moveTo>
                <a:lnTo>
                  <a:pt x="6926" y="1491"/>
                </a:lnTo>
                <a:lnTo>
                  <a:pt x="6926" y="1468"/>
                </a:lnTo>
                <a:lnTo>
                  <a:pt x="7039" y="1468"/>
                </a:lnTo>
                <a:lnTo>
                  <a:pt x="7039" y="1491"/>
                </a:lnTo>
                <a:moveTo>
                  <a:pt x="6859" y="1491"/>
                </a:moveTo>
                <a:lnTo>
                  <a:pt x="6746" y="1491"/>
                </a:lnTo>
                <a:lnTo>
                  <a:pt x="6746" y="1468"/>
                </a:lnTo>
                <a:lnTo>
                  <a:pt x="6859" y="1468"/>
                </a:lnTo>
                <a:lnTo>
                  <a:pt x="6859" y="1491"/>
                </a:lnTo>
                <a:moveTo>
                  <a:pt x="6678" y="1491"/>
                </a:moveTo>
                <a:lnTo>
                  <a:pt x="6565" y="1491"/>
                </a:lnTo>
                <a:lnTo>
                  <a:pt x="6565" y="1468"/>
                </a:lnTo>
                <a:lnTo>
                  <a:pt x="6678" y="1468"/>
                </a:lnTo>
                <a:lnTo>
                  <a:pt x="6678" y="1491"/>
                </a:lnTo>
                <a:moveTo>
                  <a:pt x="6497" y="1491"/>
                </a:moveTo>
                <a:lnTo>
                  <a:pt x="6384" y="1491"/>
                </a:lnTo>
                <a:lnTo>
                  <a:pt x="6384" y="1468"/>
                </a:lnTo>
                <a:lnTo>
                  <a:pt x="6497" y="1468"/>
                </a:lnTo>
                <a:lnTo>
                  <a:pt x="6497" y="1491"/>
                </a:lnTo>
                <a:moveTo>
                  <a:pt x="6316" y="1491"/>
                </a:moveTo>
                <a:lnTo>
                  <a:pt x="6203" y="1491"/>
                </a:lnTo>
                <a:lnTo>
                  <a:pt x="6203" y="1468"/>
                </a:lnTo>
                <a:lnTo>
                  <a:pt x="6316" y="1468"/>
                </a:lnTo>
                <a:lnTo>
                  <a:pt x="6316" y="1491"/>
                </a:lnTo>
                <a:moveTo>
                  <a:pt x="6135" y="1491"/>
                </a:moveTo>
                <a:lnTo>
                  <a:pt x="6022" y="1491"/>
                </a:lnTo>
                <a:lnTo>
                  <a:pt x="6022" y="1468"/>
                </a:lnTo>
                <a:lnTo>
                  <a:pt x="6135" y="1468"/>
                </a:lnTo>
                <a:lnTo>
                  <a:pt x="6135" y="1491"/>
                </a:lnTo>
                <a:moveTo>
                  <a:pt x="5954" y="1491"/>
                </a:moveTo>
                <a:lnTo>
                  <a:pt x="5841" y="1491"/>
                </a:lnTo>
                <a:lnTo>
                  <a:pt x="5841" y="1468"/>
                </a:lnTo>
                <a:lnTo>
                  <a:pt x="5954" y="1468"/>
                </a:lnTo>
                <a:lnTo>
                  <a:pt x="5954" y="1491"/>
                </a:lnTo>
                <a:moveTo>
                  <a:pt x="5773" y="1491"/>
                </a:moveTo>
                <a:lnTo>
                  <a:pt x="5660" y="1491"/>
                </a:lnTo>
                <a:lnTo>
                  <a:pt x="5660" y="1468"/>
                </a:lnTo>
                <a:lnTo>
                  <a:pt x="5773" y="1468"/>
                </a:lnTo>
                <a:lnTo>
                  <a:pt x="5773" y="1491"/>
                </a:lnTo>
                <a:moveTo>
                  <a:pt x="5592" y="1491"/>
                </a:moveTo>
                <a:lnTo>
                  <a:pt x="5479" y="1491"/>
                </a:lnTo>
                <a:lnTo>
                  <a:pt x="5479" y="1468"/>
                </a:lnTo>
                <a:lnTo>
                  <a:pt x="5592" y="1468"/>
                </a:lnTo>
                <a:lnTo>
                  <a:pt x="5592" y="1491"/>
                </a:lnTo>
                <a:moveTo>
                  <a:pt x="5411" y="1491"/>
                </a:moveTo>
                <a:lnTo>
                  <a:pt x="5298" y="1491"/>
                </a:lnTo>
                <a:lnTo>
                  <a:pt x="5298" y="1468"/>
                </a:lnTo>
                <a:lnTo>
                  <a:pt x="5411" y="1468"/>
                </a:lnTo>
                <a:lnTo>
                  <a:pt x="5411" y="1491"/>
                </a:lnTo>
                <a:moveTo>
                  <a:pt x="5231" y="1491"/>
                </a:moveTo>
                <a:lnTo>
                  <a:pt x="5118" y="1491"/>
                </a:lnTo>
                <a:lnTo>
                  <a:pt x="5118" y="1468"/>
                </a:lnTo>
                <a:lnTo>
                  <a:pt x="5231" y="1468"/>
                </a:lnTo>
                <a:lnTo>
                  <a:pt x="5231" y="1491"/>
                </a:lnTo>
                <a:moveTo>
                  <a:pt x="5050" y="1491"/>
                </a:moveTo>
                <a:lnTo>
                  <a:pt x="4937" y="1491"/>
                </a:lnTo>
                <a:lnTo>
                  <a:pt x="4937" y="1468"/>
                </a:lnTo>
                <a:lnTo>
                  <a:pt x="5050" y="1468"/>
                </a:lnTo>
                <a:lnTo>
                  <a:pt x="5050" y="1491"/>
                </a:lnTo>
                <a:moveTo>
                  <a:pt x="4869" y="1491"/>
                </a:moveTo>
                <a:lnTo>
                  <a:pt x="4756" y="1491"/>
                </a:lnTo>
                <a:lnTo>
                  <a:pt x="4756" y="1468"/>
                </a:lnTo>
                <a:lnTo>
                  <a:pt x="4869" y="1468"/>
                </a:lnTo>
                <a:lnTo>
                  <a:pt x="4869" y="1491"/>
                </a:lnTo>
                <a:moveTo>
                  <a:pt x="4688" y="1491"/>
                </a:moveTo>
                <a:lnTo>
                  <a:pt x="4575" y="1491"/>
                </a:lnTo>
                <a:lnTo>
                  <a:pt x="4575" y="1468"/>
                </a:lnTo>
                <a:lnTo>
                  <a:pt x="4688" y="1468"/>
                </a:lnTo>
                <a:lnTo>
                  <a:pt x="4688" y="1491"/>
                </a:lnTo>
                <a:moveTo>
                  <a:pt x="4508" y="1491"/>
                </a:moveTo>
                <a:lnTo>
                  <a:pt x="4395" y="1491"/>
                </a:lnTo>
                <a:lnTo>
                  <a:pt x="4395" y="1468"/>
                </a:lnTo>
                <a:lnTo>
                  <a:pt x="4508" y="1468"/>
                </a:lnTo>
                <a:lnTo>
                  <a:pt x="4508" y="1491"/>
                </a:lnTo>
                <a:moveTo>
                  <a:pt x="4327" y="1491"/>
                </a:moveTo>
                <a:lnTo>
                  <a:pt x="4214" y="1491"/>
                </a:lnTo>
                <a:lnTo>
                  <a:pt x="4214" y="1468"/>
                </a:lnTo>
                <a:lnTo>
                  <a:pt x="4327" y="1468"/>
                </a:lnTo>
                <a:lnTo>
                  <a:pt x="4327" y="1491"/>
                </a:lnTo>
                <a:moveTo>
                  <a:pt x="4146" y="1491"/>
                </a:moveTo>
                <a:lnTo>
                  <a:pt x="4033" y="1491"/>
                </a:lnTo>
                <a:lnTo>
                  <a:pt x="4033" y="1468"/>
                </a:lnTo>
                <a:lnTo>
                  <a:pt x="4146" y="1468"/>
                </a:lnTo>
                <a:lnTo>
                  <a:pt x="4146" y="1491"/>
                </a:lnTo>
                <a:moveTo>
                  <a:pt x="3965" y="1491"/>
                </a:moveTo>
                <a:lnTo>
                  <a:pt x="3852" y="1491"/>
                </a:lnTo>
                <a:lnTo>
                  <a:pt x="3852" y="1468"/>
                </a:lnTo>
                <a:lnTo>
                  <a:pt x="3965" y="1468"/>
                </a:lnTo>
                <a:lnTo>
                  <a:pt x="3965" y="1491"/>
                </a:lnTo>
                <a:moveTo>
                  <a:pt x="3785" y="1491"/>
                </a:moveTo>
                <a:lnTo>
                  <a:pt x="3672" y="1491"/>
                </a:lnTo>
                <a:lnTo>
                  <a:pt x="3672" y="1468"/>
                </a:lnTo>
                <a:lnTo>
                  <a:pt x="3785" y="1468"/>
                </a:lnTo>
                <a:lnTo>
                  <a:pt x="3785" y="1491"/>
                </a:lnTo>
                <a:moveTo>
                  <a:pt x="3604" y="1491"/>
                </a:moveTo>
                <a:lnTo>
                  <a:pt x="3491" y="1491"/>
                </a:lnTo>
                <a:lnTo>
                  <a:pt x="3491" y="1468"/>
                </a:lnTo>
                <a:lnTo>
                  <a:pt x="3604" y="1468"/>
                </a:lnTo>
                <a:lnTo>
                  <a:pt x="3604" y="1491"/>
                </a:lnTo>
                <a:moveTo>
                  <a:pt x="3423" y="1491"/>
                </a:moveTo>
                <a:lnTo>
                  <a:pt x="3310" y="1491"/>
                </a:lnTo>
                <a:lnTo>
                  <a:pt x="3310" y="1468"/>
                </a:lnTo>
                <a:lnTo>
                  <a:pt x="3423" y="1468"/>
                </a:lnTo>
                <a:lnTo>
                  <a:pt x="3423" y="1491"/>
                </a:lnTo>
                <a:moveTo>
                  <a:pt x="3242" y="1491"/>
                </a:moveTo>
                <a:lnTo>
                  <a:pt x="3129" y="1491"/>
                </a:lnTo>
                <a:lnTo>
                  <a:pt x="3129" y="1468"/>
                </a:lnTo>
                <a:lnTo>
                  <a:pt x="3242" y="1468"/>
                </a:lnTo>
                <a:lnTo>
                  <a:pt x="3242" y="1491"/>
                </a:lnTo>
                <a:moveTo>
                  <a:pt x="3062" y="1491"/>
                </a:moveTo>
                <a:lnTo>
                  <a:pt x="2949" y="1491"/>
                </a:lnTo>
                <a:lnTo>
                  <a:pt x="2949" y="1468"/>
                </a:lnTo>
                <a:lnTo>
                  <a:pt x="3062" y="1468"/>
                </a:lnTo>
                <a:lnTo>
                  <a:pt x="3062" y="1491"/>
                </a:lnTo>
                <a:moveTo>
                  <a:pt x="2881" y="1491"/>
                </a:moveTo>
                <a:lnTo>
                  <a:pt x="2768" y="1491"/>
                </a:lnTo>
                <a:lnTo>
                  <a:pt x="2768" y="1468"/>
                </a:lnTo>
                <a:lnTo>
                  <a:pt x="2881" y="1468"/>
                </a:lnTo>
                <a:lnTo>
                  <a:pt x="2881" y="1491"/>
                </a:lnTo>
                <a:moveTo>
                  <a:pt x="2700" y="1491"/>
                </a:moveTo>
                <a:lnTo>
                  <a:pt x="2587" y="1491"/>
                </a:lnTo>
                <a:lnTo>
                  <a:pt x="2587" y="1468"/>
                </a:lnTo>
                <a:lnTo>
                  <a:pt x="2700" y="1468"/>
                </a:lnTo>
                <a:lnTo>
                  <a:pt x="2700" y="1491"/>
                </a:lnTo>
                <a:moveTo>
                  <a:pt x="2519" y="1491"/>
                </a:moveTo>
                <a:lnTo>
                  <a:pt x="2406" y="1491"/>
                </a:lnTo>
                <a:lnTo>
                  <a:pt x="2406" y="1468"/>
                </a:lnTo>
                <a:lnTo>
                  <a:pt x="2519" y="1468"/>
                </a:lnTo>
                <a:lnTo>
                  <a:pt x="2519" y="1491"/>
                </a:lnTo>
                <a:moveTo>
                  <a:pt x="2338" y="1491"/>
                </a:moveTo>
                <a:lnTo>
                  <a:pt x="2225" y="1491"/>
                </a:lnTo>
                <a:lnTo>
                  <a:pt x="2225" y="1468"/>
                </a:lnTo>
                <a:lnTo>
                  <a:pt x="2338" y="1468"/>
                </a:lnTo>
                <a:lnTo>
                  <a:pt x="2338" y="1491"/>
                </a:lnTo>
                <a:moveTo>
                  <a:pt x="2158" y="1491"/>
                </a:moveTo>
                <a:lnTo>
                  <a:pt x="2045" y="1491"/>
                </a:lnTo>
                <a:lnTo>
                  <a:pt x="2045" y="1468"/>
                </a:lnTo>
                <a:lnTo>
                  <a:pt x="2158" y="1468"/>
                </a:lnTo>
                <a:lnTo>
                  <a:pt x="2158" y="1491"/>
                </a:lnTo>
                <a:moveTo>
                  <a:pt x="1977" y="1491"/>
                </a:moveTo>
                <a:lnTo>
                  <a:pt x="1864" y="1491"/>
                </a:lnTo>
                <a:lnTo>
                  <a:pt x="1864" y="1468"/>
                </a:lnTo>
                <a:lnTo>
                  <a:pt x="1977" y="1468"/>
                </a:lnTo>
                <a:lnTo>
                  <a:pt x="1977" y="1491"/>
                </a:lnTo>
                <a:moveTo>
                  <a:pt x="1796" y="1491"/>
                </a:moveTo>
                <a:lnTo>
                  <a:pt x="1683" y="1491"/>
                </a:lnTo>
                <a:lnTo>
                  <a:pt x="1683" y="1468"/>
                </a:lnTo>
                <a:lnTo>
                  <a:pt x="1796" y="1468"/>
                </a:lnTo>
                <a:lnTo>
                  <a:pt x="1796" y="1491"/>
                </a:lnTo>
                <a:moveTo>
                  <a:pt x="1615" y="1491"/>
                </a:moveTo>
                <a:lnTo>
                  <a:pt x="1502" y="1491"/>
                </a:lnTo>
                <a:lnTo>
                  <a:pt x="1502" y="1468"/>
                </a:lnTo>
                <a:lnTo>
                  <a:pt x="1615" y="1468"/>
                </a:lnTo>
                <a:lnTo>
                  <a:pt x="1615" y="1491"/>
                </a:lnTo>
                <a:moveTo>
                  <a:pt x="1435" y="1491"/>
                </a:moveTo>
                <a:lnTo>
                  <a:pt x="1322" y="1491"/>
                </a:lnTo>
                <a:lnTo>
                  <a:pt x="1322" y="1468"/>
                </a:lnTo>
                <a:lnTo>
                  <a:pt x="1435" y="1468"/>
                </a:lnTo>
                <a:lnTo>
                  <a:pt x="1435" y="1491"/>
                </a:lnTo>
                <a:moveTo>
                  <a:pt x="1254" y="1491"/>
                </a:moveTo>
                <a:lnTo>
                  <a:pt x="1141" y="1491"/>
                </a:lnTo>
                <a:lnTo>
                  <a:pt x="1141" y="1468"/>
                </a:lnTo>
                <a:lnTo>
                  <a:pt x="1254" y="1468"/>
                </a:lnTo>
                <a:lnTo>
                  <a:pt x="1254" y="1491"/>
                </a:lnTo>
                <a:moveTo>
                  <a:pt x="1073" y="1491"/>
                </a:moveTo>
                <a:lnTo>
                  <a:pt x="960" y="1491"/>
                </a:lnTo>
                <a:lnTo>
                  <a:pt x="960" y="1468"/>
                </a:lnTo>
                <a:lnTo>
                  <a:pt x="1073" y="1468"/>
                </a:lnTo>
                <a:lnTo>
                  <a:pt x="1073" y="1491"/>
                </a:lnTo>
                <a:moveTo>
                  <a:pt x="892" y="1491"/>
                </a:moveTo>
                <a:lnTo>
                  <a:pt x="779" y="1491"/>
                </a:lnTo>
                <a:lnTo>
                  <a:pt x="779" y="1468"/>
                </a:lnTo>
                <a:lnTo>
                  <a:pt x="892" y="1468"/>
                </a:lnTo>
                <a:lnTo>
                  <a:pt x="892" y="1491"/>
                </a:lnTo>
                <a:moveTo>
                  <a:pt x="712" y="1491"/>
                </a:moveTo>
                <a:lnTo>
                  <a:pt x="599" y="1491"/>
                </a:lnTo>
                <a:lnTo>
                  <a:pt x="599" y="1468"/>
                </a:lnTo>
                <a:lnTo>
                  <a:pt x="712" y="1468"/>
                </a:lnTo>
                <a:lnTo>
                  <a:pt x="712" y="1491"/>
                </a:lnTo>
                <a:moveTo>
                  <a:pt x="531" y="1491"/>
                </a:moveTo>
                <a:lnTo>
                  <a:pt x="418" y="1491"/>
                </a:lnTo>
                <a:lnTo>
                  <a:pt x="418" y="1468"/>
                </a:lnTo>
                <a:lnTo>
                  <a:pt x="531" y="1468"/>
                </a:lnTo>
                <a:lnTo>
                  <a:pt x="531" y="1491"/>
                </a:lnTo>
                <a:moveTo>
                  <a:pt x="350" y="1491"/>
                </a:moveTo>
                <a:lnTo>
                  <a:pt x="237" y="1491"/>
                </a:lnTo>
                <a:lnTo>
                  <a:pt x="237" y="1468"/>
                </a:lnTo>
                <a:lnTo>
                  <a:pt x="350" y="1468"/>
                </a:lnTo>
                <a:lnTo>
                  <a:pt x="350" y="1491"/>
                </a:lnTo>
                <a:moveTo>
                  <a:pt x="169" y="1491"/>
                </a:moveTo>
                <a:lnTo>
                  <a:pt x="56" y="1491"/>
                </a:lnTo>
                <a:lnTo>
                  <a:pt x="56" y="1468"/>
                </a:lnTo>
                <a:lnTo>
                  <a:pt x="169" y="1468"/>
                </a:lnTo>
                <a:lnTo>
                  <a:pt x="169" y="1491"/>
                </a:lnTo>
                <a:moveTo>
                  <a:pt x="0" y="1457"/>
                </a:moveTo>
                <a:lnTo>
                  <a:pt x="0" y="1344"/>
                </a:lnTo>
                <a:lnTo>
                  <a:pt x="22" y="1344"/>
                </a:lnTo>
                <a:lnTo>
                  <a:pt x="22" y="1457"/>
                </a:lnTo>
                <a:lnTo>
                  <a:pt x="0" y="1457"/>
                </a:lnTo>
                <a:moveTo>
                  <a:pt x="0" y="1276"/>
                </a:moveTo>
                <a:lnTo>
                  <a:pt x="0" y="1163"/>
                </a:lnTo>
                <a:lnTo>
                  <a:pt x="22" y="1163"/>
                </a:lnTo>
                <a:lnTo>
                  <a:pt x="22" y="1276"/>
                </a:lnTo>
                <a:lnTo>
                  <a:pt x="0" y="1276"/>
                </a:lnTo>
                <a:moveTo>
                  <a:pt x="0" y="1095"/>
                </a:moveTo>
                <a:lnTo>
                  <a:pt x="0" y="982"/>
                </a:lnTo>
                <a:lnTo>
                  <a:pt x="22" y="982"/>
                </a:lnTo>
                <a:lnTo>
                  <a:pt x="22" y="1095"/>
                </a:lnTo>
                <a:lnTo>
                  <a:pt x="0" y="1095"/>
                </a:lnTo>
                <a:moveTo>
                  <a:pt x="0" y="914"/>
                </a:moveTo>
                <a:lnTo>
                  <a:pt x="0" y="801"/>
                </a:lnTo>
                <a:lnTo>
                  <a:pt x="22" y="801"/>
                </a:lnTo>
                <a:lnTo>
                  <a:pt x="22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2" y="621"/>
                </a:lnTo>
                <a:lnTo>
                  <a:pt x="22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2" y="440"/>
                </a:lnTo>
                <a:lnTo>
                  <a:pt x="22" y="553"/>
                </a:lnTo>
                <a:lnTo>
                  <a:pt x="0" y="553"/>
                </a:lnTo>
                <a:moveTo>
                  <a:pt x="0" y="372"/>
                </a:moveTo>
                <a:lnTo>
                  <a:pt x="0" y="259"/>
                </a:lnTo>
                <a:lnTo>
                  <a:pt x="22" y="259"/>
                </a:lnTo>
                <a:lnTo>
                  <a:pt x="22" y="372"/>
                </a:lnTo>
                <a:lnTo>
                  <a:pt x="0" y="372"/>
                </a:lnTo>
                <a:moveTo>
                  <a:pt x="0" y="192"/>
                </a:moveTo>
                <a:lnTo>
                  <a:pt x="0" y="79"/>
                </a:lnTo>
                <a:lnTo>
                  <a:pt x="22" y="79"/>
                </a:lnTo>
                <a:lnTo>
                  <a:pt x="22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68756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68756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978480" y="3727800"/>
            <a:ext cx="292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978480" y="421452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978480" y="4345560"/>
            <a:ext cx="3847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1384920" y="33134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1384920" y="39308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 txBox="1"/>
          <p:nvPr/>
        </p:nvSpPr>
        <p:spPr>
          <a:xfrm>
            <a:off x="978480" y="4498920"/>
            <a:ext cx="4844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7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noFill/>
          <a:ln w="7200">
            <a:solidFill>
              <a:srgbClr val="d8ddd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1273680" y="683280"/>
            <a:ext cx="6054840" cy="476640"/>
          </a:xfrm>
          <a:custGeom>
            <a:avLst/>
            <a:gdLst/>
            <a:ahLst/>
            <a:rect l="0" t="0" r="r" b="b"/>
            <a:pathLst>
              <a:path w="16819" h="1324">
                <a:moveTo>
                  <a:pt x="0" y="0"/>
                </a:moveTo>
                <a:lnTo>
                  <a:pt x="16819" y="0"/>
                </a:lnTo>
                <a:lnTo>
                  <a:pt x="1681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1270080" y="679680"/>
            <a:ext cx="6062040" cy="483840"/>
          </a:xfrm>
          <a:custGeom>
            <a:avLst/>
            <a:gdLst/>
            <a:ahLst/>
            <a:rect l="0" t="0" r="r" b="b"/>
            <a:pathLst>
              <a:path w="16839" h="1344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1"/>
                </a:lnTo>
                <a:lnTo>
                  <a:pt x="824" y="21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1"/>
                </a:lnTo>
                <a:lnTo>
                  <a:pt x="987" y="21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1"/>
                </a:lnTo>
                <a:lnTo>
                  <a:pt x="1149" y="21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1"/>
                </a:lnTo>
                <a:lnTo>
                  <a:pt x="1312" y="21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1"/>
                </a:lnTo>
                <a:lnTo>
                  <a:pt x="1475" y="21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1"/>
                </a:lnTo>
                <a:lnTo>
                  <a:pt x="1637" y="21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1"/>
                </a:lnTo>
                <a:lnTo>
                  <a:pt x="1800" y="21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1"/>
                </a:lnTo>
                <a:lnTo>
                  <a:pt x="1963" y="21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1"/>
                </a:lnTo>
                <a:lnTo>
                  <a:pt x="2125" y="21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1"/>
                </a:lnTo>
                <a:lnTo>
                  <a:pt x="2288" y="21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1"/>
                </a:lnTo>
                <a:lnTo>
                  <a:pt x="2451" y="21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1"/>
                </a:lnTo>
                <a:lnTo>
                  <a:pt x="2613" y="21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1"/>
                </a:lnTo>
                <a:lnTo>
                  <a:pt x="2776" y="21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1"/>
                </a:lnTo>
                <a:lnTo>
                  <a:pt x="2939" y="21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1"/>
                </a:lnTo>
                <a:lnTo>
                  <a:pt x="3101" y="21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1"/>
                </a:lnTo>
                <a:lnTo>
                  <a:pt x="3264" y="21"/>
                </a:lnTo>
                <a:lnTo>
                  <a:pt x="3264" y="0"/>
                </a:lnTo>
                <a:moveTo>
                  <a:pt x="3427" y="0"/>
                </a:moveTo>
                <a:lnTo>
                  <a:pt x="3529" y="0"/>
                </a:lnTo>
                <a:lnTo>
                  <a:pt x="3529" y="21"/>
                </a:lnTo>
                <a:lnTo>
                  <a:pt x="3427" y="21"/>
                </a:lnTo>
                <a:lnTo>
                  <a:pt x="3427" y="0"/>
                </a:lnTo>
                <a:moveTo>
                  <a:pt x="3590" y="0"/>
                </a:moveTo>
                <a:lnTo>
                  <a:pt x="3691" y="0"/>
                </a:lnTo>
                <a:lnTo>
                  <a:pt x="3691" y="21"/>
                </a:lnTo>
                <a:lnTo>
                  <a:pt x="3590" y="21"/>
                </a:lnTo>
                <a:lnTo>
                  <a:pt x="3590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1"/>
                </a:lnTo>
                <a:lnTo>
                  <a:pt x="3752" y="21"/>
                </a:lnTo>
                <a:lnTo>
                  <a:pt x="3752" y="0"/>
                </a:lnTo>
                <a:moveTo>
                  <a:pt x="3915" y="0"/>
                </a:moveTo>
                <a:lnTo>
                  <a:pt x="4017" y="0"/>
                </a:lnTo>
                <a:lnTo>
                  <a:pt x="4017" y="21"/>
                </a:lnTo>
                <a:lnTo>
                  <a:pt x="3915" y="21"/>
                </a:lnTo>
                <a:lnTo>
                  <a:pt x="3915" y="0"/>
                </a:lnTo>
                <a:moveTo>
                  <a:pt x="4078" y="0"/>
                </a:moveTo>
                <a:lnTo>
                  <a:pt x="4179" y="0"/>
                </a:lnTo>
                <a:lnTo>
                  <a:pt x="4179" y="21"/>
                </a:lnTo>
                <a:lnTo>
                  <a:pt x="4078" y="21"/>
                </a:lnTo>
                <a:lnTo>
                  <a:pt x="4078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1"/>
                </a:lnTo>
                <a:lnTo>
                  <a:pt x="4240" y="21"/>
                </a:lnTo>
                <a:lnTo>
                  <a:pt x="4240" y="0"/>
                </a:lnTo>
                <a:moveTo>
                  <a:pt x="4403" y="0"/>
                </a:moveTo>
                <a:lnTo>
                  <a:pt x="4505" y="0"/>
                </a:lnTo>
                <a:lnTo>
                  <a:pt x="4505" y="21"/>
                </a:lnTo>
                <a:lnTo>
                  <a:pt x="4403" y="21"/>
                </a:lnTo>
                <a:lnTo>
                  <a:pt x="4403" y="0"/>
                </a:lnTo>
                <a:moveTo>
                  <a:pt x="4566" y="0"/>
                </a:moveTo>
                <a:lnTo>
                  <a:pt x="4667" y="0"/>
                </a:lnTo>
                <a:lnTo>
                  <a:pt x="4667" y="21"/>
                </a:lnTo>
                <a:lnTo>
                  <a:pt x="4566" y="21"/>
                </a:lnTo>
                <a:lnTo>
                  <a:pt x="4566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1"/>
                </a:lnTo>
                <a:lnTo>
                  <a:pt x="4728" y="21"/>
                </a:lnTo>
                <a:lnTo>
                  <a:pt x="4728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1"/>
                </a:lnTo>
                <a:lnTo>
                  <a:pt x="4892" y="21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1"/>
                </a:lnTo>
                <a:lnTo>
                  <a:pt x="5055" y="21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1"/>
                </a:lnTo>
                <a:lnTo>
                  <a:pt x="5380" y="21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1"/>
                </a:lnTo>
                <a:lnTo>
                  <a:pt x="5543" y="21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1"/>
                </a:lnTo>
                <a:lnTo>
                  <a:pt x="6031" y="21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1"/>
                </a:lnTo>
                <a:lnTo>
                  <a:pt x="6194" y="21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1"/>
                </a:lnTo>
                <a:lnTo>
                  <a:pt x="6519" y="21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1"/>
                </a:lnTo>
                <a:lnTo>
                  <a:pt x="6682" y="21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1"/>
                </a:lnTo>
                <a:lnTo>
                  <a:pt x="7007" y="21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1"/>
                </a:lnTo>
                <a:lnTo>
                  <a:pt x="7170" y="21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1"/>
                </a:lnTo>
                <a:lnTo>
                  <a:pt x="7495" y="21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1"/>
                </a:lnTo>
                <a:lnTo>
                  <a:pt x="7658" y="21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1"/>
                </a:lnTo>
                <a:lnTo>
                  <a:pt x="7983" y="21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1"/>
                </a:lnTo>
                <a:lnTo>
                  <a:pt x="8146" y="21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1"/>
                </a:lnTo>
                <a:lnTo>
                  <a:pt x="8797" y="21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1"/>
                </a:lnTo>
                <a:lnTo>
                  <a:pt x="9122" y="21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1"/>
                </a:lnTo>
                <a:lnTo>
                  <a:pt x="9285" y="21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1"/>
                </a:lnTo>
                <a:lnTo>
                  <a:pt x="9610" y="21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1"/>
                </a:lnTo>
                <a:lnTo>
                  <a:pt x="9773" y="21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1"/>
                </a:lnTo>
                <a:lnTo>
                  <a:pt x="10098" y="21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1"/>
                </a:lnTo>
                <a:lnTo>
                  <a:pt x="10261" y="21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1"/>
                </a:lnTo>
                <a:lnTo>
                  <a:pt x="10423" y="21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1"/>
                </a:lnTo>
                <a:lnTo>
                  <a:pt x="10586" y="21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1"/>
                </a:lnTo>
                <a:lnTo>
                  <a:pt x="10911" y="21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1"/>
                </a:lnTo>
                <a:lnTo>
                  <a:pt x="11074" y="21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1"/>
                </a:lnTo>
                <a:lnTo>
                  <a:pt x="11237" y="21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1"/>
                </a:lnTo>
                <a:lnTo>
                  <a:pt x="11399" y="21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1"/>
                </a:lnTo>
                <a:lnTo>
                  <a:pt x="11562" y="21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1"/>
                </a:lnTo>
                <a:lnTo>
                  <a:pt x="11725" y="21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1"/>
                </a:lnTo>
                <a:lnTo>
                  <a:pt x="11888" y="21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1"/>
                </a:lnTo>
                <a:lnTo>
                  <a:pt x="12050" y="21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1"/>
                </a:lnTo>
                <a:lnTo>
                  <a:pt x="12213" y="21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1"/>
                </a:lnTo>
                <a:lnTo>
                  <a:pt x="12376" y="21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1"/>
                </a:lnTo>
                <a:lnTo>
                  <a:pt x="12538" y="21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1"/>
                </a:lnTo>
                <a:lnTo>
                  <a:pt x="12701" y="21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1"/>
                </a:lnTo>
                <a:lnTo>
                  <a:pt x="12864" y="21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1"/>
                </a:lnTo>
                <a:lnTo>
                  <a:pt x="13026" y="21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1"/>
                </a:lnTo>
                <a:lnTo>
                  <a:pt x="13189" y="21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1"/>
                </a:lnTo>
                <a:lnTo>
                  <a:pt x="13352" y="21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1"/>
                </a:lnTo>
                <a:lnTo>
                  <a:pt x="13514" y="21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1"/>
                </a:lnTo>
                <a:lnTo>
                  <a:pt x="13677" y="21"/>
                </a:lnTo>
                <a:lnTo>
                  <a:pt x="13677" y="0"/>
                </a:lnTo>
                <a:moveTo>
                  <a:pt x="13840" y="0"/>
                </a:moveTo>
                <a:lnTo>
                  <a:pt x="13941" y="0"/>
                </a:lnTo>
                <a:lnTo>
                  <a:pt x="13941" y="21"/>
                </a:lnTo>
                <a:lnTo>
                  <a:pt x="13840" y="21"/>
                </a:lnTo>
                <a:lnTo>
                  <a:pt x="13840" y="0"/>
                </a:lnTo>
                <a:moveTo>
                  <a:pt x="14002" y="0"/>
                </a:moveTo>
                <a:lnTo>
                  <a:pt x="14104" y="0"/>
                </a:lnTo>
                <a:lnTo>
                  <a:pt x="14104" y="21"/>
                </a:lnTo>
                <a:lnTo>
                  <a:pt x="14002" y="21"/>
                </a:lnTo>
                <a:lnTo>
                  <a:pt x="14002" y="0"/>
                </a:lnTo>
                <a:moveTo>
                  <a:pt x="14165" y="0"/>
                </a:moveTo>
                <a:lnTo>
                  <a:pt x="14267" y="0"/>
                </a:lnTo>
                <a:lnTo>
                  <a:pt x="14267" y="21"/>
                </a:lnTo>
                <a:lnTo>
                  <a:pt x="14165" y="21"/>
                </a:lnTo>
                <a:lnTo>
                  <a:pt x="14165" y="0"/>
                </a:lnTo>
                <a:moveTo>
                  <a:pt x="14328" y="0"/>
                </a:moveTo>
                <a:lnTo>
                  <a:pt x="14430" y="0"/>
                </a:lnTo>
                <a:lnTo>
                  <a:pt x="14430" y="21"/>
                </a:lnTo>
                <a:lnTo>
                  <a:pt x="14328" y="21"/>
                </a:lnTo>
                <a:lnTo>
                  <a:pt x="14328" y="0"/>
                </a:lnTo>
                <a:moveTo>
                  <a:pt x="14491" y="0"/>
                </a:moveTo>
                <a:lnTo>
                  <a:pt x="14592" y="0"/>
                </a:lnTo>
                <a:lnTo>
                  <a:pt x="14592" y="21"/>
                </a:lnTo>
                <a:lnTo>
                  <a:pt x="14491" y="21"/>
                </a:lnTo>
                <a:lnTo>
                  <a:pt x="14491" y="0"/>
                </a:lnTo>
                <a:moveTo>
                  <a:pt x="14653" y="0"/>
                </a:moveTo>
                <a:lnTo>
                  <a:pt x="14755" y="0"/>
                </a:lnTo>
                <a:lnTo>
                  <a:pt x="14755" y="21"/>
                </a:lnTo>
                <a:lnTo>
                  <a:pt x="14653" y="21"/>
                </a:lnTo>
                <a:lnTo>
                  <a:pt x="14653" y="0"/>
                </a:lnTo>
                <a:moveTo>
                  <a:pt x="14816" y="0"/>
                </a:moveTo>
                <a:lnTo>
                  <a:pt x="14918" y="0"/>
                </a:lnTo>
                <a:lnTo>
                  <a:pt x="14918" y="21"/>
                </a:lnTo>
                <a:lnTo>
                  <a:pt x="14816" y="21"/>
                </a:lnTo>
                <a:lnTo>
                  <a:pt x="14816" y="0"/>
                </a:lnTo>
                <a:moveTo>
                  <a:pt x="14979" y="0"/>
                </a:moveTo>
                <a:lnTo>
                  <a:pt x="15080" y="0"/>
                </a:lnTo>
                <a:lnTo>
                  <a:pt x="15080" y="21"/>
                </a:lnTo>
                <a:lnTo>
                  <a:pt x="14979" y="21"/>
                </a:lnTo>
                <a:lnTo>
                  <a:pt x="14979" y="0"/>
                </a:lnTo>
                <a:moveTo>
                  <a:pt x="15141" y="0"/>
                </a:moveTo>
                <a:lnTo>
                  <a:pt x="15243" y="0"/>
                </a:lnTo>
                <a:lnTo>
                  <a:pt x="15243" y="21"/>
                </a:lnTo>
                <a:lnTo>
                  <a:pt x="15141" y="21"/>
                </a:lnTo>
                <a:lnTo>
                  <a:pt x="15141" y="0"/>
                </a:lnTo>
                <a:moveTo>
                  <a:pt x="15304" y="0"/>
                </a:moveTo>
                <a:lnTo>
                  <a:pt x="15406" y="0"/>
                </a:lnTo>
                <a:lnTo>
                  <a:pt x="15406" y="21"/>
                </a:lnTo>
                <a:lnTo>
                  <a:pt x="15304" y="21"/>
                </a:lnTo>
                <a:lnTo>
                  <a:pt x="15304" y="0"/>
                </a:lnTo>
                <a:moveTo>
                  <a:pt x="15467" y="0"/>
                </a:moveTo>
                <a:lnTo>
                  <a:pt x="15568" y="0"/>
                </a:lnTo>
                <a:lnTo>
                  <a:pt x="15568" y="21"/>
                </a:lnTo>
                <a:lnTo>
                  <a:pt x="15467" y="21"/>
                </a:lnTo>
                <a:lnTo>
                  <a:pt x="15467" y="0"/>
                </a:lnTo>
                <a:moveTo>
                  <a:pt x="15629" y="0"/>
                </a:moveTo>
                <a:lnTo>
                  <a:pt x="15731" y="0"/>
                </a:lnTo>
                <a:lnTo>
                  <a:pt x="15731" y="21"/>
                </a:lnTo>
                <a:lnTo>
                  <a:pt x="15629" y="21"/>
                </a:lnTo>
                <a:lnTo>
                  <a:pt x="15629" y="0"/>
                </a:lnTo>
                <a:moveTo>
                  <a:pt x="15792" y="0"/>
                </a:moveTo>
                <a:lnTo>
                  <a:pt x="15894" y="0"/>
                </a:lnTo>
                <a:lnTo>
                  <a:pt x="15894" y="21"/>
                </a:lnTo>
                <a:lnTo>
                  <a:pt x="15792" y="21"/>
                </a:lnTo>
                <a:lnTo>
                  <a:pt x="15792" y="0"/>
                </a:lnTo>
                <a:moveTo>
                  <a:pt x="15955" y="0"/>
                </a:moveTo>
                <a:lnTo>
                  <a:pt x="16056" y="0"/>
                </a:lnTo>
                <a:lnTo>
                  <a:pt x="16056" y="21"/>
                </a:lnTo>
                <a:lnTo>
                  <a:pt x="15955" y="21"/>
                </a:lnTo>
                <a:lnTo>
                  <a:pt x="15955" y="0"/>
                </a:lnTo>
                <a:moveTo>
                  <a:pt x="16117" y="0"/>
                </a:moveTo>
                <a:lnTo>
                  <a:pt x="16219" y="0"/>
                </a:lnTo>
                <a:lnTo>
                  <a:pt x="16219" y="21"/>
                </a:lnTo>
                <a:lnTo>
                  <a:pt x="16117" y="21"/>
                </a:lnTo>
                <a:lnTo>
                  <a:pt x="16117" y="0"/>
                </a:lnTo>
                <a:moveTo>
                  <a:pt x="16280" y="0"/>
                </a:moveTo>
                <a:lnTo>
                  <a:pt x="16382" y="0"/>
                </a:lnTo>
                <a:lnTo>
                  <a:pt x="16382" y="21"/>
                </a:lnTo>
                <a:lnTo>
                  <a:pt x="16280" y="21"/>
                </a:lnTo>
                <a:lnTo>
                  <a:pt x="16280" y="0"/>
                </a:lnTo>
                <a:moveTo>
                  <a:pt x="16443" y="0"/>
                </a:moveTo>
                <a:lnTo>
                  <a:pt x="16544" y="0"/>
                </a:lnTo>
                <a:lnTo>
                  <a:pt x="16544" y="21"/>
                </a:lnTo>
                <a:lnTo>
                  <a:pt x="16443" y="21"/>
                </a:lnTo>
                <a:lnTo>
                  <a:pt x="16443" y="0"/>
                </a:lnTo>
                <a:moveTo>
                  <a:pt x="16605" y="0"/>
                </a:moveTo>
                <a:lnTo>
                  <a:pt x="16707" y="0"/>
                </a:lnTo>
                <a:lnTo>
                  <a:pt x="16707" y="21"/>
                </a:lnTo>
                <a:lnTo>
                  <a:pt x="16605" y="21"/>
                </a:lnTo>
                <a:lnTo>
                  <a:pt x="16605" y="0"/>
                </a:lnTo>
                <a:moveTo>
                  <a:pt x="16768" y="0"/>
                </a:moveTo>
                <a:lnTo>
                  <a:pt x="16839" y="0"/>
                </a:lnTo>
                <a:lnTo>
                  <a:pt x="16839" y="51"/>
                </a:lnTo>
                <a:lnTo>
                  <a:pt x="16819" y="51"/>
                </a:lnTo>
                <a:lnTo>
                  <a:pt x="16819" y="10"/>
                </a:lnTo>
                <a:lnTo>
                  <a:pt x="16829" y="10"/>
                </a:lnTo>
                <a:lnTo>
                  <a:pt x="16829" y="21"/>
                </a:lnTo>
                <a:lnTo>
                  <a:pt x="16768" y="21"/>
                </a:lnTo>
                <a:lnTo>
                  <a:pt x="16768" y="0"/>
                </a:lnTo>
                <a:moveTo>
                  <a:pt x="16839" y="112"/>
                </a:moveTo>
                <a:lnTo>
                  <a:pt x="16839" y="215"/>
                </a:lnTo>
                <a:lnTo>
                  <a:pt x="16819" y="215"/>
                </a:lnTo>
                <a:lnTo>
                  <a:pt x="16819" y="112"/>
                </a:lnTo>
                <a:lnTo>
                  <a:pt x="16839" y="112"/>
                </a:lnTo>
                <a:moveTo>
                  <a:pt x="16839" y="276"/>
                </a:moveTo>
                <a:lnTo>
                  <a:pt x="16839" y="378"/>
                </a:lnTo>
                <a:lnTo>
                  <a:pt x="16819" y="378"/>
                </a:lnTo>
                <a:lnTo>
                  <a:pt x="16819" y="276"/>
                </a:lnTo>
                <a:lnTo>
                  <a:pt x="16839" y="276"/>
                </a:lnTo>
                <a:moveTo>
                  <a:pt x="16839" y="439"/>
                </a:moveTo>
                <a:lnTo>
                  <a:pt x="16839" y="541"/>
                </a:lnTo>
                <a:lnTo>
                  <a:pt x="16819" y="541"/>
                </a:lnTo>
                <a:lnTo>
                  <a:pt x="16819" y="439"/>
                </a:lnTo>
                <a:lnTo>
                  <a:pt x="16839" y="439"/>
                </a:lnTo>
                <a:moveTo>
                  <a:pt x="16839" y="602"/>
                </a:moveTo>
                <a:lnTo>
                  <a:pt x="16839" y="703"/>
                </a:lnTo>
                <a:lnTo>
                  <a:pt x="16819" y="703"/>
                </a:lnTo>
                <a:lnTo>
                  <a:pt x="16819" y="602"/>
                </a:lnTo>
                <a:lnTo>
                  <a:pt x="16839" y="602"/>
                </a:lnTo>
                <a:moveTo>
                  <a:pt x="16839" y="764"/>
                </a:moveTo>
                <a:lnTo>
                  <a:pt x="16839" y="866"/>
                </a:lnTo>
                <a:lnTo>
                  <a:pt x="16819" y="866"/>
                </a:lnTo>
                <a:lnTo>
                  <a:pt x="16819" y="764"/>
                </a:lnTo>
                <a:lnTo>
                  <a:pt x="16839" y="764"/>
                </a:lnTo>
                <a:moveTo>
                  <a:pt x="16839" y="927"/>
                </a:moveTo>
                <a:lnTo>
                  <a:pt x="16839" y="1029"/>
                </a:lnTo>
                <a:lnTo>
                  <a:pt x="16819" y="1029"/>
                </a:lnTo>
                <a:lnTo>
                  <a:pt x="16819" y="927"/>
                </a:lnTo>
                <a:lnTo>
                  <a:pt x="16839" y="927"/>
                </a:lnTo>
                <a:moveTo>
                  <a:pt x="16839" y="1090"/>
                </a:moveTo>
                <a:lnTo>
                  <a:pt x="16839" y="1192"/>
                </a:lnTo>
                <a:lnTo>
                  <a:pt x="16819" y="1192"/>
                </a:lnTo>
                <a:lnTo>
                  <a:pt x="16819" y="1090"/>
                </a:lnTo>
                <a:lnTo>
                  <a:pt x="16839" y="1090"/>
                </a:lnTo>
                <a:moveTo>
                  <a:pt x="16839" y="1253"/>
                </a:moveTo>
                <a:lnTo>
                  <a:pt x="16839" y="1344"/>
                </a:lnTo>
                <a:lnTo>
                  <a:pt x="16809" y="1344"/>
                </a:lnTo>
                <a:lnTo>
                  <a:pt x="16809" y="1324"/>
                </a:lnTo>
                <a:lnTo>
                  <a:pt x="16829" y="1324"/>
                </a:lnTo>
                <a:lnTo>
                  <a:pt x="16829" y="1334"/>
                </a:lnTo>
                <a:lnTo>
                  <a:pt x="16819" y="1334"/>
                </a:lnTo>
                <a:lnTo>
                  <a:pt x="16819" y="1253"/>
                </a:lnTo>
                <a:lnTo>
                  <a:pt x="16839" y="1253"/>
                </a:lnTo>
                <a:moveTo>
                  <a:pt x="16748" y="1344"/>
                </a:moveTo>
                <a:lnTo>
                  <a:pt x="16646" y="1344"/>
                </a:lnTo>
                <a:lnTo>
                  <a:pt x="16646" y="1324"/>
                </a:lnTo>
                <a:lnTo>
                  <a:pt x="16748" y="1324"/>
                </a:lnTo>
                <a:lnTo>
                  <a:pt x="16748" y="1344"/>
                </a:lnTo>
                <a:moveTo>
                  <a:pt x="16585" y="1344"/>
                </a:moveTo>
                <a:lnTo>
                  <a:pt x="16483" y="1344"/>
                </a:lnTo>
                <a:lnTo>
                  <a:pt x="16483" y="1324"/>
                </a:lnTo>
                <a:lnTo>
                  <a:pt x="16585" y="1324"/>
                </a:lnTo>
                <a:lnTo>
                  <a:pt x="16585" y="1344"/>
                </a:lnTo>
                <a:moveTo>
                  <a:pt x="16422" y="1344"/>
                </a:moveTo>
                <a:lnTo>
                  <a:pt x="16321" y="1344"/>
                </a:lnTo>
                <a:lnTo>
                  <a:pt x="16321" y="1324"/>
                </a:lnTo>
                <a:lnTo>
                  <a:pt x="16422" y="1324"/>
                </a:lnTo>
                <a:lnTo>
                  <a:pt x="16422" y="1344"/>
                </a:lnTo>
                <a:moveTo>
                  <a:pt x="16260" y="1344"/>
                </a:moveTo>
                <a:lnTo>
                  <a:pt x="16158" y="1344"/>
                </a:lnTo>
                <a:lnTo>
                  <a:pt x="16158" y="1324"/>
                </a:lnTo>
                <a:lnTo>
                  <a:pt x="16260" y="1324"/>
                </a:lnTo>
                <a:lnTo>
                  <a:pt x="16260" y="1344"/>
                </a:lnTo>
                <a:moveTo>
                  <a:pt x="16097" y="1344"/>
                </a:moveTo>
                <a:lnTo>
                  <a:pt x="15995" y="1344"/>
                </a:lnTo>
                <a:lnTo>
                  <a:pt x="15995" y="1324"/>
                </a:lnTo>
                <a:lnTo>
                  <a:pt x="16097" y="1324"/>
                </a:lnTo>
                <a:lnTo>
                  <a:pt x="16097" y="1344"/>
                </a:lnTo>
                <a:moveTo>
                  <a:pt x="15934" y="1344"/>
                </a:moveTo>
                <a:lnTo>
                  <a:pt x="15833" y="1344"/>
                </a:lnTo>
                <a:lnTo>
                  <a:pt x="15833" y="1324"/>
                </a:lnTo>
                <a:lnTo>
                  <a:pt x="15934" y="1324"/>
                </a:lnTo>
                <a:lnTo>
                  <a:pt x="15934" y="1344"/>
                </a:lnTo>
                <a:moveTo>
                  <a:pt x="15772" y="1344"/>
                </a:moveTo>
                <a:lnTo>
                  <a:pt x="15670" y="1344"/>
                </a:lnTo>
                <a:lnTo>
                  <a:pt x="15670" y="1324"/>
                </a:lnTo>
                <a:lnTo>
                  <a:pt x="15772" y="1324"/>
                </a:lnTo>
                <a:lnTo>
                  <a:pt x="15772" y="1344"/>
                </a:lnTo>
                <a:moveTo>
                  <a:pt x="15609" y="1344"/>
                </a:moveTo>
                <a:lnTo>
                  <a:pt x="15507" y="1344"/>
                </a:lnTo>
                <a:lnTo>
                  <a:pt x="15507" y="1324"/>
                </a:lnTo>
                <a:lnTo>
                  <a:pt x="15609" y="1324"/>
                </a:lnTo>
                <a:lnTo>
                  <a:pt x="15609" y="1344"/>
                </a:lnTo>
                <a:moveTo>
                  <a:pt x="15446" y="1344"/>
                </a:moveTo>
                <a:lnTo>
                  <a:pt x="15345" y="1344"/>
                </a:lnTo>
                <a:lnTo>
                  <a:pt x="15345" y="1324"/>
                </a:lnTo>
                <a:lnTo>
                  <a:pt x="15446" y="1324"/>
                </a:lnTo>
                <a:lnTo>
                  <a:pt x="15446" y="1344"/>
                </a:lnTo>
                <a:moveTo>
                  <a:pt x="15284" y="1344"/>
                </a:moveTo>
                <a:lnTo>
                  <a:pt x="15182" y="1344"/>
                </a:lnTo>
                <a:lnTo>
                  <a:pt x="15182" y="1324"/>
                </a:lnTo>
                <a:lnTo>
                  <a:pt x="15284" y="1324"/>
                </a:lnTo>
                <a:lnTo>
                  <a:pt x="15284" y="1344"/>
                </a:lnTo>
                <a:moveTo>
                  <a:pt x="15121" y="1344"/>
                </a:moveTo>
                <a:lnTo>
                  <a:pt x="15019" y="1344"/>
                </a:lnTo>
                <a:lnTo>
                  <a:pt x="15019" y="1324"/>
                </a:lnTo>
                <a:lnTo>
                  <a:pt x="15121" y="1324"/>
                </a:lnTo>
                <a:lnTo>
                  <a:pt x="15121" y="1344"/>
                </a:lnTo>
                <a:moveTo>
                  <a:pt x="14958" y="1344"/>
                </a:moveTo>
                <a:lnTo>
                  <a:pt x="14857" y="1344"/>
                </a:lnTo>
                <a:lnTo>
                  <a:pt x="14857" y="1324"/>
                </a:lnTo>
                <a:lnTo>
                  <a:pt x="14958" y="1324"/>
                </a:lnTo>
                <a:lnTo>
                  <a:pt x="14958" y="1344"/>
                </a:lnTo>
                <a:moveTo>
                  <a:pt x="14796" y="1344"/>
                </a:moveTo>
                <a:lnTo>
                  <a:pt x="14694" y="1344"/>
                </a:lnTo>
                <a:lnTo>
                  <a:pt x="14694" y="1324"/>
                </a:lnTo>
                <a:lnTo>
                  <a:pt x="14796" y="1324"/>
                </a:lnTo>
                <a:lnTo>
                  <a:pt x="14796" y="1344"/>
                </a:lnTo>
                <a:moveTo>
                  <a:pt x="14633" y="1344"/>
                </a:moveTo>
                <a:lnTo>
                  <a:pt x="14531" y="1344"/>
                </a:lnTo>
                <a:lnTo>
                  <a:pt x="14531" y="1324"/>
                </a:lnTo>
                <a:lnTo>
                  <a:pt x="14633" y="1324"/>
                </a:lnTo>
                <a:lnTo>
                  <a:pt x="14633" y="1344"/>
                </a:lnTo>
                <a:moveTo>
                  <a:pt x="14470" y="1344"/>
                </a:moveTo>
                <a:lnTo>
                  <a:pt x="14369" y="1344"/>
                </a:lnTo>
                <a:lnTo>
                  <a:pt x="14369" y="1324"/>
                </a:lnTo>
                <a:lnTo>
                  <a:pt x="14470" y="1324"/>
                </a:lnTo>
                <a:lnTo>
                  <a:pt x="14470" y="1344"/>
                </a:lnTo>
                <a:moveTo>
                  <a:pt x="14308" y="1344"/>
                </a:moveTo>
                <a:lnTo>
                  <a:pt x="14206" y="1344"/>
                </a:lnTo>
                <a:lnTo>
                  <a:pt x="14206" y="1324"/>
                </a:lnTo>
                <a:lnTo>
                  <a:pt x="14308" y="1324"/>
                </a:lnTo>
                <a:lnTo>
                  <a:pt x="14308" y="1344"/>
                </a:lnTo>
                <a:moveTo>
                  <a:pt x="14145" y="1344"/>
                </a:moveTo>
                <a:lnTo>
                  <a:pt x="14043" y="1344"/>
                </a:lnTo>
                <a:lnTo>
                  <a:pt x="14043" y="1324"/>
                </a:lnTo>
                <a:lnTo>
                  <a:pt x="14145" y="1324"/>
                </a:lnTo>
                <a:lnTo>
                  <a:pt x="14145" y="1344"/>
                </a:lnTo>
                <a:moveTo>
                  <a:pt x="13982" y="1344"/>
                </a:moveTo>
                <a:lnTo>
                  <a:pt x="13880" y="1344"/>
                </a:lnTo>
                <a:lnTo>
                  <a:pt x="13880" y="1324"/>
                </a:lnTo>
                <a:lnTo>
                  <a:pt x="13982" y="1324"/>
                </a:lnTo>
                <a:lnTo>
                  <a:pt x="13982" y="1344"/>
                </a:lnTo>
                <a:moveTo>
                  <a:pt x="13819" y="1344"/>
                </a:moveTo>
                <a:lnTo>
                  <a:pt x="13718" y="1344"/>
                </a:lnTo>
                <a:lnTo>
                  <a:pt x="13718" y="1324"/>
                </a:lnTo>
                <a:lnTo>
                  <a:pt x="13819" y="1324"/>
                </a:lnTo>
                <a:lnTo>
                  <a:pt x="13819" y="1344"/>
                </a:lnTo>
                <a:moveTo>
                  <a:pt x="13657" y="1344"/>
                </a:moveTo>
                <a:lnTo>
                  <a:pt x="13555" y="1344"/>
                </a:lnTo>
                <a:lnTo>
                  <a:pt x="13555" y="1324"/>
                </a:lnTo>
                <a:lnTo>
                  <a:pt x="13657" y="1324"/>
                </a:lnTo>
                <a:lnTo>
                  <a:pt x="13657" y="1344"/>
                </a:lnTo>
                <a:moveTo>
                  <a:pt x="13494" y="1344"/>
                </a:moveTo>
                <a:lnTo>
                  <a:pt x="13392" y="1344"/>
                </a:lnTo>
                <a:lnTo>
                  <a:pt x="13392" y="1324"/>
                </a:lnTo>
                <a:lnTo>
                  <a:pt x="13494" y="1324"/>
                </a:lnTo>
                <a:lnTo>
                  <a:pt x="13494" y="1344"/>
                </a:lnTo>
                <a:moveTo>
                  <a:pt x="13331" y="1344"/>
                </a:moveTo>
                <a:lnTo>
                  <a:pt x="13230" y="1344"/>
                </a:lnTo>
                <a:lnTo>
                  <a:pt x="13230" y="1324"/>
                </a:lnTo>
                <a:lnTo>
                  <a:pt x="13331" y="1324"/>
                </a:lnTo>
                <a:lnTo>
                  <a:pt x="13331" y="1344"/>
                </a:lnTo>
                <a:moveTo>
                  <a:pt x="13169" y="1344"/>
                </a:moveTo>
                <a:lnTo>
                  <a:pt x="13067" y="1344"/>
                </a:lnTo>
                <a:lnTo>
                  <a:pt x="13067" y="1324"/>
                </a:lnTo>
                <a:lnTo>
                  <a:pt x="13169" y="1324"/>
                </a:lnTo>
                <a:lnTo>
                  <a:pt x="13169" y="1344"/>
                </a:lnTo>
                <a:moveTo>
                  <a:pt x="13006" y="1344"/>
                </a:moveTo>
                <a:lnTo>
                  <a:pt x="12904" y="1344"/>
                </a:lnTo>
                <a:lnTo>
                  <a:pt x="12904" y="1324"/>
                </a:lnTo>
                <a:lnTo>
                  <a:pt x="13006" y="1324"/>
                </a:lnTo>
                <a:lnTo>
                  <a:pt x="13006" y="1344"/>
                </a:lnTo>
                <a:moveTo>
                  <a:pt x="12843" y="1344"/>
                </a:moveTo>
                <a:lnTo>
                  <a:pt x="12742" y="1344"/>
                </a:lnTo>
                <a:lnTo>
                  <a:pt x="12742" y="1324"/>
                </a:lnTo>
                <a:lnTo>
                  <a:pt x="12843" y="1324"/>
                </a:lnTo>
                <a:lnTo>
                  <a:pt x="12843" y="1344"/>
                </a:lnTo>
                <a:moveTo>
                  <a:pt x="12681" y="1344"/>
                </a:moveTo>
                <a:lnTo>
                  <a:pt x="12579" y="1344"/>
                </a:lnTo>
                <a:lnTo>
                  <a:pt x="12579" y="1324"/>
                </a:lnTo>
                <a:lnTo>
                  <a:pt x="12681" y="1324"/>
                </a:lnTo>
                <a:lnTo>
                  <a:pt x="12681" y="1344"/>
                </a:lnTo>
                <a:moveTo>
                  <a:pt x="12518" y="1344"/>
                </a:moveTo>
                <a:lnTo>
                  <a:pt x="12416" y="1344"/>
                </a:lnTo>
                <a:lnTo>
                  <a:pt x="12416" y="1324"/>
                </a:lnTo>
                <a:lnTo>
                  <a:pt x="12518" y="1324"/>
                </a:lnTo>
                <a:lnTo>
                  <a:pt x="12518" y="1344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1" y="1344"/>
                </a:moveTo>
                <a:lnTo>
                  <a:pt x="4769" y="1344"/>
                </a:lnTo>
                <a:lnTo>
                  <a:pt x="4769" y="1324"/>
                </a:lnTo>
                <a:lnTo>
                  <a:pt x="4871" y="1324"/>
                </a:lnTo>
                <a:lnTo>
                  <a:pt x="4871" y="1344"/>
                </a:lnTo>
                <a:moveTo>
                  <a:pt x="4708" y="1344"/>
                </a:moveTo>
                <a:lnTo>
                  <a:pt x="4606" y="1344"/>
                </a:lnTo>
                <a:lnTo>
                  <a:pt x="4606" y="1324"/>
                </a:lnTo>
                <a:lnTo>
                  <a:pt x="4708" y="1324"/>
                </a:lnTo>
                <a:lnTo>
                  <a:pt x="4708" y="1344"/>
                </a:lnTo>
                <a:moveTo>
                  <a:pt x="4545" y="1344"/>
                </a:moveTo>
                <a:lnTo>
                  <a:pt x="4444" y="1344"/>
                </a:lnTo>
                <a:lnTo>
                  <a:pt x="4444" y="1324"/>
                </a:lnTo>
                <a:lnTo>
                  <a:pt x="4545" y="1324"/>
                </a:lnTo>
                <a:lnTo>
                  <a:pt x="4545" y="1344"/>
                </a:lnTo>
                <a:moveTo>
                  <a:pt x="4383" y="1344"/>
                </a:moveTo>
                <a:lnTo>
                  <a:pt x="4281" y="1344"/>
                </a:lnTo>
                <a:lnTo>
                  <a:pt x="4281" y="1324"/>
                </a:lnTo>
                <a:lnTo>
                  <a:pt x="4383" y="1324"/>
                </a:lnTo>
                <a:lnTo>
                  <a:pt x="4383" y="1344"/>
                </a:lnTo>
                <a:moveTo>
                  <a:pt x="4220" y="1344"/>
                </a:moveTo>
                <a:lnTo>
                  <a:pt x="4118" y="1344"/>
                </a:lnTo>
                <a:lnTo>
                  <a:pt x="4118" y="1324"/>
                </a:lnTo>
                <a:lnTo>
                  <a:pt x="4220" y="1324"/>
                </a:lnTo>
                <a:lnTo>
                  <a:pt x="4220" y="1344"/>
                </a:lnTo>
                <a:moveTo>
                  <a:pt x="4057" y="1344"/>
                </a:moveTo>
                <a:lnTo>
                  <a:pt x="3956" y="1344"/>
                </a:lnTo>
                <a:lnTo>
                  <a:pt x="3956" y="1324"/>
                </a:lnTo>
                <a:lnTo>
                  <a:pt x="4057" y="1324"/>
                </a:lnTo>
                <a:lnTo>
                  <a:pt x="4057" y="1344"/>
                </a:lnTo>
                <a:moveTo>
                  <a:pt x="3895" y="1344"/>
                </a:moveTo>
                <a:lnTo>
                  <a:pt x="3793" y="1344"/>
                </a:lnTo>
                <a:lnTo>
                  <a:pt x="3793" y="1324"/>
                </a:lnTo>
                <a:lnTo>
                  <a:pt x="3895" y="1324"/>
                </a:lnTo>
                <a:lnTo>
                  <a:pt x="3895" y="1344"/>
                </a:lnTo>
                <a:moveTo>
                  <a:pt x="3732" y="1344"/>
                </a:moveTo>
                <a:lnTo>
                  <a:pt x="3630" y="1344"/>
                </a:lnTo>
                <a:lnTo>
                  <a:pt x="3630" y="1324"/>
                </a:lnTo>
                <a:lnTo>
                  <a:pt x="3732" y="1324"/>
                </a:lnTo>
                <a:lnTo>
                  <a:pt x="3732" y="1344"/>
                </a:lnTo>
                <a:moveTo>
                  <a:pt x="3569" y="1344"/>
                </a:moveTo>
                <a:lnTo>
                  <a:pt x="3468" y="1344"/>
                </a:lnTo>
                <a:lnTo>
                  <a:pt x="3468" y="1324"/>
                </a:lnTo>
                <a:lnTo>
                  <a:pt x="3569" y="1324"/>
                </a:lnTo>
                <a:lnTo>
                  <a:pt x="3569" y="1344"/>
                </a:lnTo>
                <a:moveTo>
                  <a:pt x="3407" y="1344"/>
                </a:moveTo>
                <a:lnTo>
                  <a:pt x="3305" y="1344"/>
                </a:lnTo>
                <a:lnTo>
                  <a:pt x="3305" y="1324"/>
                </a:lnTo>
                <a:lnTo>
                  <a:pt x="3407" y="1324"/>
                </a:lnTo>
                <a:lnTo>
                  <a:pt x="3407" y="1344"/>
                </a:lnTo>
                <a:moveTo>
                  <a:pt x="3244" y="1344"/>
                </a:moveTo>
                <a:lnTo>
                  <a:pt x="3142" y="1344"/>
                </a:lnTo>
                <a:lnTo>
                  <a:pt x="3142" y="1324"/>
                </a:lnTo>
                <a:lnTo>
                  <a:pt x="3244" y="1324"/>
                </a:lnTo>
                <a:lnTo>
                  <a:pt x="3244" y="1344"/>
                </a:lnTo>
                <a:moveTo>
                  <a:pt x="3081" y="1344"/>
                </a:moveTo>
                <a:lnTo>
                  <a:pt x="2979" y="1344"/>
                </a:lnTo>
                <a:lnTo>
                  <a:pt x="2979" y="1324"/>
                </a:lnTo>
                <a:lnTo>
                  <a:pt x="3081" y="1324"/>
                </a:lnTo>
                <a:lnTo>
                  <a:pt x="3081" y="1344"/>
                </a:lnTo>
                <a:moveTo>
                  <a:pt x="2918" y="1344"/>
                </a:moveTo>
                <a:lnTo>
                  <a:pt x="2817" y="1344"/>
                </a:lnTo>
                <a:lnTo>
                  <a:pt x="2817" y="1324"/>
                </a:lnTo>
                <a:lnTo>
                  <a:pt x="2918" y="1324"/>
                </a:lnTo>
                <a:lnTo>
                  <a:pt x="2918" y="1344"/>
                </a:lnTo>
                <a:moveTo>
                  <a:pt x="2756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6" y="1324"/>
                </a:lnTo>
                <a:lnTo>
                  <a:pt x="2756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7"/>
                </a:lnTo>
                <a:lnTo>
                  <a:pt x="21" y="887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4"/>
                </a:lnTo>
                <a:lnTo>
                  <a:pt x="21" y="724"/>
                </a:lnTo>
                <a:lnTo>
                  <a:pt x="21" y="825"/>
                </a:lnTo>
                <a:lnTo>
                  <a:pt x="0" y="825"/>
                </a:lnTo>
                <a:moveTo>
                  <a:pt x="0" y="663"/>
                </a:moveTo>
                <a:lnTo>
                  <a:pt x="0" y="561"/>
                </a:lnTo>
                <a:lnTo>
                  <a:pt x="21" y="561"/>
                </a:lnTo>
                <a:lnTo>
                  <a:pt x="21" y="663"/>
                </a:lnTo>
                <a:lnTo>
                  <a:pt x="0" y="663"/>
                </a:lnTo>
                <a:moveTo>
                  <a:pt x="0" y="500"/>
                </a:moveTo>
                <a:lnTo>
                  <a:pt x="0" y="398"/>
                </a:lnTo>
                <a:lnTo>
                  <a:pt x="21" y="398"/>
                </a:lnTo>
                <a:lnTo>
                  <a:pt x="21" y="500"/>
                </a:lnTo>
                <a:lnTo>
                  <a:pt x="0" y="500"/>
                </a:lnTo>
                <a:moveTo>
                  <a:pt x="0" y="337"/>
                </a:moveTo>
                <a:lnTo>
                  <a:pt x="0" y="235"/>
                </a:lnTo>
                <a:lnTo>
                  <a:pt x="21" y="235"/>
                </a:lnTo>
                <a:lnTo>
                  <a:pt x="21" y="337"/>
                </a:lnTo>
                <a:lnTo>
                  <a:pt x="0" y="337"/>
                </a:lnTo>
                <a:moveTo>
                  <a:pt x="0" y="174"/>
                </a:moveTo>
                <a:lnTo>
                  <a:pt x="0" y="71"/>
                </a:lnTo>
                <a:lnTo>
                  <a:pt x="21" y="71"/>
                </a:lnTo>
                <a:lnTo>
                  <a:pt x="21" y="174"/>
                </a:lnTo>
                <a:lnTo>
                  <a:pt x="0" y="17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7181640" y="74196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7181640" y="76752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457200" y="351000"/>
            <a:ext cx="860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2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1347120" y="733680"/>
            <a:ext cx="7398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1347120" y="852120"/>
            <a:ext cx="36644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1273680" y="1364760"/>
            <a:ext cx="4568760" cy="476640"/>
          </a:xfrm>
          <a:custGeom>
            <a:avLst/>
            <a:gdLst/>
            <a:ahLst/>
            <a:rect l="0" t="0" r="r" b="b"/>
            <a:pathLst>
              <a:path w="12691" h="1324">
                <a:moveTo>
                  <a:pt x="0" y="0"/>
                </a:moveTo>
                <a:lnTo>
                  <a:pt x="12691" y="0"/>
                </a:lnTo>
                <a:lnTo>
                  <a:pt x="126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1270080" y="1361160"/>
            <a:ext cx="4575960" cy="483840"/>
          </a:xfrm>
          <a:custGeom>
            <a:avLst/>
            <a:gdLst/>
            <a:ahLst/>
            <a:rect l="0" t="0" r="r" b="b"/>
            <a:pathLst>
              <a:path w="12711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9" y="0"/>
                </a:lnTo>
                <a:lnTo>
                  <a:pt x="2879" y="20"/>
                </a:lnTo>
                <a:lnTo>
                  <a:pt x="2776" y="20"/>
                </a:lnTo>
                <a:lnTo>
                  <a:pt x="2776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11" y="10"/>
                </a:moveTo>
                <a:lnTo>
                  <a:pt x="12711" y="112"/>
                </a:lnTo>
                <a:lnTo>
                  <a:pt x="12691" y="112"/>
                </a:lnTo>
                <a:lnTo>
                  <a:pt x="12691" y="10"/>
                </a:lnTo>
                <a:lnTo>
                  <a:pt x="12711" y="10"/>
                </a:lnTo>
                <a:moveTo>
                  <a:pt x="12711" y="173"/>
                </a:moveTo>
                <a:lnTo>
                  <a:pt x="12711" y="275"/>
                </a:lnTo>
                <a:lnTo>
                  <a:pt x="12691" y="275"/>
                </a:lnTo>
                <a:lnTo>
                  <a:pt x="12691" y="173"/>
                </a:lnTo>
                <a:lnTo>
                  <a:pt x="12711" y="173"/>
                </a:lnTo>
                <a:moveTo>
                  <a:pt x="12711" y="336"/>
                </a:moveTo>
                <a:lnTo>
                  <a:pt x="12711" y="438"/>
                </a:lnTo>
                <a:lnTo>
                  <a:pt x="12691" y="438"/>
                </a:lnTo>
                <a:lnTo>
                  <a:pt x="12691" y="336"/>
                </a:lnTo>
                <a:lnTo>
                  <a:pt x="12711" y="336"/>
                </a:lnTo>
                <a:moveTo>
                  <a:pt x="12711" y="499"/>
                </a:moveTo>
                <a:lnTo>
                  <a:pt x="12711" y="600"/>
                </a:lnTo>
                <a:lnTo>
                  <a:pt x="12691" y="600"/>
                </a:lnTo>
                <a:lnTo>
                  <a:pt x="12691" y="499"/>
                </a:lnTo>
                <a:lnTo>
                  <a:pt x="12711" y="499"/>
                </a:lnTo>
                <a:moveTo>
                  <a:pt x="12711" y="661"/>
                </a:moveTo>
                <a:lnTo>
                  <a:pt x="12711" y="763"/>
                </a:lnTo>
                <a:lnTo>
                  <a:pt x="12691" y="763"/>
                </a:lnTo>
                <a:lnTo>
                  <a:pt x="12691" y="661"/>
                </a:lnTo>
                <a:lnTo>
                  <a:pt x="12711" y="661"/>
                </a:lnTo>
                <a:moveTo>
                  <a:pt x="12711" y="824"/>
                </a:moveTo>
                <a:lnTo>
                  <a:pt x="12711" y="927"/>
                </a:lnTo>
                <a:lnTo>
                  <a:pt x="12691" y="927"/>
                </a:lnTo>
                <a:lnTo>
                  <a:pt x="12691" y="824"/>
                </a:lnTo>
                <a:lnTo>
                  <a:pt x="12711" y="824"/>
                </a:lnTo>
                <a:moveTo>
                  <a:pt x="12711" y="988"/>
                </a:moveTo>
                <a:lnTo>
                  <a:pt x="12711" y="1090"/>
                </a:lnTo>
                <a:lnTo>
                  <a:pt x="12691" y="1090"/>
                </a:lnTo>
                <a:lnTo>
                  <a:pt x="12691" y="988"/>
                </a:lnTo>
                <a:lnTo>
                  <a:pt x="12711" y="988"/>
                </a:lnTo>
                <a:moveTo>
                  <a:pt x="12711" y="1151"/>
                </a:moveTo>
                <a:lnTo>
                  <a:pt x="12711" y="1253"/>
                </a:lnTo>
                <a:lnTo>
                  <a:pt x="12691" y="1253"/>
                </a:lnTo>
                <a:lnTo>
                  <a:pt x="12691" y="1151"/>
                </a:lnTo>
                <a:lnTo>
                  <a:pt x="12711" y="1151"/>
                </a:lnTo>
                <a:moveTo>
                  <a:pt x="12711" y="1314"/>
                </a:moveTo>
                <a:lnTo>
                  <a:pt x="12711" y="1344"/>
                </a:lnTo>
                <a:lnTo>
                  <a:pt x="12620" y="1344"/>
                </a:lnTo>
                <a:lnTo>
                  <a:pt x="12620" y="1324"/>
                </a:lnTo>
                <a:lnTo>
                  <a:pt x="12701" y="1324"/>
                </a:lnTo>
                <a:lnTo>
                  <a:pt x="12701" y="1334"/>
                </a:lnTo>
                <a:lnTo>
                  <a:pt x="12691" y="1334"/>
                </a:lnTo>
                <a:lnTo>
                  <a:pt x="12691" y="1314"/>
                </a:lnTo>
                <a:lnTo>
                  <a:pt x="12711" y="1314"/>
                </a:lnTo>
                <a:moveTo>
                  <a:pt x="12559" y="1344"/>
                </a:moveTo>
                <a:lnTo>
                  <a:pt x="12457" y="1344"/>
                </a:lnTo>
                <a:lnTo>
                  <a:pt x="12457" y="1324"/>
                </a:lnTo>
                <a:lnTo>
                  <a:pt x="12559" y="1324"/>
                </a:lnTo>
                <a:lnTo>
                  <a:pt x="12559" y="1344"/>
                </a:lnTo>
                <a:moveTo>
                  <a:pt x="12396" y="1344"/>
                </a:moveTo>
                <a:lnTo>
                  <a:pt x="12294" y="1344"/>
                </a:lnTo>
                <a:lnTo>
                  <a:pt x="12294" y="1324"/>
                </a:lnTo>
                <a:lnTo>
                  <a:pt x="12396" y="1324"/>
                </a:lnTo>
                <a:lnTo>
                  <a:pt x="12396" y="1344"/>
                </a:lnTo>
                <a:moveTo>
                  <a:pt x="12233" y="1344"/>
                </a:moveTo>
                <a:lnTo>
                  <a:pt x="12132" y="1344"/>
                </a:lnTo>
                <a:lnTo>
                  <a:pt x="12132" y="1324"/>
                </a:lnTo>
                <a:lnTo>
                  <a:pt x="12233" y="1324"/>
                </a:lnTo>
                <a:lnTo>
                  <a:pt x="12233" y="1344"/>
                </a:lnTo>
                <a:moveTo>
                  <a:pt x="12071" y="1344"/>
                </a:moveTo>
                <a:lnTo>
                  <a:pt x="11969" y="1344"/>
                </a:lnTo>
                <a:lnTo>
                  <a:pt x="11969" y="1324"/>
                </a:lnTo>
                <a:lnTo>
                  <a:pt x="12071" y="1324"/>
                </a:lnTo>
                <a:lnTo>
                  <a:pt x="12071" y="1344"/>
                </a:lnTo>
                <a:moveTo>
                  <a:pt x="11908" y="1344"/>
                </a:moveTo>
                <a:lnTo>
                  <a:pt x="11806" y="1344"/>
                </a:lnTo>
                <a:lnTo>
                  <a:pt x="11806" y="1324"/>
                </a:lnTo>
                <a:lnTo>
                  <a:pt x="11908" y="1324"/>
                </a:lnTo>
                <a:lnTo>
                  <a:pt x="11908" y="1344"/>
                </a:lnTo>
                <a:moveTo>
                  <a:pt x="11745" y="1344"/>
                </a:moveTo>
                <a:lnTo>
                  <a:pt x="11644" y="1344"/>
                </a:lnTo>
                <a:lnTo>
                  <a:pt x="11644" y="1324"/>
                </a:lnTo>
                <a:lnTo>
                  <a:pt x="11745" y="1324"/>
                </a:lnTo>
                <a:lnTo>
                  <a:pt x="11745" y="1344"/>
                </a:lnTo>
                <a:moveTo>
                  <a:pt x="11583" y="1344"/>
                </a:moveTo>
                <a:lnTo>
                  <a:pt x="11481" y="1344"/>
                </a:lnTo>
                <a:lnTo>
                  <a:pt x="11481" y="1324"/>
                </a:lnTo>
                <a:lnTo>
                  <a:pt x="11583" y="1324"/>
                </a:lnTo>
                <a:lnTo>
                  <a:pt x="11583" y="1344"/>
                </a:lnTo>
                <a:moveTo>
                  <a:pt x="11420" y="1344"/>
                </a:moveTo>
                <a:lnTo>
                  <a:pt x="11318" y="1344"/>
                </a:lnTo>
                <a:lnTo>
                  <a:pt x="11318" y="1324"/>
                </a:lnTo>
                <a:lnTo>
                  <a:pt x="11420" y="1324"/>
                </a:lnTo>
                <a:lnTo>
                  <a:pt x="11420" y="1344"/>
                </a:lnTo>
                <a:moveTo>
                  <a:pt x="11257" y="1344"/>
                </a:moveTo>
                <a:lnTo>
                  <a:pt x="11155" y="1344"/>
                </a:lnTo>
                <a:lnTo>
                  <a:pt x="11155" y="1324"/>
                </a:lnTo>
                <a:lnTo>
                  <a:pt x="11257" y="1324"/>
                </a:lnTo>
                <a:lnTo>
                  <a:pt x="11257" y="1344"/>
                </a:lnTo>
                <a:moveTo>
                  <a:pt x="11094" y="1344"/>
                </a:moveTo>
                <a:lnTo>
                  <a:pt x="10993" y="1344"/>
                </a:lnTo>
                <a:lnTo>
                  <a:pt x="10993" y="1324"/>
                </a:lnTo>
                <a:lnTo>
                  <a:pt x="11094" y="1324"/>
                </a:lnTo>
                <a:lnTo>
                  <a:pt x="11094" y="1344"/>
                </a:lnTo>
                <a:moveTo>
                  <a:pt x="10932" y="1344"/>
                </a:moveTo>
                <a:lnTo>
                  <a:pt x="10830" y="1344"/>
                </a:lnTo>
                <a:lnTo>
                  <a:pt x="10830" y="1324"/>
                </a:lnTo>
                <a:lnTo>
                  <a:pt x="10932" y="1324"/>
                </a:lnTo>
                <a:lnTo>
                  <a:pt x="10932" y="1344"/>
                </a:lnTo>
                <a:moveTo>
                  <a:pt x="10769" y="1344"/>
                </a:moveTo>
                <a:lnTo>
                  <a:pt x="10667" y="1344"/>
                </a:lnTo>
                <a:lnTo>
                  <a:pt x="10667" y="1324"/>
                </a:lnTo>
                <a:lnTo>
                  <a:pt x="10769" y="1324"/>
                </a:lnTo>
                <a:lnTo>
                  <a:pt x="10769" y="1344"/>
                </a:lnTo>
                <a:moveTo>
                  <a:pt x="10606" y="1344"/>
                </a:moveTo>
                <a:lnTo>
                  <a:pt x="10505" y="1344"/>
                </a:lnTo>
                <a:lnTo>
                  <a:pt x="10505" y="1324"/>
                </a:lnTo>
                <a:lnTo>
                  <a:pt x="10606" y="1324"/>
                </a:lnTo>
                <a:lnTo>
                  <a:pt x="10606" y="1344"/>
                </a:lnTo>
                <a:moveTo>
                  <a:pt x="10444" y="1344"/>
                </a:moveTo>
                <a:lnTo>
                  <a:pt x="10342" y="1344"/>
                </a:lnTo>
                <a:lnTo>
                  <a:pt x="10342" y="1324"/>
                </a:lnTo>
                <a:lnTo>
                  <a:pt x="10444" y="1324"/>
                </a:lnTo>
                <a:lnTo>
                  <a:pt x="10444" y="1344"/>
                </a:lnTo>
                <a:moveTo>
                  <a:pt x="10281" y="1344"/>
                </a:moveTo>
                <a:lnTo>
                  <a:pt x="10179" y="1344"/>
                </a:lnTo>
                <a:lnTo>
                  <a:pt x="10179" y="1324"/>
                </a:lnTo>
                <a:lnTo>
                  <a:pt x="10281" y="1324"/>
                </a:lnTo>
                <a:lnTo>
                  <a:pt x="10281" y="1344"/>
                </a:lnTo>
                <a:moveTo>
                  <a:pt x="10118" y="1344"/>
                </a:moveTo>
                <a:lnTo>
                  <a:pt x="10017" y="1344"/>
                </a:lnTo>
                <a:lnTo>
                  <a:pt x="10017" y="1324"/>
                </a:lnTo>
                <a:lnTo>
                  <a:pt x="10118" y="1324"/>
                </a:lnTo>
                <a:lnTo>
                  <a:pt x="10118" y="1344"/>
                </a:lnTo>
                <a:moveTo>
                  <a:pt x="9956" y="1344"/>
                </a:moveTo>
                <a:lnTo>
                  <a:pt x="9854" y="1344"/>
                </a:lnTo>
                <a:lnTo>
                  <a:pt x="9854" y="1324"/>
                </a:lnTo>
                <a:lnTo>
                  <a:pt x="9956" y="1324"/>
                </a:lnTo>
                <a:lnTo>
                  <a:pt x="9956" y="1344"/>
                </a:lnTo>
                <a:moveTo>
                  <a:pt x="9793" y="1344"/>
                </a:moveTo>
                <a:lnTo>
                  <a:pt x="9691" y="1344"/>
                </a:lnTo>
                <a:lnTo>
                  <a:pt x="9691" y="1324"/>
                </a:lnTo>
                <a:lnTo>
                  <a:pt x="9793" y="1324"/>
                </a:lnTo>
                <a:lnTo>
                  <a:pt x="9793" y="1344"/>
                </a:lnTo>
                <a:moveTo>
                  <a:pt x="9630" y="1344"/>
                </a:moveTo>
                <a:lnTo>
                  <a:pt x="9529" y="1344"/>
                </a:lnTo>
                <a:lnTo>
                  <a:pt x="9529" y="1324"/>
                </a:lnTo>
                <a:lnTo>
                  <a:pt x="9630" y="1324"/>
                </a:lnTo>
                <a:lnTo>
                  <a:pt x="9630" y="1344"/>
                </a:lnTo>
                <a:moveTo>
                  <a:pt x="9468" y="1344"/>
                </a:moveTo>
                <a:lnTo>
                  <a:pt x="9366" y="1344"/>
                </a:lnTo>
                <a:lnTo>
                  <a:pt x="9366" y="1324"/>
                </a:lnTo>
                <a:lnTo>
                  <a:pt x="9468" y="1324"/>
                </a:lnTo>
                <a:lnTo>
                  <a:pt x="9468" y="1344"/>
                </a:lnTo>
                <a:moveTo>
                  <a:pt x="9305" y="1344"/>
                </a:moveTo>
                <a:lnTo>
                  <a:pt x="9203" y="1344"/>
                </a:lnTo>
                <a:lnTo>
                  <a:pt x="9203" y="1324"/>
                </a:lnTo>
                <a:lnTo>
                  <a:pt x="9305" y="1324"/>
                </a:lnTo>
                <a:lnTo>
                  <a:pt x="9305" y="1344"/>
                </a:lnTo>
                <a:moveTo>
                  <a:pt x="9142" y="1344"/>
                </a:moveTo>
                <a:lnTo>
                  <a:pt x="9041" y="1344"/>
                </a:lnTo>
                <a:lnTo>
                  <a:pt x="9041" y="1324"/>
                </a:lnTo>
                <a:lnTo>
                  <a:pt x="9142" y="1324"/>
                </a:lnTo>
                <a:lnTo>
                  <a:pt x="9142" y="1344"/>
                </a:lnTo>
                <a:moveTo>
                  <a:pt x="8980" y="1344"/>
                </a:moveTo>
                <a:lnTo>
                  <a:pt x="8878" y="1344"/>
                </a:lnTo>
                <a:lnTo>
                  <a:pt x="8878" y="1324"/>
                </a:lnTo>
                <a:lnTo>
                  <a:pt x="8980" y="1324"/>
                </a:lnTo>
                <a:lnTo>
                  <a:pt x="8980" y="1344"/>
                </a:lnTo>
                <a:moveTo>
                  <a:pt x="8817" y="1344"/>
                </a:moveTo>
                <a:lnTo>
                  <a:pt x="8715" y="1344"/>
                </a:lnTo>
                <a:lnTo>
                  <a:pt x="8715" y="1324"/>
                </a:lnTo>
                <a:lnTo>
                  <a:pt x="8817" y="1324"/>
                </a:lnTo>
                <a:lnTo>
                  <a:pt x="8817" y="1344"/>
                </a:lnTo>
                <a:moveTo>
                  <a:pt x="8654" y="1344"/>
                </a:moveTo>
                <a:lnTo>
                  <a:pt x="8552" y="1344"/>
                </a:lnTo>
                <a:lnTo>
                  <a:pt x="8552" y="1324"/>
                </a:lnTo>
                <a:lnTo>
                  <a:pt x="8654" y="1324"/>
                </a:lnTo>
                <a:lnTo>
                  <a:pt x="8654" y="1344"/>
                </a:lnTo>
                <a:moveTo>
                  <a:pt x="8491" y="1344"/>
                </a:moveTo>
                <a:lnTo>
                  <a:pt x="8390" y="1344"/>
                </a:lnTo>
                <a:lnTo>
                  <a:pt x="8390" y="1324"/>
                </a:lnTo>
                <a:lnTo>
                  <a:pt x="8491" y="1324"/>
                </a:lnTo>
                <a:lnTo>
                  <a:pt x="8491" y="1344"/>
                </a:lnTo>
                <a:moveTo>
                  <a:pt x="8329" y="1344"/>
                </a:moveTo>
                <a:lnTo>
                  <a:pt x="8227" y="1344"/>
                </a:lnTo>
                <a:lnTo>
                  <a:pt x="8227" y="1324"/>
                </a:lnTo>
                <a:lnTo>
                  <a:pt x="8329" y="1324"/>
                </a:lnTo>
                <a:lnTo>
                  <a:pt x="8329" y="1344"/>
                </a:lnTo>
                <a:moveTo>
                  <a:pt x="8166" y="1344"/>
                </a:moveTo>
                <a:lnTo>
                  <a:pt x="8064" y="1344"/>
                </a:lnTo>
                <a:lnTo>
                  <a:pt x="8064" y="1324"/>
                </a:lnTo>
                <a:lnTo>
                  <a:pt x="8166" y="1324"/>
                </a:lnTo>
                <a:lnTo>
                  <a:pt x="8166" y="1344"/>
                </a:lnTo>
                <a:moveTo>
                  <a:pt x="8003" y="1344"/>
                </a:moveTo>
                <a:lnTo>
                  <a:pt x="7902" y="1344"/>
                </a:lnTo>
                <a:lnTo>
                  <a:pt x="7902" y="1324"/>
                </a:lnTo>
                <a:lnTo>
                  <a:pt x="8003" y="1324"/>
                </a:lnTo>
                <a:lnTo>
                  <a:pt x="8003" y="1344"/>
                </a:lnTo>
                <a:moveTo>
                  <a:pt x="7841" y="1344"/>
                </a:moveTo>
                <a:lnTo>
                  <a:pt x="7739" y="1344"/>
                </a:lnTo>
                <a:lnTo>
                  <a:pt x="7739" y="1324"/>
                </a:lnTo>
                <a:lnTo>
                  <a:pt x="7841" y="1324"/>
                </a:lnTo>
                <a:lnTo>
                  <a:pt x="7841" y="1344"/>
                </a:lnTo>
                <a:moveTo>
                  <a:pt x="7678" y="1344"/>
                </a:moveTo>
                <a:lnTo>
                  <a:pt x="7576" y="1344"/>
                </a:lnTo>
                <a:lnTo>
                  <a:pt x="7576" y="1324"/>
                </a:lnTo>
                <a:lnTo>
                  <a:pt x="7678" y="1324"/>
                </a:lnTo>
                <a:lnTo>
                  <a:pt x="7678" y="1344"/>
                </a:lnTo>
                <a:moveTo>
                  <a:pt x="7515" y="1344"/>
                </a:moveTo>
                <a:lnTo>
                  <a:pt x="7414" y="1344"/>
                </a:lnTo>
                <a:lnTo>
                  <a:pt x="7414" y="1324"/>
                </a:lnTo>
                <a:lnTo>
                  <a:pt x="7515" y="1324"/>
                </a:lnTo>
                <a:lnTo>
                  <a:pt x="7515" y="1344"/>
                </a:lnTo>
                <a:moveTo>
                  <a:pt x="7353" y="1344"/>
                </a:moveTo>
                <a:lnTo>
                  <a:pt x="7251" y="1344"/>
                </a:lnTo>
                <a:lnTo>
                  <a:pt x="7251" y="1324"/>
                </a:lnTo>
                <a:lnTo>
                  <a:pt x="7353" y="1324"/>
                </a:lnTo>
                <a:lnTo>
                  <a:pt x="7353" y="1344"/>
                </a:lnTo>
                <a:moveTo>
                  <a:pt x="7190" y="1344"/>
                </a:moveTo>
                <a:lnTo>
                  <a:pt x="7088" y="1344"/>
                </a:lnTo>
                <a:lnTo>
                  <a:pt x="7088" y="1324"/>
                </a:lnTo>
                <a:lnTo>
                  <a:pt x="7190" y="1324"/>
                </a:lnTo>
                <a:lnTo>
                  <a:pt x="7190" y="1344"/>
                </a:lnTo>
                <a:moveTo>
                  <a:pt x="7027" y="1344"/>
                </a:moveTo>
                <a:lnTo>
                  <a:pt x="6926" y="1344"/>
                </a:lnTo>
                <a:lnTo>
                  <a:pt x="6926" y="1324"/>
                </a:lnTo>
                <a:lnTo>
                  <a:pt x="7027" y="1324"/>
                </a:lnTo>
                <a:lnTo>
                  <a:pt x="7027" y="1344"/>
                </a:lnTo>
                <a:moveTo>
                  <a:pt x="6865" y="1344"/>
                </a:moveTo>
                <a:lnTo>
                  <a:pt x="6763" y="1344"/>
                </a:lnTo>
                <a:lnTo>
                  <a:pt x="6763" y="1324"/>
                </a:lnTo>
                <a:lnTo>
                  <a:pt x="6865" y="1324"/>
                </a:lnTo>
                <a:lnTo>
                  <a:pt x="6865" y="1344"/>
                </a:lnTo>
                <a:moveTo>
                  <a:pt x="6702" y="1344"/>
                </a:moveTo>
                <a:lnTo>
                  <a:pt x="6600" y="1344"/>
                </a:lnTo>
                <a:lnTo>
                  <a:pt x="6600" y="1324"/>
                </a:lnTo>
                <a:lnTo>
                  <a:pt x="6702" y="1324"/>
                </a:lnTo>
                <a:lnTo>
                  <a:pt x="6702" y="1344"/>
                </a:lnTo>
                <a:moveTo>
                  <a:pt x="6539" y="1344"/>
                </a:moveTo>
                <a:lnTo>
                  <a:pt x="6438" y="1344"/>
                </a:lnTo>
                <a:lnTo>
                  <a:pt x="6438" y="1324"/>
                </a:lnTo>
                <a:lnTo>
                  <a:pt x="6539" y="1324"/>
                </a:lnTo>
                <a:lnTo>
                  <a:pt x="6539" y="1344"/>
                </a:lnTo>
                <a:moveTo>
                  <a:pt x="6377" y="1344"/>
                </a:moveTo>
                <a:lnTo>
                  <a:pt x="6275" y="1344"/>
                </a:lnTo>
                <a:lnTo>
                  <a:pt x="6275" y="1324"/>
                </a:lnTo>
                <a:lnTo>
                  <a:pt x="6377" y="1324"/>
                </a:lnTo>
                <a:lnTo>
                  <a:pt x="6377" y="1344"/>
                </a:lnTo>
                <a:moveTo>
                  <a:pt x="6214" y="1344"/>
                </a:moveTo>
                <a:lnTo>
                  <a:pt x="6112" y="1344"/>
                </a:lnTo>
                <a:lnTo>
                  <a:pt x="6112" y="1324"/>
                </a:lnTo>
                <a:lnTo>
                  <a:pt x="6214" y="1324"/>
                </a:lnTo>
                <a:lnTo>
                  <a:pt x="6214" y="1344"/>
                </a:lnTo>
                <a:moveTo>
                  <a:pt x="6051" y="1344"/>
                </a:moveTo>
                <a:lnTo>
                  <a:pt x="5949" y="1344"/>
                </a:lnTo>
                <a:lnTo>
                  <a:pt x="5949" y="1324"/>
                </a:lnTo>
                <a:lnTo>
                  <a:pt x="6051" y="1324"/>
                </a:lnTo>
                <a:lnTo>
                  <a:pt x="6051" y="1344"/>
                </a:lnTo>
                <a:moveTo>
                  <a:pt x="5888" y="1344"/>
                </a:moveTo>
                <a:lnTo>
                  <a:pt x="5787" y="1344"/>
                </a:lnTo>
                <a:lnTo>
                  <a:pt x="5787" y="1324"/>
                </a:lnTo>
                <a:lnTo>
                  <a:pt x="5888" y="1324"/>
                </a:lnTo>
                <a:lnTo>
                  <a:pt x="5888" y="1344"/>
                </a:lnTo>
                <a:moveTo>
                  <a:pt x="5726" y="1344"/>
                </a:moveTo>
                <a:lnTo>
                  <a:pt x="5624" y="1344"/>
                </a:lnTo>
                <a:lnTo>
                  <a:pt x="5624" y="1324"/>
                </a:lnTo>
                <a:lnTo>
                  <a:pt x="5726" y="1324"/>
                </a:lnTo>
                <a:lnTo>
                  <a:pt x="5726" y="1344"/>
                </a:lnTo>
                <a:moveTo>
                  <a:pt x="5563" y="1344"/>
                </a:moveTo>
                <a:lnTo>
                  <a:pt x="5461" y="1344"/>
                </a:lnTo>
                <a:lnTo>
                  <a:pt x="5461" y="1324"/>
                </a:lnTo>
                <a:lnTo>
                  <a:pt x="5563" y="1324"/>
                </a:lnTo>
                <a:lnTo>
                  <a:pt x="5563" y="1344"/>
                </a:lnTo>
                <a:moveTo>
                  <a:pt x="5400" y="1344"/>
                </a:moveTo>
                <a:lnTo>
                  <a:pt x="5299" y="1344"/>
                </a:lnTo>
                <a:lnTo>
                  <a:pt x="5299" y="1324"/>
                </a:lnTo>
                <a:lnTo>
                  <a:pt x="5400" y="1324"/>
                </a:lnTo>
                <a:lnTo>
                  <a:pt x="5400" y="1344"/>
                </a:lnTo>
                <a:moveTo>
                  <a:pt x="5238" y="1344"/>
                </a:moveTo>
                <a:lnTo>
                  <a:pt x="5136" y="1344"/>
                </a:lnTo>
                <a:lnTo>
                  <a:pt x="5136" y="1324"/>
                </a:lnTo>
                <a:lnTo>
                  <a:pt x="5238" y="1324"/>
                </a:lnTo>
                <a:lnTo>
                  <a:pt x="5238" y="1344"/>
                </a:lnTo>
                <a:moveTo>
                  <a:pt x="5075" y="1344"/>
                </a:moveTo>
                <a:lnTo>
                  <a:pt x="4973" y="1344"/>
                </a:lnTo>
                <a:lnTo>
                  <a:pt x="4973" y="1324"/>
                </a:lnTo>
                <a:lnTo>
                  <a:pt x="5075" y="1324"/>
                </a:lnTo>
                <a:lnTo>
                  <a:pt x="5075" y="1344"/>
                </a:lnTo>
                <a:moveTo>
                  <a:pt x="4912" y="1344"/>
                </a:moveTo>
                <a:lnTo>
                  <a:pt x="4811" y="1344"/>
                </a:lnTo>
                <a:lnTo>
                  <a:pt x="4811" y="1324"/>
                </a:lnTo>
                <a:lnTo>
                  <a:pt x="4912" y="1324"/>
                </a:lnTo>
                <a:lnTo>
                  <a:pt x="4912" y="1344"/>
                </a:lnTo>
                <a:moveTo>
                  <a:pt x="4750" y="1344"/>
                </a:moveTo>
                <a:lnTo>
                  <a:pt x="4648" y="1344"/>
                </a:lnTo>
                <a:lnTo>
                  <a:pt x="4648" y="1324"/>
                </a:lnTo>
                <a:lnTo>
                  <a:pt x="4750" y="1324"/>
                </a:lnTo>
                <a:lnTo>
                  <a:pt x="4750" y="1344"/>
                </a:lnTo>
                <a:moveTo>
                  <a:pt x="4587" y="1344"/>
                </a:moveTo>
                <a:lnTo>
                  <a:pt x="4485" y="1344"/>
                </a:lnTo>
                <a:lnTo>
                  <a:pt x="4485" y="1324"/>
                </a:lnTo>
                <a:lnTo>
                  <a:pt x="4587" y="1324"/>
                </a:lnTo>
                <a:lnTo>
                  <a:pt x="4587" y="1344"/>
                </a:lnTo>
                <a:moveTo>
                  <a:pt x="4424" y="1344"/>
                </a:moveTo>
                <a:lnTo>
                  <a:pt x="4323" y="1344"/>
                </a:lnTo>
                <a:lnTo>
                  <a:pt x="4323" y="1324"/>
                </a:lnTo>
                <a:lnTo>
                  <a:pt x="4424" y="1324"/>
                </a:lnTo>
                <a:lnTo>
                  <a:pt x="4424" y="1344"/>
                </a:lnTo>
                <a:moveTo>
                  <a:pt x="4262" y="1344"/>
                </a:moveTo>
                <a:lnTo>
                  <a:pt x="4160" y="1344"/>
                </a:lnTo>
                <a:lnTo>
                  <a:pt x="4160" y="1324"/>
                </a:lnTo>
                <a:lnTo>
                  <a:pt x="4262" y="1324"/>
                </a:lnTo>
                <a:lnTo>
                  <a:pt x="4262" y="1344"/>
                </a:lnTo>
                <a:moveTo>
                  <a:pt x="4099" y="1344"/>
                </a:moveTo>
                <a:lnTo>
                  <a:pt x="3997" y="1344"/>
                </a:lnTo>
                <a:lnTo>
                  <a:pt x="3997" y="1324"/>
                </a:lnTo>
                <a:lnTo>
                  <a:pt x="4099" y="1324"/>
                </a:lnTo>
                <a:lnTo>
                  <a:pt x="4099" y="1344"/>
                </a:lnTo>
                <a:moveTo>
                  <a:pt x="3936" y="1344"/>
                </a:moveTo>
                <a:lnTo>
                  <a:pt x="3835" y="1344"/>
                </a:lnTo>
                <a:lnTo>
                  <a:pt x="3835" y="1324"/>
                </a:lnTo>
                <a:lnTo>
                  <a:pt x="3936" y="1324"/>
                </a:lnTo>
                <a:lnTo>
                  <a:pt x="3936" y="1344"/>
                </a:lnTo>
                <a:moveTo>
                  <a:pt x="3774" y="1344"/>
                </a:moveTo>
                <a:lnTo>
                  <a:pt x="3672" y="1344"/>
                </a:lnTo>
                <a:lnTo>
                  <a:pt x="3672" y="1324"/>
                </a:lnTo>
                <a:lnTo>
                  <a:pt x="3774" y="1324"/>
                </a:lnTo>
                <a:lnTo>
                  <a:pt x="3774" y="1344"/>
                </a:lnTo>
                <a:moveTo>
                  <a:pt x="3611" y="1344"/>
                </a:moveTo>
                <a:lnTo>
                  <a:pt x="3509" y="1344"/>
                </a:lnTo>
                <a:lnTo>
                  <a:pt x="3509" y="1324"/>
                </a:lnTo>
                <a:lnTo>
                  <a:pt x="3611" y="1324"/>
                </a:lnTo>
                <a:lnTo>
                  <a:pt x="3611" y="1344"/>
                </a:lnTo>
                <a:moveTo>
                  <a:pt x="3448" y="1344"/>
                </a:moveTo>
                <a:lnTo>
                  <a:pt x="3347" y="1344"/>
                </a:lnTo>
                <a:lnTo>
                  <a:pt x="3347" y="1324"/>
                </a:lnTo>
                <a:lnTo>
                  <a:pt x="3448" y="1324"/>
                </a:lnTo>
                <a:lnTo>
                  <a:pt x="3448" y="1344"/>
                </a:lnTo>
                <a:moveTo>
                  <a:pt x="3285" y="1344"/>
                </a:moveTo>
                <a:lnTo>
                  <a:pt x="3184" y="1344"/>
                </a:lnTo>
                <a:lnTo>
                  <a:pt x="3184" y="1324"/>
                </a:lnTo>
                <a:lnTo>
                  <a:pt x="3285" y="1324"/>
                </a:lnTo>
                <a:lnTo>
                  <a:pt x="3285" y="1344"/>
                </a:lnTo>
                <a:moveTo>
                  <a:pt x="3123" y="1344"/>
                </a:moveTo>
                <a:lnTo>
                  <a:pt x="3021" y="1344"/>
                </a:lnTo>
                <a:lnTo>
                  <a:pt x="3021" y="1324"/>
                </a:lnTo>
                <a:lnTo>
                  <a:pt x="3123" y="1324"/>
                </a:lnTo>
                <a:lnTo>
                  <a:pt x="3123" y="1344"/>
                </a:lnTo>
                <a:moveTo>
                  <a:pt x="2960" y="1344"/>
                </a:moveTo>
                <a:lnTo>
                  <a:pt x="2858" y="1344"/>
                </a:lnTo>
                <a:lnTo>
                  <a:pt x="2858" y="1324"/>
                </a:lnTo>
                <a:lnTo>
                  <a:pt x="2960" y="1324"/>
                </a:lnTo>
                <a:lnTo>
                  <a:pt x="2960" y="1344"/>
                </a:lnTo>
                <a:moveTo>
                  <a:pt x="2796" y="1344"/>
                </a:moveTo>
                <a:lnTo>
                  <a:pt x="2695" y="1344"/>
                </a:lnTo>
                <a:lnTo>
                  <a:pt x="2695" y="1324"/>
                </a:lnTo>
                <a:lnTo>
                  <a:pt x="2796" y="1324"/>
                </a:lnTo>
                <a:lnTo>
                  <a:pt x="2796" y="1344"/>
                </a:lnTo>
                <a:moveTo>
                  <a:pt x="2634" y="1344"/>
                </a:moveTo>
                <a:lnTo>
                  <a:pt x="2532" y="1344"/>
                </a:lnTo>
                <a:lnTo>
                  <a:pt x="2532" y="1324"/>
                </a:lnTo>
                <a:lnTo>
                  <a:pt x="2634" y="1324"/>
                </a:lnTo>
                <a:lnTo>
                  <a:pt x="2634" y="1344"/>
                </a:lnTo>
                <a:moveTo>
                  <a:pt x="2471" y="1344"/>
                </a:moveTo>
                <a:lnTo>
                  <a:pt x="2369" y="1344"/>
                </a:lnTo>
                <a:lnTo>
                  <a:pt x="2369" y="1324"/>
                </a:lnTo>
                <a:lnTo>
                  <a:pt x="2471" y="1324"/>
                </a:lnTo>
                <a:lnTo>
                  <a:pt x="2471" y="1344"/>
                </a:lnTo>
                <a:moveTo>
                  <a:pt x="2308" y="1344"/>
                </a:moveTo>
                <a:lnTo>
                  <a:pt x="2207" y="1344"/>
                </a:lnTo>
                <a:lnTo>
                  <a:pt x="2207" y="1324"/>
                </a:lnTo>
                <a:lnTo>
                  <a:pt x="2308" y="1324"/>
                </a:lnTo>
                <a:lnTo>
                  <a:pt x="2308" y="1344"/>
                </a:lnTo>
                <a:moveTo>
                  <a:pt x="2146" y="1344"/>
                </a:moveTo>
                <a:lnTo>
                  <a:pt x="2044" y="1344"/>
                </a:lnTo>
                <a:lnTo>
                  <a:pt x="2044" y="1324"/>
                </a:lnTo>
                <a:lnTo>
                  <a:pt x="2146" y="1324"/>
                </a:lnTo>
                <a:lnTo>
                  <a:pt x="2146" y="1344"/>
                </a:lnTo>
                <a:moveTo>
                  <a:pt x="1983" y="1344"/>
                </a:moveTo>
                <a:lnTo>
                  <a:pt x="1881" y="1344"/>
                </a:lnTo>
                <a:lnTo>
                  <a:pt x="1881" y="1324"/>
                </a:lnTo>
                <a:lnTo>
                  <a:pt x="1983" y="1324"/>
                </a:lnTo>
                <a:lnTo>
                  <a:pt x="1983" y="1344"/>
                </a:lnTo>
                <a:moveTo>
                  <a:pt x="1820" y="1344"/>
                </a:moveTo>
                <a:lnTo>
                  <a:pt x="1719" y="1344"/>
                </a:lnTo>
                <a:lnTo>
                  <a:pt x="1719" y="1324"/>
                </a:lnTo>
                <a:lnTo>
                  <a:pt x="1820" y="1324"/>
                </a:lnTo>
                <a:lnTo>
                  <a:pt x="1820" y="1344"/>
                </a:lnTo>
                <a:moveTo>
                  <a:pt x="1658" y="1344"/>
                </a:moveTo>
                <a:lnTo>
                  <a:pt x="1556" y="1344"/>
                </a:lnTo>
                <a:lnTo>
                  <a:pt x="1556" y="1324"/>
                </a:lnTo>
                <a:lnTo>
                  <a:pt x="1658" y="1324"/>
                </a:lnTo>
                <a:lnTo>
                  <a:pt x="1658" y="1344"/>
                </a:lnTo>
                <a:moveTo>
                  <a:pt x="1495" y="1344"/>
                </a:moveTo>
                <a:lnTo>
                  <a:pt x="1393" y="1344"/>
                </a:lnTo>
                <a:lnTo>
                  <a:pt x="1393" y="1324"/>
                </a:lnTo>
                <a:lnTo>
                  <a:pt x="1495" y="1324"/>
                </a:lnTo>
                <a:lnTo>
                  <a:pt x="1495" y="1344"/>
                </a:lnTo>
                <a:moveTo>
                  <a:pt x="1332" y="1344"/>
                </a:moveTo>
                <a:lnTo>
                  <a:pt x="1231" y="1344"/>
                </a:lnTo>
                <a:lnTo>
                  <a:pt x="1231" y="1324"/>
                </a:lnTo>
                <a:lnTo>
                  <a:pt x="1332" y="1324"/>
                </a:lnTo>
                <a:lnTo>
                  <a:pt x="1332" y="1344"/>
                </a:lnTo>
                <a:moveTo>
                  <a:pt x="1170" y="1344"/>
                </a:moveTo>
                <a:lnTo>
                  <a:pt x="1068" y="1344"/>
                </a:lnTo>
                <a:lnTo>
                  <a:pt x="1068" y="1324"/>
                </a:lnTo>
                <a:lnTo>
                  <a:pt x="1170" y="1324"/>
                </a:lnTo>
                <a:lnTo>
                  <a:pt x="1170" y="1344"/>
                </a:lnTo>
                <a:moveTo>
                  <a:pt x="1007" y="1344"/>
                </a:moveTo>
                <a:lnTo>
                  <a:pt x="905" y="1344"/>
                </a:lnTo>
                <a:lnTo>
                  <a:pt x="905" y="1324"/>
                </a:lnTo>
                <a:lnTo>
                  <a:pt x="1007" y="1324"/>
                </a:lnTo>
                <a:lnTo>
                  <a:pt x="1007" y="1344"/>
                </a:lnTo>
                <a:moveTo>
                  <a:pt x="844" y="1344"/>
                </a:moveTo>
                <a:lnTo>
                  <a:pt x="743" y="1344"/>
                </a:lnTo>
                <a:lnTo>
                  <a:pt x="743" y="1324"/>
                </a:lnTo>
                <a:lnTo>
                  <a:pt x="844" y="1324"/>
                </a:lnTo>
                <a:lnTo>
                  <a:pt x="844" y="1344"/>
                </a:lnTo>
                <a:moveTo>
                  <a:pt x="682" y="1344"/>
                </a:moveTo>
                <a:lnTo>
                  <a:pt x="580" y="1344"/>
                </a:lnTo>
                <a:lnTo>
                  <a:pt x="580" y="1324"/>
                </a:lnTo>
                <a:lnTo>
                  <a:pt x="682" y="1324"/>
                </a:lnTo>
                <a:lnTo>
                  <a:pt x="682" y="1344"/>
                </a:lnTo>
                <a:moveTo>
                  <a:pt x="519" y="1344"/>
                </a:moveTo>
                <a:lnTo>
                  <a:pt x="417" y="1344"/>
                </a:lnTo>
                <a:lnTo>
                  <a:pt x="417" y="1324"/>
                </a:lnTo>
                <a:lnTo>
                  <a:pt x="519" y="1324"/>
                </a:lnTo>
                <a:lnTo>
                  <a:pt x="519" y="1344"/>
                </a:lnTo>
                <a:moveTo>
                  <a:pt x="356" y="1344"/>
                </a:moveTo>
                <a:lnTo>
                  <a:pt x="254" y="1344"/>
                </a:lnTo>
                <a:lnTo>
                  <a:pt x="254" y="1324"/>
                </a:lnTo>
                <a:lnTo>
                  <a:pt x="356" y="1324"/>
                </a:lnTo>
                <a:lnTo>
                  <a:pt x="356" y="1344"/>
                </a:lnTo>
                <a:moveTo>
                  <a:pt x="193" y="1344"/>
                </a:moveTo>
                <a:lnTo>
                  <a:pt x="92" y="1344"/>
                </a:lnTo>
                <a:lnTo>
                  <a:pt x="92" y="1324"/>
                </a:lnTo>
                <a:lnTo>
                  <a:pt x="193" y="1324"/>
                </a:lnTo>
                <a:lnTo>
                  <a:pt x="193" y="1344"/>
                </a:lnTo>
                <a:moveTo>
                  <a:pt x="31" y="1344"/>
                </a:moveTo>
                <a:lnTo>
                  <a:pt x="0" y="1344"/>
                </a:lnTo>
                <a:lnTo>
                  <a:pt x="0" y="1253"/>
                </a:lnTo>
                <a:lnTo>
                  <a:pt x="21" y="1253"/>
                </a:lnTo>
                <a:lnTo>
                  <a:pt x="21" y="1334"/>
                </a:lnTo>
                <a:lnTo>
                  <a:pt x="10" y="1334"/>
                </a:lnTo>
                <a:lnTo>
                  <a:pt x="10" y="1324"/>
                </a:lnTo>
                <a:lnTo>
                  <a:pt x="31" y="1324"/>
                </a:lnTo>
                <a:lnTo>
                  <a:pt x="31" y="1344"/>
                </a:lnTo>
                <a:moveTo>
                  <a:pt x="0" y="1192"/>
                </a:moveTo>
                <a:lnTo>
                  <a:pt x="0" y="1090"/>
                </a:lnTo>
                <a:lnTo>
                  <a:pt x="21" y="1090"/>
                </a:lnTo>
                <a:lnTo>
                  <a:pt x="21" y="1192"/>
                </a:lnTo>
                <a:lnTo>
                  <a:pt x="0" y="1192"/>
                </a:lnTo>
                <a:moveTo>
                  <a:pt x="0" y="1029"/>
                </a:moveTo>
                <a:lnTo>
                  <a:pt x="0" y="927"/>
                </a:lnTo>
                <a:lnTo>
                  <a:pt x="21" y="927"/>
                </a:lnTo>
                <a:lnTo>
                  <a:pt x="21" y="1029"/>
                </a:lnTo>
                <a:lnTo>
                  <a:pt x="0" y="1029"/>
                </a:lnTo>
                <a:moveTo>
                  <a:pt x="0" y="865"/>
                </a:moveTo>
                <a:lnTo>
                  <a:pt x="0" y="763"/>
                </a:lnTo>
                <a:lnTo>
                  <a:pt x="21" y="763"/>
                </a:lnTo>
                <a:lnTo>
                  <a:pt x="21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0"/>
                </a:lnTo>
                <a:lnTo>
                  <a:pt x="21" y="600"/>
                </a:lnTo>
                <a:lnTo>
                  <a:pt x="21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1" y="438"/>
                </a:lnTo>
                <a:lnTo>
                  <a:pt x="21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1" y="275"/>
                </a:lnTo>
                <a:lnTo>
                  <a:pt x="21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1" y="112"/>
                </a:lnTo>
                <a:lnTo>
                  <a:pt x="21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1" y="10"/>
                </a:lnTo>
                <a:lnTo>
                  <a:pt x="21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5695560" y="14234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5695560" y="14490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1347120" y="990360"/>
            <a:ext cx="4757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 txBox="1"/>
          <p:nvPr/>
        </p:nvSpPr>
        <p:spPr>
          <a:xfrm>
            <a:off x="1347120" y="1415160"/>
            <a:ext cx="941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 txBox="1"/>
          <p:nvPr/>
        </p:nvSpPr>
        <p:spPr>
          <a:xfrm>
            <a:off x="1347120" y="1533600"/>
            <a:ext cx="36842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1273680" y="2046240"/>
            <a:ext cx="4473720" cy="476640"/>
          </a:xfrm>
          <a:custGeom>
            <a:avLst/>
            <a:gdLst/>
            <a:ahLst/>
            <a:rect l="0" t="0" r="r" b="b"/>
            <a:pathLst>
              <a:path w="12427" h="1324">
                <a:moveTo>
                  <a:pt x="0" y="0"/>
                </a:moveTo>
                <a:lnTo>
                  <a:pt x="12427" y="0"/>
                </a:lnTo>
                <a:lnTo>
                  <a:pt x="124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1270080" y="2042640"/>
            <a:ext cx="4480920" cy="483840"/>
          </a:xfrm>
          <a:custGeom>
            <a:avLst/>
            <a:gdLst/>
            <a:ahLst/>
            <a:rect l="0" t="0" r="r" b="b"/>
            <a:pathLst>
              <a:path w="12447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6" y="0"/>
                </a:lnTo>
                <a:lnTo>
                  <a:pt x="2716" y="20"/>
                </a:lnTo>
                <a:lnTo>
                  <a:pt x="2613" y="20"/>
                </a:lnTo>
                <a:lnTo>
                  <a:pt x="2613" y="0"/>
                </a:lnTo>
                <a:moveTo>
                  <a:pt x="2777" y="0"/>
                </a:moveTo>
                <a:lnTo>
                  <a:pt x="2879" y="0"/>
                </a:lnTo>
                <a:lnTo>
                  <a:pt x="2879" y="20"/>
                </a:lnTo>
                <a:lnTo>
                  <a:pt x="2777" y="20"/>
                </a:lnTo>
                <a:lnTo>
                  <a:pt x="2777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47" y="0"/>
                </a:lnTo>
                <a:lnTo>
                  <a:pt x="12447" y="51"/>
                </a:lnTo>
                <a:lnTo>
                  <a:pt x="12426" y="51"/>
                </a:lnTo>
                <a:lnTo>
                  <a:pt x="12426" y="10"/>
                </a:lnTo>
                <a:lnTo>
                  <a:pt x="12437" y="10"/>
                </a:lnTo>
                <a:lnTo>
                  <a:pt x="1243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447" y="112"/>
                </a:moveTo>
                <a:lnTo>
                  <a:pt x="12447" y="213"/>
                </a:lnTo>
                <a:lnTo>
                  <a:pt x="12426" y="213"/>
                </a:lnTo>
                <a:lnTo>
                  <a:pt x="12426" y="112"/>
                </a:lnTo>
                <a:lnTo>
                  <a:pt x="12447" y="112"/>
                </a:lnTo>
                <a:moveTo>
                  <a:pt x="12447" y="275"/>
                </a:moveTo>
                <a:lnTo>
                  <a:pt x="12447" y="377"/>
                </a:lnTo>
                <a:lnTo>
                  <a:pt x="12426" y="377"/>
                </a:lnTo>
                <a:lnTo>
                  <a:pt x="12426" y="275"/>
                </a:lnTo>
                <a:lnTo>
                  <a:pt x="12447" y="275"/>
                </a:lnTo>
                <a:moveTo>
                  <a:pt x="12447" y="438"/>
                </a:moveTo>
                <a:lnTo>
                  <a:pt x="12447" y="540"/>
                </a:lnTo>
                <a:lnTo>
                  <a:pt x="12426" y="540"/>
                </a:lnTo>
                <a:lnTo>
                  <a:pt x="12426" y="438"/>
                </a:lnTo>
                <a:lnTo>
                  <a:pt x="12447" y="438"/>
                </a:lnTo>
                <a:moveTo>
                  <a:pt x="12447" y="601"/>
                </a:moveTo>
                <a:lnTo>
                  <a:pt x="12447" y="703"/>
                </a:lnTo>
                <a:lnTo>
                  <a:pt x="12426" y="703"/>
                </a:lnTo>
                <a:lnTo>
                  <a:pt x="12426" y="601"/>
                </a:lnTo>
                <a:lnTo>
                  <a:pt x="12447" y="601"/>
                </a:lnTo>
                <a:moveTo>
                  <a:pt x="12447" y="764"/>
                </a:moveTo>
                <a:lnTo>
                  <a:pt x="12447" y="866"/>
                </a:lnTo>
                <a:lnTo>
                  <a:pt x="12426" y="866"/>
                </a:lnTo>
                <a:lnTo>
                  <a:pt x="12426" y="764"/>
                </a:lnTo>
                <a:lnTo>
                  <a:pt x="12447" y="764"/>
                </a:lnTo>
                <a:moveTo>
                  <a:pt x="12447" y="927"/>
                </a:moveTo>
                <a:lnTo>
                  <a:pt x="12447" y="1029"/>
                </a:lnTo>
                <a:lnTo>
                  <a:pt x="12426" y="1029"/>
                </a:lnTo>
                <a:lnTo>
                  <a:pt x="12426" y="927"/>
                </a:lnTo>
                <a:lnTo>
                  <a:pt x="12447" y="927"/>
                </a:lnTo>
                <a:moveTo>
                  <a:pt x="12447" y="1090"/>
                </a:moveTo>
                <a:lnTo>
                  <a:pt x="12447" y="1191"/>
                </a:lnTo>
                <a:lnTo>
                  <a:pt x="12426" y="1191"/>
                </a:lnTo>
                <a:lnTo>
                  <a:pt x="12426" y="1090"/>
                </a:lnTo>
                <a:lnTo>
                  <a:pt x="12447" y="1090"/>
                </a:lnTo>
                <a:moveTo>
                  <a:pt x="12447" y="1252"/>
                </a:moveTo>
                <a:lnTo>
                  <a:pt x="12447" y="1344"/>
                </a:lnTo>
                <a:lnTo>
                  <a:pt x="12416" y="1344"/>
                </a:lnTo>
                <a:lnTo>
                  <a:pt x="12416" y="1324"/>
                </a:lnTo>
                <a:lnTo>
                  <a:pt x="12437" y="1324"/>
                </a:lnTo>
                <a:lnTo>
                  <a:pt x="12437" y="1334"/>
                </a:lnTo>
                <a:lnTo>
                  <a:pt x="12426" y="1334"/>
                </a:lnTo>
                <a:lnTo>
                  <a:pt x="12426" y="1252"/>
                </a:lnTo>
                <a:lnTo>
                  <a:pt x="12447" y="1252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2" y="1344"/>
                </a:moveTo>
                <a:lnTo>
                  <a:pt x="4770" y="1344"/>
                </a:lnTo>
                <a:lnTo>
                  <a:pt x="4770" y="1324"/>
                </a:lnTo>
                <a:lnTo>
                  <a:pt x="4872" y="1324"/>
                </a:lnTo>
                <a:lnTo>
                  <a:pt x="4872" y="1344"/>
                </a:lnTo>
                <a:moveTo>
                  <a:pt x="4709" y="1344"/>
                </a:moveTo>
                <a:lnTo>
                  <a:pt x="4607" y="1344"/>
                </a:lnTo>
                <a:lnTo>
                  <a:pt x="4607" y="1324"/>
                </a:lnTo>
                <a:lnTo>
                  <a:pt x="4709" y="1324"/>
                </a:lnTo>
                <a:lnTo>
                  <a:pt x="4709" y="1344"/>
                </a:lnTo>
                <a:moveTo>
                  <a:pt x="4546" y="1344"/>
                </a:moveTo>
                <a:lnTo>
                  <a:pt x="4445" y="1344"/>
                </a:lnTo>
                <a:lnTo>
                  <a:pt x="4445" y="1324"/>
                </a:lnTo>
                <a:lnTo>
                  <a:pt x="4546" y="1324"/>
                </a:lnTo>
                <a:lnTo>
                  <a:pt x="4546" y="1344"/>
                </a:lnTo>
                <a:moveTo>
                  <a:pt x="4384" y="1344"/>
                </a:moveTo>
                <a:lnTo>
                  <a:pt x="4282" y="1344"/>
                </a:lnTo>
                <a:lnTo>
                  <a:pt x="4282" y="1324"/>
                </a:lnTo>
                <a:lnTo>
                  <a:pt x="4384" y="1324"/>
                </a:lnTo>
                <a:lnTo>
                  <a:pt x="4384" y="1344"/>
                </a:lnTo>
                <a:moveTo>
                  <a:pt x="4221" y="1344"/>
                </a:moveTo>
                <a:lnTo>
                  <a:pt x="4119" y="1344"/>
                </a:lnTo>
                <a:lnTo>
                  <a:pt x="4119" y="1324"/>
                </a:lnTo>
                <a:lnTo>
                  <a:pt x="4221" y="1324"/>
                </a:lnTo>
                <a:lnTo>
                  <a:pt x="4221" y="1344"/>
                </a:lnTo>
                <a:moveTo>
                  <a:pt x="4058" y="1344"/>
                </a:moveTo>
                <a:lnTo>
                  <a:pt x="3957" y="1344"/>
                </a:lnTo>
                <a:lnTo>
                  <a:pt x="3957" y="1324"/>
                </a:lnTo>
                <a:lnTo>
                  <a:pt x="4058" y="1324"/>
                </a:lnTo>
                <a:lnTo>
                  <a:pt x="4058" y="1344"/>
                </a:lnTo>
                <a:moveTo>
                  <a:pt x="3896" y="1344"/>
                </a:moveTo>
                <a:lnTo>
                  <a:pt x="3794" y="1344"/>
                </a:lnTo>
                <a:lnTo>
                  <a:pt x="3794" y="1324"/>
                </a:lnTo>
                <a:lnTo>
                  <a:pt x="3896" y="1324"/>
                </a:lnTo>
                <a:lnTo>
                  <a:pt x="3896" y="1344"/>
                </a:lnTo>
                <a:moveTo>
                  <a:pt x="3733" y="1344"/>
                </a:moveTo>
                <a:lnTo>
                  <a:pt x="3631" y="1344"/>
                </a:lnTo>
                <a:lnTo>
                  <a:pt x="3631" y="1324"/>
                </a:lnTo>
                <a:lnTo>
                  <a:pt x="3733" y="1324"/>
                </a:lnTo>
                <a:lnTo>
                  <a:pt x="3733" y="1344"/>
                </a:lnTo>
                <a:moveTo>
                  <a:pt x="3570" y="1344"/>
                </a:moveTo>
                <a:lnTo>
                  <a:pt x="3469" y="1344"/>
                </a:lnTo>
                <a:lnTo>
                  <a:pt x="3469" y="1324"/>
                </a:lnTo>
                <a:lnTo>
                  <a:pt x="3570" y="1324"/>
                </a:lnTo>
                <a:lnTo>
                  <a:pt x="3570" y="1344"/>
                </a:lnTo>
                <a:moveTo>
                  <a:pt x="3408" y="1344"/>
                </a:moveTo>
                <a:lnTo>
                  <a:pt x="3306" y="1344"/>
                </a:lnTo>
                <a:lnTo>
                  <a:pt x="3306" y="1324"/>
                </a:lnTo>
                <a:lnTo>
                  <a:pt x="3408" y="1324"/>
                </a:lnTo>
                <a:lnTo>
                  <a:pt x="3408" y="1344"/>
                </a:lnTo>
                <a:moveTo>
                  <a:pt x="3245" y="1344"/>
                </a:moveTo>
                <a:lnTo>
                  <a:pt x="3143" y="1344"/>
                </a:lnTo>
                <a:lnTo>
                  <a:pt x="3143" y="1324"/>
                </a:lnTo>
                <a:lnTo>
                  <a:pt x="3245" y="1324"/>
                </a:lnTo>
                <a:lnTo>
                  <a:pt x="3245" y="1344"/>
                </a:lnTo>
                <a:moveTo>
                  <a:pt x="3082" y="1344"/>
                </a:moveTo>
                <a:lnTo>
                  <a:pt x="2980" y="1344"/>
                </a:lnTo>
                <a:lnTo>
                  <a:pt x="2980" y="1324"/>
                </a:lnTo>
                <a:lnTo>
                  <a:pt x="3082" y="1324"/>
                </a:lnTo>
                <a:lnTo>
                  <a:pt x="3082" y="1344"/>
                </a:lnTo>
                <a:moveTo>
                  <a:pt x="2919" y="1344"/>
                </a:moveTo>
                <a:lnTo>
                  <a:pt x="2818" y="1344"/>
                </a:lnTo>
                <a:lnTo>
                  <a:pt x="2818" y="1324"/>
                </a:lnTo>
                <a:lnTo>
                  <a:pt x="2919" y="1324"/>
                </a:lnTo>
                <a:lnTo>
                  <a:pt x="2919" y="1344"/>
                </a:lnTo>
                <a:moveTo>
                  <a:pt x="2757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7" y="1324"/>
                </a:lnTo>
                <a:lnTo>
                  <a:pt x="2757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8"/>
                </a:lnTo>
                <a:lnTo>
                  <a:pt x="21" y="398"/>
                </a:lnTo>
                <a:lnTo>
                  <a:pt x="21" y="499"/>
                </a:lnTo>
                <a:lnTo>
                  <a:pt x="0" y="499"/>
                </a:lnTo>
                <a:moveTo>
                  <a:pt x="0" y="336"/>
                </a:moveTo>
                <a:lnTo>
                  <a:pt x="0" y="234"/>
                </a:lnTo>
                <a:lnTo>
                  <a:pt x="21" y="234"/>
                </a:lnTo>
                <a:lnTo>
                  <a:pt x="21" y="336"/>
                </a:lnTo>
                <a:lnTo>
                  <a:pt x="0" y="336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5600520" y="210492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5600520" y="213048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1347120" y="1671840"/>
            <a:ext cx="1765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 txBox="1"/>
          <p:nvPr/>
        </p:nvSpPr>
        <p:spPr>
          <a:xfrm>
            <a:off x="1347120" y="2096640"/>
            <a:ext cx="18036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 txBox="1"/>
          <p:nvPr/>
        </p:nvSpPr>
        <p:spPr>
          <a:xfrm>
            <a:off x="1347120" y="2215080"/>
            <a:ext cx="29876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1273680" y="2727720"/>
            <a:ext cx="4978800" cy="1143360"/>
          </a:xfrm>
          <a:custGeom>
            <a:avLst/>
            <a:gdLst/>
            <a:ahLst/>
            <a:rect l="0" t="0" r="r" b="b"/>
            <a:pathLst>
              <a:path w="13830" h="3176">
                <a:moveTo>
                  <a:pt x="0" y="0"/>
                </a:moveTo>
                <a:lnTo>
                  <a:pt x="13830" y="0"/>
                </a:lnTo>
                <a:lnTo>
                  <a:pt x="13830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1270080" y="2724120"/>
            <a:ext cx="4986000" cy="1150560"/>
          </a:xfrm>
          <a:custGeom>
            <a:avLst/>
            <a:gdLst/>
            <a:ahLst/>
            <a:rect l="0" t="0" r="r" b="b"/>
            <a:pathLst>
              <a:path w="13850" h="3196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0"/>
                </a:lnTo>
                <a:lnTo>
                  <a:pt x="2776" y="20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0"/>
                </a:lnTo>
                <a:lnTo>
                  <a:pt x="2939" y="20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0"/>
                </a:lnTo>
                <a:lnTo>
                  <a:pt x="12701" y="20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0"/>
                </a:lnTo>
                <a:lnTo>
                  <a:pt x="12864" y="20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0"/>
                </a:lnTo>
                <a:lnTo>
                  <a:pt x="13026" y="20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0"/>
                </a:lnTo>
                <a:lnTo>
                  <a:pt x="13189" y="20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0"/>
                </a:lnTo>
                <a:lnTo>
                  <a:pt x="13352" y="20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0"/>
                </a:lnTo>
                <a:lnTo>
                  <a:pt x="13514" y="20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0"/>
                </a:lnTo>
                <a:lnTo>
                  <a:pt x="13677" y="20"/>
                </a:lnTo>
                <a:lnTo>
                  <a:pt x="13677" y="0"/>
                </a:lnTo>
                <a:moveTo>
                  <a:pt x="13850" y="10"/>
                </a:moveTo>
                <a:lnTo>
                  <a:pt x="13850" y="112"/>
                </a:lnTo>
                <a:lnTo>
                  <a:pt x="13830" y="112"/>
                </a:lnTo>
                <a:lnTo>
                  <a:pt x="13830" y="10"/>
                </a:lnTo>
                <a:lnTo>
                  <a:pt x="13850" y="10"/>
                </a:lnTo>
                <a:moveTo>
                  <a:pt x="13850" y="173"/>
                </a:moveTo>
                <a:lnTo>
                  <a:pt x="13850" y="274"/>
                </a:lnTo>
                <a:lnTo>
                  <a:pt x="13830" y="274"/>
                </a:lnTo>
                <a:lnTo>
                  <a:pt x="13830" y="173"/>
                </a:lnTo>
                <a:lnTo>
                  <a:pt x="13850" y="173"/>
                </a:lnTo>
                <a:moveTo>
                  <a:pt x="13850" y="335"/>
                </a:moveTo>
                <a:lnTo>
                  <a:pt x="13850" y="438"/>
                </a:lnTo>
                <a:lnTo>
                  <a:pt x="13830" y="438"/>
                </a:lnTo>
                <a:lnTo>
                  <a:pt x="13830" y="335"/>
                </a:lnTo>
                <a:lnTo>
                  <a:pt x="13850" y="335"/>
                </a:lnTo>
                <a:moveTo>
                  <a:pt x="13850" y="499"/>
                </a:moveTo>
                <a:lnTo>
                  <a:pt x="13850" y="601"/>
                </a:lnTo>
                <a:lnTo>
                  <a:pt x="13830" y="601"/>
                </a:lnTo>
                <a:lnTo>
                  <a:pt x="13830" y="499"/>
                </a:lnTo>
                <a:lnTo>
                  <a:pt x="13850" y="499"/>
                </a:lnTo>
                <a:moveTo>
                  <a:pt x="13850" y="662"/>
                </a:moveTo>
                <a:lnTo>
                  <a:pt x="13850" y="764"/>
                </a:lnTo>
                <a:lnTo>
                  <a:pt x="13830" y="764"/>
                </a:lnTo>
                <a:lnTo>
                  <a:pt x="13830" y="662"/>
                </a:lnTo>
                <a:lnTo>
                  <a:pt x="13850" y="662"/>
                </a:lnTo>
                <a:moveTo>
                  <a:pt x="13850" y="825"/>
                </a:moveTo>
                <a:lnTo>
                  <a:pt x="13850" y="927"/>
                </a:lnTo>
                <a:lnTo>
                  <a:pt x="13830" y="927"/>
                </a:lnTo>
                <a:lnTo>
                  <a:pt x="13830" y="825"/>
                </a:lnTo>
                <a:lnTo>
                  <a:pt x="13850" y="825"/>
                </a:lnTo>
                <a:moveTo>
                  <a:pt x="13850" y="988"/>
                </a:moveTo>
                <a:lnTo>
                  <a:pt x="13850" y="1089"/>
                </a:lnTo>
                <a:lnTo>
                  <a:pt x="13830" y="1089"/>
                </a:lnTo>
                <a:lnTo>
                  <a:pt x="13830" y="988"/>
                </a:lnTo>
                <a:lnTo>
                  <a:pt x="13850" y="988"/>
                </a:lnTo>
                <a:moveTo>
                  <a:pt x="13850" y="1151"/>
                </a:moveTo>
                <a:lnTo>
                  <a:pt x="13850" y="1252"/>
                </a:lnTo>
                <a:lnTo>
                  <a:pt x="13830" y="1252"/>
                </a:lnTo>
                <a:lnTo>
                  <a:pt x="13830" y="1151"/>
                </a:lnTo>
                <a:lnTo>
                  <a:pt x="13850" y="1151"/>
                </a:lnTo>
                <a:moveTo>
                  <a:pt x="13850" y="1313"/>
                </a:moveTo>
                <a:lnTo>
                  <a:pt x="13850" y="1415"/>
                </a:lnTo>
                <a:lnTo>
                  <a:pt x="13830" y="1415"/>
                </a:lnTo>
                <a:lnTo>
                  <a:pt x="13830" y="1313"/>
                </a:lnTo>
                <a:lnTo>
                  <a:pt x="13850" y="1313"/>
                </a:lnTo>
                <a:moveTo>
                  <a:pt x="13850" y="1476"/>
                </a:moveTo>
                <a:lnTo>
                  <a:pt x="13850" y="1578"/>
                </a:lnTo>
                <a:lnTo>
                  <a:pt x="13830" y="1578"/>
                </a:lnTo>
                <a:lnTo>
                  <a:pt x="13830" y="1476"/>
                </a:lnTo>
                <a:lnTo>
                  <a:pt x="13850" y="1476"/>
                </a:lnTo>
                <a:moveTo>
                  <a:pt x="13850" y="1639"/>
                </a:moveTo>
                <a:lnTo>
                  <a:pt x="13850" y="1741"/>
                </a:lnTo>
                <a:lnTo>
                  <a:pt x="13830" y="1741"/>
                </a:lnTo>
                <a:lnTo>
                  <a:pt x="13830" y="1639"/>
                </a:lnTo>
                <a:lnTo>
                  <a:pt x="13850" y="1639"/>
                </a:lnTo>
                <a:moveTo>
                  <a:pt x="13850" y="1802"/>
                </a:moveTo>
                <a:lnTo>
                  <a:pt x="13850" y="1904"/>
                </a:lnTo>
                <a:lnTo>
                  <a:pt x="13830" y="1904"/>
                </a:lnTo>
                <a:lnTo>
                  <a:pt x="13830" y="1802"/>
                </a:lnTo>
                <a:lnTo>
                  <a:pt x="13850" y="1802"/>
                </a:lnTo>
                <a:moveTo>
                  <a:pt x="13850" y="1965"/>
                </a:moveTo>
                <a:lnTo>
                  <a:pt x="13850" y="2066"/>
                </a:lnTo>
                <a:lnTo>
                  <a:pt x="13830" y="2066"/>
                </a:lnTo>
                <a:lnTo>
                  <a:pt x="13830" y="1965"/>
                </a:lnTo>
                <a:lnTo>
                  <a:pt x="13850" y="1965"/>
                </a:lnTo>
                <a:moveTo>
                  <a:pt x="13850" y="2127"/>
                </a:moveTo>
                <a:lnTo>
                  <a:pt x="13850" y="2229"/>
                </a:lnTo>
                <a:lnTo>
                  <a:pt x="13830" y="2229"/>
                </a:lnTo>
                <a:lnTo>
                  <a:pt x="13830" y="2127"/>
                </a:lnTo>
                <a:lnTo>
                  <a:pt x="13850" y="2127"/>
                </a:lnTo>
                <a:moveTo>
                  <a:pt x="13850" y="2290"/>
                </a:moveTo>
                <a:lnTo>
                  <a:pt x="13850" y="2392"/>
                </a:lnTo>
                <a:lnTo>
                  <a:pt x="13830" y="2392"/>
                </a:lnTo>
                <a:lnTo>
                  <a:pt x="13830" y="2290"/>
                </a:lnTo>
                <a:lnTo>
                  <a:pt x="13850" y="2290"/>
                </a:lnTo>
                <a:moveTo>
                  <a:pt x="13850" y="2453"/>
                </a:moveTo>
                <a:lnTo>
                  <a:pt x="13850" y="2555"/>
                </a:lnTo>
                <a:lnTo>
                  <a:pt x="13830" y="2555"/>
                </a:lnTo>
                <a:lnTo>
                  <a:pt x="13830" y="2453"/>
                </a:lnTo>
                <a:lnTo>
                  <a:pt x="13850" y="2453"/>
                </a:lnTo>
                <a:moveTo>
                  <a:pt x="13850" y="2616"/>
                </a:moveTo>
                <a:lnTo>
                  <a:pt x="13850" y="2718"/>
                </a:lnTo>
                <a:lnTo>
                  <a:pt x="13830" y="2718"/>
                </a:lnTo>
                <a:lnTo>
                  <a:pt x="13830" y="2616"/>
                </a:lnTo>
                <a:lnTo>
                  <a:pt x="13850" y="2616"/>
                </a:lnTo>
                <a:moveTo>
                  <a:pt x="13850" y="2779"/>
                </a:moveTo>
                <a:lnTo>
                  <a:pt x="13850" y="2880"/>
                </a:lnTo>
                <a:lnTo>
                  <a:pt x="13830" y="2880"/>
                </a:lnTo>
                <a:lnTo>
                  <a:pt x="13830" y="2779"/>
                </a:lnTo>
                <a:lnTo>
                  <a:pt x="13850" y="2779"/>
                </a:lnTo>
                <a:moveTo>
                  <a:pt x="13850" y="2942"/>
                </a:moveTo>
                <a:lnTo>
                  <a:pt x="13850" y="3043"/>
                </a:lnTo>
                <a:lnTo>
                  <a:pt x="13830" y="3043"/>
                </a:lnTo>
                <a:lnTo>
                  <a:pt x="13830" y="2942"/>
                </a:lnTo>
                <a:lnTo>
                  <a:pt x="13850" y="2942"/>
                </a:lnTo>
                <a:moveTo>
                  <a:pt x="13850" y="3104"/>
                </a:moveTo>
                <a:lnTo>
                  <a:pt x="13850" y="3196"/>
                </a:lnTo>
                <a:lnTo>
                  <a:pt x="13819" y="3196"/>
                </a:lnTo>
                <a:lnTo>
                  <a:pt x="13819" y="3176"/>
                </a:lnTo>
                <a:lnTo>
                  <a:pt x="13840" y="3176"/>
                </a:lnTo>
                <a:lnTo>
                  <a:pt x="13840" y="3186"/>
                </a:lnTo>
                <a:lnTo>
                  <a:pt x="13830" y="3186"/>
                </a:lnTo>
                <a:lnTo>
                  <a:pt x="13830" y="3104"/>
                </a:lnTo>
                <a:lnTo>
                  <a:pt x="13850" y="3104"/>
                </a:lnTo>
                <a:moveTo>
                  <a:pt x="13758" y="3196"/>
                </a:moveTo>
                <a:lnTo>
                  <a:pt x="13657" y="3196"/>
                </a:lnTo>
                <a:lnTo>
                  <a:pt x="13657" y="3176"/>
                </a:lnTo>
                <a:lnTo>
                  <a:pt x="13758" y="3176"/>
                </a:lnTo>
                <a:lnTo>
                  <a:pt x="13758" y="3196"/>
                </a:lnTo>
                <a:moveTo>
                  <a:pt x="13596" y="3196"/>
                </a:moveTo>
                <a:lnTo>
                  <a:pt x="13494" y="3196"/>
                </a:lnTo>
                <a:lnTo>
                  <a:pt x="13494" y="3176"/>
                </a:lnTo>
                <a:lnTo>
                  <a:pt x="13596" y="3176"/>
                </a:lnTo>
                <a:lnTo>
                  <a:pt x="13596" y="3196"/>
                </a:lnTo>
                <a:moveTo>
                  <a:pt x="13433" y="3196"/>
                </a:moveTo>
                <a:lnTo>
                  <a:pt x="13331" y="3196"/>
                </a:lnTo>
                <a:lnTo>
                  <a:pt x="13331" y="3176"/>
                </a:lnTo>
                <a:lnTo>
                  <a:pt x="13433" y="3176"/>
                </a:lnTo>
                <a:lnTo>
                  <a:pt x="13433" y="3196"/>
                </a:lnTo>
                <a:moveTo>
                  <a:pt x="13270" y="3196"/>
                </a:moveTo>
                <a:lnTo>
                  <a:pt x="13169" y="3196"/>
                </a:lnTo>
                <a:lnTo>
                  <a:pt x="13169" y="3176"/>
                </a:lnTo>
                <a:lnTo>
                  <a:pt x="13270" y="3176"/>
                </a:lnTo>
                <a:lnTo>
                  <a:pt x="13270" y="3196"/>
                </a:lnTo>
                <a:moveTo>
                  <a:pt x="13108" y="3196"/>
                </a:moveTo>
                <a:lnTo>
                  <a:pt x="13006" y="3196"/>
                </a:lnTo>
                <a:lnTo>
                  <a:pt x="13006" y="3176"/>
                </a:lnTo>
                <a:lnTo>
                  <a:pt x="13108" y="3176"/>
                </a:lnTo>
                <a:lnTo>
                  <a:pt x="13108" y="3196"/>
                </a:lnTo>
                <a:moveTo>
                  <a:pt x="12945" y="3196"/>
                </a:moveTo>
                <a:lnTo>
                  <a:pt x="12843" y="3196"/>
                </a:lnTo>
                <a:lnTo>
                  <a:pt x="12843" y="3176"/>
                </a:lnTo>
                <a:lnTo>
                  <a:pt x="12945" y="3176"/>
                </a:lnTo>
                <a:lnTo>
                  <a:pt x="12945" y="3196"/>
                </a:lnTo>
                <a:moveTo>
                  <a:pt x="12782" y="3196"/>
                </a:moveTo>
                <a:lnTo>
                  <a:pt x="12681" y="3196"/>
                </a:lnTo>
                <a:lnTo>
                  <a:pt x="12681" y="3176"/>
                </a:lnTo>
                <a:lnTo>
                  <a:pt x="12782" y="3176"/>
                </a:lnTo>
                <a:lnTo>
                  <a:pt x="12782" y="3196"/>
                </a:lnTo>
                <a:moveTo>
                  <a:pt x="12620" y="3196"/>
                </a:moveTo>
                <a:lnTo>
                  <a:pt x="12518" y="3196"/>
                </a:lnTo>
                <a:lnTo>
                  <a:pt x="12518" y="3176"/>
                </a:lnTo>
                <a:lnTo>
                  <a:pt x="12620" y="3176"/>
                </a:lnTo>
                <a:lnTo>
                  <a:pt x="12620" y="3196"/>
                </a:lnTo>
                <a:moveTo>
                  <a:pt x="12457" y="3196"/>
                </a:moveTo>
                <a:lnTo>
                  <a:pt x="12355" y="3196"/>
                </a:lnTo>
                <a:lnTo>
                  <a:pt x="12355" y="3176"/>
                </a:lnTo>
                <a:lnTo>
                  <a:pt x="12457" y="3176"/>
                </a:lnTo>
                <a:lnTo>
                  <a:pt x="12457" y="3196"/>
                </a:lnTo>
                <a:moveTo>
                  <a:pt x="12294" y="3196"/>
                </a:moveTo>
                <a:lnTo>
                  <a:pt x="12193" y="3196"/>
                </a:lnTo>
                <a:lnTo>
                  <a:pt x="12193" y="3176"/>
                </a:lnTo>
                <a:lnTo>
                  <a:pt x="12294" y="3176"/>
                </a:lnTo>
                <a:lnTo>
                  <a:pt x="12294" y="3196"/>
                </a:lnTo>
                <a:moveTo>
                  <a:pt x="12132" y="3196"/>
                </a:moveTo>
                <a:lnTo>
                  <a:pt x="12030" y="3196"/>
                </a:lnTo>
                <a:lnTo>
                  <a:pt x="12030" y="3176"/>
                </a:lnTo>
                <a:lnTo>
                  <a:pt x="12132" y="3176"/>
                </a:lnTo>
                <a:lnTo>
                  <a:pt x="12132" y="3196"/>
                </a:lnTo>
                <a:moveTo>
                  <a:pt x="11969" y="3196"/>
                </a:moveTo>
                <a:lnTo>
                  <a:pt x="11867" y="3196"/>
                </a:lnTo>
                <a:lnTo>
                  <a:pt x="11867" y="3176"/>
                </a:lnTo>
                <a:lnTo>
                  <a:pt x="11969" y="3176"/>
                </a:lnTo>
                <a:lnTo>
                  <a:pt x="11969" y="3196"/>
                </a:lnTo>
                <a:moveTo>
                  <a:pt x="11806" y="3196"/>
                </a:moveTo>
                <a:lnTo>
                  <a:pt x="11705" y="3196"/>
                </a:lnTo>
                <a:lnTo>
                  <a:pt x="11705" y="3176"/>
                </a:lnTo>
                <a:lnTo>
                  <a:pt x="11806" y="3176"/>
                </a:lnTo>
                <a:lnTo>
                  <a:pt x="11806" y="3196"/>
                </a:lnTo>
                <a:moveTo>
                  <a:pt x="11644" y="3196"/>
                </a:moveTo>
                <a:lnTo>
                  <a:pt x="11542" y="3196"/>
                </a:lnTo>
                <a:lnTo>
                  <a:pt x="11542" y="3176"/>
                </a:lnTo>
                <a:lnTo>
                  <a:pt x="11644" y="3176"/>
                </a:lnTo>
                <a:lnTo>
                  <a:pt x="11644" y="3196"/>
                </a:lnTo>
                <a:moveTo>
                  <a:pt x="11481" y="3196"/>
                </a:moveTo>
                <a:lnTo>
                  <a:pt x="11379" y="3196"/>
                </a:lnTo>
                <a:lnTo>
                  <a:pt x="11379" y="3176"/>
                </a:lnTo>
                <a:lnTo>
                  <a:pt x="11481" y="3176"/>
                </a:lnTo>
                <a:lnTo>
                  <a:pt x="11481" y="3196"/>
                </a:lnTo>
                <a:moveTo>
                  <a:pt x="11318" y="3196"/>
                </a:moveTo>
                <a:lnTo>
                  <a:pt x="11216" y="3196"/>
                </a:lnTo>
                <a:lnTo>
                  <a:pt x="11216" y="3176"/>
                </a:lnTo>
                <a:lnTo>
                  <a:pt x="11318" y="3176"/>
                </a:lnTo>
                <a:lnTo>
                  <a:pt x="11318" y="3196"/>
                </a:lnTo>
                <a:moveTo>
                  <a:pt x="11155" y="3196"/>
                </a:moveTo>
                <a:lnTo>
                  <a:pt x="11054" y="3196"/>
                </a:lnTo>
                <a:lnTo>
                  <a:pt x="11054" y="3176"/>
                </a:lnTo>
                <a:lnTo>
                  <a:pt x="11155" y="3176"/>
                </a:lnTo>
                <a:lnTo>
                  <a:pt x="11155" y="3196"/>
                </a:lnTo>
                <a:moveTo>
                  <a:pt x="10993" y="3196"/>
                </a:moveTo>
                <a:lnTo>
                  <a:pt x="10891" y="3196"/>
                </a:lnTo>
                <a:lnTo>
                  <a:pt x="10891" y="3176"/>
                </a:lnTo>
                <a:lnTo>
                  <a:pt x="10993" y="3176"/>
                </a:lnTo>
                <a:lnTo>
                  <a:pt x="10993" y="3196"/>
                </a:lnTo>
                <a:moveTo>
                  <a:pt x="10830" y="3196"/>
                </a:moveTo>
                <a:lnTo>
                  <a:pt x="10728" y="3196"/>
                </a:lnTo>
                <a:lnTo>
                  <a:pt x="10728" y="3176"/>
                </a:lnTo>
                <a:lnTo>
                  <a:pt x="10830" y="3176"/>
                </a:lnTo>
                <a:lnTo>
                  <a:pt x="10830" y="3196"/>
                </a:lnTo>
                <a:moveTo>
                  <a:pt x="10667" y="3196"/>
                </a:moveTo>
                <a:lnTo>
                  <a:pt x="10566" y="3196"/>
                </a:lnTo>
                <a:lnTo>
                  <a:pt x="10566" y="3176"/>
                </a:lnTo>
                <a:lnTo>
                  <a:pt x="10667" y="3176"/>
                </a:lnTo>
                <a:lnTo>
                  <a:pt x="10667" y="3196"/>
                </a:lnTo>
                <a:moveTo>
                  <a:pt x="10505" y="3196"/>
                </a:moveTo>
                <a:lnTo>
                  <a:pt x="10403" y="3196"/>
                </a:lnTo>
                <a:lnTo>
                  <a:pt x="10403" y="3176"/>
                </a:lnTo>
                <a:lnTo>
                  <a:pt x="10505" y="3176"/>
                </a:lnTo>
                <a:lnTo>
                  <a:pt x="10505" y="3196"/>
                </a:lnTo>
                <a:moveTo>
                  <a:pt x="10342" y="3196"/>
                </a:moveTo>
                <a:lnTo>
                  <a:pt x="10240" y="3196"/>
                </a:lnTo>
                <a:lnTo>
                  <a:pt x="10240" y="3176"/>
                </a:lnTo>
                <a:lnTo>
                  <a:pt x="10342" y="3176"/>
                </a:lnTo>
                <a:lnTo>
                  <a:pt x="10342" y="3196"/>
                </a:lnTo>
                <a:moveTo>
                  <a:pt x="10179" y="3196"/>
                </a:moveTo>
                <a:lnTo>
                  <a:pt x="10078" y="3196"/>
                </a:lnTo>
                <a:lnTo>
                  <a:pt x="10078" y="3176"/>
                </a:lnTo>
                <a:lnTo>
                  <a:pt x="10179" y="3176"/>
                </a:lnTo>
                <a:lnTo>
                  <a:pt x="10179" y="3196"/>
                </a:lnTo>
                <a:moveTo>
                  <a:pt x="10017" y="3196"/>
                </a:moveTo>
                <a:lnTo>
                  <a:pt x="9915" y="3196"/>
                </a:lnTo>
                <a:lnTo>
                  <a:pt x="9915" y="3176"/>
                </a:lnTo>
                <a:lnTo>
                  <a:pt x="10017" y="3176"/>
                </a:lnTo>
                <a:lnTo>
                  <a:pt x="10017" y="3196"/>
                </a:lnTo>
                <a:moveTo>
                  <a:pt x="9854" y="3196"/>
                </a:moveTo>
                <a:lnTo>
                  <a:pt x="9752" y="3196"/>
                </a:lnTo>
                <a:lnTo>
                  <a:pt x="9752" y="3176"/>
                </a:lnTo>
                <a:lnTo>
                  <a:pt x="9854" y="3176"/>
                </a:lnTo>
                <a:lnTo>
                  <a:pt x="9854" y="3196"/>
                </a:lnTo>
                <a:moveTo>
                  <a:pt x="9691" y="3196"/>
                </a:moveTo>
                <a:lnTo>
                  <a:pt x="9590" y="3196"/>
                </a:lnTo>
                <a:lnTo>
                  <a:pt x="9590" y="3176"/>
                </a:lnTo>
                <a:lnTo>
                  <a:pt x="9691" y="3176"/>
                </a:lnTo>
                <a:lnTo>
                  <a:pt x="9691" y="3196"/>
                </a:lnTo>
                <a:moveTo>
                  <a:pt x="9529" y="3196"/>
                </a:moveTo>
                <a:lnTo>
                  <a:pt x="9427" y="3196"/>
                </a:lnTo>
                <a:lnTo>
                  <a:pt x="9427" y="3176"/>
                </a:lnTo>
                <a:lnTo>
                  <a:pt x="9529" y="3176"/>
                </a:lnTo>
                <a:lnTo>
                  <a:pt x="9529" y="3196"/>
                </a:lnTo>
                <a:moveTo>
                  <a:pt x="9366" y="3196"/>
                </a:moveTo>
                <a:lnTo>
                  <a:pt x="9264" y="3196"/>
                </a:lnTo>
                <a:lnTo>
                  <a:pt x="9264" y="3176"/>
                </a:lnTo>
                <a:lnTo>
                  <a:pt x="9366" y="3176"/>
                </a:lnTo>
                <a:lnTo>
                  <a:pt x="9366" y="3196"/>
                </a:lnTo>
                <a:moveTo>
                  <a:pt x="9203" y="3196"/>
                </a:moveTo>
                <a:lnTo>
                  <a:pt x="9102" y="3196"/>
                </a:lnTo>
                <a:lnTo>
                  <a:pt x="9102" y="3176"/>
                </a:lnTo>
                <a:lnTo>
                  <a:pt x="9203" y="3176"/>
                </a:lnTo>
                <a:lnTo>
                  <a:pt x="9203" y="3196"/>
                </a:lnTo>
                <a:moveTo>
                  <a:pt x="9041" y="3196"/>
                </a:moveTo>
                <a:lnTo>
                  <a:pt x="8939" y="3196"/>
                </a:lnTo>
                <a:lnTo>
                  <a:pt x="8939" y="3176"/>
                </a:lnTo>
                <a:lnTo>
                  <a:pt x="9041" y="3176"/>
                </a:lnTo>
                <a:lnTo>
                  <a:pt x="9041" y="3196"/>
                </a:lnTo>
                <a:moveTo>
                  <a:pt x="8878" y="3196"/>
                </a:moveTo>
                <a:lnTo>
                  <a:pt x="8776" y="3196"/>
                </a:lnTo>
                <a:lnTo>
                  <a:pt x="8776" y="3176"/>
                </a:lnTo>
                <a:lnTo>
                  <a:pt x="8878" y="3176"/>
                </a:lnTo>
                <a:lnTo>
                  <a:pt x="8878" y="3196"/>
                </a:lnTo>
                <a:moveTo>
                  <a:pt x="8715" y="3196"/>
                </a:moveTo>
                <a:lnTo>
                  <a:pt x="8613" y="3196"/>
                </a:lnTo>
                <a:lnTo>
                  <a:pt x="8613" y="3176"/>
                </a:lnTo>
                <a:lnTo>
                  <a:pt x="8715" y="3176"/>
                </a:lnTo>
                <a:lnTo>
                  <a:pt x="8715" y="3196"/>
                </a:lnTo>
                <a:moveTo>
                  <a:pt x="8552" y="3196"/>
                </a:moveTo>
                <a:lnTo>
                  <a:pt x="8451" y="3196"/>
                </a:lnTo>
                <a:lnTo>
                  <a:pt x="8451" y="3176"/>
                </a:lnTo>
                <a:lnTo>
                  <a:pt x="8552" y="3176"/>
                </a:lnTo>
                <a:lnTo>
                  <a:pt x="8552" y="3196"/>
                </a:lnTo>
                <a:moveTo>
                  <a:pt x="8390" y="3196"/>
                </a:moveTo>
                <a:lnTo>
                  <a:pt x="8288" y="3196"/>
                </a:lnTo>
                <a:lnTo>
                  <a:pt x="8288" y="3176"/>
                </a:lnTo>
                <a:lnTo>
                  <a:pt x="8390" y="3176"/>
                </a:lnTo>
                <a:lnTo>
                  <a:pt x="8390" y="3196"/>
                </a:lnTo>
                <a:moveTo>
                  <a:pt x="8227" y="3196"/>
                </a:moveTo>
                <a:lnTo>
                  <a:pt x="8125" y="3196"/>
                </a:lnTo>
                <a:lnTo>
                  <a:pt x="8125" y="3176"/>
                </a:lnTo>
                <a:lnTo>
                  <a:pt x="8227" y="3176"/>
                </a:lnTo>
                <a:lnTo>
                  <a:pt x="8227" y="3196"/>
                </a:lnTo>
                <a:moveTo>
                  <a:pt x="8064" y="3196"/>
                </a:moveTo>
                <a:lnTo>
                  <a:pt x="7963" y="3196"/>
                </a:lnTo>
                <a:lnTo>
                  <a:pt x="7963" y="3176"/>
                </a:lnTo>
                <a:lnTo>
                  <a:pt x="8064" y="3176"/>
                </a:lnTo>
                <a:lnTo>
                  <a:pt x="8064" y="3196"/>
                </a:lnTo>
                <a:moveTo>
                  <a:pt x="7902" y="3196"/>
                </a:moveTo>
                <a:lnTo>
                  <a:pt x="7800" y="3196"/>
                </a:lnTo>
                <a:lnTo>
                  <a:pt x="7800" y="3176"/>
                </a:lnTo>
                <a:lnTo>
                  <a:pt x="7902" y="3176"/>
                </a:lnTo>
                <a:lnTo>
                  <a:pt x="7902" y="3196"/>
                </a:lnTo>
                <a:moveTo>
                  <a:pt x="7739" y="3196"/>
                </a:moveTo>
                <a:lnTo>
                  <a:pt x="7637" y="3196"/>
                </a:lnTo>
                <a:lnTo>
                  <a:pt x="7637" y="3176"/>
                </a:lnTo>
                <a:lnTo>
                  <a:pt x="7739" y="3176"/>
                </a:lnTo>
                <a:lnTo>
                  <a:pt x="7739" y="3196"/>
                </a:lnTo>
                <a:moveTo>
                  <a:pt x="7576" y="3196"/>
                </a:moveTo>
                <a:lnTo>
                  <a:pt x="7475" y="3196"/>
                </a:lnTo>
                <a:lnTo>
                  <a:pt x="7475" y="3176"/>
                </a:lnTo>
                <a:lnTo>
                  <a:pt x="7576" y="3176"/>
                </a:lnTo>
                <a:lnTo>
                  <a:pt x="7576" y="3196"/>
                </a:lnTo>
                <a:moveTo>
                  <a:pt x="7414" y="3196"/>
                </a:moveTo>
                <a:lnTo>
                  <a:pt x="7312" y="3196"/>
                </a:lnTo>
                <a:lnTo>
                  <a:pt x="7312" y="3176"/>
                </a:lnTo>
                <a:lnTo>
                  <a:pt x="7414" y="3176"/>
                </a:lnTo>
                <a:lnTo>
                  <a:pt x="7414" y="3196"/>
                </a:lnTo>
                <a:moveTo>
                  <a:pt x="7251" y="3196"/>
                </a:moveTo>
                <a:lnTo>
                  <a:pt x="7149" y="3196"/>
                </a:lnTo>
                <a:lnTo>
                  <a:pt x="7149" y="3176"/>
                </a:lnTo>
                <a:lnTo>
                  <a:pt x="7251" y="3176"/>
                </a:lnTo>
                <a:lnTo>
                  <a:pt x="7251" y="3196"/>
                </a:lnTo>
                <a:moveTo>
                  <a:pt x="7088" y="3196"/>
                </a:moveTo>
                <a:lnTo>
                  <a:pt x="6987" y="3196"/>
                </a:lnTo>
                <a:lnTo>
                  <a:pt x="6987" y="3176"/>
                </a:lnTo>
                <a:lnTo>
                  <a:pt x="7088" y="3176"/>
                </a:lnTo>
                <a:lnTo>
                  <a:pt x="7088" y="3196"/>
                </a:lnTo>
                <a:moveTo>
                  <a:pt x="6926" y="3196"/>
                </a:moveTo>
                <a:lnTo>
                  <a:pt x="6824" y="3196"/>
                </a:lnTo>
                <a:lnTo>
                  <a:pt x="6824" y="3176"/>
                </a:lnTo>
                <a:lnTo>
                  <a:pt x="6926" y="3176"/>
                </a:lnTo>
                <a:lnTo>
                  <a:pt x="6926" y="3196"/>
                </a:lnTo>
                <a:moveTo>
                  <a:pt x="6763" y="3196"/>
                </a:moveTo>
                <a:lnTo>
                  <a:pt x="6661" y="3196"/>
                </a:lnTo>
                <a:lnTo>
                  <a:pt x="6661" y="3176"/>
                </a:lnTo>
                <a:lnTo>
                  <a:pt x="6763" y="3176"/>
                </a:lnTo>
                <a:lnTo>
                  <a:pt x="6763" y="3196"/>
                </a:lnTo>
                <a:moveTo>
                  <a:pt x="6600" y="3196"/>
                </a:moveTo>
                <a:lnTo>
                  <a:pt x="6499" y="3196"/>
                </a:lnTo>
                <a:lnTo>
                  <a:pt x="6499" y="3176"/>
                </a:lnTo>
                <a:lnTo>
                  <a:pt x="6600" y="3176"/>
                </a:lnTo>
                <a:lnTo>
                  <a:pt x="6600" y="3196"/>
                </a:lnTo>
                <a:moveTo>
                  <a:pt x="6438" y="3196"/>
                </a:moveTo>
                <a:lnTo>
                  <a:pt x="6336" y="3196"/>
                </a:lnTo>
                <a:lnTo>
                  <a:pt x="6336" y="3176"/>
                </a:lnTo>
                <a:lnTo>
                  <a:pt x="6438" y="3176"/>
                </a:lnTo>
                <a:lnTo>
                  <a:pt x="6438" y="3196"/>
                </a:lnTo>
                <a:moveTo>
                  <a:pt x="6275" y="3196"/>
                </a:moveTo>
                <a:lnTo>
                  <a:pt x="6173" y="3196"/>
                </a:lnTo>
                <a:lnTo>
                  <a:pt x="6173" y="3176"/>
                </a:lnTo>
                <a:lnTo>
                  <a:pt x="6275" y="3176"/>
                </a:lnTo>
                <a:lnTo>
                  <a:pt x="6275" y="3196"/>
                </a:lnTo>
                <a:moveTo>
                  <a:pt x="6112" y="3196"/>
                </a:moveTo>
                <a:lnTo>
                  <a:pt x="6010" y="3196"/>
                </a:lnTo>
                <a:lnTo>
                  <a:pt x="6010" y="3176"/>
                </a:lnTo>
                <a:lnTo>
                  <a:pt x="6112" y="3176"/>
                </a:lnTo>
                <a:lnTo>
                  <a:pt x="6112" y="3196"/>
                </a:lnTo>
                <a:moveTo>
                  <a:pt x="5949" y="3196"/>
                </a:moveTo>
                <a:lnTo>
                  <a:pt x="5848" y="3196"/>
                </a:lnTo>
                <a:lnTo>
                  <a:pt x="5848" y="3176"/>
                </a:lnTo>
                <a:lnTo>
                  <a:pt x="5949" y="3176"/>
                </a:lnTo>
                <a:lnTo>
                  <a:pt x="5949" y="3196"/>
                </a:lnTo>
                <a:moveTo>
                  <a:pt x="5787" y="3196"/>
                </a:moveTo>
                <a:lnTo>
                  <a:pt x="5685" y="3196"/>
                </a:lnTo>
                <a:lnTo>
                  <a:pt x="5685" y="3176"/>
                </a:lnTo>
                <a:lnTo>
                  <a:pt x="5787" y="3176"/>
                </a:lnTo>
                <a:lnTo>
                  <a:pt x="5787" y="3196"/>
                </a:lnTo>
                <a:moveTo>
                  <a:pt x="5624" y="3196"/>
                </a:moveTo>
                <a:lnTo>
                  <a:pt x="5522" y="3196"/>
                </a:lnTo>
                <a:lnTo>
                  <a:pt x="5522" y="3176"/>
                </a:lnTo>
                <a:lnTo>
                  <a:pt x="5624" y="3176"/>
                </a:lnTo>
                <a:lnTo>
                  <a:pt x="5624" y="3196"/>
                </a:lnTo>
                <a:moveTo>
                  <a:pt x="5461" y="3196"/>
                </a:moveTo>
                <a:lnTo>
                  <a:pt x="5360" y="3196"/>
                </a:lnTo>
                <a:lnTo>
                  <a:pt x="5360" y="3176"/>
                </a:lnTo>
                <a:lnTo>
                  <a:pt x="5461" y="3176"/>
                </a:lnTo>
                <a:lnTo>
                  <a:pt x="5461" y="3196"/>
                </a:lnTo>
                <a:moveTo>
                  <a:pt x="5299" y="3196"/>
                </a:moveTo>
                <a:lnTo>
                  <a:pt x="5197" y="3196"/>
                </a:lnTo>
                <a:lnTo>
                  <a:pt x="5197" y="3176"/>
                </a:lnTo>
                <a:lnTo>
                  <a:pt x="5299" y="3176"/>
                </a:lnTo>
                <a:lnTo>
                  <a:pt x="5299" y="3196"/>
                </a:lnTo>
                <a:moveTo>
                  <a:pt x="5136" y="3196"/>
                </a:moveTo>
                <a:lnTo>
                  <a:pt x="5034" y="3196"/>
                </a:lnTo>
                <a:lnTo>
                  <a:pt x="5034" y="3176"/>
                </a:lnTo>
                <a:lnTo>
                  <a:pt x="5136" y="3176"/>
                </a:lnTo>
                <a:lnTo>
                  <a:pt x="5136" y="3196"/>
                </a:lnTo>
                <a:moveTo>
                  <a:pt x="4973" y="3196"/>
                </a:moveTo>
                <a:lnTo>
                  <a:pt x="4872" y="3196"/>
                </a:lnTo>
                <a:lnTo>
                  <a:pt x="4872" y="3176"/>
                </a:lnTo>
                <a:lnTo>
                  <a:pt x="4973" y="3176"/>
                </a:lnTo>
                <a:lnTo>
                  <a:pt x="4973" y="3196"/>
                </a:lnTo>
                <a:moveTo>
                  <a:pt x="4811" y="3196"/>
                </a:moveTo>
                <a:lnTo>
                  <a:pt x="4709" y="3196"/>
                </a:lnTo>
                <a:lnTo>
                  <a:pt x="4709" y="3176"/>
                </a:lnTo>
                <a:lnTo>
                  <a:pt x="4811" y="3176"/>
                </a:lnTo>
                <a:lnTo>
                  <a:pt x="4811" y="3196"/>
                </a:lnTo>
                <a:moveTo>
                  <a:pt x="4648" y="3196"/>
                </a:moveTo>
                <a:lnTo>
                  <a:pt x="4546" y="3196"/>
                </a:lnTo>
                <a:lnTo>
                  <a:pt x="4546" y="3176"/>
                </a:lnTo>
                <a:lnTo>
                  <a:pt x="4648" y="3176"/>
                </a:lnTo>
                <a:lnTo>
                  <a:pt x="4648" y="3196"/>
                </a:lnTo>
                <a:moveTo>
                  <a:pt x="4485" y="3196"/>
                </a:moveTo>
                <a:lnTo>
                  <a:pt x="4384" y="3196"/>
                </a:lnTo>
                <a:lnTo>
                  <a:pt x="4384" y="3176"/>
                </a:lnTo>
                <a:lnTo>
                  <a:pt x="4485" y="3176"/>
                </a:lnTo>
                <a:lnTo>
                  <a:pt x="4485" y="3196"/>
                </a:lnTo>
                <a:moveTo>
                  <a:pt x="4323" y="3196"/>
                </a:moveTo>
                <a:lnTo>
                  <a:pt x="4221" y="3196"/>
                </a:lnTo>
                <a:lnTo>
                  <a:pt x="4221" y="3176"/>
                </a:lnTo>
                <a:lnTo>
                  <a:pt x="4323" y="3176"/>
                </a:lnTo>
                <a:lnTo>
                  <a:pt x="4323" y="3196"/>
                </a:lnTo>
                <a:moveTo>
                  <a:pt x="4160" y="3196"/>
                </a:moveTo>
                <a:lnTo>
                  <a:pt x="4058" y="3196"/>
                </a:lnTo>
                <a:lnTo>
                  <a:pt x="4058" y="3176"/>
                </a:lnTo>
                <a:lnTo>
                  <a:pt x="4160" y="3176"/>
                </a:lnTo>
                <a:lnTo>
                  <a:pt x="4160" y="3196"/>
                </a:lnTo>
                <a:moveTo>
                  <a:pt x="3997" y="3196"/>
                </a:moveTo>
                <a:lnTo>
                  <a:pt x="3896" y="3196"/>
                </a:lnTo>
                <a:lnTo>
                  <a:pt x="3896" y="3176"/>
                </a:lnTo>
                <a:lnTo>
                  <a:pt x="3997" y="3176"/>
                </a:lnTo>
                <a:lnTo>
                  <a:pt x="3997" y="3196"/>
                </a:lnTo>
                <a:moveTo>
                  <a:pt x="3835" y="3196"/>
                </a:moveTo>
                <a:lnTo>
                  <a:pt x="3733" y="3196"/>
                </a:lnTo>
                <a:lnTo>
                  <a:pt x="3733" y="3176"/>
                </a:lnTo>
                <a:lnTo>
                  <a:pt x="3835" y="3176"/>
                </a:lnTo>
                <a:lnTo>
                  <a:pt x="3835" y="3196"/>
                </a:lnTo>
                <a:moveTo>
                  <a:pt x="3672" y="3196"/>
                </a:moveTo>
                <a:lnTo>
                  <a:pt x="3570" y="3196"/>
                </a:lnTo>
                <a:lnTo>
                  <a:pt x="3570" y="3176"/>
                </a:lnTo>
                <a:lnTo>
                  <a:pt x="3672" y="3176"/>
                </a:lnTo>
                <a:lnTo>
                  <a:pt x="3672" y="3196"/>
                </a:lnTo>
                <a:moveTo>
                  <a:pt x="3509" y="3196"/>
                </a:moveTo>
                <a:lnTo>
                  <a:pt x="3408" y="3196"/>
                </a:lnTo>
                <a:lnTo>
                  <a:pt x="3408" y="3176"/>
                </a:lnTo>
                <a:lnTo>
                  <a:pt x="3509" y="3176"/>
                </a:lnTo>
                <a:lnTo>
                  <a:pt x="3509" y="3196"/>
                </a:lnTo>
                <a:moveTo>
                  <a:pt x="3346" y="3196"/>
                </a:moveTo>
                <a:lnTo>
                  <a:pt x="3244" y="3196"/>
                </a:lnTo>
                <a:lnTo>
                  <a:pt x="3244" y="3176"/>
                </a:lnTo>
                <a:lnTo>
                  <a:pt x="3346" y="3176"/>
                </a:lnTo>
                <a:lnTo>
                  <a:pt x="3346" y="3196"/>
                </a:lnTo>
                <a:moveTo>
                  <a:pt x="3183" y="3196"/>
                </a:moveTo>
                <a:lnTo>
                  <a:pt x="3081" y="3196"/>
                </a:lnTo>
                <a:lnTo>
                  <a:pt x="3081" y="3176"/>
                </a:lnTo>
                <a:lnTo>
                  <a:pt x="3183" y="3176"/>
                </a:lnTo>
                <a:lnTo>
                  <a:pt x="3183" y="3196"/>
                </a:lnTo>
                <a:moveTo>
                  <a:pt x="3020" y="3196"/>
                </a:moveTo>
                <a:lnTo>
                  <a:pt x="2918" y="3196"/>
                </a:lnTo>
                <a:lnTo>
                  <a:pt x="2918" y="3176"/>
                </a:lnTo>
                <a:lnTo>
                  <a:pt x="3020" y="3176"/>
                </a:lnTo>
                <a:lnTo>
                  <a:pt x="3020" y="3196"/>
                </a:lnTo>
                <a:moveTo>
                  <a:pt x="2857" y="3196"/>
                </a:moveTo>
                <a:lnTo>
                  <a:pt x="2756" y="3196"/>
                </a:lnTo>
                <a:lnTo>
                  <a:pt x="2756" y="3176"/>
                </a:lnTo>
                <a:lnTo>
                  <a:pt x="2857" y="3176"/>
                </a:lnTo>
                <a:lnTo>
                  <a:pt x="2857" y="3196"/>
                </a:lnTo>
                <a:moveTo>
                  <a:pt x="2695" y="3196"/>
                </a:moveTo>
                <a:lnTo>
                  <a:pt x="2593" y="3196"/>
                </a:lnTo>
                <a:lnTo>
                  <a:pt x="2593" y="3176"/>
                </a:lnTo>
                <a:lnTo>
                  <a:pt x="2695" y="3176"/>
                </a:lnTo>
                <a:lnTo>
                  <a:pt x="2695" y="3196"/>
                </a:lnTo>
                <a:moveTo>
                  <a:pt x="2532" y="3196"/>
                </a:moveTo>
                <a:lnTo>
                  <a:pt x="2430" y="3196"/>
                </a:lnTo>
                <a:lnTo>
                  <a:pt x="2430" y="3176"/>
                </a:lnTo>
                <a:lnTo>
                  <a:pt x="2532" y="3176"/>
                </a:lnTo>
                <a:lnTo>
                  <a:pt x="2532" y="3196"/>
                </a:lnTo>
                <a:moveTo>
                  <a:pt x="2369" y="3196"/>
                </a:moveTo>
                <a:lnTo>
                  <a:pt x="2268" y="3196"/>
                </a:lnTo>
                <a:lnTo>
                  <a:pt x="2268" y="3176"/>
                </a:lnTo>
                <a:lnTo>
                  <a:pt x="2369" y="3176"/>
                </a:lnTo>
                <a:lnTo>
                  <a:pt x="2369" y="3196"/>
                </a:lnTo>
                <a:moveTo>
                  <a:pt x="2207" y="3196"/>
                </a:moveTo>
                <a:lnTo>
                  <a:pt x="2105" y="3196"/>
                </a:lnTo>
                <a:lnTo>
                  <a:pt x="2105" y="3176"/>
                </a:lnTo>
                <a:lnTo>
                  <a:pt x="2207" y="3176"/>
                </a:lnTo>
                <a:lnTo>
                  <a:pt x="2207" y="3196"/>
                </a:lnTo>
                <a:moveTo>
                  <a:pt x="2044" y="3196"/>
                </a:moveTo>
                <a:lnTo>
                  <a:pt x="1942" y="3196"/>
                </a:lnTo>
                <a:lnTo>
                  <a:pt x="1942" y="3176"/>
                </a:lnTo>
                <a:lnTo>
                  <a:pt x="2044" y="3176"/>
                </a:lnTo>
                <a:lnTo>
                  <a:pt x="2044" y="3196"/>
                </a:lnTo>
                <a:moveTo>
                  <a:pt x="1881" y="3196"/>
                </a:moveTo>
                <a:lnTo>
                  <a:pt x="1780" y="3196"/>
                </a:lnTo>
                <a:lnTo>
                  <a:pt x="1780" y="3176"/>
                </a:lnTo>
                <a:lnTo>
                  <a:pt x="1881" y="3176"/>
                </a:lnTo>
                <a:lnTo>
                  <a:pt x="1881" y="3196"/>
                </a:lnTo>
                <a:moveTo>
                  <a:pt x="1719" y="3196"/>
                </a:moveTo>
                <a:lnTo>
                  <a:pt x="1617" y="3196"/>
                </a:lnTo>
                <a:lnTo>
                  <a:pt x="1617" y="3176"/>
                </a:lnTo>
                <a:lnTo>
                  <a:pt x="1719" y="3176"/>
                </a:lnTo>
                <a:lnTo>
                  <a:pt x="1719" y="3196"/>
                </a:lnTo>
                <a:moveTo>
                  <a:pt x="1556" y="3196"/>
                </a:moveTo>
                <a:lnTo>
                  <a:pt x="1454" y="3196"/>
                </a:lnTo>
                <a:lnTo>
                  <a:pt x="1454" y="3176"/>
                </a:lnTo>
                <a:lnTo>
                  <a:pt x="1556" y="3176"/>
                </a:lnTo>
                <a:lnTo>
                  <a:pt x="1556" y="3196"/>
                </a:lnTo>
                <a:moveTo>
                  <a:pt x="1393" y="3196"/>
                </a:moveTo>
                <a:lnTo>
                  <a:pt x="1292" y="3196"/>
                </a:lnTo>
                <a:lnTo>
                  <a:pt x="1292" y="3176"/>
                </a:lnTo>
                <a:lnTo>
                  <a:pt x="1393" y="3176"/>
                </a:lnTo>
                <a:lnTo>
                  <a:pt x="1393" y="3196"/>
                </a:lnTo>
                <a:moveTo>
                  <a:pt x="1231" y="3196"/>
                </a:moveTo>
                <a:lnTo>
                  <a:pt x="1129" y="3196"/>
                </a:lnTo>
                <a:lnTo>
                  <a:pt x="1129" y="3176"/>
                </a:lnTo>
                <a:lnTo>
                  <a:pt x="1231" y="3176"/>
                </a:lnTo>
                <a:lnTo>
                  <a:pt x="1231" y="3196"/>
                </a:lnTo>
                <a:moveTo>
                  <a:pt x="1068" y="3196"/>
                </a:moveTo>
                <a:lnTo>
                  <a:pt x="966" y="3196"/>
                </a:lnTo>
                <a:lnTo>
                  <a:pt x="966" y="3176"/>
                </a:lnTo>
                <a:lnTo>
                  <a:pt x="1068" y="3176"/>
                </a:lnTo>
                <a:lnTo>
                  <a:pt x="1068" y="3196"/>
                </a:lnTo>
                <a:moveTo>
                  <a:pt x="905" y="3196"/>
                </a:moveTo>
                <a:lnTo>
                  <a:pt x="804" y="3196"/>
                </a:lnTo>
                <a:lnTo>
                  <a:pt x="804" y="3176"/>
                </a:lnTo>
                <a:lnTo>
                  <a:pt x="905" y="3176"/>
                </a:lnTo>
                <a:lnTo>
                  <a:pt x="905" y="3196"/>
                </a:lnTo>
                <a:moveTo>
                  <a:pt x="743" y="3196"/>
                </a:moveTo>
                <a:lnTo>
                  <a:pt x="641" y="3196"/>
                </a:lnTo>
                <a:lnTo>
                  <a:pt x="641" y="3176"/>
                </a:lnTo>
                <a:lnTo>
                  <a:pt x="743" y="3176"/>
                </a:lnTo>
                <a:lnTo>
                  <a:pt x="743" y="3196"/>
                </a:lnTo>
                <a:moveTo>
                  <a:pt x="580" y="3196"/>
                </a:moveTo>
                <a:lnTo>
                  <a:pt x="478" y="3196"/>
                </a:lnTo>
                <a:lnTo>
                  <a:pt x="478" y="3176"/>
                </a:lnTo>
                <a:lnTo>
                  <a:pt x="580" y="3176"/>
                </a:lnTo>
                <a:lnTo>
                  <a:pt x="580" y="3196"/>
                </a:lnTo>
                <a:moveTo>
                  <a:pt x="417" y="3196"/>
                </a:moveTo>
                <a:lnTo>
                  <a:pt x="315" y="3196"/>
                </a:lnTo>
                <a:lnTo>
                  <a:pt x="315" y="3176"/>
                </a:lnTo>
                <a:lnTo>
                  <a:pt x="417" y="3176"/>
                </a:lnTo>
                <a:lnTo>
                  <a:pt x="417" y="3196"/>
                </a:lnTo>
                <a:moveTo>
                  <a:pt x="254" y="3196"/>
                </a:moveTo>
                <a:lnTo>
                  <a:pt x="153" y="3196"/>
                </a:lnTo>
                <a:lnTo>
                  <a:pt x="153" y="3176"/>
                </a:lnTo>
                <a:lnTo>
                  <a:pt x="254" y="3176"/>
                </a:lnTo>
                <a:lnTo>
                  <a:pt x="254" y="3196"/>
                </a:lnTo>
                <a:moveTo>
                  <a:pt x="92" y="3196"/>
                </a:moveTo>
                <a:lnTo>
                  <a:pt x="0" y="3196"/>
                </a:lnTo>
                <a:lnTo>
                  <a:pt x="0" y="3165"/>
                </a:lnTo>
                <a:lnTo>
                  <a:pt x="21" y="3165"/>
                </a:lnTo>
                <a:lnTo>
                  <a:pt x="21" y="3186"/>
                </a:lnTo>
                <a:lnTo>
                  <a:pt x="10" y="3186"/>
                </a:lnTo>
                <a:lnTo>
                  <a:pt x="10" y="3176"/>
                </a:lnTo>
                <a:lnTo>
                  <a:pt x="92" y="3176"/>
                </a:lnTo>
                <a:lnTo>
                  <a:pt x="92" y="3196"/>
                </a:lnTo>
                <a:moveTo>
                  <a:pt x="0" y="3104"/>
                </a:moveTo>
                <a:lnTo>
                  <a:pt x="0" y="3003"/>
                </a:lnTo>
                <a:lnTo>
                  <a:pt x="21" y="3003"/>
                </a:lnTo>
                <a:lnTo>
                  <a:pt x="21" y="3104"/>
                </a:lnTo>
                <a:lnTo>
                  <a:pt x="0" y="3104"/>
                </a:lnTo>
                <a:moveTo>
                  <a:pt x="0" y="2942"/>
                </a:moveTo>
                <a:lnTo>
                  <a:pt x="0" y="2840"/>
                </a:lnTo>
                <a:lnTo>
                  <a:pt x="21" y="2840"/>
                </a:lnTo>
                <a:lnTo>
                  <a:pt x="21" y="2942"/>
                </a:lnTo>
                <a:lnTo>
                  <a:pt x="0" y="2942"/>
                </a:lnTo>
                <a:moveTo>
                  <a:pt x="0" y="2779"/>
                </a:moveTo>
                <a:lnTo>
                  <a:pt x="0" y="2677"/>
                </a:lnTo>
                <a:lnTo>
                  <a:pt x="21" y="2677"/>
                </a:lnTo>
                <a:lnTo>
                  <a:pt x="21" y="2779"/>
                </a:lnTo>
                <a:lnTo>
                  <a:pt x="0" y="2779"/>
                </a:lnTo>
                <a:moveTo>
                  <a:pt x="0" y="2616"/>
                </a:moveTo>
                <a:lnTo>
                  <a:pt x="0" y="2514"/>
                </a:lnTo>
                <a:lnTo>
                  <a:pt x="21" y="2514"/>
                </a:lnTo>
                <a:lnTo>
                  <a:pt x="21" y="2616"/>
                </a:lnTo>
                <a:lnTo>
                  <a:pt x="0" y="2616"/>
                </a:lnTo>
                <a:moveTo>
                  <a:pt x="0" y="2453"/>
                </a:moveTo>
                <a:lnTo>
                  <a:pt x="0" y="2351"/>
                </a:lnTo>
                <a:lnTo>
                  <a:pt x="21" y="2351"/>
                </a:lnTo>
                <a:lnTo>
                  <a:pt x="21" y="2453"/>
                </a:lnTo>
                <a:lnTo>
                  <a:pt x="0" y="2453"/>
                </a:lnTo>
                <a:moveTo>
                  <a:pt x="0" y="2290"/>
                </a:moveTo>
                <a:lnTo>
                  <a:pt x="0" y="2188"/>
                </a:lnTo>
                <a:lnTo>
                  <a:pt x="21" y="2188"/>
                </a:lnTo>
                <a:lnTo>
                  <a:pt x="21" y="2290"/>
                </a:lnTo>
                <a:lnTo>
                  <a:pt x="0" y="2290"/>
                </a:lnTo>
                <a:moveTo>
                  <a:pt x="0" y="2127"/>
                </a:moveTo>
                <a:lnTo>
                  <a:pt x="0" y="2026"/>
                </a:lnTo>
                <a:lnTo>
                  <a:pt x="21" y="2026"/>
                </a:lnTo>
                <a:lnTo>
                  <a:pt x="21" y="2127"/>
                </a:lnTo>
                <a:lnTo>
                  <a:pt x="0" y="2127"/>
                </a:lnTo>
                <a:moveTo>
                  <a:pt x="0" y="1965"/>
                </a:moveTo>
                <a:lnTo>
                  <a:pt x="0" y="1863"/>
                </a:lnTo>
                <a:lnTo>
                  <a:pt x="21" y="1863"/>
                </a:lnTo>
                <a:lnTo>
                  <a:pt x="21" y="1965"/>
                </a:lnTo>
                <a:lnTo>
                  <a:pt x="0" y="1965"/>
                </a:lnTo>
                <a:moveTo>
                  <a:pt x="0" y="1802"/>
                </a:moveTo>
                <a:lnTo>
                  <a:pt x="0" y="1700"/>
                </a:lnTo>
                <a:lnTo>
                  <a:pt x="21" y="1700"/>
                </a:lnTo>
                <a:lnTo>
                  <a:pt x="21" y="1802"/>
                </a:lnTo>
                <a:lnTo>
                  <a:pt x="0" y="1802"/>
                </a:lnTo>
                <a:moveTo>
                  <a:pt x="0" y="1639"/>
                </a:moveTo>
                <a:lnTo>
                  <a:pt x="0" y="1537"/>
                </a:lnTo>
                <a:lnTo>
                  <a:pt x="21" y="1537"/>
                </a:lnTo>
                <a:lnTo>
                  <a:pt x="21" y="1639"/>
                </a:lnTo>
                <a:lnTo>
                  <a:pt x="0" y="1639"/>
                </a:lnTo>
                <a:moveTo>
                  <a:pt x="0" y="1476"/>
                </a:moveTo>
                <a:lnTo>
                  <a:pt x="0" y="1374"/>
                </a:lnTo>
                <a:lnTo>
                  <a:pt x="21" y="1374"/>
                </a:lnTo>
                <a:lnTo>
                  <a:pt x="21" y="1476"/>
                </a:lnTo>
                <a:lnTo>
                  <a:pt x="0" y="1476"/>
                </a:lnTo>
                <a:moveTo>
                  <a:pt x="0" y="1313"/>
                </a:moveTo>
                <a:lnTo>
                  <a:pt x="0" y="1212"/>
                </a:lnTo>
                <a:lnTo>
                  <a:pt x="21" y="1212"/>
                </a:lnTo>
                <a:lnTo>
                  <a:pt x="21" y="1313"/>
                </a:lnTo>
                <a:lnTo>
                  <a:pt x="0" y="1313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6"/>
                </a:lnTo>
                <a:lnTo>
                  <a:pt x="21" y="396"/>
                </a:lnTo>
                <a:lnTo>
                  <a:pt x="21" y="499"/>
                </a:lnTo>
                <a:lnTo>
                  <a:pt x="0" y="499"/>
                </a:lnTo>
                <a:moveTo>
                  <a:pt x="0" y="335"/>
                </a:moveTo>
                <a:lnTo>
                  <a:pt x="0" y="234"/>
                </a:lnTo>
                <a:lnTo>
                  <a:pt x="21" y="234"/>
                </a:lnTo>
                <a:lnTo>
                  <a:pt x="21" y="335"/>
                </a:lnTo>
                <a:lnTo>
                  <a:pt x="0" y="335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6105600" y="278640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6105600" y="28119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1347120" y="2352960"/>
            <a:ext cx="36813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1347120" y="2778120"/>
            <a:ext cx="906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1376280" y="3035520"/>
            <a:ext cx="3624120" cy="351720"/>
          </a:xfrm>
          <a:custGeom>
            <a:avLst/>
            <a:gdLst/>
            <a:ahLst/>
            <a:rect l="0" t="0" r="r" b="b"/>
            <a:pathLst>
              <a:path w="10067" h="977">
                <a:moveTo>
                  <a:pt x="0" y="0"/>
                </a:moveTo>
                <a:lnTo>
                  <a:pt x="10067" y="0"/>
                </a:lnTo>
                <a:lnTo>
                  <a:pt x="10067" y="977"/>
                </a:lnTo>
                <a:lnTo>
                  <a:pt x="0" y="97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1372680" y="3031560"/>
            <a:ext cx="3631680" cy="359640"/>
          </a:xfrm>
          <a:custGeom>
            <a:avLst/>
            <a:gdLst/>
            <a:ahLst/>
            <a:rect l="0" t="0" r="r" b="b"/>
            <a:pathLst>
              <a:path w="10088" h="999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1"/>
                </a:lnTo>
                <a:lnTo>
                  <a:pt x="824" y="21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1"/>
                </a:lnTo>
                <a:lnTo>
                  <a:pt x="986" y="21"/>
                </a:lnTo>
                <a:lnTo>
                  <a:pt x="986" y="0"/>
                </a:lnTo>
                <a:moveTo>
                  <a:pt x="1149" y="0"/>
                </a:moveTo>
                <a:lnTo>
                  <a:pt x="1252" y="0"/>
                </a:lnTo>
                <a:lnTo>
                  <a:pt x="1252" y="21"/>
                </a:lnTo>
                <a:lnTo>
                  <a:pt x="1149" y="21"/>
                </a:lnTo>
                <a:lnTo>
                  <a:pt x="1149" y="0"/>
                </a:lnTo>
                <a:moveTo>
                  <a:pt x="1313" y="0"/>
                </a:moveTo>
                <a:lnTo>
                  <a:pt x="1414" y="0"/>
                </a:lnTo>
                <a:lnTo>
                  <a:pt x="1414" y="21"/>
                </a:lnTo>
                <a:lnTo>
                  <a:pt x="1313" y="21"/>
                </a:lnTo>
                <a:lnTo>
                  <a:pt x="1313" y="0"/>
                </a:lnTo>
                <a:moveTo>
                  <a:pt x="1475" y="0"/>
                </a:moveTo>
                <a:lnTo>
                  <a:pt x="1577" y="0"/>
                </a:lnTo>
                <a:lnTo>
                  <a:pt x="1577" y="21"/>
                </a:lnTo>
                <a:lnTo>
                  <a:pt x="1475" y="21"/>
                </a:lnTo>
                <a:lnTo>
                  <a:pt x="1475" y="0"/>
                </a:lnTo>
                <a:moveTo>
                  <a:pt x="1638" y="0"/>
                </a:moveTo>
                <a:lnTo>
                  <a:pt x="1740" y="0"/>
                </a:lnTo>
                <a:lnTo>
                  <a:pt x="1740" y="21"/>
                </a:lnTo>
                <a:lnTo>
                  <a:pt x="1638" y="21"/>
                </a:lnTo>
                <a:lnTo>
                  <a:pt x="1638" y="0"/>
                </a:lnTo>
                <a:moveTo>
                  <a:pt x="1801" y="0"/>
                </a:moveTo>
                <a:lnTo>
                  <a:pt x="1902" y="0"/>
                </a:lnTo>
                <a:lnTo>
                  <a:pt x="1902" y="21"/>
                </a:lnTo>
                <a:lnTo>
                  <a:pt x="1801" y="21"/>
                </a:lnTo>
                <a:lnTo>
                  <a:pt x="1801" y="0"/>
                </a:lnTo>
                <a:moveTo>
                  <a:pt x="1963" y="0"/>
                </a:moveTo>
                <a:lnTo>
                  <a:pt x="2065" y="0"/>
                </a:lnTo>
                <a:lnTo>
                  <a:pt x="2065" y="21"/>
                </a:lnTo>
                <a:lnTo>
                  <a:pt x="1963" y="21"/>
                </a:lnTo>
                <a:lnTo>
                  <a:pt x="1963" y="0"/>
                </a:lnTo>
                <a:moveTo>
                  <a:pt x="2126" y="0"/>
                </a:moveTo>
                <a:lnTo>
                  <a:pt x="2228" y="0"/>
                </a:lnTo>
                <a:lnTo>
                  <a:pt x="2228" y="21"/>
                </a:lnTo>
                <a:lnTo>
                  <a:pt x="2126" y="21"/>
                </a:lnTo>
                <a:lnTo>
                  <a:pt x="2126" y="0"/>
                </a:lnTo>
                <a:moveTo>
                  <a:pt x="2289" y="0"/>
                </a:moveTo>
                <a:lnTo>
                  <a:pt x="2390" y="0"/>
                </a:lnTo>
                <a:lnTo>
                  <a:pt x="2390" y="21"/>
                </a:lnTo>
                <a:lnTo>
                  <a:pt x="2289" y="21"/>
                </a:lnTo>
                <a:lnTo>
                  <a:pt x="2289" y="0"/>
                </a:lnTo>
                <a:moveTo>
                  <a:pt x="2451" y="0"/>
                </a:moveTo>
                <a:lnTo>
                  <a:pt x="2553" y="0"/>
                </a:lnTo>
                <a:lnTo>
                  <a:pt x="2553" y="21"/>
                </a:lnTo>
                <a:lnTo>
                  <a:pt x="2451" y="21"/>
                </a:lnTo>
                <a:lnTo>
                  <a:pt x="2451" y="0"/>
                </a:lnTo>
                <a:moveTo>
                  <a:pt x="2614" y="0"/>
                </a:moveTo>
                <a:lnTo>
                  <a:pt x="2716" y="0"/>
                </a:lnTo>
                <a:lnTo>
                  <a:pt x="2716" y="21"/>
                </a:lnTo>
                <a:lnTo>
                  <a:pt x="2614" y="21"/>
                </a:lnTo>
                <a:lnTo>
                  <a:pt x="2614" y="0"/>
                </a:lnTo>
                <a:moveTo>
                  <a:pt x="2777" y="0"/>
                </a:moveTo>
                <a:lnTo>
                  <a:pt x="2878" y="0"/>
                </a:lnTo>
                <a:lnTo>
                  <a:pt x="2878" y="21"/>
                </a:lnTo>
                <a:lnTo>
                  <a:pt x="2777" y="21"/>
                </a:lnTo>
                <a:lnTo>
                  <a:pt x="2777" y="0"/>
                </a:lnTo>
                <a:moveTo>
                  <a:pt x="2939" y="0"/>
                </a:moveTo>
                <a:lnTo>
                  <a:pt x="3041" y="0"/>
                </a:lnTo>
                <a:lnTo>
                  <a:pt x="3041" y="21"/>
                </a:lnTo>
                <a:lnTo>
                  <a:pt x="2939" y="21"/>
                </a:lnTo>
                <a:lnTo>
                  <a:pt x="2939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1"/>
                </a:lnTo>
                <a:lnTo>
                  <a:pt x="3102" y="21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1"/>
                </a:lnTo>
                <a:lnTo>
                  <a:pt x="3265" y="21"/>
                </a:lnTo>
                <a:lnTo>
                  <a:pt x="3265" y="0"/>
                </a:lnTo>
                <a:moveTo>
                  <a:pt x="3428" y="0"/>
                </a:moveTo>
                <a:lnTo>
                  <a:pt x="3529" y="0"/>
                </a:lnTo>
                <a:lnTo>
                  <a:pt x="3529" y="21"/>
                </a:lnTo>
                <a:lnTo>
                  <a:pt x="3428" y="21"/>
                </a:lnTo>
                <a:lnTo>
                  <a:pt x="3428" y="0"/>
                </a:lnTo>
                <a:moveTo>
                  <a:pt x="3590" y="0"/>
                </a:moveTo>
                <a:lnTo>
                  <a:pt x="3692" y="0"/>
                </a:lnTo>
                <a:lnTo>
                  <a:pt x="3692" y="21"/>
                </a:lnTo>
                <a:lnTo>
                  <a:pt x="3590" y="21"/>
                </a:lnTo>
                <a:lnTo>
                  <a:pt x="3590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1"/>
                </a:lnTo>
                <a:lnTo>
                  <a:pt x="3753" y="21"/>
                </a:lnTo>
                <a:lnTo>
                  <a:pt x="3753" y="0"/>
                </a:lnTo>
                <a:moveTo>
                  <a:pt x="3916" y="0"/>
                </a:moveTo>
                <a:lnTo>
                  <a:pt x="4017" y="0"/>
                </a:lnTo>
                <a:lnTo>
                  <a:pt x="4017" y="21"/>
                </a:lnTo>
                <a:lnTo>
                  <a:pt x="3916" y="21"/>
                </a:lnTo>
                <a:lnTo>
                  <a:pt x="3916" y="0"/>
                </a:lnTo>
                <a:moveTo>
                  <a:pt x="4078" y="0"/>
                </a:moveTo>
                <a:lnTo>
                  <a:pt x="4180" y="0"/>
                </a:lnTo>
                <a:lnTo>
                  <a:pt x="4180" y="21"/>
                </a:lnTo>
                <a:lnTo>
                  <a:pt x="4078" y="21"/>
                </a:lnTo>
                <a:lnTo>
                  <a:pt x="4078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1"/>
                </a:lnTo>
                <a:lnTo>
                  <a:pt x="4241" y="21"/>
                </a:lnTo>
                <a:lnTo>
                  <a:pt x="4241" y="0"/>
                </a:lnTo>
                <a:moveTo>
                  <a:pt x="4404" y="0"/>
                </a:moveTo>
                <a:lnTo>
                  <a:pt x="4505" y="0"/>
                </a:lnTo>
                <a:lnTo>
                  <a:pt x="4505" y="21"/>
                </a:lnTo>
                <a:lnTo>
                  <a:pt x="4404" y="21"/>
                </a:lnTo>
                <a:lnTo>
                  <a:pt x="4404" y="0"/>
                </a:lnTo>
                <a:moveTo>
                  <a:pt x="4566" y="0"/>
                </a:moveTo>
                <a:lnTo>
                  <a:pt x="4668" y="0"/>
                </a:lnTo>
                <a:lnTo>
                  <a:pt x="4668" y="21"/>
                </a:lnTo>
                <a:lnTo>
                  <a:pt x="4566" y="21"/>
                </a:lnTo>
                <a:lnTo>
                  <a:pt x="4566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1"/>
                </a:lnTo>
                <a:lnTo>
                  <a:pt x="4729" y="21"/>
                </a:lnTo>
                <a:lnTo>
                  <a:pt x="4729" y="0"/>
                </a:lnTo>
                <a:moveTo>
                  <a:pt x="4892" y="0"/>
                </a:moveTo>
                <a:lnTo>
                  <a:pt x="4993" y="0"/>
                </a:lnTo>
                <a:lnTo>
                  <a:pt x="4993" y="21"/>
                </a:lnTo>
                <a:lnTo>
                  <a:pt x="4892" y="21"/>
                </a:lnTo>
                <a:lnTo>
                  <a:pt x="4892" y="0"/>
                </a:lnTo>
                <a:moveTo>
                  <a:pt x="5054" y="0"/>
                </a:moveTo>
                <a:lnTo>
                  <a:pt x="5156" y="0"/>
                </a:lnTo>
                <a:lnTo>
                  <a:pt x="5156" y="21"/>
                </a:lnTo>
                <a:lnTo>
                  <a:pt x="5054" y="21"/>
                </a:lnTo>
                <a:lnTo>
                  <a:pt x="5054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1" y="0"/>
                </a:lnTo>
                <a:lnTo>
                  <a:pt x="5481" y="21"/>
                </a:lnTo>
                <a:lnTo>
                  <a:pt x="5380" y="21"/>
                </a:lnTo>
                <a:lnTo>
                  <a:pt x="5380" y="0"/>
                </a:lnTo>
                <a:moveTo>
                  <a:pt x="5542" y="0"/>
                </a:moveTo>
                <a:lnTo>
                  <a:pt x="5644" y="0"/>
                </a:lnTo>
                <a:lnTo>
                  <a:pt x="5644" y="21"/>
                </a:lnTo>
                <a:lnTo>
                  <a:pt x="5542" y="21"/>
                </a:lnTo>
                <a:lnTo>
                  <a:pt x="5542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2" y="0"/>
                </a:lnTo>
                <a:lnTo>
                  <a:pt x="6132" y="21"/>
                </a:lnTo>
                <a:lnTo>
                  <a:pt x="6031" y="21"/>
                </a:lnTo>
                <a:lnTo>
                  <a:pt x="6031" y="0"/>
                </a:lnTo>
                <a:moveTo>
                  <a:pt x="6193" y="0"/>
                </a:moveTo>
                <a:lnTo>
                  <a:pt x="6295" y="0"/>
                </a:lnTo>
                <a:lnTo>
                  <a:pt x="6295" y="21"/>
                </a:lnTo>
                <a:lnTo>
                  <a:pt x="6193" y="21"/>
                </a:lnTo>
                <a:lnTo>
                  <a:pt x="6193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0" y="0"/>
                </a:lnTo>
                <a:lnTo>
                  <a:pt x="6620" y="21"/>
                </a:lnTo>
                <a:lnTo>
                  <a:pt x="6519" y="21"/>
                </a:lnTo>
                <a:lnTo>
                  <a:pt x="6519" y="0"/>
                </a:lnTo>
                <a:moveTo>
                  <a:pt x="6681" y="0"/>
                </a:moveTo>
                <a:lnTo>
                  <a:pt x="6783" y="0"/>
                </a:lnTo>
                <a:lnTo>
                  <a:pt x="6783" y="21"/>
                </a:lnTo>
                <a:lnTo>
                  <a:pt x="6681" y="21"/>
                </a:lnTo>
                <a:lnTo>
                  <a:pt x="6681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8" y="0"/>
                </a:lnTo>
                <a:lnTo>
                  <a:pt x="7108" y="21"/>
                </a:lnTo>
                <a:lnTo>
                  <a:pt x="7007" y="21"/>
                </a:lnTo>
                <a:lnTo>
                  <a:pt x="7007" y="0"/>
                </a:lnTo>
                <a:moveTo>
                  <a:pt x="7169" y="0"/>
                </a:moveTo>
                <a:lnTo>
                  <a:pt x="7271" y="0"/>
                </a:lnTo>
                <a:lnTo>
                  <a:pt x="7271" y="21"/>
                </a:lnTo>
                <a:lnTo>
                  <a:pt x="7169" y="21"/>
                </a:lnTo>
                <a:lnTo>
                  <a:pt x="7169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6" y="0"/>
                </a:lnTo>
                <a:lnTo>
                  <a:pt x="7596" y="21"/>
                </a:lnTo>
                <a:lnTo>
                  <a:pt x="7495" y="21"/>
                </a:lnTo>
                <a:lnTo>
                  <a:pt x="7495" y="0"/>
                </a:lnTo>
                <a:moveTo>
                  <a:pt x="7657" y="0"/>
                </a:moveTo>
                <a:lnTo>
                  <a:pt x="7759" y="0"/>
                </a:lnTo>
                <a:lnTo>
                  <a:pt x="7759" y="21"/>
                </a:lnTo>
                <a:lnTo>
                  <a:pt x="7657" y="21"/>
                </a:lnTo>
                <a:lnTo>
                  <a:pt x="7657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4" y="0"/>
                </a:lnTo>
                <a:lnTo>
                  <a:pt x="8084" y="21"/>
                </a:lnTo>
                <a:lnTo>
                  <a:pt x="7983" y="21"/>
                </a:lnTo>
                <a:lnTo>
                  <a:pt x="7983" y="0"/>
                </a:lnTo>
                <a:moveTo>
                  <a:pt x="8145" y="0"/>
                </a:moveTo>
                <a:lnTo>
                  <a:pt x="8247" y="0"/>
                </a:lnTo>
                <a:lnTo>
                  <a:pt x="8247" y="21"/>
                </a:lnTo>
                <a:lnTo>
                  <a:pt x="8145" y="21"/>
                </a:lnTo>
                <a:lnTo>
                  <a:pt x="8145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6" y="0"/>
                </a:moveTo>
                <a:lnTo>
                  <a:pt x="8898" y="0"/>
                </a:lnTo>
                <a:lnTo>
                  <a:pt x="8898" y="21"/>
                </a:lnTo>
                <a:lnTo>
                  <a:pt x="8796" y="21"/>
                </a:lnTo>
                <a:lnTo>
                  <a:pt x="8796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3" y="0"/>
                </a:lnTo>
                <a:lnTo>
                  <a:pt x="9223" y="21"/>
                </a:lnTo>
                <a:lnTo>
                  <a:pt x="9122" y="21"/>
                </a:lnTo>
                <a:lnTo>
                  <a:pt x="9122" y="0"/>
                </a:lnTo>
                <a:moveTo>
                  <a:pt x="9284" y="0"/>
                </a:moveTo>
                <a:lnTo>
                  <a:pt x="9386" y="0"/>
                </a:lnTo>
                <a:lnTo>
                  <a:pt x="9386" y="21"/>
                </a:lnTo>
                <a:lnTo>
                  <a:pt x="9284" y="21"/>
                </a:lnTo>
                <a:lnTo>
                  <a:pt x="9284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1" y="0"/>
                </a:lnTo>
                <a:lnTo>
                  <a:pt x="9711" y="21"/>
                </a:lnTo>
                <a:lnTo>
                  <a:pt x="9610" y="21"/>
                </a:lnTo>
                <a:lnTo>
                  <a:pt x="9610" y="0"/>
                </a:lnTo>
                <a:moveTo>
                  <a:pt x="9772" y="0"/>
                </a:moveTo>
                <a:lnTo>
                  <a:pt x="9874" y="0"/>
                </a:lnTo>
                <a:lnTo>
                  <a:pt x="9874" y="21"/>
                </a:lnTo>
                <a:lnTo>
                  <a:pt x="9772" y="21"/>
                </a:lnTo>
                <a:lnTo>
                  <a:pt x="9772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88" y="31"/>
                </a:moveTo>
                <a:lnTo>
                  <a:pt x="10088" y="134"/>
                </a:lnTo>
                <a:lnTo>
                  <a:pt x="10067" y="134"/>
                </a:lnTo>
                <a:lnTo>
                  <a:pt x="10067" y="31"/>
                </a:lnTo>
                <a:lnTo>
                  <a:pt x="10088" y="31"/>
                </a:lnTo>
                <a:moveTo>
                  <a:pt x="10088" y="195"/>
                </a:moveTo>
                <a:lnTo>
                  <a:pt x="10088" y="297"/>
                </a:lnTo>
                <a:lnTo>
                  <a:pt x="10067" y="297"/>
                </a:lnTo>
                <a:lnTo>
                  <a:pt x="10067" y="195"/>
                </a:lnTo>
                <a:lnTo>
                  <a:pt x="10088" y="195"/>
                </a:lnTo>
                <a:moveTo>
                  <a:pt x="10088" y="358"/>
                </a:moveTo>
                <a:lnTo>
                  <a:pt x="10088" y="459"/>
                </a:lnTo>
                <a:lnTo>
                  <a:pt x="10067" y="459"/>
                </a:lnTo>
                <a:lnTo>
                  <a:pt x="10067" y="358"/>
                </a:lnTo>
                <a:lnTo>
                  <a:pt x="10088" y="358"/>
                </a:lnTo>
                <a:moveTo>
                  <a:pt x="10088" y="520"/>
                </a:moveTo>
                <a:lnTo>
                  <a:pt x="10088" y="622"/>
                </a:lnTo>
                <a:lnTo>
                  <a:pt x="10067" y="622"/>
                </a:lnTo>
                <a:lnTo>
                  <a:pt x="10067" y="520"/>
                </a:lnTo>
                <a:lnTo>
                  <a:pt x="10088" y="520"/>
                </a:lnTo>
                <a:moveTo>
                  <a:pt x="10088" y="683"/>
                </a:moveTo>
                <a:lnTo>
                  <a:pt x="10088" y="785"/>
                </a:lnTo>
                <a:lnTo>
                  <a:pt x="10067" y="785"/>
                </a:lnTo>
                <a:lnTo>
                  <a:pt x="10067" y="683"/>
                </a:lnTo>
                <a:lnTo>
                  <a:pt x="10088" y="683"/>
                </a:lnTo>
                <a:moveTo>
                  <a:pt x="10088" y="846"/>
                </a:moveTo>
                <a:lnTo>
                  <a:pt x="10088" y="948"/>
                </a:lnTo>
                <a:lnTo>
                  <a:pt x="10067" y="948"/>
                </a:lnTo>
                <a:lnTo>
                  <a:pt x="10067" y="846"/>
                </a:lnTo>
                <a:lnTo>
                  <a:pt x="10088" y="846"/>
                </a:lnTo>
                <a:moveTo>
                  <a:pt x="10057" y="999"/>
                </a:moveTo>
                <a:lnTo>
                  <a:pt x="9955" y="999"/>
                </a:lnTo>
                <a:lnTo>
                  <a:pt x="9955" y="978"/>
                </a:lnTo>
                <a:lnTo>
                  <a:pt x="10057" y="978"/>
                </a:lnTo>
                <a:lnTo>
                  <a:pt x="10057" y="999"/>
                </a:lnTo>
                <a:moveTo>
                  <a:pt x="9894" y="999"/>
                </a:moveTo>
                <a:lnTo>
                  <a:pt x="9793" y="999"/>
                </a:lnTo>
                <a:lnTo>
                  <a:pt x="9793" y="978"/>
                </a:lnTo>
                <a:lnTo>
                  <a:pt x="9894" y="978"/>
                </a:lnTo>
                <a:lnTo>
                  <a:pt x="9894" y="999"/>
                </a:lnTo>
                <a:moveTo>
                  <a:pt x="9732" y="999"/>
                </a:moveTo>
                <a:lnTo>
                  <a:pt x="9630" y="999"/>
                </a:lnTo>
                <a:lnTo>
                  <a:pt x="9630" y="978"/>
                </a:lnTo>
                <a:lnTo>
                  <a:pt x="9732" y="978"/>
                </a:lnTo>
                <a:lnTo>
                  <a:pt x="9732" y="999"/>
                </a:lnTo>
                <a:moveTo>
                  <a:pt x="9569" y="999"/>
                </a:moveTo>
                <a:lnTo>
                  <a:pt x="9467" y="999"/>
                </a:lnTo>
                <a:lnTo>
                  <a:pt x="9467" y="978"/>
                </a:lnTo>
                <a:lnTo>
                  <a:pt x="9569" y="978"/>
                </a:lnTo>
                <a:lnTo>
                  <a:pt x="9569" y="999"/>
                </a:lnTo>
                <a:moveTo>
                  <a:pt x="9406" y="999"/>
                </a:moveTo>
                <a:lnTo>
                  <a:pt x="9305" y="999"/>
                </a:lnTo>
                <a:lnTo>
                  <a:pt x="9305" y="978"/>
                </a:lnTo>
                <a:lnTo>
                  <a:pt x="9406" y="978"/>
                </a:lnTo>
                <a:lnTo>
                  <a:pt x="9406" y="999"/>
                </a:lnTo>
                <a:moveTo>
                  <a:pt x="9244" y="999"/>
                </a:moveTo>
                <a:lnTo>
                  <a:pt x="9142" y="999"/>
                </a:lnTo>
                <a:lnTo>
                  <a:pt x="9142" y="978"/>
                </a:lnTo>
                <a:lnTo>
                  <a:pt x="9244" y="978"/>
                </a:lnTo>
                <a:lnTo>
                  <a:pt x="9244" y="999"/>
                </a:lnTo>
                <a:moveTo>
                  <a:pt x="9081" y="999"/>
                </a:moveTo>
                <a:lnTo>
                  <a:pt x="8979" y="999"/>
                </a:lnTo>
                <a:lnTo>
                  <a:pt x="8979" y="978"/>
                </a:lnTo>
                <a:lnTo>
                  <a:pt x="9081" y="978"/>
                </a:lnTo>
                <a:lnTo>
                  <a:pt x="9081" y="999"/>
                </a:lnTo>
                <a:moveTo>
                  <a:pt x="8918" y="999"/>
                </a:moveTo>
                <a:lnTo>
                  <a:pt x="8817" y="999"/>
                </a:lnTo>
                <a:lnTo>
                  <a:pt x="8817" y="978"/>
                </a:lnTo>
                <a:lnTo>
                  <a:pt x="8918" y="978"/>
                </a:lnTo>
                <a:lnTo>
                  <a:pt x="8918" y="999"/>
                </a:lnTo>
                <a:moveTo>
                  <a:pt x="8756" y="999"/>
                </a:moveTo>
                <a:lnTo>
                  <a:pt x="8654" y="999"/>
                </a:lnTo>
                <a:lnTo>
                  <a:pt x="8654" y="978"/>
                </a:lnTo>
                <a:lnTo>
                  <a:pt x="8756" y="978"/>
                </a:lnTo>
                <a:lnTo>
                  <a:pt x="8756" y="999"/>
                </a:lnTo>
                <a:moveTo>
                  <a:pt x="8593" y="999"/>
                </a:moveTo>
                <a:lnTo>
                  <a:pt x="8491" y="999"/>
                </a:lnTo>
                <a:lnTo>
                  <a:pt x="8491" y="978"/>
                </a:lnTo>
                <a:lnTo>
                  <a:pt x="8593" y="978"/>
                </a:lnTo>
                <a:lnTo>
                  <a:pt x="8593" y="999"/>
                </a:lnTo>
                <a:moveTo>
                  <a:pt x="8430" y="999"/>
                </a:moveTo>
                <a:lnTo>
                  <a:pt x="8328" y="999"/>
                </a:lnTo>
                <a:lnTo>
                  <a:pt x="8328" y="978"/>
                </a:lnTo>
                <a:lnTo>
                  <a:pt x="8430" y="978"/>
                </a:lnTo>
                <a:lnTo>
                  <a:pt x="8430" y="999"/>
                </a:lnTo>
                <a:moveTo>
                  <a:pt x="8267" y="999"/>
                </a:moveTo>
                <a:lnTo>
                  <a:pt x="8166" y="999"/>
                </a:lnTo>
                <a:lnTo>
                  <a:pt x="8166" y="978"/>
                </a:lnTo>
                <a:lnTo>
                  <a:pt x="8267" y="978"/>
                </a:lnTo>
                <a:lnTo>
                  <a:pt x="8267" y="999"/>
                </a:lnTo>
                <a:moveTo>
                  <a:pt x="8105" y="999"/>
                </a:moveTo>
                <a:lnTo>
                  <a:pt x="8003" y="999"/>
                </a:lnTo>
                <a:lnTo>
                  <a:pt x="8003" y="978"/>
                </a:lnTo>
                <a:lnTo>
                  <a:pt x="8105" y="978"/>
                </a:lnTo>
                <a:lnTo>
                  <a:pt x="8105" y="999"/>
                </a:lnTo>
                <a:moveTo>
                  <a:pt x="7942" y="999"/>
                </a:moveTo>
                <a:lnTo>
                  <a:pt x="7840" y="999"/>
                </a:lnTo>
                <a:lnTo>
                  <a:pt x="7840" y="978"/>
                </a:lnTo>
                <a:lnTo>
                  <a:pt x="7942" y="978"/>
                </a:lnTo>
                <a:lnTo>
                  <a:pt x="7942" y="999"/>
                </a:lnTo>
                <a:moveTo>
                  <a:pt x="7779" y="999"/>
                </a:moveTo>
                <a:lnTo>
                  <a:pt x="7678" y="999"/>
                </a:lnTo>
                <a:lnTo>
                  <a:pt x="7678" y="978"/>
                </a:lnTo>
                <a:lnTo>
                  <a:pt x="7779" y="978"/>
                </a:lnTo>
                <a:lnTo>
                  <a:pt x="7779" y="999"/>
                </a:lnTo>
                <a:moveTo>
                  <a:pt x="7617" y="999"/>
                </a:moveTo>
                <a:lnTo>
                  <a:pt x="7515" y="999"/>
                </a:lnTo>
                <a:lnTo>
                  <a:pt x="7515" y="978"/>
                </a:lnTo>
                <a:lnTo>
                  <a:pt x="7617" y="978"/>
                </a:lnTo>
                <a:lnTo>
                  <a:pt x="7617" y="999"/>
                </a:lnTo>
                <a:moveTo>
                  <a:pt x="7454" y="999"/>
                </a:moveTo>
                <a:lnTo>
                  <a:pt x="7352" y="999"/>
                </a:lnTo>
                <a:lnTo>
                  <a:pt x="7352" y="978"/>
                </a:lnTo>
                <a:lnTo>
                  <a:pt x="7454" y="978"/>
                </a:lnTo>
                <a:lnTo>
                  <a:pt x="7454" y="999"/>
                </a:lnTo>
                <a:moveTo>
                  <a:pt x="7291" y="999"/>
                </a:moveTo>
                <a:lnTo>
                  <a:pt x="7190" y="999"/>
                </a:lnTo>
                <a:lnTo>
                  <a:pt x="7190" y="978"/>
                </a:lnTo>
                <a:lnTo>
                  <a:pt x="7291" y="978"/>
                </a:lnTo>
                <a:lnTo>
                  <a:pt x="7291" y="999"/>
                </a:lnTo>
                <a:moveTo>
                  <a:pt x="7129" y="999"/>
                </a:moveTo>
                <a:lnTo>
                  <a:pt x="7027" y="999"/>
                </a:lnTo>
                <a:lnTo>
                  <a:pt x="7027" y="978"/>
                </a:lnTo>
                <a:lnTo>
                  <a:pt x="7129" y="978"/>
                </a:lnTo>
                <a:lnTo>
                  <a:pt x="7129" y="999"/>
                </a:lnTo>
                <a:moveTo>
                  <a:pt x="6966" y="999"/>
                </a:moveTo>
                <a:lnTo>
                  <a:pt x="6864" y="999"/>
                </a:lnTo>
                <a:lnTo>
                  <a:pt x="6864" y="978"/>
                </a:lnTo>
                <a:lnTo>
                  <a:pt x="6966" y="978"/>
                </a:lnTo>
                <a:lnTo>
                  <a:pt x="6966" y="999"/>
                </a:lnTo>
                <a:moveTo>
                  <a:pt x="6803" y="999"/>
                </a:moveTo>
                <a:lnTo>
                  <a:pt x="6702" y="999"/>
                </a:lnTo>
                <a:lnTo>
                  <a:pt x="6702" y="978"/>
                </a:lnTo>
                <a:lnTo>
                  <a:pt x="6803" y="978"/>
                </a:lnTo>
                <a:lnTo>
                  <a:pt x="6803" y="999"/>
                </a:lnTo>
                <a:moveTo>
                  <a:pt x="6641" y="999"/>
                </a:moveTo>
                <a:lnTo>
                  <a:pt x="6539" y="999"/>
                </a:lnTo>
                <a:lnTo>
                  <a:pt x="6539" y="978"/>
                </a:lnTo>
                <a:lnTo>
                  <a:pt x="6641" y="978"/>
                </a:lnTo>
                <a:lnTo>
                  <a:pt x="6641" y="999"/>
                </a:lnTo>
                <a:moveTo>
                  <a:pt x="6478" y="999"/>
                </a:moveTo>
                <a:lnTo>
                  <a:pt x="6376" y="999"/>
                </a:lnTo>
                <a:lnTo>
                  <a:pt x="6376" y="978"/>
                </a:lnTo>
                <a:lnTo>
                  <a:pt x="6478" y="978"/>
                </a:lnTo>
                <a:lnTo>
                  <a:pt x="6478" y="999"/>
                </a:lnTo>
                <a:moveTo>
                  <a:pt x="6315" y="999"/>
                </a:moveTo>
                <a:lnTo>
                  <a:pt x="6214" y="999"/>
                </a:lnTo>
                <a:lnTo>
                  <a:pt x="6214" y="978"/>
                </a:lnTo>
                <a:lnTo>
                  <a:pt x="6315" y="978"/>
                </a:lnTo>
                <a:lnTo>
                  <a:pt x="6315" y="999"/>
                </a:lnTo>
                <a:moveTo>
                  <a:pt x="6153" y="999"/>
                </a:moveTo>
                <a:lnTo>
                  <a:pt x="6051" y="999"/>
                </a:lnTo>
                <a:lnTo>
                  <a:pt x="6051" y="978"/>
                </a:lnTo>
                <a:lnTo>
                  <a:pt x="6153" y="978"/>
                </a:lnTo>
                <a:lnTo>
                  <a:pt x="6153" y="999"/>
                </a:lnTo>
                <a:moveTo>
                  <a:pt x="5990" y="999"/>
                </a:moveTo>
                <a:lnTo>
                  <a:pt x="5888" y="999"/>
                </a:lnTo>
                <a:lnTo>
                  <a:pt x="5888" y="978"/>
                </a:lnTo>
                <a:lnTo>
                  <a:pt x="5990" y="978"/>
                </a:lnTo>
                <a:lnTo>
                  <a:pt x="5990" y="999"/>
                </a:lnTo>
                <a:moveTo>
                  <a:pt x="5827" y="999"/>
                </a:moveTo>
                <a:lnTo>
                  <a:pt x="5725" y="999"/>
                </a:lnTo>
                <a:lnTo>
                  <a:pt x="5725" y="978"/>
                </a:lnTo>
                <a:lnTo>
                  <a:pt x="5827" y="978"/>
                </a:lnTo>
                <a:lnTo>
                  <a:pt x="5827" y="999"/>
                </a:lnTo>
                <a:moveTo>
                  <a:pt x="5664" y="999"/>
                </a:moveTo>
                <a:lnTo>
                  <a:pt x="5563" y="999"/>
                </a:lnTo>
                <a:lnTo>
                  <a:pt x="5563" y="978"/>
                </a:lnTo>
                <a:lnTo>
                  <a:pt x="5664" y="978"/>
                </a:lnTo>
                <a:lnTo>
                  <a:pt x="5664" y="999"/>
                </a:lnTo>
                <a:moveTo>
                  <a:pt x="5502" y="999"/>
                </a:moveTo>
                <a:lnTo>
                  <a:pt x="5400" y="999"/>
                </a:lnTo>
                <a:lnTo>
                  <a:pt x="5400" y="978"/>
                </a:lnTo>
                <a:lnTo>
                  <a:pt x="5502" y="978"/>
                </a:lnTo>
                <a:lnTo>
                  <a:pt x="5502" y="999"/>
                </a:lnTo>
                <a:moveTo>
                  <a:pt x="5339" y="999"/>
                </a:moveTo>
                <a:lnTo>
                  <a:pt x="5237" y="999"/>
                </a:lnTo>
                <a:lnTo>
                  <a:pt x="5237" y="978"/>
                </a:lnTo>
                <a:lnTo>
                  <a:pt x="5339" y="978"/>
                </a:lnTo>
                <a:lnTo>
                  <a:pt x="5339" y="999"/>
                </a:lnTo>
                <a:moveTo>
                  <a:pt x="5176" y="999"/>
                </a:moveTo>
                <a:lnTo>
                  <a:pt x="5075" y="999"/>
                </a:lnTo>
                <a:lnTo>
                  <a:pt x="5075" y="978"/>
                </a:lnTo>
                <a:lnTo>
                  <a:pt x="5176" y="978"/>
                </a:lnTo>
                <a:lnTo>
                  <a:pt x="5176" y="999"/>
                </a:lnTo>
                <a:moveTo>
                  <a:pt x="5014" y="999"/>
                </a:moveTo>
                <a:lnTo>
                  <a:pt x="4912" y="999"/>
                </a:lnTo>
                <a:lnTo>
                  <a:pt x="4912" y="978"/>
                </a:lnTo>
                <a:lnTo>
                  <a:pt x="5014" y="978"/>
                </a:lnTo>
                <a:lnTo>
                  <a:pt x="5014" y="999"/>
                </a:lnTo>
                <a:moveTo>
                  <a:pt x="4851" y="999"/>
                </a:moveTo>
                <a:lnTo>
                  <a:pt x="4749" y="999"/>
                </a:lnTo>
                <a:lnTo>
                  <a:pt x="4749" y="978"/>
                </a:lnTo>
                <a:lnTo>
                  <a:pt x="4851" y="978"/>
                </a:lnTo>
                <a:lnTo>
                  <a:pt x="4851" y="999"/>
                </a:lnTo>
                <a:moveTo>
                  <a:pt x="4688" y="999"/>
                </a:moveTo>
                <a:lnTo>
                  <a:pt x="4587" y="999"/>
                </a:lnTo>
                <a:lnTo>
                  <a:pt x="4587" y="978"/>
                </a:lnTo>
                <a:lnTo>
                  <a:pt x="4688" y="978"/>
                </a:lnTo>
                <a:lnTo>
                  <a:pt x="4688" y="999"/>
                </a:lnTo>
                <a:moveTo>
                  <a:pt x="4526" y="999"/>
                </a:moveTo>
                <a:lnTo>
                  <a:pt x="4424" y="999"/>
                </a:lnTo>
                <a:lnTo>
                  <a:pt x="4424" y="978"/>
                </a:lnTo>
                <a:lnTo>
                  <a:pt x="4526" y="978"/>
                </a:lnTo>
                <a:lnTo>
                  <a:pt x="4526" y="999"/>
                </a:lnTo>
                <a:moveTo>
                  <a:pt x="4363" y="999"/>
                </a:moveTo>
                <a:lnTo>
                  <a:pt x="4261" y="999"/>
                </a:lnTo>
                <a:lnTo>
                  <a:pt x="4261" y="978"/>
                </a:lnTo>
                <a:lnTo>
                  <a:pt x="4363" y="978"/>
                </a:lnTo>
                <a:lnTo>
                  <a:pt x="4363" y="999"/>
                </a:lnTo>
                <a:moveTo>
                  <a:pt x="4200" y="999"/>
                </a:moveTo>
                <a:lnTo>
                  <a:pt x="4099" y="999"/>
                </a:lnTo>
                <a:lnTo>
                  <a:pt x="4099" y="978"/>
                </a:lnTo>
                <a:lnTo>
                  <a:pt x="4200" y="978"/>
                </a:lnTo>
                <a:lnTo>
                  <a:pt x="4200" y="999"/>
                </a:lnTo>
                <a:moveTo>
                  <a:pt x="4038" y="999"/>
                </a:moveTo>
                <a:lnTo>
                  <a:pt x="3936" y="999"/>
                </a:lnTo>
                <a:lnTo>
                  <a:pt x="3936" y="978"/>
                </a:lnTo>
                <a:lnTo>
                  <a:pt x="4038" y="978"/>
                </a:lnTo>
                <a:lnTo>
                  <a:pt x="4038" y="999"/>
                </a:lnTo>
                <a:moveTo>
                  <a:pt x="3875" y="999"/>
                </a:moveTo>
                <a:lnTo>
                  <a:pt x="3773" y="999"/>
                </a:lnTo>
                <a:lnTo>
                  <a:pt x="3773" y="978"/>
                </a:lnTo>
                <a:lnTo>
                  <a:pt x="3875" y="978"/>
                </a:lnTo>
                <a:lnTo>
                  <a:pt x="3875" y="999"/>
                </a:lnTo>
                <a:moveTo>
                  <a:pt x="3712" y="999"/>
                </a:moveTo>
                <a:lnTo>
                  <a:pt x="3611" y="999"/>
                </a:lnTo>
                <a:lnTo>
                  <a:pt x="3611" y="978"/>
                </a:lnTo>
                <a:lnTo>
                  <a:pt x="3712" y="978"/>
                </a:lnTo>
                <a:lnTo>
                  <a:pt x="3712" y="999"/>
                </a:lnTo>
                <a:moveTo>
                  <a:pt x="3550" y="999"/>
                </a:moveTo>
                <a:lnTo>
                  <a:pt x="3448" y="999"/>
                </a:lnTo>
                <a:lnTo>
                  <a:pt x="3448" y="978"/>
                </a:lnTo>
                <a:lnTo>
                  <a:pt x="3550" y="978"/>
                </a:lnTo>
                <a:lnTo>
                  <a:pt x="3550" y="999"/>
                </a:lnTo>
                <a:moveTo>
                  <a:pt x="3387" y="999"/>
                </a:moveTo>
                <a:lnTo>
                  <a:pt x="3285" y="999"/>
                </a:lnTo>
                <a:lnTo>
                  <a:pt x="3285" y="978"/>
                </a:lnTo>
                <a:lnTo>
                  <a:pt x="3387" y="978"/>
                </a:lnTo>
                <a:lnTo>
                  <a:pt x="3387" y="999"/>
                </a:lnTo>
                <a:moveTo>
                  <a:pt x="3224" y="999"/>
                </a:moveTo>
                <a:lnTo>
                  <a:pt x="3123" y="999"/>
                </a:lnTo>
                <a:lnTo>
                  <a:pt x="3123" y="978"/>
                </a:lnTo>
                <a:lnTo>
                  <a:pt x="3224" y="978"/>
                </a:lnTo>
                <a:lnTo>
                  <a:pt x="3224" y="999"/>
                </a:lnTo>
                <a:moveTo>
                  <a:pt x="3062" y="999"/>
                </a:moveTo>
                <a:lnTo>
                  <a:pt x="2960" y="999"/>
                </a:lnTo>
                <a:lnTo>
                  <a:pt x="2960" y="978"/>
                </a:lnTo>
                <a:lnTo>
                  <a:pt x="3062" y="978"/>
                </a:lnTo>
                <a:lnTo>
                  <a:pt x="3062" y="999"/>
                </a:lnTo>
                <a:moveTo>
                  <a:pt x="2899" y="999"/>
                </a:moveTo>
                <a:lnTo>
                  <a:pt x="2797" y="999"/>
                </a:lnTo>
                <a:lnTo>
                  <a:pt x="2797" y="978"/>
                </a:lnTo>
                <a:lnTo>
                  <a:pt x="2899" y="978"/>
                </a:lnTo>
                <a:lnTo>
                  <a:pt x="2899" y="999"/>
                </a:lnTo>
                <a:moveTo>
                  <a:pt x="2736" y="999"/>
                </a:moveTo>
                <a:lnTo>
                  <a:pt x="2634" y="999"/>
                </a:lnTo>
                <a:lnTo>
                  <a:pt x="2634" y="978"/>
                </a:lnTo>
                <a:lnTo>
                  <a:pt x="2736" y="978"/>
                </a:lnTo>
                <a:lnTo>
                  <a:pt x="2736" y="999"/>
                </a:lnTo>
                <a:moveTo>
                  <a:pt x="2573" y="999"/>
                </a:moveTo>
                <a:lnTo>
                  <a:pt x="2472" y="999"/>
                </a:lnTo>
                <a:lnTo>
                  <a:pt x="2472" y="978"/>
                </a:lnTo>
                <a:lnTo>
                  <a:pt x="2573" y="978"/>
                </a:lnTo>
                <a:lnTo>
                  <a:pt x="2573" y="999"/>
                </a:lnTo>
                <a:moveTo>
                  <a:pt x="2411" y="999"/>
                </a:moveTo>
                <a:lnTo>
                  <a:pt x="2309" y="999"/>
                </a:lnTo>
                <a:lnTo>
                  <a:pt x="2309" y="978"/>
                </a:lnTo>
                <a:lnTo>
                  <a:pt x="2411" y="978"/>
                </a:lnTo>
                <a:lnTo>
                  <a:pt x="2411" y="999"/>
                </a:lnTo>
                <a:moveTo>
                  <a:pt x="2248" y="999"/>
                </a:moveTo>
                <a:lnTo>
                  <a:pt x="2146" y="999"/>
                </a:lnTo>
                <a:lnTo>
                  <a:pt x="2146" y="978"/>
                </a:lnTo>
                <a:lnTo>
                  <a:pt x="2248" y="978"/>
                </a:lnTo>
                <a:lnTo>
                  <a:pt x="2248" y="999"/>
                </a:lnTo>
                <a:moveTo>
                  <a:pt x="2085" y="999"/>
                </a:moveTo>
                <a:lnTo>
                  <a:pt x="1984" y="999"/>
                </a:lnTo>
                <a:lnTo>
                  <a:pt x="1984" y="978"/>
                </a:lnTo>
                <a:lnTo>
                  <a:pt x="2085" y="978"/>
                </a:lnTo>
                <a:lnTo>
                  <a:pt x="2085" y="999"/>
                </a:lnTo>
                <a:moveTo>
                  <a:pt x="1923" y="999"/>
                </a:moveTo>
                <a:lnTo>
                  <a:pt x="1821" y="999"/>
                </a:lnTo>
                <a:lnTo>
                  <a:pt x="1821" y="978"/>
                </a:lnTo>
                <a:lnTo>
                  <a:pt x="1923" y="978"/>
                </a:lnTo>
                <a:lnTo>
                  <a:pt x="1923" y="999"/>
                </a:lnTo>
                <a:moveTo>
                  <a:pt x="1760" y="999"/>
                </a:moveTo>
                <a:lnTo>
                  <a:pt x="1658" y="999"/>
                </a:lnTo>
                <a:lnTo>
                  <a:pt x="1658" y="978"/>
                </a:lnTo>
                <a:lnTo>
                  <a:pt x="1760" y="978"/>
                </a:lnTo>
                <a:lnTo>
                  <a:pt x="1760" y="999"/>
                </a:lnTo>
                <a:moveTo>
                  <a:pt x="1597" y="999"/>
                </a:moveTo>
                <a:lnTo>
                  <a:pt x="1496" y="999"/>
                </a:lnTo>
                <a:lnTo>
                  <a:pt x="1496" y="978"/>
                </a:lnTo>
                <a:lnTo>
                  <a:pt x="1597" y="978"/>
                </a:lnTo>
                <a:lnTo>
                  <a:pt x="1597" y="999"/>
                </a:lnTo>
                <a:moveTo>
                  <a:pt x="1435" y="999"/>
                </a:moveTo>
                <a:lnTo>
                  <a:pt x="1333" y="999"/>
                </a:lnTo>
                <a:lnTo>
                  <a:pt x="1333" y="978"/>
                </a:lnTo>
                <a:lnTo>
                  <a:pt x="1435" y="978"/>
                </a:lnTo>
                <a:lnTo>
                  <a:pt x="1435" y="999"/>
                </a:lnTo>
                <a:moveTo>
                  <a:pt x="1272" y="999"/>
                </a:moveTo>
                <a:lnTo>
                  <a:pt x="1169" y="999"/>
                </a:lnTo>
                <a:lnTo>
                  <a:pt x="1169" y="978"/>
                </a:lnTo>
                <a:lnTo>
                  <a:pt x="1272" y="978"/>
                </a:lnTo>
                <a:lnTo>
                  <a:pt x="1272" y="999"/>
                </a:lnTo>
                <a:moveTo>
                  <a:pt x="1108" y="999"/>
                </a:moveTo>
                <a:lnTo>
                  <a:pt x="1007" y="999"/>
                </a:lnTo>
                <a:lnTo>
                  <a:pt x="1007" y="978"/>
                </a:lnTo>
                <a:lnTo>
                  <a:pt x="1108" y="978"/>
                </a:lnTo>
                <a:lnTo>
                  <a:pt x="1108" y="999"/>
                </a:lnTo>
                <a:moveTo>
                  <a:pt x="946" y="999"/>
                </a:moveTo>
                <a:lnTo>
                  <a:pt x="844" y="999"/>
                </a:lnTo>
                <a:lnTo>
                  <a:pt x="844" y="978"/>
                </a:lnTo>
                <a:lnTo>
                  <a:pt x="946" y="978"/>
                </a:lnTo>
                <a:lnTo>
                  <a:pt x="946" y="999"/>
                </a:lnTo>
                <a:moveTo>
                  <a:pt x="783" y="999"/>
                </a:moveTo>
                <a:lnTo>
                  <a:pt x="681" y="999"/>
                </a:lnTo>
                <a:lnTo>
                  <a:pt x="681" y="978"/>
                </a:lnTo>
                <a:lnTo>
                  <a:pt x="783" y="978"/>
                </a:lnTo>
                <a:lnTo>
                  <a:pt x="783" y="999"/>
                </a:lnTo>
                <a:moveTo>
                  <a:pt x="620" y="999"/>
                </a:moveTo>
                <a:lnTo>
                  <a:pt x="519" y="999"/>
                </a:lnTo>
                <a:lnTo>
                  <a:pt x="519" y="978"/>
                </a:lnTo>
                <a:lnTo>
                  <a:pt x="620" y="978"/>
                </a:lnTo>
                <a:lnTo>
                  <a:pt x="620" y="999"/>
                </a:lnTo>
                <a:moveTo>
                  <a:pt x="458" y="999"/>
                </a:moveTo>
                <a:lnTo>
                  <a:pt x="356" y="999"/>
                </a:lnTo>
                <a:lnTo>
                  <a:pt x="356" y="978"/>
                </a:lnTo>
                <a:lnTo>
                  <a:pt x="458" y="978"/>
                </a:lnTo>
                <a:lnTo>
                  <a:pt x="458" y="999"/>
                </a:lnTo>
                <a:moveTo>
                  <a:pt x="295" y="999"/>
                </a:moveTo>
                <a:lnTo>
                  <a:pt x="193" y="999"/>
                </a:lnTo>
                <a:lnTo>
                  <a:pt x="193" y="978"/>
                </a:lnTo>
                <a:lnTo>
                  <a:pt x="295" y="978"/>
                </a:lnTo>
                <a:lnTo>
                  <a:pt x="295" y="999"/>
                </a:lnTo>
                <a:moveTo>
                  <a:pt x="132" y="999"/>
                </a:moveTo>
                <a:lnTo>
                  <a:pt x="30" y="999"/>
                </a:lnTo>
                <a:lnTo>
                  <a:pt x="30" y="978"/>
                </a:lnTo>
                <a:lnTo>
                  <a:pt x="132" y="978"/>
                </a:lnTo>
                <a:lnTo>
                  <a:pt x="132" y="999"/>
                </a:lnTo>
                <a:moveTo>
                  <a:pt x="0" y="948"/>
                </a:moveTo>
                <a:lnTo>
                  <a:pt x="0" y="846"/>
                </a:lnTo>
                <a:lnTo>
                  <a:pt x="20" y="846"/>
                </a:lnTo>
                <a:lnTo>
                  <a:pt x="20" y="948"/>
                </a:lnTo>
                <a:lnTo>
                  <a:pt x="0" y="948"/>
                </a:lnTo>
                <a:moveTo>
                  <a:pt x="0" y="785"/>
                </a:moveTo>
                <a:lnTo>
                  <a:pt x="0" y="683"/>
                </a:lnTo>
                <a:lnTo>
                  <a:pt x="20" y="683"/>
                </a:lnTo>
                <a:lnTo>
                  <a:pt x="20" y="785"/>
                </a:lnTo>
                <a:lnTo>
                  <a:pt x="0" y="785"/>
                </a:lnTo>
                <a:moveTo>
                  <a:pt x="0" y="622"/>
                </a:moveTo>
                <a:lnTo>
                  <a:pt x="0" y="520"/>
                </a:lnTo>
                <a:lnTo>
                  <a:pt x="20" y="520"/>
                </a:lnTo>
                <a:lnTo>
                  <a:pt x="20" y="622"/>
                </a:lnTo>
                <a:lnTo>
                  <a:pt x="0" y="622"/>
                </a:lnTo>
                <a:moveTo>
                  <a:pt x="0" y="459"/>
                </a:moveTo>
                <a:lnTo>
                  <a:pt x="0" y="358"/>
                </a:lnTo>
                <a:lnTo>
                  <a:pt x="20" y="358"/>
                </a:lnTo>
                <a:lnTo>
                  <a:pt x="20" y="459"/>
                </a:lnTo>
                <a:lnTo>
                  <a:pt x="0" y="459"/>
                </a:lnTo>
                <a:moveTo>
                  <a:pt x="0" y="297"/>
                </a:moveTo>
                <a:lnTo>
                  <a:pt x="0" y="195"/>
                </a:lnTo>
                <a:lnTo>
                  <a:pt x="20" y="195"/>
                </a:lnTo>
                <a:lnTo>
                  <a:pt x="20" y="297"/>
                </a:lnTo>
                <a:lnTo>
                  <a:pt x="0" y="297"/>
                </a:lnTo>
                <a:moveTo>
                  <a:pt x="0" y="134"/>
                </a:moveTo>
                <a:lnTo>
                  <a:pt x="0" y="31"/>
                </a:lnTo>
                <a:lnTo>
                  <a:pt x="20" y="31"/>
                </a:lnTo>
                <a:lnTo>
                  <a:pt x="20" y="134"/>
                </a:lnTo>
                <a:lnTo>
                  <a:pt x="0" y="13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4853880" y="30938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4853880" y="31197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1347120" y="2896200"/>
            <a:ext cx="38062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1449720" y="308592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1376280" y="3445560"/>
            <a:ext cx="2672640" cy="352080"/>
          </a:xfrm>
          <a:custGeom>
            <a:avLst/>
            <a:gdLst/>
            <a:ahLst/>
            <a:rect l="0" t="0" r="r" b="b"/>
            <a:pathLst>
              <a:path w="7424" h="978">
                <a:moveTo>
                  <a:pt x="0" y="0"/>
                </a:moveTo>
                <a:lnTo>
                  <a:pt x="7424" y="0"/>
                </a:lnTo>
                <a:lnTo>
                  <a:pt x="7424" y="978"/>
                </a:lnTo>
                <a:lnTo>
                  <a:pt x="0" y="97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1372680" y="3441960"/>
            <a:ext cx="2679840" cy="359280"/>
          </a:xfrm>
          <a:custGeom>
            <a:avLst/>
            <a:gdLst/>
            <a:ahLst/>
            <a:rect l="0" t="0" r="r" b="b"/>
            <a:pathLst>
              <a:path w="7444" h="998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0"/>
                </a:lnTo>
                <a:lnTo>
                  <a:pt x="824" y="20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0"/>
                </a:lnTo>
                <a:lnTo>
                  <a:pt x="986" y="20"/>
                </a:lnTo>
                <a:lnTo>
                  <a:pt x="986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3" y="0"/>
                </a:lnTo>
                <a:lnTo>
                  <a:pt x="1413" y="20"/>
                </a:lnTo>
                <a:lnTo>
                  <a:pt x="1312" y="20"/>
                </a:lnTo>
                <a:lnTo>
                  <a:pt x="1312" y="0"/>
                </a:lnTo>
                <a:moveTo>
                  <a:pt x="1474" y="0"/>
                </a:moveTo>
                <a:lnTo>
                  <a:pt x="1576" y="0"/>
                </a:lnTo>
                <a:lnTo>
                  <a:pt x="1576" y="20"/>
                </a:lnTo>
                <a:lnTo>
                  <a:pt x="1474" y="20"/>
                </a:lnTo>
                <a:lnTo>
                  <a:pt x="1474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1" y="0"/>
                </a:lnTo>
                <a:lnTo>
                  <a:pt x="1901" y="20"/>
                </a:lnTo>
                <a:lnTo>
                  <a:pt x="1800" y="20"/>
                </a:lnTo>
                <a:lnTo>
                  <a:pt x="1800" y="0"/>
                </a:lnTo>
                <a:moveTo>
                  <a:pt x="1962" y="0"/>
                </a:moveTo>
                <a:lnTo>
                  <a:pt x="2064" y="0"/>
                </a:lnTo>
                <a:lnTo>
                  <a:pt x="2064" y="20"/>
                </a:lnTo>
                <a:lnTo>
                  <a:pt x="1962" y="20"/>
                </a:lnTo>
                <a:lnTo>
                  <a:pt x="1962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89" y="0"/>
                </a:lnTo>
                <a:lnTo>
                  <a:pt x="2389" y="20"/>
                </a:lnTo>
                <a:lnTo>
                  <a:pt x="2288" y="20"/>
                </a:lnTo>
                <a:lnTo>
                  <a:pt x="2288" y="0"/>
                </a:lnTo>
                <a:moveTo>
                  <a:pt x="2450" y="0"/>
                </a:moveTo>
                <a:lnTo>
                  <a:pt x="2552" y="0"/>
                </a:lnTo>
                <a:lnTo>
                  <a:pt x="2552" y="20"/>
                </a:lnTo>
                <a:lnTo>
                  <a:pt x="2450" y="20"/>
                </a:lnTo>
                <a:lnTo>
                  <a:pt x="2450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7" y="0"/>
                </a:lnTo>
                <a:lnTo>
                  <a:pt x="2877" y="20"/>
                </a:lnTo>
                <a:lnTo>
                  <a:pt x="2776" y="20"/>
                </a:lnTo>
                <a:lnTo>
                  <a:pt x="2776" y="0"/>
                </a:lnTo>
                <a:moveTo>
                  <a:pt x="2938" y="0"/>
                </a:moveTo>
                <a:lnTo>
                  <a:pt x="3040" y="0"/>
                </a:lnTo>
                <a:lnTo>
                  <a:pt x="3040" y="20"/>
                </a:lnTo>
                <a:lnTo>
                  <a:pt x="2938" y="20"/>
                </a:lnTo>
                <a:lnTo>
                  <a:pt x="2938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7" y="0"/>
                </a:moveTo>
                <a:lnTo>
                  <a:pt x="3528" y="0"/>
                </a:lnTo>
                <a:lnTo>
                  <a:pt x="3528" y="20"/>
                </a:lnTo>
                <a:lnTo>
                  <a:pt x="3427" y="20"/>
                </a:lnTo>
                <a:lnTo>
                  <a:pt x="3427" y="0"/>
                </a:lnTo>
                <a:moveTo>
                  <a:pt x="3589" y="0"/>
                </a:moveTo>
                <a:lnTo>
                  <a:pt x="3691" y="0"/>
                </a:lnTo>
                <a:lnTo>
                  <a:pt x="3691" y="20"/>
                </a:lnTo>
                <a:lnTo>
                  <a:pt x="3589" y="20"/>
                </a:lnTo>
                <a:lnTo>
                  <a:pt x="3589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0"/>
                </a:lnTo>
                <a:lnTo>
                  <a:pt x="3752" y="20"/>
                </a:lnTo>
                <a:lnTo>
                  <a:pt x="3752" y="0"/>
                </a:lnTo>
                <a:moveTo>
                  <a:pt x="3915" y="0"/>
                </a:moveTo>
                <a:lnTo>
                  <a:pt x="4016" y="0"/>
                </a:lnTo>
                <a:lnTo>
                  <a:pt x="4016" y="20"/>
                </a:lnTo>
                <a:lnTo>
                  <a:pt x="3915" y="20"/>
                </a:lnTo>
                <a:lnTo>
                  <a:pt x="3915" y="0"/>
                </a:lnTo>
                <a:moveTo>
                  <a:pt x="4077" y="0"/>
                </a:moveTo>
                <a:lnTo>
                  <a:pt x="4179" y="0"/>
                </a:lnTo>
                <a:lnTo>
                  <a:pt x="4179" y="20"/>
                </a:lnTo>
                <a:lnTo>
                  <a:pt x="4077" y="20"/>
                </a:lnTo>
                <a:lnTo>
                  <a:pt x="4077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0"/>
                </a:lnTo>
                <a:lnTo>
                  <a:pt x="4240" y="20"/>
                </a:lnTo>
                <a:lnTo>
                  <a:pt x="4240" y="0"/>
                </a:lnTo>
                <a:moveTo>
                  <a:pt x="4403" y="0"/>
                </a:moveTo>
                <a:lnTo>
                  <a:pt x="4504" y="0"/>
                </a:lnTo>
                <a:lnTo>
                  <a:pt x="4504" y="20"/>
                </a:lnTo>
                <a:lnTo>
                  <a:pt x="4403" y="20"/>
                </a:lnTo>
                <a:lnTo>
                  <a:pt x="4403" y="0"/>
                </a:lnTo>
                <a:moveTo>
                  <a:pt x="4565" y="0"/>
                </a:moveTo>
                <a:lnTo>
                  <a:pt x="4667" y="0"/>
                </a:lnTo>
                <a:lnTo>
                  <a:pt x="4667" y="20"/>
                </a:lnTo>
                <a:lnTo>
                  <a:pt x="4565" y="20"/>
                </a:lnTo>
                <a:lnTo>
                  <a:pt x="4565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0"/>
                </a:lnTo>
                <a:lnTo>
                  <a:pt x="4728" y="20"/>
                </a:lnTo>
                <a:lnTo>
                  <a:pt x="4728" y="0"/>
                </a:lnTo>
                <a:moveTo>
                  <a:pt x="4891" y="0"/>
                </a:moveTo>
                <a:lnTo>
                  <a:pt x="4992" y="0"/>
                </a:lnTo>
                <a:lnTo>
                  <a:pt x="4992" y="20"/>
                </a:lnTo>
                <a:lnTo>
                  <a:pt x="4891" y="20"/>
                </a:lnTo>
                <a:lnTo>
                  <a:pt x="4891" y="0"/>
                </a:lnTo>
                <a:moveTo>
                  <a:pt x="5053" y="0"/>
                </a:moveTo>
                <a:lnTo>
                  <a:pt x="5155" y="0"/>
                </a:lnTo>
                <a:lnTo>
                  <a:pt x="5155" y="20"/>
                </a:lnTo>
                <a:lnTo>
                  <a:pt x="5053" y="20"/>
                </a:lnTo>
                <a:lnTo>
                  <a:pt x="5053" y="0"/>
                </a:lnTo>
                <a:moveTo>
                  <a:pt x="5216" y="0"/>
                </a:moveTo>
                <a:lnTo>
                  <a:pt x="5318" y="0"/>
                </a:lnTo>
                <a:lnTo>
                  <a:pt x="5318" y="20"/>
                </a:lnTo>
                <a:lnTo>
                  <a:pt x="5216" y="20"/>
                </a:lnTo>
                <a:lnTo>
                  <a:pt x="5216" y="0"/>
                </a:lnTo>
                <a:moveTo>
                  <a:pt x="5379" y="0"/>
                </a:moveTo>
                <a:lnTo>
                  <a:pt x="5480" y="0"/>
                </a:lnTo>
                <a:lnTo>
                  <a:pt x="5480" y="20"/>
                </a:lnTo>
                <a:lnTo>
                  <a:pt x="5379" y="20"/>
                </a:lnTo>
                <a:lnTo>
                  <a:pt x="5379" y="0"/>
                </a:lnTo>
                <a:moveTo>
                  <a:pt x="5541" y="0"/>
                </a:moveTo>
                <a:lnTo>
                  <a:pt x="5643" y="0"/>
                </a:lnTo>
                <a:lnTo>
                  <a:pt x="5643" y="20"/>
                </a:lnTo>
                <a:lnTo>
                  <a:pt x="5541" y="20"/>
                </a:lnTo>
                <a:lnTo>
                  <a:pt x="5541" y="0"/>
                </a:lnTo>
                <a:moveTo>
                  <a:pt x="5704" y="0"/>
                </a:moveTo>
                <a:lnTo>
                  <a:pt x="5806" y="0"/>
                </a:lnTo>
                <a:lnTo>
                  <a:pt x="5806" y="20"/>
                </a:lnTo>
                <a:lnTo>
                  <a:pt x="5704" y="20"/>
                </a:lnTo>
                <a:lnTo>
                  <a:pt x="5704" y="0"/>
                </a:lnTo>
                <a:moveTo>
                  <a:pt x="5867" y="0"/>
                </a:moveTo>
                <a:lnTo>
                  <a:pt x="5969" y="0"/>
                </a:lnTo>
                <a:lnTo>
                  <a:pt x="5969" y="20"/>
                </a:lnTo>
                <a:lnTo>
                  <a:pt x="5867" y="20"/>
                </a:lnTo>
                <a:lnTo>
                  <a:pt x="5867" y="0"/>
                </a:lnTo>
                <a:moveTo>
                  <a:pt x="6030" y="0"/>
                </a:moveTo>
                <a:lnTo>
                  <a:pt x="6131" y="0"/>
                </a:lnTo>
                <a:lnTo>
                  <a:pt x="6131" y="20"/>
                </a:lnTo>
                <a:lnTo>
                  <a:pt x="6030" y="20"/>
                </a:lnTo>
                <a:lnTo>
                  <a:pt x="6030" y="0"/>
                </a:lnTo>
                <a:moveTo>
                  <a:pt x="6192" y="0"/>
                </a:moveTo>
                <a:lnTo>
                  <a:pt x="6294" y="0"/>
                </a:lnTo>
                <a:lnTo>
                  <a:pt x="6294" y="20"/>
                </a:lnTo>
                <a:lnTo>
                  <a:pt x="6192" y="20"/>
                </a:lnTo>
                <a:lnTo>
                  <a:pt x="6192" y="0"/>
                </a:lnTo>
                <a:moveTo>
                  <a:pt x="6355" y="0"/>
                </a:moveTo>
                <a:lnTo>
                  <a:pt x="6457" y="0"/>
                </a:lnTo>
                <a:lnTo>
                  <a:pt x="6457" y="20"/>
                </a:lnTo>
                <a:lnTo>
                  <a:pt x="6355" y="20"/>
                </a:lnTo>
                <a:lnTo>
                  <a:pt x="6355" y="0"/>
                </a:lnTo>
                <a:moveTo>
                  <a:pt x="6518" y="0"/>
                </a:moveTo>
                <a:lnTo>
                  <a:pt x="6619" y="0"/>
                </a:lnTo>
                <a:lnTo>
                  <a:pt x="6619" y="20"/>
                </a:lnTo>
                <a:lnTo>
                  <a:pt x="6518" y="20"/>
                </a:lnTo>
                <a:lnTo>
                  <a:pt x="6518" y="0"/>
                </a:lnTo>
                <a:moveTo>
                  <a:pt x="6680" y="0"/>
                </a:moveTo>
                <a:lnTo>
                  <a:pt x="6782" y="0"/>
                </a:lnTo>
                <a:lnTo>
                  <a:pt x="6782" y="20"/>
                </a:lnTo>
                <a:lnTo>
                  <a:pt x="6680" y="20"/>
                </a:lnTo>
                <a:lnTo>
                  <a:pt x="6680" y="0"/>
                </a:lnTo>
                <a:moveTo>
                  <a:pt x="6843" y="0"/>
                </a:moveTo>
                <a:lnTo>
                  <a:pt x="6945" y="0"/>
                </a:lnTo>
                <a:lnTo>
                  <a:pt x="6945" y="20"/>
                </a:lnTo>
                <a:lnTo>
                  <a:pt x="6843" y="20"/>
                </a:lnTo>
                <a:lnTo>
                  <a:pt x="6843" y="0"/>
                </a:lnTo>
                <a:moveTo>
                  <a:pt x="7006" y="0"/>
                </a:moveTo>
                <a:lnTo>
                  <a:pt x="7107" y="0"/>
                </a:lnTo>
                <a:lnTo>
                  <a:pt x="7107" y="20"/>
                </a:lnTo>
                <a:lnTo>
                  <a:pt x="7006" y="20"/>
                </a:lnTo>
                <a:lnTo>
                  <a:pt x="7006" y="0"/>
                </a:lnTo>
                <a:moveTo>
                  <a:pt x="7168" y="0"/>
                </a:moveTo>
                <a:lnTo>
                  <a:pt x="7270" y="0"/>
                </a:lnTo>
                <a:lnTo>
                  <a:pt x="7270" y="20"/>
                </a:lnTo>
                <a:lnTo>
                  <a:pt x="7168" y="20"/>
                </a:lnTo>
                <a:lnTo>
                  <a:pt x="7168" y="0"/>
                </a:lnTo>
                <a:moveTo>
                  <a:pt x="7331" y="0"/>
                </a:moveTo>
                <a:lnTo>
                  <a:pt x="7434" y="0"/>
                </a:lnTo>
                <a:lnTo>
                  <a:pt x="7434" y="20"/>
                </a:lnTo>
                <a:lnTo>
                  <a:pt x="7331" y="20"/>
                </a:lnTo>
                <a:lnTo>
                  <a:pt x="7331" y="0"/>
                </a:lnTo>
                <a:moveTo>
                  <a:pt x="7444" y="71"/>
                </a:moveTo>
                <a:lnTo>
                  <a:pt x="7444" y="173"/>
                </a:lnTo>
                <a:lnTo>
                  <a:pt x="7424" y="173"/>
                </a:lnTo>
                <a:lnTo>
                  <a:pt x="7424" y="71"/>
                </a:lnTo>
                <a:lnTo>
                  <a:pt x="7444" y="71"/>
                </a:lnTo>
                <a:moveTo>
                  <a:pt x="7444" y="234"/>
                </a:moveTo>
                <a:lnTo>
                  <a:pt x="7444" y="336"/>
                </a:lnTo>
                <a:lnTo>
                  <a:pt x="7424" y="336"/>
                </a:lnTo>
                <a:lnTo>
                  <a:pt x="7424" y="234"/>
                </a:lnTo>
                <a:lnTo>
                  <a:pt x="7444" y="234"/>
                </a:lnTo>
                <a:moveTo>
                  <a:pt x="7444" y="397"/>
                </a:moveTo>
                <a:lnTo>
                  <a:pt x="7444" y="499"/>
                </a:lnTo>
                <a:lnTo>
                  <a:pt x="7424" y="499"/>
                </a:lnTo>
                <a:lnTo>
                  <a:pt x="7424" y="397"/>
                </a:lnTo>
                <a:lnTo>
                  <a:pt x="7444" y="397"/>
                </a:lnTo>
                <a:moveTo>
                  <a:pt x="7444" y="560"/>
                </a:moveTo>
                <a:lnTo>
                  <a:pt x="7444" y="662"/>
                </a:lnTo>
                <a:lnTo>
                  <a:pt x="7424" y="662"/>
                </a:lnTo>
                <a:lnTo>
                  <a:pt x="7424" y="560"/>
                </a:lnTo>
                <a:lnTo>
                  <a:pt x="7444" y="560"/>
                </a:lnTo>
                <a:moveTo>
                  <a:pt x="7444" y="723"/>
                </a:moveTo>
                <a:lnTo>
                  <a:pt x="7444" y="824"/>
                </a:lnTo>
                <a:lnTo>
                  <a:pt x="7424" y="824"/>
                </a:lnTo>
                <a:lnTo>
                  <a:pt x="7424" y="723"/>
                </a:lnTo>
                <a:lnTo>
                  <a:pt x="7444" y="723"/>
                </a:lnTo>
                <a:moveTo>
                  <a:pt x="7444" y="885"/>
                </a:moveTo>
                <a:lnTo>
                  <a:pt x="7444" y="988"/>
                </a:lnTo>
                <a:lnTo>
                  <a:pt x="7424" y="988"/>
                </a:lnTo>
                <a:lnTo>
                  <a:pt x="7424" y="885"/>
                </a:lnTo>
                <a:lnTo>
                  <a:pt x="7444" y="885"/>
                </a:lnTo>
                <a:moveTo>
                  <a:pt x="7373" y="998"/>
                </a:moveTo>
                <a:lnTo>
                  <a:pt x="7270" y="998"/>
                </a:lnTo>
                <a:lnTo>
                  <a:pt x="7270" y="978"/>
                </a:lnTo>
                <a:lnTo>
                  <a:pt x="7373" y="978"/>
                </a:lnTo>
                <a:lnTo>
                  <a:pt x="7373" y="998"/>
                </a:lnTo>
                <a:moveTo>
                  <a:pt x="7209" y="998"/>
                </a:moveTo>
                <a:lnTo>
                  <a:pt x="7107" y="998"/>
                </a:lnTo>
                <a:lnTo>
                  <a:pt x="7107" y="978"/>
                </a:lnTo>
                <a:lnTo>
                  <a:pt x="7209" y="978"/>
                </a:lnTo>
                <a:lnTo>
                  <a:pt x="7209" y="998"/>
                </a:lnTo>
                <a:moveTo>
                  <a:pt x="7046" y="998"/>
                </a:moveTo>
                <a:lnTo>
                  <a:pt x="6945" y="998"/>
                </a:lnTo>
                <a:lnTo>
                  <a:pt x="6945" y="978"/>
                </a:lnTo>
                <a:lnTo>
                  <a:pt x="7046" y="978"/>
                </a:lnTo>
                <a:lnTo>
                  <a:pt x="7046" y="998"/>
                </a:lnTo>
                <a:moveTo>
                  <a:pt x="6884" y="998"/>
                </a:moveTo>
                <a:lnTo>
                  <a:pt x="6782" y="998"/>
                </a:lnTo>
                <a:lnTo>
                  <a:pt x="6782" y="978"/>
                </a:lnTo>
                <a:lnTo>
                  <a:pt x="6884" y="978"/>
                </a:lnTo>
                <a:lnTo>
                  <a:pt x="6884" y="998"/>
                </a:lnTo>
                <a:moveTo>
                  <a:pt x="6721" y="998"/>
                </a:moveTo>
                <a:lnTo>
                  <a:pt x="6619" y="998"/>
                </a:lnTo>
                <a:lnTo>
                  <a:pt x="6619" y="978"/>
                </a:lnTo>
                <a:lnTo>
                  <a:pt x="6721" y="978"/>
                </a:lnTo>
                <a:lnTo>
                  <a:pt x="6721" y="998"/>
                </a:lnTo>
                <a:moveTo>
                  <a:pt x="6558" y="998"/>
                </a:moveTo>
                <a:lnTo>
                  <a:pt x="6457" y="998"/>
                </a:lnTo>
                <a:lnTo>
                  <a:pt x="6457" y="978"/>
                </a:lnTo>
                <a:lnTo>
                  <a:pt x="6558" y="978"/>
                </a:lnTo>
                <a:lnTo>
                  <a:pt x="6558" y="998"/>
                </a:lnTo>
                <a:moveTo>
                  <a:pt x="6396" y="998"/>
                </a:moveTo>
                <a:lnTo>
                  <a:pt x="6294" y="998"/>
                </a:lnTo>
                <a:lnTo>
                  <a:pt x="6294" y="978"/>
                </a:lnTo>
                <a:lnTo>
                  <a:pt x="6396" y="978"/>
                </a:lnTo>
                <a:lnTo>
                  <a:pt x="6396" y="998"/>
                </a:lnTo>
                <a:moveTo>
                  <a:pt x="6233" y="998"/>
                </a:moveTo>
                <a:lnTo>
                  <a:pt x="6131" y="998"/>
                </a:lnTo>
                <a:lnTo>
                  <a:pt x="6131" y="978"/>
                </a:lnTo>
                <a:lnTo>
                  <a:pt x="6233" y="978"/>
                </a:lnTo>
                <a:lnTo>
                  <a:pt x="6233" y="998"/>
                </a:lnTo>
                <a:moveTo>
                  <a:pt x="6070" y="998"/>
                </a:moveTo>
                <a:lnTo>
                  <a:pt x="5969" y="998"/>
                </a:lnTo>
                <a:lnTo>
                  <a:pt x="5969" y="978"/>
                </a:lnTo>
                <a:lnTo>
                  <a:pt x="6070" y="978"/>
                </a:lnTo>
                <a:lnTo>
                  <a:pt x="6070" y="998"/>
                </a:lnTo>
                <a:moveTo>
                  <a:pt x="5908" y="998"/>
                </a:moveTo>
                <a:lnTo>
                  <a:pt x="5806" y="998"/>
                </a:lnTo>
                <a:lnTo>
                  <a:pt x="5806" y="978"/>
                </a:lnTo>
                <a:lnTo>
                  <a:pt x="5908" y="978"/>
                </a:lnTo>
                <a:lnTo>
                  <a:pt x="5908" y="998"/>
                </a:lnTo>
                <a:moveTo>
                  <a:pt x="5745" y="998"/>
                </a:moveTo>
                <a:lnTo>
                  <a:pt x="5643" y="998"/>
                </a:lnTo>
                <a:lnTo>
                  <a:pt x="5643" y="978"/>
                </a:lnTo>
                <a:lnTo>
                  <a:pt x="5745" y="978"/>
                </a:lnTo>
                <a:lnTo>
                  <a:pt x="5745" y="998"/>
                </a:lnTo>
                <a:moveTo>
                  <a:pt x="5582" y="998"/>
                </a:moveTo>
                <a:lnTo>
                  <a:pt x="5480" y="998"/>
                </a:lnTo>
                <a:lnTo>
                  <a:pt x="5480" y="978"/>
                </a:lnTo>
                <a:lnTo>
                  <a:pt x="5582" y="978"/>
                </a:lnTo>
                <a:lnTo>
                  <a:pt x="5582" y="998"/>
                </a:lnTo>
                <a:moveTo>
                  <a:pt x="5419" y="998"/>
                </a:moveTo>
                <a:lnTo>
                  <a:pt x="5318" y="998"/>
                </a:lnTo>
                <a:lnTo>
                  <a:pt x="5318" y="978"/>
                </a:lnTo>
                <a:lnTo>
                  <a:pt x="5419" y="978"/>
                </a:lnTo>
                <a:lnTo>
                  <a:pt x="5419" y="998"/>
                </a:lnTo>
                <a:moveTo>
                  <a:pt x="5257" y="998"/>
                </a:moveTo>
                <a:lnTo>
                  <a:pt x="5155" y="998"/>
                </a:lnTo>
                <a:lnTo>
                  <a:pt x="5155" y="978"/>
                </a:lnTo>
                <a:lnTo>
                  <a:pt x="5257" y="978"/>
                </a:lnTo>
                <a:lnTo>
                  <a:pt x="5257" y="998"/>
                </a:lnTo>
                <a:moveTo>
                  <a:pt x="5094" y="998"/>
                </a:moveTo>
                <a:lnTo>
                  <a:pt x="4992" y="998"/>
                </a:lnTo>
                <a:lnTo>
                  <a:pt x="4992" y="978"/>
                </a:lnTo>
                <a:lnTo>
                  <a:pt x="5094" y="978"/>
                </a:lnTo>
                <a:lnTo>
                  <a:pt x="5094" y="998"/>
                </a:lnTo>
                <a:moveTo>
                  <a:pt x="4931" y="998"/>
                </a:moveTo>
                <a:lnTo>
                  <a:pt x="4830" y="998"/>
                </a:lnTo>
                <a:lnTo>
                  <a:pt x="4830" y="978"/>
                </a:lnTo>
                <a:lnTo>
                  <a:pt x="4931" y="978"/>
                </a:lnTo>
                <a:lnTo>
                  <a:pt x="4931" y="998"/>
                </a:lnTo>
                <a:moveTo>
                  <a:pt x="4769" y="998"/>
                </a:moveTo>
                <a:lnTo>
                  <a:pt x="4667" y="998"/>
                </a:lnTo>
                <a:lnTo>
                  <a:pt x="4667" y="978"/>
                </a:lnTo>
                <a:lnTo>
                  <a:pt x="4769" y="978"/>
                </a:lnTo>
                <a:lnTo>
                  <a:pt x="4769" y="998"/>
                </a:lnTo>
                <a:moveTo>
                  <a:pt x="4606" y="998"/>
                </a:moveTo>
                <a:lnTo>
                  <a:pt x="4504" y="998"/>
                </a:lnTo>
                <a:lnTo>
                  <a:pt x="4504" y="978"/>
                </a:lnTo>
                <a:lnTo>
                  <a:pt x="4606" y="978"/>
                </a:lnTo>
                <a:lnTo>
                  <a:pt x="4606" y="998"/>
                </a:lnTo>
                <a:moveTo>
                  <a:pt x="4443" y="998"/>
                </a:moveTo>
                <a:lnTo>
                  <a:pt x="4342" y="998"/>
                </a:lnTo>
                <a:lnTo>
                  <a:pt x="4342" y="978"/>
                </a:lnTo>
                <a:lnTo>
                  <a:pt x="4443" y="978"/>
                </a:lnTo>
                <a:lnTo>
                  <a:pt x="4443" y="998"/>
                </a:lnTo>
                <a:moveTo>
                  <a:pt x="4281" y="998"/>
                </a:moveTo>
                <a:lnTo>
                  <a:pt x="4179" y="998"/>
                </a:lnTo>
                <a:lnTo>
                  <a:pt x="4179" y="978"/>
                </a:lnTo>
                <a:lnTo>
                  <a:pt x="4281" y="978"/>
                </a:lnTo>
                <a:lnTo>
                  <a:pt x="4281" y="998"/>
                </a:lnTo>
                <a:moveTo>
                  <a:pt x="4118" y="998"/>
                </a:moveTo>
                <a:lnTo>
                  <a:pt x="4016" y="998"/>
                </a:lnTo>
                <a:lnTo>
                  <a:pt x="4016" y="978"/>
                </a:lnTo>
                <a:lnTo>
                  <a:pt x="4118" y="978"/>
                </a:lnTo>
                <a:lnTo>
                  <a:pt x="4118" y="998"/>
                </a:lnTo>
                <a:moveTo>
                  <a:pt x="3955" y="998"/>
                </a:moveTo>
                <a:lnTo>
                  <a:pt x="3854" y="998"/>
                </a:lnTo>
                <a:lnTo>
                  <a:pt x="3854" y="978"/>
                </a:lnTo>
                <a:lnTo>
                  <a:pt x="3955" y="978"/>
                </a:lnTo>
                <a:lnTo>
                  <a:pt x="3955" y="998"/>
                </a:lnTo>
                <a:moveTo>
                  <a:pt x="3793" y="998"/>
                </a:moveTo>
                <a:lnTo>
                  <a:pt x="3691" y="998"/>
                </a:lnTo>
                <a:lnTo>
                  <a:pt x="3691" y="978"/>
                </a:lnTo>
                <a:lnTo>
                  <a:pt x="3793" y="978"/>
                </a:lnTo>
                <a:lnTo>
                  <a:pt x="3793" y="998"/>
                </a:lnTo>
                <a:moveTo>
                  <a:pt x="3630" y="998"/>
                </a:moveTo>
                <a:lnTo>
                  <a:pt x="3528" y="998"/>
                </a:lnTo>
                <a:lnTo>
                  <a:pt x="3528" y="978"/>
                </a:lnTo>
                <a:lnTo>
                  <a:pt x="3630" y="978"/>
                </a:lnTo>
                <a:lnTo>
                  <a:pt x="3630" y="998"/>
                </a:lnTo>
                <a:moveTo>
                  <a:pt x="3467" y="998"/>
                </a:moveTo>
                <a:lnTo>
                  <a:pt x="3366" y="998"/>
                </a:lnTo>
                <a:lnTo>
                  <a:pt x="3366" y="978"/>
                </a:lnTo>
                <a:lnTo>
                  <a:pt x="3467" y="978"/>
                </a:lnTo>
                <a:lnTo>
                  <a:pt x="3467" y="998"/>
                </a:lnTo>
                <a:moveTo>
                  <a:pt x="3305" y="998"/>
                </a:moveTo>
                <a:lnTo>
                  <a:pt x="3203" y="998"/>
                </a:lnTo>
                <a:lnTo>
                  <a:pt x="3203" y="978"/>
                </a:lnTo>
                <a:lnTo>
                  <a:pt x="3305" y="978"/>
                </a:lnTo>
                <a:lnTo>
                  <a:pt x="3305" y="998"/>
                </a:lnTo>
                <a:moveTo>
                  <a:pt x="3142" y="998"/>
                </a:moveTo>
                <a:lnTo>
                  <a:pt x="3040" y="998"/>
                </a:lnTo>
                <a:lnTo>
                  <a:pt x="3040" y="978"/>
                </a:lnTo>
                <a:lnTo>
                  <a:pt x="3142" y="978"/>
                </a:lnTo>
                <a:lnTo>
                  <a:pt x="3142" y="998"/>
                </a:lnTo>
                <a:moveTo>
                  <a:pt x="2979" y="998"/>
                </a:moveTo>
                <a:lnTo>
                  <a:pt x="2877" y="998"/>
                </a:lnTo>
                <a:lnTo>
                  <a:pt x="2877" y="978"/>
                </a:lnTo>
                <a:lnTo>
                  <a:pt x="2979" y="978"/>
                </a:lnTo>
                <a:lnTo>
                  <a:pt x="2979" y="998"/>
                </a:lnTo>
                <a:moveTo>
                  <a:pt x="2816" y="998"/>
                </a:moveTo>
                <a:lnTo>
                  <a:pt x="2715" y="998"/>
                </a:lnTo>
                <a:lnTo>
                  <a:pt x="2715" y="978"/>
                </a:lnTo>
                <a:lnTo>
                  <a:pt x="2816" y="978"/>
                </a:lnTo>
                <a:lnTo>
                  <a:pt x="2816" y="998"/>
                </a:lnTo>
                <a:moveTo>
                  <a:pt x="2654" y="998"/>
                </a:moveTo>
                <a:lnTo>
                  <a:pt x="2552" y="998"/>
                </a:lnTo>
                <a:lnTo>
                  <a:pt x="2552" y="978"/>
                </a:lnTo>
                <a:lnTo>
                  <a:pt x="2654" y="978"/>
                </a:lnTo>
                <a:lnTo>
                  <a:pt x="2654" y="998"/>
                </a:lnTo>
                <a:moveTo>
                  <a:pt x="2491" y="998"/>
                </a:moveTo>
                <a:lnTo>
                  <a:pt x="2389" y="998"/>
                </a:lnTo>
                <a:lnTo>
                  <a:pt x="2389" y="978"/>
                </a:lnTo>
                <a:lnTo>
                  <a:pt x="2491" y="978"/>
                </a:lnTo>
                <a:lnTo>
                  <a:pt x="2491" y="998"/>
                </a:lnTo>
                <a:moveTo>
                  <a:pt x="2328" y="998"/>
                </a:moveTo>
                <a:lnTo>
                  <a:pt x="2227" y="998"/>
                </a:lnTo>
                <a:lnTo>
                  <a:pt x="2227" y="978"/>
                </a:lnTo>
                <a:lnTo>
                  <a:pt x="2328" y="978"/>
                </a:lnTo>
                <a:lnTo>
                  <a:pt x="2328" y="998"/>
                </a:lnTo>
                <a:moveTo>
                  <a:pt x="2166" y="998"/>
                </a:moveTo>
                <a:lnTo>
                  <a:pt x="2064" y="998"/>
                </a:lnTo>
                <a:lnTo>
                  <a:pt x="2064" y="978"/>
                </a:lnTo>
                <a:lnTo>
                  <a:pt x="2166" y="978"/>
                </a:lnTo>
                <a:lnTo>
                  <a:pt x="2166" y="998"/>
                </a:lnTo>
                <a:moveTo>
                  <a:pt x="2003" y="998"/>
                </a:moveTo>
                <a:lnTo>
                  <a:pt x="1901" y="998"/>
                </a:lnTo>
                <a:lnTo>
                  <a:pt x="1901" y="978"/>
                </a:lnTo>
                <a:lnTo>
                  <a:pt x="2003" y="978"/>
                </a:lnTo>
                <a:lnTo>
                  <a:pt x="2003" y="998"/>
                </a:lnTo>
                <a:moveTo>
                  <a:pt x="1840" y="998"/>
                </a:moveTo>
                <a:lnTo>
                  <a:pt x="1739" y="998"/>
                </a:lnTo>
                <a:lnTo>
                  <a:pt x="1739" y="978"/>
                </a:lnTo>
                <a:lnTo>
                  <a:pt x="1840" y="978"/>
                </a:lnTo>
                <a:lnTo>
                  <a:pt x="1840" y="998"/>
                </a:lnTo>
                <a:moveTo>
                  <a:pt x="1678" y="998"/>
                </a:moveTo>
                <a:lnTo>
                  <a:pt x="1576" y="998"/>
                </a:lnTo>
                <a:lnTo>
                  <a:pt x="1576" y="978"/>
                </a:lnTo>
                <a:lnTo>
                  <a:pt x="1678" y="978"/>
                </a:lnTo>
                <a:lnTo>
                  <a:pt x="1678" y="998"/>
                </a:lnTo>
                <a:moveTo>
                  <a:pt x="1515" y="998"/>
                </a:moveTo>
                <a:lnTo>
                  <a:pt x="1413" y="998"/>
                </a:lnTo>
                <a:lnTo>
                  <a:pt x="1413" y="978"/>
                </a:lnTo>
                <a:lnTo>
                  <a:pt x="1515" y="978"/>
                </a:lnTo>
                <a:lnTo>
                  <a:pt x="1515" y="998"/>
                </a:lnTo>
                <a:moveTo>
                  <a:pt x="1352" y="998"/>
                </a:moveTo>
                <a:lnTo>
                  <a:pt x="1251" y="998"/>
                </a:lnTo>
                <a:lnTo>
                  <a:pt x="1251" y="978"/>
                </a:lnTo>
                <a:lnTo>
                  <a:pt x="1352" y="978"/>
                </a:lnTo>
                <a:lnTo>
                  <a:pt x="1352" y="998"/>
                </a:lnTo>
                <a:moveTo>
                  <a:pt x="1190" y="998"/>
                </a:moveTo>
                <a:lnTo>
                  <a:pt x="1088" y="998"/>
                </a:lnTo>
                <a:lnTo>
                  <a:pt x="1088" y="978"/>
                </a:lnTo>
                <a:lnTo>
                  <a:pt x="1190" y="978"/>
                </a:lnTo>
                <a:lnTo>
                  <a:pt x="1190" y="998"/>
                </a:lnTo>
                <a:moveTo>
                  <a:pt x="1027" y="998"/>
                </a:moveTo>
                <a:lnTo>
                  <a:pt x="925" y="998"/>
                </a:lnTo>
                <a:lnTo>
                  <a:pt x="925" y="978"/>
                </a:lnTo>
                <a:lnTo>
                  <a:pt x="1027" y="978"/>
                </a:lnTo>
                <a:lnTo>
                  <a:pt x="1027" y="998"/>
                </a:lnTo>
                <a:moveTo>
                  <a:pt x="864" y="998"/>
                </a:moveTo>
                <a:lnTo>
                  <a:pt x="763" y="998"/>
                </a:lnTo>
                <a:lnTo>
                  <a:pt x="763" y="978"/>
                </a:lnTo>
                <a:lnTo>
                  <a:pt x="864" y="978"/>
                </a:lnTo>
                <a:lnTo>
                  <a:pt x="864" y="998"/>
                </a:lnTo>
                <a:moveTo>
                  <a:pt x="702" y="998"/>
                </a:moveTo>
                <a:lnTo>
                  <a:pt x="600" y="998"/>
                </a:lnTo>
                <a:lnTo>
                  <a:pt x="600" y="978"/>
                </a:lnTo>
                <a:lnTo>
                  <a:pt x="702" y="978"/>
                </a:lnTo>
                <a:lnTo>
                  <a:pt x="702" y="998"/>
                </a:lnTo>
                <a:moveTo>
                  <a:pt x="539" y="998"/>
                </a:moveTo>
                <a:lnTo>
                  <a:pt x="437" y="998"/>
                </a:lnTo>
                <a:lnTo>
                  <a:pt x="437" y="978"/>
                </a:lnTo>
                <a:lnTo>
                  <a:pt x="539" y="978"/>
                </a:lnTo>
                <a:lnTo>
                  <a:pt x="539" y="998"/>
                </a:lnTo>
                <a:moveTo>
                  <a:pt x="376" y="998"/>
                </a:moveTo>
                <a:lnTo>
                  <a:pt x="275" y="998"/>
                </a:lnTo>
                <a:lnTo>
                  <a:pt x="275" y="978"/>
                </a:lnTo>
                <a:lnTo>
                  <a:pt x="376" y="978"/>
                </a:lnTo>
                <a:lnTo>
                  <a:pt x="376" y="998"/>
                </a:lnTo>
                <a:moveTo>
                  <a:pt x="213" y="998"/>
                </a:moveTo>
                <a:lnTo>
                  <a:pt x="112" y="998"/>
                </a:lnTo>
                <a:lnTo>
                  <a:pt x="112" y="978"/>
                </a:lnTo>
                <a:lnTo>
                  <a:pt x="213" y="978"/>
                </a:lnTo>
                <a:lnTo>
                  <a:pt x="213" y="998"/>
                </a:lnTo>
                <a:moveTo>
                  <a:pt x="51" y="998"/>
                </a:moveTo>
                <a:lnTo>
                  <a:pt x="0" y="998"/>
                </a:lnTo>
                <a:lnTo>
                  <a:pt x="0" y="927"/>
                </a:lnTo>
                <a:lnTo>
                  <a:pt x="20" y="927"/>
                </a:lnTo>
                <a:lnTo>
                  <a:pt x="20" y="988"/>
                </a:lnTo>
                <a:lnTo>
                  <a:pt x="10" y="988"/>
                </a:lnTo>
                <a:lnTo>
                  <a:pt x="10" y="978"/>
                </a:lnTo>
                <a:lnTo>
                  <a:pt x="51" y="978"/>
                </a:lnTo>
                <a:lnTo>
                  <a:pt x="51" y="998"/>
                </a:lnTo>
                <a:moveTo>
                  <a:pt x="0" y="865"/>
                </a:moveTo>
                <a:lnTo>
                  <a:pt x="0" y="763"/>
                </a:lnTo>
                <a:lnTo>
                  <a:pt x="20" y="763"/>
                </a:lnTo>
                <a:lnTo>
                  <a:pt x="20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1"/>
                </a:lnTo>
                <a:lnTo>
                  <a:pt x="20" y="601"/>
                </a:lnTo>
                <a:lnTo>
                  <a:pt x="20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0" y="438"/>
                </a:lnTo>
                <a:lnTo>
                  <a:pt x="20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0" y="275"/>
                </a:lnTo>
                <a:lnTo>
                  <a:pt x="20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0" y="112"/>
                </a:lnTo>
                <a:lnTo>
                  <a:pt x="20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3902040" y="35042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3902040" y="35298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1449720" y="3204000"/>
            <a:ext cx="3079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1449720" y="349596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1449720" y="3614400"/>
            <a:ext cx="2125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1068840" y="3936960"/>
            <a:ext cx="62506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1068840" y="4075920"/>
            <a:ext cx="610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1068840" y="4215240"/>
            <a:ext cx="574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1068840" y="4354560"/>
            <a:ext cx="61088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1068840" y="4493520"/>
            <a:ext cx="59040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1628640" y="4766400"/>
            <a:ext cx="6898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Exameninstrumenten bepalen, inkopen of construeren · verdieping: examenvorm, instrument en beoordelaar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03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457200" y="484560"/>
            <a:ext cx="5612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1 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457200" y="714240"/>
            <a:ext cx="33840" cy="10651680"/>
          </a:xfrm>
          <a:custGeom>
            <a:avLst/>
            <a:gdLst/>
            <a:ahLst/>
            <a:rect l="0" t="0" r="r" b="b"/>
            <a:pathLst>
              <a:path w="94" h="29588">
                <a:moveTo>
                  <a:pt x="0" y="0"/>
                </a:moveTo>
                <a:lnTo>
                  <a:pt x="94" y="0"/>
                </a:lnTo>
                <a:lnTo>
                  <a:pt x="94" y="29588"/>
                </a:lnTo>
                <a:lnTo>
                  <a:pt x="0" y="2958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noFill/>
          <a:ln w="828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57640" y="781920"/>
            <a:ext cx="394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/>
          <p:nvPr/>
        </p:nvSpPr>
        <p:spPr>
          <a:xfrm>
            <a:off x="4253040" y="11070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0"/>
                </a:lnTo>
                <a:lnTo>
                  <a:pt x="234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423648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423648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624600" y="1181160"/>
            <a:ext cx="13176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2439000" y="1105920"/>
            <a:ext cx="185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4457880" y="1240560"/>
            <a:ext cx="1923480" cy="16920"/>
          </a:xfrm>
          <a:custGeom>
            <a:avLst/>
            <a:gdLst/>
            <a:ahLst/>
            <a:rect l="0" t="0" r="r" b="b"/>
            <a:pathLst>
              <a:path w="5343" h="47">
                <a:moveTo>
                  <a:pt x="0" y="0"/>
                </a:moveTo>
                <a:lnTo>
                  <a:pt x="116" y="0"/>
                </a:lnTo>
                <a:lnTo>
                  <a:pt x="116" y="47"/>
                </a:lnTo>
                <a:lnTo>
                  <a:pt x="0" y="47"/>
                </a:lnTo>
                <a:lnTo>
                  <a:pt x="0" y="0"/>
                </a:lnTo>
                <a:moveTo>
                  <a:pt x="209" y="0"/>
                </a:moveTo>
                <a:lnTo>
                  <a:pt x="325" y="0"/>
                </a:lnTo>
                <a:lnTo>
                  <a:pt x="325" y="47"/>
                </a:lnTo>
                <a:lnTo>
                  <a:pt x="209" y="47"/>
                </a:lnTo>
                <a:lnTo>
                  <a:pt x="209" y="0"/>
                </a:lnTo>
                <a:moveTo>
                  <a:pt x="418" y="0"/>
                </a:moveTo>
                <a:lnTo>
                  <a:pt x="534" y="0"/>
                </a:lnTo>
                <a:lnTo>
                  <a:pt x="534" y="47"/>
                </a:lnTo>
                <a:lnTo>
                  <a:pt x="418" y="47"/>
                </a:lnTo>
                <a:lnTo>
                  <a:pt x="418" y="0"/>
                </a:lnTo>
                <a:moveTo>
                  <a:pt x="627" y="0"/>
                </a:moveTo>
                <a:lnTo>
                  <a:pt x="743" y="0"/>
                </a:lnTo>
                <a:lnTo>
                  <a:pt x="743" y="47"/>
                </a:lnTo>
                <a:lnTo>
                  <a:pt x="627" y="47"/>
                </a:lnTo>
                <a:lnTo>
                  <a:pt x="627" y="0"/>
                </a:lnTo>
                <a:moveTo>
                  <a:pt x="836" y="0"/>
                </a:moveTo>
                <a:lnTo>
                  <a:pt x="952" y="0"/>
                </a:lnTo>
                <a:lnTo>
                  <a:pt x="952" y="47"/>
                </a:lnTo>
                <a:lnTo>
                  <a:pt x="836" y="47"/>
                </a:lnTo>
                <a:lnTo>
                  <a:pt x="836" y="0"/>
                </a:lnTo>
                <a:moveTo>
                  <a:pt x="1046" y="0"/>
                </a:moveTo>
                <a:lnTo>
                  <a:pt x="1162" y="0"/>
                </a:lnTo>
                <a:lnTo>
                  <a:pt x="1162" y="47"/>
                </a:lnTo>
                <a:lnTo>
                  <a:pt x="1046" y="47"/>
                </a:lnTo>
                <a:lnTo>
                  <a:pt x="1046" y="0"/>
                </a:lnTo>
                <a:moveTo>
                  <a:pt x="1255" y="0"/>
                </a:moveTo>
                <a:lnTo>
                  <a:pt x="1371" y="0"/>
                </a:lnTo>
                <a:lnTo>
                  <a:pt x="1371" y="47"/>
                </a:lnTo>
                <a:lnTo>
                  <a:pt x="1255" y="47"/>
                </a:lnTo>
                <a:lnTo>
                  <a:pt x="1255" y="0"/>
                </a:lnTo>
                <a:moveTo>
                  <a:pt x="1464" y="0"/>
                </a:moveTo>
                <a:lnTo>
                  <a:pt x="1580" y="0"/>
                </a:lnTo>
                <a:lnTo>
                  <a:pt x="1580" y="47"/>
                </a:lnTo>
                <a:lnTo>
                  <a:pt x="1464" y="47"/>
                </a:lnTo>
                <a:lnTo>
                  <a:pt x="1464" y="0"/>
                </a:lnTo>
                <a:moveTo>
                  <a:pt x="1673" y="0"/>
                </a:moveTo>
                <a:lnTo>
                  <a:pt x="1789" y="0"/>
                </a:lnTo>
                <a:lnTo>
                  <a:pt x="1789" y="47"/>
                </a:lnTo>
                <a:lnTo>
                  <a:pt x="1673" y="47"/>
                </a:lnTo>
                <a:lnTo>
                  <a:pt x="1673" y="0"/>
                </a:lnTo>
                <a:moveTo>
                  <a:pt x="1882" y="0"/>
                </a:moveTo>
                <a:lnTo>
                  <a:pt x="1998" y="0"/>
                </a:lnTo>
                <a:lnTo>
                  <a:pt x="1998" y="47"/>
                </a:lnTo>
                <a:lnTo>
                  <a:pt x="1882" y="47"/>
                </a:lnTo>
                <a:lnTo>
                  <a:pt x="1882" y="0"/>
                </a:lnTo>
                <a:moveTo>
                  <a:pt x="2091" y="0"/>
                </a:moveTo>
                <a:lnTo>
                  <a:pt x="2207" y="0"/>
                </a:lnTo>
                <a:lnTo>
                  <a:pt x="2207" y="47"/>
                </a:lnTo>
                <a:lnTo>
                  <a:pt x="2091" y="47"/>
                </a:lnTo>
                <a:lnTo>
                  <a:pt x="2091" y="0"/>
                </a:lnTo>
                <a:moveTo>
                  <a:pt x="2300" y="0"/>
                </a:moveTo>
                <a:lnTo>
                  <a:pt x="2416" y="0"/>
                </a:lnTo>
                <a:lnTo>
                  <a:pt x="2416" y="47"/>
                </a:lnTo>
                <a:lnTo>
                  <a:pt x="2300" y="47"/>
                </a:lnTo>
                <a:lnTo>
                  <a:pt x="2300" y="0"/>
                </a:lnTo>
                <a:moveTo>
                  <a:pt x="2509" y="0"/>
                </a:moveTo>
                <a:lnTo>
                  <a:pt x="2626" y="0"/>
                </a:lnTo>
                <a:lnTo>
                  <a:pt x="2626" y="47"/>
                </a:lnTo>
                <a:lnTo>
                  <a:pt x="2509" y="47"/>
                </a:lnTo>
                <a:lnTo>
                  <a:pt x="2509" y="0"/>
                </a:lnTo>
                <a:moveTo>
                  <a:pt x="2718" y="0"/>
                </a:moveTo>
                <a:lnTo>
                  <a:pt x="2835" y="0"/>
                </a:lnTo>
                <a:lnTo>
                  <a:pt x="2835" y="47"/>
                </a:lnTo>
                <a:lnTo>
                  <a:pt x="2718" y="47"/>
                </a:lnTo>
                <a:lnTo>
                  <a:pt x="2718" y="0"/>
                </a:lnTo>
                <a:moveTo>
                  <a:pt x="2927" y="0"/>
                </a:moveTo>
                <a:lnTo>
                  <a:pt x="3044" y="0"/>
                </a:lnTo>
                <a:lnTo>
                  <a:pt x="3044" y="47"/>
                </a:lnTo>
                <a:lnTo>
                  <a:pt x="2927" y="47"/>
                </a:lnTo>
                <a:lnTo>
                  <a:pt x="2927" y="0"/>
                </a:lnTo>
                <a:moveTo>
                  <a:pt x="3136" y="0"/>
                </a:moveTo>
                <a:lnTo>
                  <a:pt x="3253" y="0"/>
                </a:lnTo>
                <a:lnTo>
                  <a:pt x="3253" y="47"/>
                </a:lnTo>
                <a:lnTo>
                  <a:pt x="3136" y="47"/>
                </a:lnTo>
                <a:lnTo>
                  <a:pt x="3136" y="0"/>
                </a:lnTo>
                <a:moveTo>
                  <a:pt x="3346" y="0"/>
                </a:moveTo>
                <a:lnTo>
                  <a:pt x="3462" y="0"/>
                </a:lnTo>
                <a:lnTo>
                  <a:pt x="3462" y="47"/>
                </a:lnTo>
                <a:lnTo>
                  <a:pt x="3346" y="47"/>
                </a:lnTo>
                <a:lnTo>
                  <a:pt x="3346" y="0"/>
                </a:lnTo>
                <a:moveTo>
                  <a:pt x="3555" y="0"/>
                </a:moveTo>
                <a:lnTo>
                  <a:pt x="3671" y="0"/>
                </a:lnTo>
                <a:lnTo>
                  <a:pt x="3671" y="47"/>
                </a:lnTo>
                <a:lnTo>
                  <a:pt x="3555" y="47"/>
                </a:lnTo>
                <a:lnTo>
                  <a:pt x="3555" y="0"/>
                </a:lnTo>
                <a:moveTo>
                  <a:pt x="3764" y="0"/>
                </a:moveTo>
                <a:lnTo>
                  <a:pt x="3880" y="0"/>
                </a:lnTo>
                <a:lnTo>
                  <a:pt x="3880" y="47"/>
                </a:lnTo>
                <a:lnTo>
                  <a:pt x="3764" y="47"/>
                </a:lnTo>
                <a:lnTo>
                  <a:pt x="3764" y="0"/>
                </a:lnTo>
                <a:moveTo>
                  <a:pt x="3973" y="0"/>
                </a:moveTo>
                <a:lnTo>
                  <a:pt x="4089" y="0"/>
                </a:lnTo>
                <a:lnTo>
                  <a:pt x="4089" y="47"/>
                </a:lnTo>
                <a:lnTo>
                  <a:pt x="3973" y="47"/>
                </a:lnTo>
                <a:lnTo>
                  <a:pt x="3973" y="0"/>
                </a:lnTo>
                <a:moveTo>
                  <a:pt x="4182" y="0"/>
                </a:moveTo>
                <a:lnTo>
                  <a:pt x="4298" y="0"/>
                </a:lnTo>
                <a:lnTo>
                  <a:pt x="4298" y="47"/>
                </a:lnTo>
                <a:lnTo>
                  <a:pt x="4182" y="47"/>
                </a:lnTo>
                <a:lnTo>
                  <a:pt x="4182" y="0"/>
                </a:lnTo>
                <a:moveTo>
                  <a:pt x="4391" y="0"/>
                </a:moveTo>
                <a:lnTo>
                  <a:pt x="4507" y="0"/>
                </a:lnTo>
                <a:lnTo>
                  <a:pt x="4507" y="47"/>
                </a:lnTo>
                <a:lnTo>
                  <a:pt x="4391" y="47"/>
                </a:lnTo>
                <a:lnTo>
                  <a:pt x="4391" y="0"/>
                </a:lnTo>
                <a:moveTo>
                  <a:pt x="4600" y="0"/>
                </a:moveTo>
                <a:lnTo>
                  <a:pt x="4716" y="0"/>
                </a:lnTo>
                <a:lnTo>
                  <a:pt x="4716" y="47"/>
                </a:lnTo>
                <a:lnTo>
                  <a:pt x="4600" y="47"/>
                </a:lnTo>
                <a:lnTo>
                  <a:pt x="4600" y="0"/>
                </a:lnTo>
                <a:moveTo>
                  <a:pt x="4809" y="0"/>
                </a:moveTo>
                <a:lnTo>
                  <a:pt x="4925" y="0"/>
                </a:lnTo>
                <a:lnTo>
                  <a:pt x="4925" y="47"/>
                </a:lnTo>
                <a:lnTo>
                  <a:pt x="4809" y="47"/>
                </a:lnTo>
                <a:lnTo>
                  <a:pt x="4809" y="0"/>
                </a:lnTo>
                <a:moveTo>
                  <a:pt x="5018" y="0"/>
                </a:moveTo>
                <a:lnTo>
                  <a:pt x="5134" y="0"/>
                </a:lnTo>
                <a:lnTo>
                  <a:pt x="5134" y="47"/>
                </a:lnTo>
                <a:lnTo>
                  <a:pt x="5018" y="47"/>
                </a:lnTo>
                <a:lnTo>
                  <a:pt x="5018" y="0"/>
                </a:lnTo>
                <a:moveTo>
                  <a:pt x="5227" y="0"/>
                </a:moveTo>
                <a:lnTo>
                  <a:pt x="5343" y="0"/>
                </a:lnTo>
                <a:lnTo>
                  <a:pt x="5343" y="47"/>
                </a:lnTo>
                <a:lnTo>
                  <a:pt x="5227" y="47"/>
                </a:lnTo>
                <a:lnTo>
                  <a:pt x="5227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6364080" y="11988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13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8057520" y="1107000"/>
            <a:ext cx="83880" cy="100440"/>
          </a:xfrm>
          <a:custGeom>
            <a:avLst/>
            <a:gdLst/>
            <a:ahLst/>
            <a:rect l="0" t="0" r="r" b="b"/>
            <a:pathLst>
              <a:path w="233" h="279">
                <a:moveTo>
                  <a:pt x="0" y="0"/>
                </a:moveTo>
                <a:lnTo>
                  <a:pt x="233" y="0"/>
                </a:lnTo>
                <a:lnTo>
                  <a:pt x="233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804096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/>
          <p:nvPr/>
        </p:nvSpPr>
        <p:spPr>
          <a:xfrm>
            <a:off x="804096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2439000" y="1240560"/>
            <a:ext cx="1575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6544440" y="1105920"/>
            <a:ext cx="227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557640" y="1465920"/>
            <a:ext cx="3804480" cy="159120"/>
          </a:xfrm>
          <a:custGeom>
            <a:avLst/>
            <a:gdLst/>
            <a:ahLst/>
            <a:rect l="0" t="0" r="r" b="b"/>
            <a:pathLst>
              <a:path w="10568" h="442">
                <a:moveTo>
                  <a:pt x="209" y="0"/>
                </a:moveTo>
                <a:lnTo>
                  <a:pt x="10359" y="0"/>
                </a:lnTo>
                <a:cubicBezTo>
                  <a:pt x="10373" y="0"/>
                  <a:pt x="10387" y="2"/>
                  <a:pt x="10400" y="4"/>
                </a:cubicBezTo>
                <a:cubicBezTo>
                  <a:pt x="10414" y="7"/>
                  <a:pt x="10427" y="11"/>
                  <a:pt x="10439" y="16"/>
                </a:cubicBezTo>
                <a:cubicBezTo>
                  <a:pt x="10452" y="21"/>
                  <a:pt x="10464" y="28"/>
                  <a:pt x="10475" y="36"/>
                </a:cubicBezTo>
                <a:cubicBezTo>
                  <a:pt x="10487" y="43"/>
                  <a:pt x="10497" y="52"/>
                  <a:pt x="10507" y="62"/>
                </a:cubicBezTo>
                <a:cubicBezTo>
                  <a:pt x="10517" y="71"/>
                  <a:pt x="10525" y="82"/>
                  <a:pt x="10533" y="93"/>
                </a:cubicBezTo>
                <a:cubicBezTo>
                  <a:pt x="10541" y="105"/>
                  <a:pt x="10547" y="118"/>
                  <a:pt x="10552" y="130"/>
                </a:cubicBezTo>
                <a:cubicBezTo>
                  <a:pt x="10558" y="143"/>
                  <a:pt x="10562" y="156"/>
                  <a:pt x="10564" y="169"/>
                </a:cubicBezTo>
                <a:cubicBezTo>
                  <a:pt x="10567" y="183"/>
                  <a:pt x="10568" y="196"/>
                  <a:pt x="10568" y="210"/>
                </a:cubicBezTo>
                <a:lnTo>
                  <a:pt x="10568" y="233"/>
                </a:lnTo>
                <a:cubicBezTo>
                  <a:pt x="10568" y="247"/>
                  <a:pt x="10567" y="261"/>
                  <a:pt x="10564" y="274"/>
                </a:cubicBezTo>
                <a:cubicBezTo>
                  <a:pt x="10562" y="288"/>
                  <a:pt x="10558" y="301"/>
                  <a:pt x="10552" y="313"/>
                </a:cubicBezTo>
                <a:cubicBezTo>
                  <a:pt x="10547" y="326"/>
                  <a:pt x="10541" y="338"/>
                  <a:pt x="10533" y="349"/>
                </a:cubicBezTo>
                <a:cubicBezTo>
                  <a:pt x="10525" y="361"/>
                  <a:pt x="10517" y="371"/>
                  <a:pt x="10507" y="381"/>
                </a:cubicBezTo>
                <a:cubicBezTo>
                  <a:pt x="10497" y="391"/>
                  <a:pt x="10487" y="399"/>
                  <a:pt x="10475" y="407"/>
                </a:cubicBezTo>
                <a:cubicBezTo>
                  <a:pt x="10464" y="415"/>
                  <a:pt x="10452" y="421"/>
                  <a:pt x="10439" y="426"/>
                </a:cubicBezTo>
                <a:cubicBezTo>
                  <a:pt x="10427" y="432"/>
                  <a:pt x="10414" y="436"/>
                  <a:pt x="10400" y="438"/>
                </a:cubicBezTo>
                <a:cubicBezTo>
                  <a:pt x="10387" y="441"/>
                  <a:pt x="10373" y="442"/>
                  <a:pt x="10359" y="442"/>
                </a:cubicBezTo>
                <a:lnTo>
                  <a:pt x="209" y="442"/>
                </a:lnTo>
                <a:cubicBezTo>
                  <a:pt x="195" y="442"/>
                  <a:pt x="181" y="441"/>
                  <a:pt x="168" y="438"/>
                </a:cubicBezTo>
                <a:cubicBezTo>
                  <a:pt x="154" y="436"/>
                  <a:pt x="141" y="432"/>
                  <a:pt x="129" y="426"/>
                </a:cubicBezTo>
                <a:cubicBezTo>
                  <a:pt x="116" y="421"/>
                  <a:pt x="104" y="415"/>
                  <a:pt x="92" y="407"/>
                </a:cubicBezTo>
                <a:cubicBezTo>
                  <a:pt x="81" y="399"/>
                  <a:pt x="70" y="391"/>
                  <a:pt x="61" y="381"/>
                </a:cubicBezTo>
                <a:cubicBezTo>
                  <a:pt x="51" y="371"/>
                  <a:pt x="42" y="361"/>
                  <a:pt x="35" y="349"/>
                </a:cubicBezTo>
                <a:cubicBezTo>
                  <a:pt x="27" y="338"/>
                  <a:pt x="21" y="326"/>
                  <a:pt x="15" y="313"/>
                </a:cubicBezTo>
                <a:cubicBezTo>
                  <a:pt x="10" y="301"/>
                  <a:pt x="6" y="288"/>
                  <a:pt x="4" y="274"/>
                </a:cubicBezTo>
                <a:cubicBezTo>
                  <a:pt x="1" y="261"/>
                  <a:pt x="0" y="247"/>
                  <a:pt x="0" y="233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6"/>
                  <a:pt x="10" y="143"/>
                  <a:pt x="15" y="130"/>
                </a:cubicBezTo>
                <a:cubicBezTo>
                  <a:pt x="21" y="118"/>
                  <a:pt x="27" y="105"/>
                  <a:pt x="35" y="93"/>
                </a:cubicBezTo>
                <a:cubicBezTo>
                  <a:pt x="42" y="82"/>
                  <a:pt x="51" y="71"/>
                  <a:pt x="61" y="62"/>
                </a:cubicBezTo>
                <a:cubicBezTo>
                  <a:pt x="70" y="52"/>
                  <a:pt x="81" y="43"/>
                  <a:pt x="92" y="36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1" y="11"/>
                  <a:pt x="154" y="7"/>
                  <a:pt x="168" y="4"/>
                </a:cubicBezTo>
                <a:cubicBezTo>
                  <a:pt x="181" y="2"/>
                  <a:pt x="195" y="0"/>
                  <a:pt x="2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553320" y="1461960"/>
            <a:ext cx="3813120" cy="167400"/>
          </a:xfrm>
          <a:custGeom>
            <a:avLst/>
            <a:gdLst/>
            <a:ahLst/>
            <a:rect l="0" t="0" r="r" b="b"/>
            <a:pathLst>
              <a:path w="10592" h="465">
                <a:moveTo>
                  <a:pt x="313" y="0"/>
                </a:moveTo>
                <a:lnTo>
                  <a:pt x="360" y="0"/>
                </a:lnTo>
                <a:lnTo>
                  <a:pt x="360" y="23"/>
                </a:lnTo>
                <a:lnTo>
                  <a:pt x="313" y="23"/>
                </a:lnTo>
                <a:lnTo>
                  <a:pt x="313" y="0"/>
                </a:lnTo>
                <a:moveTo>
                  <a:pt x="406" y="0"/>
                </a:moveTo>
                <a:lnTo>
                  <a:pt x="453" y="0"/>
                </a:lnTo>
                <a:lnTo>
                  <a:pt x="453" y="23"/>
                </a:lnTo>
                <a:lnTo>
                  <a:pt x="406" y="23"/>
                </a:lnTo>
                <a:lnTo>
                  <a:pt x="406" y="0"/>
                </a:lnTo>
                <a:moveTo>
                  <a:pt x="499" y="0"/>
                </a:moveTo>
                <a:lnTo>
                  <a:pt x="546" y="0"/>
                </a:lnTo>
                <a:lnTo>
                  <a:pt x="546" y="23"/>
                </a:lnTo>
                <a:lnTo>
                  <a:pt x="499" y="23"/>
                </a:lnTo>
                <a:lnTo>
                  <a:pt x="499" y="0"/>
                </a:lnTo>
                <a:moveTo>
                  <a:pt x="592" y="0"/>
                </a:moveTo>
                <a:lnTo>
                  <a:pt x="639" y="0"/>
                </a:lnTo>
                <a:lnTo>
                  <a:pt x="639" y="23"/>
                </a:lnTo>
                <a:lnTo>
                  <a:pt x="592" y="23"/>
                </a:lnTo>
                <a:lnTo>
                  <a:pt x="592" y="0"/>
                </a:lnTo>
                <a:moveTo>
                  <a:pt x="685" y="0"/>
                </a:moveTo>
                <a:lnTo>
                  <a:pt x="732" y="0"/>
                </a:lnTo>
                <a:lnTo>
                  <a:pt x="732" y="23"/>
                </a:lnTo>
                <a:lnTo>
                  <a:pt x="685" y="23"/>
                </a:lnTo>
                <a:lnTo>
                  <a:pt x="685" y="0"/>
                </a:lnTo>
                <a:moveTo>
                  <a:pt x="778" y="0"/>
                </a:moveTo>
                <a:lnTo>
                  <a:pt x="824" y="0"/>
                </a:lnTo>
                <a:lnTo>
                  <a:pt x="824" y="23"/>
                </a:lnTo>
                <a:lnTo>
                  <a:pt x="778" y="23"/>
                </a:lnTo>
                <a:lnTo>
                  <a:pt x="778" y="0"/>
                </a:lnTo>
                <a:moveTo>
                  <a:pt x="871" y="0"/>
                </a:moveTo>
                <a:lnTo>
                  <a:pt x="917" y="0"/>
                </a:lnTo>
                <a:lnTo>
                  <a:pt x="917" y="23"/>
                </a:lnTo>
                <a:lnTo>
                  <a:pt x="871" y="23"/>
                </a:lnTo>
                <a:lnTo>
                  <a:pt x="871" y="0"/>
                </a:lnTo>
                <a:moveTo>
                  <a:pt x="964" y="0"/>
                </a:moveTo>
                <a:lnTo>
                  <a:pt x="1010" y="0"/>
                </a:lnTo>
                <a:lnTo>
                  <a:pt x="1010" y="23"/>
                </a:lnTo>
                <a:lnTo>
                  <a:pt x="964" y="23"/>
                </a:lnTo>
                <a:lnTo>
                  <a:pt x="964" y="0"/>
                </a:lnTo>
                <a:moveTo>
                  <a:pt x="1057" y="0"/>
                </a:moveTo>
                <a:lnTo>
                  <a:pt x="1103" y="0"/>
                </a:lnTo>
                <a:lnTo>
                  <a:pt x="1103" y="23"/>
                </a:lnTo>
                <a:lnTo>
                  <a:pt x="1057" y="23"/>
                </a:lnTo>
                <a:lnTo>
                  <a:pt x="1057" y="0"/>
                </a:lnTo>
                <a:moveTo>
                  <a:pt x="1150" y="0"/>
                </a:moveTo>
                <a:lnTo>
                  <a:pt x="1196" y="0"/>
                </a:lnTo>
                <a:lnTo>
                  <a:pt x="1196" y="23"/>
                </a:lnTo>
                <a:lnTo>
                  <a:pt x="1150" y="23"/>
                </a:lnTo>
                <a:lnTo>
                  <a:pt x="1150" y="0"/>
                </a:lnTo>
                <a:moveTo>
                  <a:pt x="1242" y="0"/>
                </a:moveTo>
                <a:lnTo>
                  <a:pt x="1289" y="0"/>
                </a:lnTo>
                <a:lnTo>
                  <a:pt x="1289" y="23"/>
                </a:lnTo>
                <a:lnTo>
                  <a:pt x="1242" y="23"/>
                </a:lnTo>
                <a:lnTo>
                  <a:pt x="1242" y="0"/>
                </a:lnTo>
                <a:moveTo>
                  <a:pt x="1335" y="0"/>
                </a:moveTo>
                <a:lnTo>
                  <a:pt x="1382" y="0"/>
                </a:lnTo>
                <a:lnTo>
                  <a:pt x="1382" y="23"/>
                </a:lnTo>
                <a:lnTo>
                  <a:pt x="1335" y="23"/>
                </a:lnTo>
                <a:lnTo>
                  <a:pt x="1335" y="0"/>
                </a:lnTo>
                <a:moveTo>
                  <a:pt x="1428" y="0"/>
                </a:moveTo>
                <a:lnTo>
                  <a:pt x="1475" y="0"/>
                </a:lnTo>
                <a:lnTo>
                  <a:pt x="1475" y="23"/>
                </a:lnTo>
                <a:lnTo>
                  <a:pt x="1428" y="23"/>
                </a:lnTo>
                <a:lnTo>
                  <a:pt x="1428" y="0"/>
                </a:lnTo>
                <a:moveTo>
                  <a:pt x="1521" y="0"/>
                </a:moveTo>
                <a:lnTo>
                  <a:pt x="1568" y="0"/>
                </a:lnTo>
                <a:lnTo>
                  <a:pt x="1568" y="23"/>
                </a:lnTo>
                <a:lnTo>
                  <a:pt x="1521" y="23"/>
                </a:lnTo>
                <a:lnTo>
                  <a:pt x="1521" y="0"/>
                </a:lnTo>
                <a:moveTo>
                  <a:pt x="1614" y="0"/>
                </a:moveTo>
                <a:lnTo>
                  <a:pt x="1661" y="0"/>
                </a:lnTo>
                <a:lnTo>
                  <a:pt x="1661" y="23"/>
                </a:lnTo>
                <a:lnTo>
                  <a:pt x="1614" y="23"/>
                </a:lnTo>
                <a:lnTo>
                  <a:pt x="1614" y="0"/>
                </a:lnTo>
                <a:moveTo>
                  <a:pt x="1707" y="0"/>
                </a:moveTo>
                <a:lnTo>
                  <a:pt x="1753" y="0"/>
                </a:lnTo>
                <a:lnTo>
                  <a:pt x="1753" y="23"/>
                </a:lnTo>
                <a:lnTo>
                  <a:pt x="1707" y="23"/>
                </a:lnTo>
                <a:lnTo>
                  <a:pt x="1707" y="0"/>
                </a:lnTo>
                <a:moveTo>
                  <a:pt x="1800" y="0"/>
                </a:moveTo>
                <a:lnTo>
                  <a:pt x="1846" y="0"/>
                </a:lnTo>
                <a:lnTo>
                  <a:pt x="1846" y="23"/>
                </a:lnTo>
                <a:lnTo>
                  <a:pt x="1800" y="23"/>
                </a:lnTo>
                <a:lnTo>
                  <a:pt x="1800" y="0"/>
                </a:lnTo>
                <a:moveTo>
                  <a:pt x="1893" y="0"/>
                </a:moveTo>
                <a:lnTo>
                  <a:pt x="1939" y="0"/>
                </a:lnTo>
                <a:lnTo>
                  <a:pt x="1939" y="23"/>
                </a:lnTo>
                <a:lnTo>
                  <a:pt x="1893" y="23"/>
                </a:lnTo>
                <a:lnTo>
                  <a:pt x="1893" y="0"/>
                </a:lnTo>
                <a:moveTo>
                  <a:pt x="1986" y="0"/>
                </a:moveTo>
                <a:lnTo>
                  <a:pt x="2032" y="0"/>
                </a:lnTo>
                <a:lnTo>
                  <a:pt x="2032" y="23"/>
                </a:lnTo>
                <a:lnTo>
                  <a:pt x="1986" y="23"/>
                </a:lnTo>
                <a:lnTo>
                  <a:pt x="1986" y="0"/>
                </a:lnTo>
                <a:moveTo>
                  <a:pt x="2079" y="0"/>
                </a:moveTo>
                <a:lnTo>
                  <a:pt x="2125" y="0"/>
                </a:lnTo>
                <a:lnTo>
                  <a:pt x="2125" y="23"/>
                </a:lnTo>
                <a:lnTo>
                  <a:pt x="2079" y="23"/>
                </a:lnTo>
                <a:lnTo>
                  <a:pt x="2079" y="0"/>
                </a:lnTo>
                <a:moveTo>
                  <a:pt x="2172" y="0"/>
                </a:moveTo>
                <a:lnTo>
                  <a:pt x="2218" y="0"/>
                </a:lnTo>
                <a:lnTo>
                  <a:pt x="2218" y="23"/>
                </a:lnTo>
                <a:lnTo>
                  <a:pt x="2172" y="23"/>
                </a:lnTo>
                <a:lnTo>
                  <a:pt x="2172" y="0"/>
                </a:lnTo>
                <a:moveTo>
                  <a:pt x="2264" y="0"/>
                </a:moveTo>
                <a:lnTo>
                  <a:pt x="2311" y="0"/>
                </a:lnTo>
                <a:lnTo>
                  <a:pt x="2311" y="23"/>
                </a:lnTo>
                <a:lnTo>
                  <a:pt x="2264" y="23"/>
                </a:lnTo>
                <a:lnTo>
                  <a:pt x="2264" y="0"/>
                </a:lnTo>
                <a:moveTo>
                  <a:pt x="2357" y="0"/>
                </a:moveTo>
                <a:lnTo>
                  <a:pt x="2404" y="0"/>
                </a:lnTo>
                <a:lnTo>
                  <a:pt x="2404" y="23"/>
                </a:lnTo>
                <a:lnTo>
                  <a:pt x="2357" y="23"/>
                </a:lnTo>
                <a:lnTo>
                  <a:pt x="2357" y="0"/>
                </a:lnTo>
                <a:moveTo>
                  <a:pt x="2450" y="0"/>
                </a:moveTo>
                <a:lnTo>
                  <a:pt x="2497" y="0"/>
                </a:lnTo>
                <a:lnTo>
                  <a:pt x="2497" y="23"/>
                </a:lnTo>
                <a:lnTo>
                  <a:pt x="2450" y="23"/>
                </a:lnTo>
                <a:lnTo>
                  <a:pt x="2450" y="0"/>
                </a:lnTo>
                <a:moveTo>
                  <a:pt x="2543" y="0"/>
                </a:moveTo>
                <a:lnTo>
                  <a:pt x="2590" y="0"/>
                </a:lnTo>
                <a:lnTo>
                  <a:pt x="2590" y="23"/>
                </a:lnTo>
                <a:lnTo>
                  <a:pt x="2543" y="23"/>
                </a:lnTo>
                <a:lnTo>
                  <a:pt x="2543" y="0"/>
                </a:lnTo>
                <a:moveTo>
                  <a:pt x="2636" y="0"/>
                </a:moveTo>
                <a:lnTo>
                  <a:pt x="2682" y="0"/>
                </a:lnTo>
                <a:lnTo>
                  <a:pt x="2682" y="23"/>
                </a:lnTo>
                <a:lnTo>
                  <a:pt x="2636" y="23"/>
                </a:lnTo>
                <a:lnTo>
                  <a:pt x="2636" y="0"/>
                </a:lnTo>
                <a:moveTo>
                  <a:pt x="2729" y="0"/>
                </a:moveTo>
                <a:lnTo>
                  <a:pt x="2775" y="0"/>
                </a:lnTo>
                <a:lnTo>
                  <a:pt x="2775" y="23"/>
                </a:lnTo>
                <a:lnTo>
                  <a:pt x="2729" y="23"/>
                </a:lnTo>
                <a:lnTo>
                  <a:pt x="2729" y="0"/>
                </a:lnTo>
                <a:moveTo>
                  <a:pt x="2822" y="0"/>
                </a:moveTo>
                <a:lnTo>
                  <a:pt x="2868" y="0"/>
                </a:lnTo>
                <a:lnTo>
                  <a:pt x="2868" y="23"/>
                </a:lnTo>
                <a:lnTo>
                  <a:pt x="2822" y="23"/>
                </a:lnTo>
                <a:lnTo>
                  <a:pt x="2822" y="0"/>
                </a:lnTo>
                <a:moveTo>
                  <a:pt x="2915" y="0"/>
                </a:moveTo>
                <a:lnTo>
                  <a:pt x="2961" y="0"/>
                </a:lnTo>
                <a:lnTo>
                  <a:pt x="2961" y="23"/>
                </a:lnTo>
                <a:lnTo>
                  <a:pt x="2915" y="23"/>
                </a:lnTo>
                <a:lnTo>
                  <a:pt x="2915" y="0"/>
                </a:lnTo>
                <a:moveTo>
                  <a:pt x="3008" y="0"/>
                </a:moveTo>
                <a:lnTo>
                  <a:pt x="3054" y="0"/>
                </a:lnTo>
                <a:lnTo>
                  <a:pt x="3054" y="23"/>
                </a:lnTo>
                <a:lnTo>
                  <a:pt x="3008" y="23"/>
                </a:lnTo>
                <a:lnTo>
                  <a:pt x="3008" y="0"/>
                </a:lnTo>
                <a:moveTo>
                  <a:pt x="3101" y="0"/>
                </a:moveTo>
                <a:lnTo>
                  <a:pt x="3147" y="0"/>
                </a:lnTo>
                <a:lnTo>
                  <a:pt x="3147" y="23"/>
                </a:lnTo>
                <a:lnTo>
                  <a:pt x="3101" y="23"/>
                </a:lnTo>
                <a:lnTo>
                  <a:pt x="3101" y="0"/>
                </a:lnTo>
                <a:moveTo>
                  <a:pt x="3193" y="0"/>
                </a:moveTo>
                <a:lnTo>
                  <a:pt x="3240" y="0"/>
                </a:lnTo>
                <a:lnTo>
                  <a:pt x="3240" y="23"/>
                </a:lnTo>
                <a:lnTo>
                  <a:pt x="3193" y="23"/>
                </a:lnTo>
                <a:lnTo>
                  <a:pt x="3193" y="0"/>
                </a:lnTo>
                <a:moveTo>
                  <a:pt x="3286" y="0"/>
                </a:moveTo>
                <a:lnTo>
                  <a:pt x="3333" y="0"/>
                </a:lnTo>
                <a:lnTo>
                  <a:pt x="3333" y="23"/>
                </a:lnTo>
                <a:lnTo>
                  <a:pt x="3286" y="23"/>
                </a:lnTo>
                <a:lnTo>
                  <a:pt x="3286" y="0"/>
                </a:lnTo>
                <a:moveTo>
                  <a:pt x="3379" y="0"/>
                </a:moveTo>
                <a:lnTo>
                  <a:pt x="3426" y="0"/>
                </a:lnTo>
                <a:lnTo>
                  <a:pt x="3426" y="23"/>
                </a:lnTo>
                <a:lnTo>
                  <a:pt x="3379" y="23"/>
                </a:lnTo>
                <a:lnTo>
                  <a:pt x="3379" y="0"/>
                </a:lnTo>
                <a:moveTo>
                  <a:pt x="3472" y="0"/>
                </a:moveTo>
                <a:lnTo>
                  <a:pt x="3519" y="0"/>
                </a:lnTo>
                <a:lnTo>
                  <a:pt x="3519" y="23"/>
                </a:lnTo>
                <a:lnTo>
                  <a:pt x="3472" y="23"/>
                </a:lnTo>
                <a:lnTo>
                  <a:pt x="3472" y="0"/>
                </a:lnTo>
                <a:moveTo>
                  <a:pt x="3565" y="0"/>
                </a:moveTo>
                <a:lnTo>
                  <a:pt x="3612" y="0"/>
                </a:lnTo>
                <a:lnTo>
                  <a:pt x="3612" y="23"/>
                </a:lnTo>
                <a:lnTo>
                  <a:pt x="3565" y="23"/>
                </a:lnTo>
                <a:lnTo>
                  <a:pt x="3565" y="0"/>
                </a:lnTo>
                <a:moveTo>
                  <a:pt x="3658" y="0"/>
                </a:moveTo>
                <a:lnTo>
                  <a:pt x="3704" y="0"/>
                </a:lnTo>
                <a:lnTo>
                  <a:pt x="3704" y="23"/>
                </a:lnTo>
                <a:lnTo>
                  <a:pt x="3658" y="23"/>
                </a:lnTo>
                <a:lnTo>
                  <a:pt x="3658" y="0"/>
                </a:lnTo>
                <a:moveTo>
                  <a:pt x="3751" y="0"/>
                </a:moveTo>
                <a:lnTo>
                  <a:pt x="3798" y="0"/>
                </a:lnTo>
                <a:lnTo>
                  <a:pt x="3798" y="23"/>
                </a:lnTo>
                <a:lnTo>
                  <a:pt x="3751" y="23"/>
                </a:lnTo>
                <a:lnTo>
                  <a:pt x="3751" y="0"/>
                </a:lnTo>
                <a:moveTo>
                  <a:pt x="3845" y="0"/>
                </a:moveTo>
                <a:lnTo>
                  <a:pt x="3891" y="0"/>
                </a:lnTo>
                <a:lnTo>
                  <a:pt x="3891" y="23"/>
                </a:lnTo>
                <a:lnTo>
                  <a:pt x="3845" y="23"/>
                </a:lnTo>
                <a:lnTo>
                  <a:pt x="3845" y="0"/>
                </a:lnTo>
                <a:moveTo>
                  <a:pt x="3938" y="0"/>
                </a:moveTo>
                <a:lnTo>
                  <a:pt x="3984" y="0"/>
                </a:lnTo>
                <a:lnTo>
                  <a:pt x="3984" y="23"/>
                </a:lnTo>
                <a:lnTo>
                  <a:pt x="3938" y="23"/>
                </a:lnTo>
                <a:lnTo>
                  <a:pt x="3938" y="0"/>
                </a:lnTo>
                <a:moveTo>
                  <a:pt x="4031" y="0"/>
                </a:moveTo>
                <a:lnTo>
                  <a:pt x="4077" y="0"/>
                </a:lnTo>
                <a:lnTo>
                  <a:pt x="4077" y="23"/>
                </a:lnTo>
                <a:lnTo>
                  <a:pt x="4031" y="23"/>
                </a:lnTo>
                <a:lnTo>
                  <a:pt x="4031" y="0"/>
                </a:lnTo>
                <a:moveTo>
                  <a:pt x="4124" y="0"/>
                </a:moveTo>
                <a:lnTo>
                  <a:pt x="4170" y="0"/>
                </a:lnTo>
                <a:lnTo>
                  <a:pt x="4170" y="23"/>
                </a:lnTo>
                <a:lnTo>
                  <a:pt x="4124" y="23"/>
                </a:lnTo>
                <a:lnTo>
                  <a:pt x="4124" y="0"/>
                </a:lnTo>
                <a:moveTo>
                  <a:pt x="4216" y="0"/>
                </a:moveTo>
                <a:lnTo>
                  <a:pt x="4263" y="0"/>
                </a:lnTo>
                <a:lnTo>
                  <a:pt x="4263" y="23"/>
                </a:lnTo>
                <a:lnTo>
                  <a:pt x="4216" y="23"/>
                </a:lnTo>
                <a:lnTo>
                  <a:pt x="4216" y="0"/>
                </a:lnTo>
                <a:moveTo>
                  <a:pt x="4309" y="0"/>
                </a:moveTo>
                <a:lnTo>
                  <a:pt x="4356" y="0"/>
                </a:lnTo>
                <a:lnTo>
                  <a:pt x="4356" y="23"/>
                </a:lnTo>
                <a:lnTo>
                  <a:pt x="4309" y="23"/>
                </a:lnTo>
                <a:lnTo>
                  <a:pt x="4309" y="0"/>
                </a:lnTo>
                <a:moveTo>
                  <a:pt x="4402" y="0"/>
                </a:moveTo>
                <a:lnTo>
                  <a:pt x="4449" y="0"/>
                </a:lnTo>
                <a:lnTo>
                  <a:pt x="4449" y="23"/>
                </a:lnTo>
                <a:lnTo>
                  <a:pt x="4402" y="23"/>
                </a:lnTo>
                <a:lnTo>
                  <a:pt x="4402" y="0"/>
                </a:lnTo>
                <a:moveTo>
                  <a:pt x="4495" y="0"/>
                </a:moveTo>
                <a:lnTo>
                  <a:pt x="4542" y="0"/>
                </a:lnTo>
                <a:lnTo>
                  <a:pt x="4542" y="23"/>
                </a:lnTo>
                <a:lnTo>
                  <a:pt x="4495" y="23"/>
                </a:lnTo>
                <a:lnTo>
                  <a:pt x="4495" y="0"/>
                </a:lnTo>
                <a:moveTo>
                  <a:pt x="4588" y="0"/>
                </a:moveTo>
                <a:lnTo>
                  <a:pt x="4634" y="0"/>
                </a:lnTo>
                <a:lnTo>
                  <a:pt x="4634" y="23"/>
                </a:lnTo>
                <a:lnTo>
                  <a:pt x="4588" y="23"/>
                </a:lnTo>
                <a:lnTo>
                  <a:pt x="4588" y="0"/>
                </a:lnTo>
                <a:moveTo>
                  <a:pt x="4681" y="0"/>
                </a:moveTo>
                <a:lnTo>
                  <a:pt x="4727" y="0"/>
                </a:lnTo>
                <a:lnTo>
                  <a:pt x="4727" y="23"/>
                </a:lnTo>
                <a:lnTo>
                  <a:pt x="4681" y="23"/>
                </a:lnTo>
                <a:lnTo>
                  <a:pt x="4681" y="0"/>
                </a:lnTo>
                <a:moveTo>
                  <a:pt x="4774" y="0"/>
                </a:moveTo>
                <a:lnTo>
                  <a:pt x="4820" y="0"/>
                </a:lnTo>
                <a:lnTo>
                  <a:pt x="4820" y="23"/>
                </a:lnTo>
                <a:lnTo>
                  <a:pt x="4774" y="23"/>
                </a:lnTo>
                <a:lnTo>
                  <a:pt x="4774" y="0"/>
                </a:lnTo>
                <a:moveTo>
                  <a:pt x="4867" y="0"/>
                </a:moveTo>
                <a:lnTo>
                  <a:pt x="4913" y="0"/>
                </a:lnTo>
                <a:lnTo>
                  <a:pt x="4913" y="23"/>
                </a:lnTo>
                <a:lnTo>
                  <a:pt x="4867" y="23"/>
                </a:lnTo>
                <a:lnTo>
                  <a:pt x="4867" y="0"/>
                </a:lnTo>
                <a:moveTo>
                  <a:pt x="4960" y="0"/>
                </a:moveTo>
                <a:lnTo>
                  <a:pt x="5006" y="0"/>
                </a:lnTo>
                <a:lnTo>
                  <a:pt x="5006" y="23"/>
                </a:lnTo>
                <a:lnTo>
                  <a:pt x="4960" y="23"/>
                </a:lnTo>
                <a:lnTo>
                  <a:pt x="4960" y="0"/>
                </a:lnTo>
                <a:moveTo>
                  <a:pt x="5053" y="0"/>
                </a:moveTo>
                <a:lnTo>
                  <a:pt x="5099" y="0"/>
                </a:lnTo>
                <a:lnTo>
                  <a:pt x="5099" y="23"/>
                </a:lnTo>
                <a:lnTo>
                  <a:pt x="5053" y="23"/>
                </a:lnTo>
                <a:lnTo>
                  <a:pt x="5053" y="0"/>
                </a:lnTo>
                <a:moveTo>
                  <a:pt x="5145" y="0"/>
                </a:moveTo>
                <a:lnTo>
                  <a:pt x="5192" y="0"/>
                </a:lnTo>
                <a:lnTo>
                  <a:pt x="5192" y="23"/>
                </a:lnTo>
                <a:lnTo>
                  <a:pt x="5145" y="23"/>
                </a:lnTo>
                <a:lnTo>
                  <a:pt x="5145" y="0"/>
                </a:lnTo>
                <a:moveTo>
                  <a:pt x="5238" y="0"/>
                </a:moveTo>
                <a:lnTo>
                  <a:pt x="5285" y="0"/>
                </a:lnTo>
                <a:lnTo>
                  <a:pt x="5285" y="23"/>
                </a:lnTo>
                <a:lnTo>
                  <a:pt x="5238" y="23"/>
                </a:lnTo>
                <a:lnTo>
                  <a:pt x="5238" y="0"/>
                </a:lnTo>
                <a:moveTo>
                  <a:pt x="5331" y="0"/>
                </a:moveTo>
                <a:lnTo>
                  <a:pt x="5378" y="0"/>
                </a:lnTo>
                <a:lnTo>
                  <a:pt x="5378" y="23"/>
                </a:lnTo>
                <a:lnTo>
                  <a:pt x="5331" y="23"/>
                </a:lnTo>
                <a:lnTo>
                  <a:pt x="5331" y="0"/>
                </a:lnTo>
                <a:moveTo>
                  <a:pt x="5424" y="0"/>
                </a:moveTo>
                <a:lnTo>
                  <a:pt x="5471" y="0"/>
                </a:lnTo>
                <a:lnTo>
                  <a:pt x="5471" y="23"/>
                </a:lnTo>
                <a:lnTo>
                  <a:pt x="5424" y="23"/>
                </a:lnTo>
                <a:lnTo>
                  <a:pt x="5424" y="0"/>
                </a:lnTo>
                <a:moveTo>
                  <a:pt x="5517" y="0"/>
                </a:moveTo>
                <a:lnTo>
                  <a:pt x="5564" y="0"/>
                </a:lnTo>
                <a:lnTo>
                  <a:pt x="5564" y="23"/>
                </a:lnTo>
                <a:lnTo>
                  <a:pt x="5517" y="23"/>
                </a:lnTo>
                <a:lnTo>
                  <a:pt x="5517" y="0"/>
                </a:lnTo>
                <a:moveTo>
                  <a:pt x="5610" y="0"/>
                </a:moveTo>
                <a:lnTo>
                  <a:pt x="5656" y="0"/>
                </a:lnTo>
                <a:lnTo>
                  <a:pt x="5656" y="23"/>
                </a:lnTo>
                <a:lnTo>
                  <a:pt x="5610" y="23"/>
                </a:lnTo>
                <a:lnTo>
                  <a:pt x="5610" y="0"/>
                </a:lnTo>
                <a:moveTo>
                  <a:pt x="5703" y="0"/>
                </a:moveTo>
                <a:lnTo>
                  <a:pt x="5749" y="0"/>
                </a:lnTo>
                <a:lnTo>
                  <a:pt x="5749" y="23"/>
                </a:lnTo>
                <a:lnTo>
                  <a:pt x="5703" y="23"/>
                </a:lnTo>
                <a:lnTo>
                  <a:pt x="5703" y="0"/>
                </a:lnTo>
                <a:moveTo>
                  <a:pt x="5796" y="0"/>
                </a:moveTo>
                <a:lnTo>
                  <a:pt x="5842" y="0"/>
                </a:lnTo>
                <a:lnTo>
                  <a:pt x="5842" y="23"/>
                </a:lnTo>
                <a:lnTo>
                  <a:pt x="5796" y="23"/>
                </a:lnTo>
                <a:lnTo>
                  <a:pt x="5796" y="0"/>
                </a:lnTo>
                <a:moveTo>
                  <a:pt x="5889" y="0"/>
                </a:moveTo>
                <a:lnTo>
                  <a:pt x="5935" y="0"/>
                </a:lnTo>
                <a:lnTo>
                  <a:pt x="5935" y="23"/>
                </a:lnTo>
                <a:lnTo>
                  <a:pt x="5889" y="23"/>
                </a:lnTo>
                <a:lnTo>
                  <a:pt x="5889" y="0"/>
                </a:lnTo>
                <a:moveTo>
                  <a:pt x="5982" y="0"/>
                </a:moveTo>
                <a:lnTo>
                  <a:pt x="6028" y="0"/>
                </a:lnTo>
                <a:lnTo>
                  <a:pt x="6028" y="23"/>
                </a:lnTo>
                <a:lnTo>
                  <a:pt x="5982" y="23"/>
                </a:lnTo>
                <a:lnTo>
                  <a:pt x="5982" y="0"/>
                </a:lnTo>
                <a:moveTo>
                  <a:pt x="6074" y="0"/>
                </a:moveTo>
                <a:lnTo>
                  <a:pt x="6121" y="0"/>
                </a:lnTo>
                <a:lnTo>
                  <a:pt x="6121" y="23"/>
                </a:lnTo>
                <a:lnTo>
                  <a:pt x="6074" y="23"/>
                </a:lnTo>
                <a:lnTo>
                  <a:pt x="6074" y="0"/>
                </a:lnTo>
                <a:moveTo>
                  <a:pt x="6167" y="0"/>
                </a:moveTo>
                <a:lnTo>
                  <a:pt x="6214" y="0"/>
                </a:lnTo>
                <a:lnTo>
                  <a:pt x="6214" y="23"/>
                </a:lnTo>
                <a:lnTo>
                  <a:pt x="6167" y="23"/>
                </a:lnTo>
                <a:lnTo>
                  <a:pt x="6167" y="0"/>
                </a:lnTo>
                <a:moveTo>
                  <a:pt x="6260" y="0"/>
                </a:moveTo>
                <a:lnTo>
                  <a:pt x="6307" y="0"/>
                </a:lnTo>
                <a:lnTo>
                  <a:pt x="6307" y="23"/>
                </a:lnTo>
                <a:lnTo>
                  <a:pt x="6260" y="23"/>
                </a:lnTo>
                <a:lnTo>
                  <a:pt x="6260" y="0"/>
                </a:lnTo>
                <a:moveTo>
                  <a:pt x="6353" y="0"/>
                </a:moveTo>
                <a:lnTo>
                  <a:pt x="6400" y="0"/>
                </a:lnTo>
                <a:lnTo>
                  <a:pt x="6400" y="23"/>
                </a:lnTo>
                <a:lnTo>
                  <a:pt x="6353" y="23"/>
                </a:lnTo>
                <a:lnTo>
                  <a:pt x="6353" y="0"/>
                </a:lnTo>
                <a:moveTo>
                  <a:pt x="6446" y="0"/>
                </a:moveTo>
                <a:lnTo>
                  <a:pt x="6493" y="0"/>
                </a:lnTo>
                <a:lnTo>
                  <a:pt x="6493" y="23"/>
                </a:lnTo>
                <a:lnTo>
                  <a:pt x="6446" y="23"/>
                </a:lnTo>
                <a:lnTo>
                  <a:pt x="6446" y="0"/>
                </a:lnTo>
                <a:moveTo>
                  <a:pt x="6539" y="0"/>
                </a:moveTo>
                <a:lnTo>
                  <a:pt x="6585" y="0"/>
                </a:lnTo>
                <a:lnTo>
                  <a:pt x="6585" y="23"/>
                </a:lnTo>
                <a:lnTo>
                  <a:pt x="6539" y="23"/>
                </a:lnTo>
                <a:lnTo>
                  <a:pt x="6539" y="0"/>
                </a:lnTo>
                <a:moveTo>
                  <a:pt x="6632" y="0"/>
                </a:moveTo>
                <a:lnTo>
                  <a:pt x="6678" y="0"/>
                </a:lnTo>
                <a:lnTo>
                  <a:pt x="6678" y="23"/>
                </a:lnTo>
                <a:lnTo>
                  <a:pt x="6632" y="23"/>
                </a:lnTo>
                <a:lnTo>
                  <a:pt x="6632" y="0"/>
                </a:lnTo>
                <a:moveTo>
                  <a:pt x="6725" y="0"/>
                </a:moveTo>
                <a:lnTo>
                  <a:pt x="6771" y="0"/>
                </a:lnTo>
                <a:lnTo>
                  <a:pt x="6771" y="23"/>
                </a:lnTo>
                <a:lnTo>
                  <a:pt x="6725" y="23"/>
                </a:lnTo>
                <a:lnTo>
                  <a:pt x="6725" y="0"/>
                </a:lnTo>
                <a:moveTo>
                  <a:pt x="6818" y="0"/>
                </a:moveTo>
                <a:lnTo>
                  <a:pt x="6864" y="0"/>
                </a:lnTo>
                <a:lnTo>
                  <a:pt x="6864" y="23"/>
                </a:lnTo>
                <a:lnTo>
                  <a:pt x="6818" y="23"/>
                </a:lnTo>
                <a:lnTo>
                  <a:pt x="6818" y="0"/>
                </a:lnTo>
                <a:moveTo>
                  <a:pt x="6911" y="0"/>
                </a:moveTo>
                <a:lnTo>
                  <a:pt x="6957" y="0"/>
                </a:lnTo>
                <a:lnTo>
                  <a:pt x="6957" y="23"/>
                </a:lnTo>
                <a:lnTo>
                  <a:pt x="6911" y="23"/>
                </a:lnTo>
                <a:lnTo>
                  <a:pt x="6911" y="0"/>
                </a:lnTo>
                <a:moveTo>
                  <a:pt x="7004" y="0"/>
                </a:moveTo>
                <a:lnTo>
                  <a:pt x="7050" y="0"/>
                </a:lnTo>
                <a:lnTo>
                  <a:pt x="7050" y="23"/>
                </a:lnTo>
                <a:lnTo>
                  <a:pt x="7004" y="23"/>
                </a:lnTo>
                <a:lnTo>
                  <a:pt x="7004" y="0"/>
                </a:lnTo>
                <a:moveTo>
                  <a:pt x="7096" y="0"/>
                </a:moveTo>
                <a:lnTo>
                  <a:pt x="7143" y="0"/>
                </a:lnTo>
                <a:lnTo>
                  <a:pt x="7143" y="23"/>
                </a:lnTo>
                <a:lnTo>
                  <a:pt x="7096" y="23"/>
                </a:lnTo>
                <a:lnTo>
                  <a:pt x="7096" y="0"/>
                </a:lnTo>
                <a:moveTo>
                  <a:pt x="7189" y="0"/>
                </a:moveTo>
                <a:lnTo>
                  <a:pt x="7236" y="0"/>
                </a:lnTo>
                <a:lnTo>
                  <a:pt x="7236" y="23"/>
                </a:lnTo>
                <a:lnTo>
                  <a:pt x="7189" y="23"/>
                </a:lnTo>
                <a:lnTo>
                  <a:pt x="7189" y="0"/>
                </a:lnTo>
                <a:moveTo>
                  <a:pt x="7282" y="0"/>
                </a:moveTo>
                <a:lnTo>
                  <a:pt x="7329" y="0"/>
                </a:lnTo>
                <a:lnTo>
                  <a:pt x="7329" y="23"/>
                </a:lnTo>
                <a:lnTo>
                  <a:pt x="7282" y="23"/>
                </a:lnTo>
                <a:lnTo>
                  <a:pt x="7282" y="0"/>
                </a:lnTo>
                <a:moveTo>
                  <a:pt x="7375" y="0"/>
                </a:moveTo>
                <a:lnTo>
                  <a:pt x="7422" y="0"/>
                </a:lnTo>
                <a:lnTo>
                  <a:pt x="7422" y="23"/>
                </a:lnTo>
                <a:lnTo>
                  <a:pt x="7375" y="23"/>
                </a:lnTo>
                <a:lnTo>
                  <a:pt x="7375" y="0"/>
                </a:lnTo>
                <a:moveTo>
                  <a:pt x="7468" y="0"/>
                </a:moveTo>
                <a:lnTo>
                  <a:pt x="7515" y="0"/>
                </a:lnTo>
                <a:lnTo>
                  <a:pt x="7515" y="23"/>
                </a:lnTo>
                <a:lnTo>
                  <a:pt x="7468" y="23"/>
                </a:lnTo>
                <a:lnTo>
                  <a:pt x="7468" y="0"/>
                </a:lnTo>
                <a:moveTo>
                  <a:pt x="7561" y="0"/>
                </a:moveTo>
                <a:lnTo>
                  <a:pt x="7607" y="0"/>
                </a:lnTo>
                <a:lnTo>
                  <a:pt x="7607" y="23"/>
                </a:lnTo>
                <a:lnTo>
                  <a:pt x="7561" y="23"/>
                </a:lnTo>
                <a:lnTo>
                  <a:pt x="7561" y="0"/>
                </a:lnTo>
                <a:moveTo>
                  <a:pt x="7654" y="0"/>
                </a:moveTo>
                <a:lnTo>
                  <a:pt x="7700" y="0"/>
                </a:lnTo>
                <a:lnTo>
                  <a:pt x="7700" y="23"/>
                </a:lnTo>
                <a:lnTo>
                  <a:pt x="7654" y="23"/>
                </a:lnTo>
                <a:lnTo>
                  <a:pt x="7654" y="0"/>
                </a:lnTo>
                <a:moveTo>
                  <a:pt x="7747" y="0"/>
                </a:moveTo>
                <a:lnTo>
                  <a:pt x="7793" y="0"/>
                </a:lnTo>
                <a:lnTo>
                  <a:pt x="7793" y="23"/>
                </a:lnTo>
                <a:lnTo>
                  <a:pt x="7747" y="23"/>
                </a:lnTo>
                <a:lnTo>
                  <a:pt x="7747" y="0"/>
                </a:lnTo>
                <a:moveTo>
                  <a:pt x="7840" y="0"/>
                </a:moveTo>
                <a:lnTo>
                  <a:pt x="7886" y="0"/>
                </a:lnTo>
                <a:lnTo>
                  <a:pt x="7886" y="23"/>
                </a:lnTo>
                <a:lnTo>
                  <a:pt x="7840" y="23"/>
                </a:lnTo>
                <a:lnTo>
                  <a:pt x="7840" y="0"/>
                </a:lnTo>
                <a:moveTo>
                  <a:pt x="7933" y="0"/>
                </a:moveTo>
                <a:lnTo>
                  <a:pt x="7979" y="0"/>
                </a:lnTo>
                <a:lnTo>
                  <a:pt x="7979" y="23"/>
                </a:lnTo>
                <a:lnTo>
                  <a:pt x="7933" y="23"/>
                </a:lnTo>
                <a:lnTo>
                  <a:pt x="7933" y="0"/>
                </a:lnTo>
                <a:moveTo>
                  <a:pt x="8025" y="0"/>
                </a:moveTo>
                <a:lnTo>
                  <a:pt x="8072" y="0"/>
                </a:lnTo>
                <a:lnTo>
                  <a:pt x="8072" y="23"/>
                </a:lnTo>
                <a:lnTo>
                  <a:pt x="8025" y="23"/>
                </a:lnTo>
                <a:lnTo>
                  <a:pt x="8025" y="0"/>
                </a:lnTo>
                <a:moveTo>
                  <a:pt x="8118" y="0"/>
                </a:moveTo>
                <a:lnTo>
                  <a:pt x="8165" y="0"/>
                </a:lnTo>
                <a:lnTo>
                  <a:pt x="8165" y="23"/>
                </a:lnTo>
                <a:lnTo>
                  <a:pt x="8118" y="23"/>
                </a:lnTo>
                <a:lnTo>
                  <a:pt x="8118" y="0"/>
                </a:lnTo>
                <a:moveTo>
                  <a:pt x="8211" y="0"/>
                </a:moveTo>
                <a:lnTo>
                  <a:pt x="8258" y="0"/>
                </a:lnTo>
                <a:lnTo>
                  <a:pt x="8258" y="23"/>
                </a:lnTo>
                <a:lnTo>
                  <a:pt x="8211" y="23"/>
                </a:lnTo>
                <a:lnTo>
                  <a:pt x="8211" y="0"/>
                </a:lnTo>
                <a:moveTo>
                  <a:pt x="8304" y="0"/>
                </a:moveTo>
                <a:lnTo>
                  <a:pt x="8351" y="0"/>
                </a:lnTo>
                <a:lnTo>
                  <a:pt x="8351" y="23"/>
                </a:lnTo>
                <a:lnTo>
                  <a:pt x="8304" y="23"/>
                </a:lnTo>
                <a:lnTo>
                  <a:pt x="8304" y="0"/>
                </a:lnTo>
                <a:moveTo>
                  <a:pt x="8397" y="0"/>
                </a:moveTo>
                <a:lnTo>
                  <a:pt x="8444" y="0"/>
                </a:lnTo>
                <a:lnTo>
                  <a:pt x="8444" y="23"/>
                </a:lnTo>
                <a:lnTo>
                  <a:pt x="8397" y="23"/>
                </a:lnTo>
                <a:lnTo>
                  <a:pt x="8397" y="0"/>
                </a:lnTo>
                <a:moveTo>
                  <a:pt x="8490" y="0"/>
                </a:moveTo>
                <a:lnTo>
                  <a:pt x="8536" y="0"/>
                </a:lnTo>
                <a:lnTo>
                  <a:pt x="8536" y="23"/>
                </a:lnTo>
                <a:lnTo>
                  <a:pt x="8490" y="23"/>
                </a:lnTo>
                <a:lnTo>
                  <a:pt x="8490" y="0"/>
                </a:lnTo>
                <a:moveTo>
                  <a:pt x="8583" y="0"/>
                </a:moveTo>
                <a:lnTo>
                  <a:pt x="8629" y="0"/>
                </a:lnTo>
                <a:lnTo>
                  <a:pt x="8629" y="23"/>
                </a:lnTo>
                <a:lnTo>
                  <a:pt x="8583" y="23"/>
                </a:lnTo>
                <a:lnTo>
                  <a:pt x="8583" y="0"/>
                </a:lnTo>
                <a:moveTo>
                  <a:pt x="8676" y="0"/>
                </a:moveTo>
                <a:lnTo>
                  <a:pt x="8722" y="0"/>
                </a:lnTo>
                <a:lnTo>
                  <a:pt x="8722" y="23"/>
                </a:lnTo>
                <a:lnTo>
                  <a:pt x="8676" y="23"/>
                </a:lnTo>
                <a:lnTo>
                  <a:pt x="8676" y="0"/>
                </a:lnTo>
                <a:moveTo>
                  <a:pt x="8769" y="0"/>
                </a:moveTo>
                <a:lnTo>
                  <a:pt x="8815" y="0"/>
                </a:lnTo>
                <a:lnTo>
                  <a:pt x="8815" y="23"/>
                </a:lnTo>
                <a:lnTo>
                  <a:pt x="8769" y="23"/>
                </a:lnTo>
                <a:lnTo>
                  <a:pt x="8769" y="0"/>
                </a:lnTo>
                <a:moveTo>
                  <a:pt x="8862" y="0"/>
                </a:moveTo>
                <a:lnTo>
                  <a:pt x="8908" y="0"/>
                </a:lnTo>
                <a:lnTo>
                  <a:pt x="8908" y="23"/>
                </a:lnTo>
                <a:lnTo>
                  <a:pt x="8862" y="23"/>
                </a:lnTo>
                <a:lnTo>
                  <a:pt x="8862" y="0"/>
                </a:lnTo>
                <a:moveTo>
                  <a:pt x="8955" y="0"/>
                </a:moveTo>
                <a:lnTo>
                  <a:pt x="9001" y="0"/>
                </a:lnTo>
                <a:lnTo>
                  <a:pt x="9001" y="23"/>
                </a:lnTo>
                <a:lnTo>
                  <a:pt x="8955" y="23"/>
                </a:lnTo>
                <a:lnTo>
                  <a:pt x="8955" y="0"/>
                </a:lnTo>
                <a:moveTo>
                  <a:pt x="9047" y="0"/>
                </a:moveTo>
                <a:lnTo>
                  <a:pt x="9094" y="0"/>
                </a:lnTo>
                <a:lnTo>
                  <a:pt x="9094" y="23"/>
                </a:lnTo>
                <a:lnTo>
                  <a:pt x="9047" y="23"/>
                </a:lnTo>
                <a:lnTo>
                  <a:pt x="9047" y="0"/>
                </a:lnTo>
                <a:moveTo>
                  <a:pt x="9140" y="0"/>
                </a:moveTo>
                <a:lnTo>
                  <a:pt x="9187" y="0"/>
                </a:lnTo>
                <a:lnTo>
                  <a:pt x="9187" y="23"/>
                </a:lnTo>
                <a:lnTo>
                  <a:pt x="9140" y="23"/>
                </a:lnTo>
                <a:lnTo>
                  <a:pt x="9140" y="0"/>
                </a:lnTo>
                <a:moveTo>
                  <a:pt x="9233" y="0"/>
                </a:moveTo>
                <a:lnTo>
                  <a:pt x="9280" y="0"/>
                </a:lnTo>
                <a:lnTo>
                  <a:pt x="9280" y="23"/>
                </a:lnTo>
                <a:lnTo>
                  <a:pt x="9233" y="23"/>
                </a:lnTo>
                <a:lnTo>
                  <a:pt x="9233" y="0"/>
                </a:lnTo>
                <a:moveTo>
                  <a:pt x="9326" y="0"/>
                </a:moveTo>
                <a:lnTo>
                  <a:pt x="9373" y="0"/>
                </a:lnTo>
                <a:lnTo>
                  <a:pt x="9373" y="23"/>
                </a:lnTo>
                <a:lnTo>
                  <a:pt x="9326" y="23"/>
                </a:lnTo>
                <a:lnTo>
                  <a:pt x="9326" y="0"/>
                </a:lnTo>
                <a:moveTo>
                  <a:pt x="9419" y="0"/>
                </a:moveTo>
                <a:lnTo>
                  <a:pt x="9465" y="0"/>
                </a:lnTo>
                <a:lnTo>
                  <a:pt x="9465" y="23"/>
                </a:lnTo>
                <a:lnTo>
                  <a:pt x="9419" y="23"/>
                </a:lnTo>
                <a:lnTo>
                  <a:pt x="9419" y="0"/>
                </a:lnTo>
                <a:moveTo>
                  <a:pt x="9512" y="0"/>
                </a:moveTo>
                <a:lnTo>
                  <a:pt x="9558" y="0"/>
                </a:lnTo>
                <a:lnTo>
                  <a:pt x="9558" y="23"/>
                </a:lnTo>
                <a:lnTo>
                  <a:pt x="9512" y="23"/>
                </a:lnTo>
                <a:lnTo>
                  <a:pt x="9512" y="0"/>
                </a:lnTo>
                <a:moveTo>
                  <a:pt x="9605" y="0"/>
                </a:moveTo>
                <a:lnTo>
                  <a:pt x="9651" y="0"/>
                </a:lnTo>
                <a:lnTo>
                  <a:pt x="9651" y="23"/>
                </a:lnTo>
                <a:lnTo>
                  <a:pt x="9605" y="23"/>
                </a:lnTo>
                <a:lnTo>
                  <a:pt x="9605" y="0"/>
                </a:lnTo>
                <a:moveTo>
                  <a:pt x="9698" y="0"/>
                </a:moveTo>
                <a:lnTo>
                  <a:pt x="9744" y="0"/>
                </a:lnTo>
                <a:lnTo>
                  <a:pt x="9744" y="23"/>
                </a:lnTo>
                <a:lnTo>
                  <a:pt x="9698" y="23"/>
                </a:lnTo>
                <a:lnTo>
                  <a:pt x="9698" y="0"/>
                </a:lnTo>
                <a:moveTo>
                  <a:pt x="9791" y="0"/>
                </a:moveTo>
                <a:lnTo>
                  <a:pt x="9837" y="0"/>
                </a:lnTo>
                <a:lnTo>
                  <a:pt x="9837" y="23"/>
                </a:lnTo>
                <a:lnTo>
                  <a:pt x="9791" y="23"/>
                </a:lnTo>
                <a:lnTo>
                  <a:pt x="9791" y="0"/>
                </a:lnTo>
                <a:moveTo>
                  <a:pt x="9884" y="0"/>
                </a:moveTo>
                <a:lnTo>
                  <a:pt x="9930" y="0"/>
                </a:lnTo>
                <a:lnTo>
                  <a:pt x="9930" y="23"/>
                </a:lnTo>
                <a:lnTo>
                  <a:pt x="9884" y="23"/>
                </a:lnTo>
                <a:lnTo>
                  <a:pt x="9884" y="0"/>
                </a:lnTo>
                <a:moveTo>
                  <a:pt x="9976" y="0"/>
                </a:moveTo>
                <a:lnTo>
                  <a:pt x="10023" y="0"/>
                </a:lnTo>
                <a:lnTo>
                  <a:pt x="10023" y="23"/>
                </a:lnTo>
                <a:lnTo>
                  <a:pt x="9976" y="23"/>
                </a:lnTo>
                <a:lnTo>
                  <a:pt x="9976" y="0"/>
                </a:lnTo>
                <a:moveTo>
                  <a:pt x="10069" y="0"/>
                </a:moveTo>
                <a:lnTo>
                  <a:pt x="10116" y="0"/>
                </a:lnTo>
                <a:lnTo>
                  <a:pt x="10116" y="23"/>
                </a:lnTo>
                <a:lnTo>
                  <a:pt x="10069" y="23"/>
                </a:lnTo>
                <a:lnTo>
                  <a:pt x="10069" y="0"/>
                </a:lnTo>
                <a:moveTo>
                  <a:pt x="10162" y="0"/>
                </a:moveTo>
                <a:lnTo>
                  <a:pt x="10209" y="0"/>
                </a:lnTo>
                <a:lnTo>
                  <a:pt x="10209" y="23"/>
                </a:lnTo>
                <a:lnTo>
                  <a:pt x="10162" y="23"/>
                </a:lnTo>
                <a:lnTo>
                  <a:pt x="10162" y="0"/>
                </a:lnTo>
                <a:moveTo>
                  <a:pt x="10255" y="0"/>
                </a:moveTo>
                <a:lnTo>
                  <a:pt x="10302" y="0"/>
                </a:lnTo>
                <a:lnTo>
                  <a:pt x="10302" y="23"/>
                </a:lnTo>
                <a:lnTo>
                  <a:pt x="10255" y="23"/>
                </a:lnTo>
                <a:lnTo>
                  <a:pt x="10255" y="0"/>
                </a:lnTo>
                <a:moveTo>
                  <a:pt x="10348" y="0"/>
                </a:moveTo>
                <a:lnTo>
                  <a:pt x="10371" y="0"/>
                </a:lnTo>
                <a:cubicBezTo>
                  <a:pt x="10379" y="0"/>
                  <a:pt x="10387" y="0"/>
                  <a:pt x="10395" y="1"/>
                </a:cubicBezTo>
                <a:lnTo>
                  <a:pt x="10392" y="24"/>
                </a:lnTo>
                <a:cubicBezTo>
                  <a:pt x="10385" y="23"/>
                  <a:pt x="10378" y="23"/>
                  <a:pt x="10371" y="23"/>
                </a:cubicBezTo>
                <a:lnTo>
                  <a:pt x="10348" y="23"/>
                </a:lnTo>
                <a:lnTo>
                  <a:pt x="10348" y="0"/>
                </a:lnTo>
                <a:moveTo>
                  <a:pt x="10443" y="12"/>
                </a:moveTo>
                <a:cubicBezTo>
                  <a:pt x="10459" y="17"/>
                  <a:pt x="10474" y="24"/>
                  <a:pt x="10488" y="33"/>
                </a:cubicBezTo>
                <a:lnTo>
                  <a:pt x="10476" y="53"/>
                </a:lnTo>
                <a:cubicBezTo>
                  <a:pt x="10463" y="45"/>
                  <a:pt x="10450" y="39"/>
                  <a:pt x="10436" y="34"/>
                </a:cubicBezTo>
                <a:lnTo>
                  <a:pt x="10443" y="12"/>
                </a:lnTo>
                <a:moveTo>
                  <a:pt x="10527" y="64"/>
                </a:moveTo>
                <a:cubicBezTo>
                  <a:pt x="10539" y="76"/>
                  <a:pt x="10549" y="89"/>
                  <a:pt x="10558" y="103"/>
                </a:cubicBezTo>
                <a:lnTo>
                  <a:pt x="10538" y="115"/>
                </a:lnTo>
                <a:cubicBezTo>
                  <a:pt x="10530" y="102"/>
                  <a:pt x="10521" y="91"/>
                  <a:pt x="10511" y="80"/>
                </a:cubicBezTo>
                <a:lnTo>
                  <a:pt x="10527" y="64"/>
                </a:lnTo>
                <a:moveTo>
                  <a:pt x="10579" y="147"/>
                </a:moveTo>
                <a:cubicBezTo>
                  <a:pt x="10585" y="163"/>
                  <a:pt x="10589" y="179"/>
                  <a:pt x="10591" y="196"/>
                </a:cubicBezTo>
                <a:lnTo>
                  <a:pt x="10567" y="198"/>
                </a:lnTo>
                <a:cubicBezTo>
                  <a:pt x="10566" y="183"/>
                  <a:pt x="10562" y="169"/>
                  <a:pt x="10558" y="155"/>
                </a:cubicBezTo>
                <a:lnTo>
                  <a:pt x="10579" y="147"/>
                </a:lnTo>
                <a:moveTo>
                  <a:pt x="10592" y="242"/>
                </a:moveTo>
                <a:lnTo>
                  <a:pt x="10592" y="243"/>
                </a:lnTo>
                <a:cubicBezTo>
                  <a:pt x="10592" y="259"/>
                  <a:pt x="10590" y="275"/>
                  <a:pt x="10587" y="290"/>
                </a:cubicBezTo>
                <a:lnTo>
                  <a:pt x="10564" y="285"/>
                </a:lnTo>
                <a:cubicBezTo>
                  <a:pt x="10567" y="271"/>
                  <a:pt x="10569" y="257"/>
                  <a:pt x="10569" y="243"/>
                </a:cubicBezTo>
                <a:lnTo>
                  <a:pt x="10569" y="242"/>
                </a:lnTo>
                <a:lnTo>
                  <a:pt x="10592" y="242"/>
                </a:lnTo>
                <a:moveTo>
                  <a:pt x="10571" y="337"/>
                </a:moveTo>
                <a:cubicBezTo>
                  <a:pt x="10564" y="353"/>
                  <a:pt x="10555" y="367"/>
                  <a:pt x="10545" y="380"/>
                </a:cubicBezTo>
                <a:lnTo>
                  <a:pt x="10527" y="366"/>
                </a:lnTo>
                <a:cubicBezTo>
                  <a:pt x="10536" y="354"/>
                  <a:pt x="10544" y="341"/>
                  <a:pt x="10550" y="328"/>
                </a:cubicBezTo>
                <a:lnTo>
                  <a:pt x="10571" y="337"/>
                </a:lnTo>
                <a:moveTo>
                  <a:pt x="10510" y="416"/>
                </a:moveTo>
                <a:cubicBezTo>
                  <a:pt x="10497" y="426"/>
                  <a:pt x="10483" y="435"/>
                  <a:pt x="10468" y="442"/>
                </a:cubicBezTo>
                <a:lnTo>
                  <a:pt x="10458" y="422"/>
                </a:lnTo>
                <a:cubicBezTo>
                  <a:pt x="10472" y="415"/>
                  <a:pt x="10484" y="407"/>
                  <a:pt x="10495" y="398"/>
                </a:cubicBezTo>
                <a:lnTo>
                  <a:pt x="10510" y="416"/>
                </a:lnTo>
                <a:moveTo>
                  <a:pt x="10421" y="459"/>
                </a:moveTo>
                <a:cubicBezTo>
                  <a:pt x="10406" y="463"/>
                  <a:pt x="10390" y="465"/>
                  <a:pt x="10373" y="465"/>
                </a:cubicBezTo>
                <a:lnTo>
                  <a:pt x="10373" y="442"/>
                </a:lnTo>
                <a:cubicBezTo>
                  <a:pt x="10388" y="441"/>
                  <a:pt x="10402" y="440"/>
                  <a:pt x="10416" y="437"/>
                </a:cubicBezTo>
                <a:lnTo>
                  <a:pt x="10421" y="459"/>
                </a:lnTo>
                <a:moveTo>
                  <a:pt x="10327" y="465"/>
                </a:moveTo>
                <a:lnTo>
                  <a:pt x="10281" y="465"/>
                </a:lnTo>
                <a:lnTo>
                  <a:pt x="10281" y="442"/>
                </a:lnTo>
                <a:lnTo>
                  <a:pt x="10327" y="442"/>
                </a:lnTo>
                <a:lnTo>
                  <a:pt x="10327" y="465"/>
                </a:lnTo>
                <a:moveTo>
                  <a:pt x="10234" y="465"/>
                </a:moveTo>
                <a:lnTo>
                  <a:pt x="10188" y="465"/>
                </a:lnTo>
                <a:lnTo>
                  <a:pt x="10188" y="442"/>
                </a:lnTo>
                <a:lnTo>
                  <a:pt x="10234" y="442"/>
                </a:lnTo>
                <a:lnTo>
                  <a:pt x="10234" y="465"/>
                </a:lnTo>
                <a:moveTo>
                  <a:pt x="10141" y="465"/>
                </a:moveTo>
                <a:lnTo>
                  <a:pt x="10095" y="465"/>
                </a:lnTo>
                <a:lnTo>
                  <a:pt x="10095" y="442"/>
                </a:lnTo>
                <a:lnTo>
                  <a:pt x="10141" y="442"/>
                </a:lnTo>
                <a:lnTo>
                  <a:pt x="10141" y="465"/>
                </a:lnTo>
                <a:moveTo>
                  <a:pt x="10048" y="465"/>
                </a:moveTo>
                <a:lnTo>
                  <a:pt x="10002" y="465"/>
                </a:lnTo>
                <a:lnTo>
                  <a:pt x="10002" y="442"/>
                </a:lnTo>
                <a:lnTo>
                  <a:pt x="10048" y="442"/>
                </a:lnTo>
                <a:lnTo>
                  <a:pt x="10048" y="465"/>
                </a:lnTo>
                <a:moveTo>
                  <a:pt x="9955" y="465"/>
                </a:moveTo>
                <a:lnTo>
                  <a:pt x="9909" y="465"/>
                </a:lnTo>
                <a:lnTo>
                  <a:pt x="9909" y="442"/>
                </a:lnTo>
                <a:lnTo>
                  <a:pt x="9955" y="442"/>
                </a:lnTo>
                <a:lnTo>
                  <a:pt x="9955" y="465"/>
                </a:lnTo>
                <a:moveTo>
                  <a:pt x="9862" y="465"/>
                </a:moveTo>
                <a:lnTo>
                  <a:pt x="9816" y="465"/>
                </a:lnTo>
                <a:lnTo>
                  <a:pt x="9816" y="442"/>
                </a:lnTo>
                <a:lnTo>
                  <a:pt x="9862" y="442"/>
                </a:lnTo>
                <a:lnTo>
                  <a:pt x="9862" y="465"/>
                </a:lnTo>
                <a:moveTo>
                  <a:pt x="9770" y="465"/>
                </a:moveTo>
                <a:lnTo>
                  <a:pt x="9723" y="465"/>
                </a:lnTo>
                <a:lnTo>
                  <a:pt x="9723" y="442"/>
                </a:lnTo>
                <a:lnTo>
                  <a:pt x="9770" y="442"/>
                </a:lnTo>
                <a:lnTo>
                  <a:pt x="9770" y="465"/>
                </a:lnTo>
                <a:moveTo>
                  <a:pt x="9677" y="465"/>
                </a:moveTo>
                <a:lnTo>
                  <a:pt x="9630" y="465"/>
                </a:lnTo>
                <a:lnTo>
                  <a:pt x="9630" y="442"/>
                </a:lnTo>
                <a:lnTo>
                  <a:pt x="9677" y="442"/>
                </a:lnTo>
                <a:lnTo>
                  <a:pt x="9677" y="465"/>
                </a:lnTo>
                <a:moveTo>
                  <a:pt x="9584" y="465"/>
                </a:moveTo>
                <a:lnTo>
                  <a:pt x="9537" y="465"/>
                </a:lnTo>
                <a:lnTo>
                  <a:pt x="9537" y="442"/>
                </a:lnTo>
                <a:lnTo>
                  <a:pt x="9584" y="442"/>
                </a:lnTo>
                <a:lnTo>
                  <a:pt x="9584" y="465"/>
                </a:lnTo>
                <a:moveTo>
                  <a:pt x="9491" y="465"/>
                </a:moveTo>
                <a:lnTo>
                  <a:pt x="9444" y="465"/>
                </a:lnTo>
                <a:lnTo>
                  <a:pt x="9444" y="442"/>
                </a:lnTo>
                <a:lnTo>
                  <a:pt x="9491" y="442"/>
                </a:lnTo>
                <a:lnTo>
                  <a:pt x="9491" y="465"/>
                </a:lnTo>
                <a:moveTo>
                  <a:pt x="9398" y="465"/>
                </a:moveTo>
                <a:lnTo>
                  <a:pt x="9351" y="465"/>
                </a:lnTo>
                <a:lnTo>
                  <a:pt x="9351" y="442"/>
                </a:lnTo>
                <a:lnTo>
                  <a:pt x="9398" y="442"/>
                </a:lnTo>
                <a:lnTo>
                  <a:pt x="9398" y="465"/>
                </a:lnTo>
                <a:moveTo>
                  <a:pt x="9305" y="465"/>
                </a:moveTo>
                <a:lnTo>
                  <a:pt x="9259" y="465"/>
                </a:lnTo>
                <a:lnTo>
                  <a:pt x="9259" y="442"/>
                </a:lnTo>
                <a:lnTo>
                  <a:pt x="9305" y="442"/>
                </a:lnTo>
                <a:lnTo>
                  <a:pt x="9305" y="465"/>
                </a:lnTo>
                <a:moveTo>
                  <a:pt x="9212" y="465"/>
                </a:moveTo>
                <a:lnTo>
                  <a:pt x="9166" y="465"/>
                </a:lnTo>
                <a:lnTo>
                  <a:pt x="9166" y="442"/>
                </a:lnTo>
                <a:lnTo>
                  <a:pt x="9212" y="442"/>
                </a:lnTo>
                <a:lnTo>
                  <a:pt x="9212" y="465"/>
                </a:lnTo>
                <a:moveTo>
                  <a:pt x="9119" y="465"/>
                </a:moveTo>
                <a:lnTo>
                  <a:pt x="9073" y="465"/>
                </a:lnTo>
                <a:lnTo>
                  <a:pt x="9073" y="442"/>
                </a:lnTo>
                <a:lnTo>
                  <a:pt x="9119" y="442"/>
                </a:lnTo>
                <a:lnTo>
                  <a:pt x="9119" y="465"/>
                </a:lnTo>
                <a:moveTo>
                  <a:pt x="9026" y="465"/>
                </a:moveTo>
                <a:lnTo>
                  <a:pt x="8980" y="465"/>
                </a:lnTo>
                <a:lnTo>
                  <a:pt x="8980" y="442"/>
                </a:lnTo>
                <a:lnTo>
                  <a:pt x="9026" y="442"/>
                </a:lnTo>
                <a:lnTo>
                  <a:pt x="9026" y="465"/>
                </a:lnTo>
                <a:moveTo>
                  <a:pt x="8933" y="465"/>
                </a:moveTo>
                <a:lnTo>
                  <a:pt x="8887" y="465"/>
                </a:lnTo>
                <a:lnTo>
                  <a:pt x="8887" y="442"/>
                </a:lnTo>
                <a:lnTo>
                  <a:pt x="8933" y="442"/>
                </a:lnTo>
                <a:lnTo>
                  <a:pt x="8933" y="465"/>
                </a:lnTo>
                <a:moveTo>
                  <a:pt x="8841" y="465"/>
                </a:moveTo>
                <a:lnTo>
                  <a:pt x="8794" y="465"/>
                </a:lnTo>
                <a:lnTo>
                  <a:pt x="8794" y="442"/>
                </a:lnTo>
                <a:lnTo>
                  <a:pt x="8841" y="442"/>
                </a:lnTo>
                <a:lnTo>
                  <a:pt x="8841" y="465"/>
                </a:lnTo>
                <a:moveTo>
                  <a:pt x="8748" y="465"/>
                </a:moveTo>
                <a:lnTo>
                  <a:pt x="8701" y="465"/>
                </a:lnTo>
                <a:lnTo>
                  <a:pt x="8701" y="442"/>
                </a:lnTo>
                <a:lnTo>
                  <a:pt x="8748" y="442"/>
                </a:lnTo>
                <a:lnTo>
                  <a:pt x="8748" y="465"/>
                </a:lnTo>
                <a:moveTo>
                  <a:pt x="8655" y="465"/>
                </a:moveTo>
                <a:lnTo>
                  <a:pt x="8608" y="465"/>
                </a:lnTo>
                <a:lnTo>
                  <a:pt x="8608" y="442"/>
                </a:lnTo>
                <a:lnTo>
                  <a:pt x="8655" y="442"/>
                </a:lnTo>
                <a:lnTo>
                  <a:pt x="8655" y="465"/>
                </a:lnTo>
                <a:moveTo>
                  <a:pt x="8562" y="465"/>
                </a:moveTo>
                <a:lnTo>
                  <a:pt x="8515" y="465"/>
                </a:lnTo>
                <a:lnTo>
                  <a:pt x="8515" y="442"/>
                </a:lnTo>
                <a:lnTo>
                  <a:pt x="8562" y="442"/>
                </a:lnTo>
                <a:lnTo>
                  <a:pt x="8562" y="465"/>
                </a:lnTo>
                <a:moveTo>
                  <a:pt x="8469" y="465"/>
                </a:moveTo>
                <a:lnTo>
                  <a:pt x="8422" y="465"/>
                </a:lnTo>
                <a:lnTo>
                  <a:pt x="8422" y="442"/>
                </a:lnTo>
                <a:lnTo>
                  <a:pt x="8469" y="442"/>
                </a:lnTo>
                <a:lnTo>
                  <a:pt x="8469" y="465"/>
                </a:lnTo>
                <a:moveTo>
                  <a:pt x="8376" y="465"/>
                </a:moveTo>
                <a:lnTo>
                  <a:pt x="8330" y="465"/>
                </a:lnTo>
                <a:lnTo>
                  <a:pt x="8330" y="442"/>
                </a:lnTo>
                <a:lnTo>
                  <a:pt x="8376" y="442"/>
                </a:lnTo>
                <a:lnTo>
                  <a:pt x="8376" y="465"/>
                </a:lnTo>
                <a:moveTo>
                  <a:pt x="8283" y="465"/>
                </a:moveTo>
                <a:lnTo>
                  <a:pt x="8237" y="465"/>
                </a:lnTo>
                <a:lnTo>
                  <a:pt x="8237" y="442"/>
                </a:lnTo>
                <a:lnTo>
                  <a:pt x="8283" y="442"/>
                </a:lnTo>
                <a:lnTo>
                  <a:pt x="8283" y="465"/>
                </a:lnTo>
                <a:moveTo>
                  <a:pt x="8190" y="465"/>
                </a:moveTo>
                <a:lnTo>
                  <a:pt x="8144" y="465"/>
                </a:lnTo>
                <a:lnTo>
                  <a:pt x="8144" y="442"/>
                </a:lnTo>
                <a:lnTo>
                  <a:pt x="8190" y="442"/>
                </a:lnTo>
                <a:lnTo>
                  <a:pt x="8190" y="465"/>
                </a:lnTo>
                <a:moveTo>
                  <a:pt x="8097" y="465"/>
                </a:moveTo>
                <a:lnTo>
                  <a:pt x="8051" y="465"/>
                </a:lnTo>
                <a:lnTo>
                  <a:pt x="8051" y="442"/>
                </a:lnTo>
                <a:lnTo>
                  <a:pt x="8097" y="442"/>
                </a:lnTo>
                <a:lnTo>
                  <a:pt x="8097" y="465"/>
                </a:lnTo>
                <a:moveTo>
                  <a:pt x="8004" y="465"/>
                </a:moveTo>
                <a:lnTo>
                  <a:pt x="7958" y="465"/>
                </a:lnTo>
                <a:lnTo>
                  <a:pt x="7958" y="442"/>
                </a:lnTo>
                <a:lnTo>
                  <a:pt x="8004" y="442"/>
                </a:lnTo>
                <a:lnTo>
                  <a:pt x="8004" y="465"/>
                </a:lnTo>
                <a:moveTo>
                  <a:pt x="7911" y="465"/>
                </a:moveTo>
                <a:lnTo>
                  <a:pt x="7865" y="465"/>
                </a:lnTo>
                <a:lnTo>
                  <a:pt x="7865" y="442"/>
                </a:lnTo>
                <a:lnTo>
                  <a:pt x="7911" y="442"/>
                </a:lnTo>
                <a:lnTo>
                  <a:pt x="7911" y="465"/>
                </a:lnTo>
                <a:moveTo>
                  <a:pt x="7819" y="465"/>
                </a:moveTo>
                <a:lnTo>
                  <a:pt x="7772" y="465"/>
                </a:lnTo>
                <a:lnTo>
                  <a:pt x="7772" y="442"/>
                </a:lnTo>
                <a:lnTo>
                  <a:pt x="7819" y="442"/>
                </a:lnTo>
                <a:lnTo>
                  <a:pt x="7819" y="465"/>
                </a:lnTo>
                <a:moveTo>
                  <a:pt x="7726" y="465"/>
                </a:moveTo>
                <a:lnTo>
                  <a:pt x="7679" y="465"/>
                </a:lnTo>
                <a:lnTo>
                  <a:pt x="7679" y="442"/>
                </a:lnTo>
                <a:lnTo>
                  <a:pt x="7726" y="442"/>
                </a:lnTo>
                <a:lnTo>
                  <a:pt x="7726" y="465"/>
                </a:lnTo>
                <a:moveTo>
                  <a:pt x="7633" y="465"/>
                </a:moveTo>
                <a:lnTo>
                  <a:pt x="7586" y="465"/>
                </a:lnTo>
                <a:lnTo>
                  <a:pt x="7586" y="442"/>
                </a:lnTo>
                <a:lnTo>
                  <a:pt x="7633" y="442"/>
                </a:lnTo>
                <a:lnTo>
                  <a:pt x="7633" y="465"/>
                </a:lnTo>
                <a:moveTo>
                  <a:pt x="7540" y="465"/>
                </a:moveTo>
                <a:lnTo>
                  <a:pt x="7493" y="465"/>
                </a:lnTo>
                <a:lnTo>
                  <a:pt x="7493" y="442"/>
                </a:lnTo>
                <a:lnTo>
                  <a:pt x="7540" y="442"/>
                </a:lnTo>
                <a:lnTo>
                  <a:pt x="7540" y="465"/>
                </a:lnTo>
                <a:moveTo>
                  <a:pt x="7447" y="465"/>
                </a:moveTo>
                <a:lnTo>
                  <a:pt x="7401" y="465"/>
                </a:lnTo>
                <a:lnTo>
                  <a:pt x="7401" y="442"/>
                </a:lnTo>
                <a:lnTo>
                  <a:pt x="7447" y="442"/>
                </a:lnTo>
                <a:lnTo>
                  <a:pt x="7447" y="465"/>
                </a:lnTo>
                <a:moveTo>
                  <a:pt x="7354" y="465"/>
                </a:moveTo>
                <a:lnTo>
                  <a:pt x="7308" y="465"/>
                </a:lnTo>
                <a:lnTo>
                  <a:pt x="7308" y="442"/>
                </a:lnTo>
                <a:lnTo>
                  <a:pt x="7354" y="442"/>
                </a:lnTo>
                <a:lnTo>
                  <a:pt x="7354" y="465"/>
                </a:lnTo>
                <a:moveTo>
                  <a:pt x="7261" y="465"/>
                </a:moveTo>
                <a:lnTo>
                  <a:pt x="7215" y="465"/>
                </a:lnTo>
                <a:lnTo>
                  <a:pt x="7215" y="442"/>
                </a:lnTo>
                <a:lnTo>
                  <a:pt x="7261" y="442"/>
                </a:lnTo>
                <a:lnTo>
                  <a:pt x="7261" y="465"/>
                </a:lnTo>
                <a:moveTo>
                  <a:pt x="7168" y="465"/>
                </a:moveTo>
                <a:lnTo>
                  <a:pt x="7122" y="465"/>
                </a:lnTo>
                <a:lnTo>
                  <a:pt x="7122" y="442"/>
                </a:lnTo>
                <a:lnTo>
                  <a:pt x="7168" y="442"/>
                </a:lnTo>
                <a:lnTo>
                  <a:pt x="7168" y="465"/>
                </a:lnTo>
                <a:moveTo>
                  <a:pt x="7075" y="465"/>
                </a:moveTo>
                <a:lnTo>
                  <a:pt x="7029" y="465"/>
                </a:lnTo>
                <a:lnTo>
                  <a:pt x="7029" y="442"/>
                </a:lnTo>
                <a:lnTo>
                  <a:pt x="7075" y="442"/>
                </a:lnTo>
                <a:lnTo>
                  <a:pt x="7075" y="465"/>
                </a:lnTo>
                <a:moveTo>
                  <a:pt x="6982" y="465"/>
                </a:moveTo>
                <a:lnTo>
                  <a:pt x="6936" y="465"/>
                </a:lnTo>
                <a:lnTo>
                  <a:pt x="6936" y="442"/>
                </a:lnTo>
                <a:lnTo>
                  <a:pt x="6982" y="442"/>
                </a:lnTo>
                <a:lnTo>
                  <a:pt x="6982" y="465"/>
                </a:lnTo>
                <a:moveTo>
                  <a:pt x="6890" y="465"/>
                </a:moveTo>
                <a:lnTo>
                  <a:pt x="6843" y="465"/>
                </a:lnTo>
                <a:lnTo>
                  <a:pt x="6843" y="442"/>
                </a:lnTo>
                <a:lnTo>
                  <a:pt x="6890" y="442"/>
                </a:lnTo>
                <a:lnTo>
                  <a:pt x="6890" y="465"/>
                </a:lnTo>
                <a:moveTo>
                  <a:pt x="6797" y="465"/>
                </a:moveTo>
                <a:lnTo>
                  <a:pt x="6750" y="465"/>
                </a:lnTo>
                <a:lnTo>
                  <a:pt x="6750" y="442"/>
                </a:lnTo>
                <a:lnTo>
                  <a:pt x="6797" y="442"/>
                </a:lnTo>
                <a:lnTo>
                  <a:pt x="6797" y="465"/>
                </a:lnTo>
                <a:moveTo>
                  <a:pt x="6704" y="465"/>
                </a:moveTo>
                <a:lnTo>
                  <a:pt x="6657" y="465"/>
                </a:lnTo>
                <a:lnTo>
                  <a:pt x="6657" y="442"/>
                </a:lnTo>
                <a:lnTo>
                  <a:pt x="6704" y="442"/>
                </a:lnTo>
                <a:lnTo>
                  <a:pt x="6704" y="465"/>
                </a:lnTo>
                <a:moveTo>
                  <a:pt x="6611" y="465"/>
                </a:moveTo>
                <a:lnTo>
                  <a:pt x="6564" y="465"/>
                </a:lnTo>
                <a:lnTo>
                  <a:pt x="6564" y="442"/>
                </a:lnTo>
                <a:lnTo>
                  <a:pt x="6611" y="442"/>
                </a:lnTo>
                <a:lnTo>
                  <a:pt x="6611" y="465"/>
                </a:lnTo>
                <a:moveTo>
                  <a:pt x="6518" y="465"/>
                </a:moveTo>
                <a:lnTo>
                  <a:pt x="6471" y="465"/>
                </a:lnTo>
                <a:lnTo>
                  <a:pt x="6471" y="442"/>
                </a:lnTo>
                <a:lnTo>
                  <a:pt x="6518" y="442"/>
                </a:lnTo>
                <a:lnTo>
                  <a:pt x="6518" y="465"/>
                </a:lnTo>
                <a:moveTo>
                  <a:pt x="6425" y="465"/>
                </a:moveTo>
                <a:lnTo>
                  <a:pt x="6379" y="465"/>
                </a:lnTo>
                <a:lnTo>
                  <a:pt x="6379" y="442"/>
                </a:lnTo>
                <a:lnTo>
                  <a:pt x="6425" y="442"/>
                </a:lnTo>
                <a:lnTo>
                  <a:pt x="6425" y="465"/>
                </a:lnTo>
                <a:moveTo>
                  <a:pt x="6332" y="465"/>
                </a:moveTo>
                <a:lnTo>
                  <a:pt x="6286" y="465"/>
                </a:lnTo>
                <a:lnTo>
                  <a:pt x="6286" y="442"/>
                </a:lnTo>
                <a:lnTo>
                  <a:pt x="6332" y="442"/>
                </a:lnTo>
                <a:lnTo>
                  <a:pt x="6332" y="465"/>
                </a:lnTo>
                <a:moveTo>
                  <a:pt x="6239" y="465"/>
                </a:moveTo>
                <a:lnTo>
                  <a:pt x="6193" y="465"/>
                </a:lnTo>
                <a:lnTo>
                  <a:pt x="6193" y="442"/>
                </a:lnTo>
                <a:lnTo>
                  <a:pt x="6239" y="442"/>
                </a:lnTo>
                <a:lnTo>
                  <a:pt x="6239" y="465"/>
                </a:lnTo>
                <a:moveTo>
                  <a:pt x="6146" y="465"/>
                </a:moveTo>
                <a:lnTo>
                  <a:pt x="6100" y="465"/>
                </a:lnTo>
                <a:lnTo>
                  <a:pt x="6100" y="442"/>
                </a:lnTo>
                <a:lnTo>
                  <a:pt x="6146" y="442"/>
                </a:lnTo>
                <a:lnTo>
                  <a:pt x="6146" y="465"/>
                </a:lnTo>
                <a:moveTo>
                  <a:pt x="6053" y="465"/>
                </a:moveTo>
                <a:lnTo>
                  <a:pt x="6007" y="465"/>
                </a:lnTo>
                <a:lnTo>
                  <a:pt x="6007" y="442"/>
                </a:lnTo>
                <a:lnTo>
                  <a:pt x="6053" y="442"/>
                </a:lnTo>
                <a:lnTo>
                  <a:pt x="6053" y="465"/>
                </a:lnTo>
                <a:moveTo>
                  <a:pt x="5960" y="465"/>
                </a:moveTo>
                <a:lnTo>
                  <a:pt x="5914" y="465"/>
                </a:lnTo>
                <a:lnTo>
                  <a:pt x="5914" y="442"/>
                </a:lnTo>
                <a:lnTo>
                  <a:pt x="5960" y="442"/>
                </a:lnTo>
                <a:lnTo>
                  <a:pt x="5960" y="465"/>
                </a:lnTo>
                <a:moveTo>
                  <a:pt x="5868" y="465"/>
                </a:moveTo>
                <a:lnTo>
                  <a:pt x="5821" y="465"/>
                </a:lnTo>
                <a:lnTo>
                  <a:pt x="5821" y="442"/>
                </a:lnTo>
                <a:lnTo>
                  <a:pt x="5868" y="442"/>
                </a:lnTo>
                <a:lnTo>
                  <a:pt x="5868" y="465"/>
                </a:lnTo>
                <a:moveTo>
                  <a:pt x="5775" y="465"/>
                </a:moveTo>
                <a:lnTo>
                  <a:pt x="5728" y="465"/>
                </a:lnTo>
                <a:lnTo>
                  <a:pt x="5728" y="442"/>
                </a:lnTo>
                <a:lnTo>
                  <a:pt x="5775" y="442"/>
                </a:lnTo>
                <a:lnTo>
                  <a:pt x="5775" y="465"/>
                </a:lnTo>
                <a:moveTo>
                  <a:pt x="5682" y="465"/>
                </a:moveTo>
                <a:lnTo>
                  <a:pt x="5635" y="465"/>
                </a:lnTo>
                <a:lnTo>
                  <a:pt x="5635" y="442"/>
                </a:lnTo>
                <a:lnTo>
                  <a:pt x="5682" y="442"/>
                </a:lnTo>
                <a:lnTo>
                  <a:pt x="5682" y="465"/>
                </a:lnTo>
                <a:moveTo>
                  <a:pt x="5589" y="465"/>
                </a:moveTo>
                <a:lnTo>
                  <a:pt x="5542" y="465"/>
                </a:lnTo>
                <a:lnTo>
                  <a:pt x="5542" y="442"/>
                </a:lnTo>
                <a:lnTo>
                  <a:pt x="5589" y="442"/>
                </a:lnTo>
                <a:lnTo>
                  <a:pt x="5589" y="465"/>
                </a:lnTo>
                <a:moveTo>
                  <a:pt x="5496" y="465"/>
                </a:moveTo>
                <a:lnTo>
                  <a:pt x="5450" y="465"/>
                </a:lnTo>
                <a:lnTo>
                  <a:pt x="5450" y="442"/>
                </a:lnTo>
                <a:lnTo>
                  <a:pt x="5496" y="442"/>
                </a:lnTo>
                <a:lnTo>
                  <a:pt x="5496" y="465"/>
                </a:lnTo>
                <a:moveTo>
                  <a:pt x="5403" y="465"/>
                </a:moveTo>
                <a:lnTo>
                  <a:pt x="5357" y="465"/>
                </a:lnTo>
                <a:lnTo>
                  <a:pt x="5357" y="442"/>
                </a:lnTo>
                <a:lnTo>
                  <a:pt x="5403" y="442"/>
                </a:lnTo>
                <a:lnTo>
                  <a:pt x="5403" y="465"/>
                </a:lnTo>
                <a:moveTo>
                  <a:pt x="5310" y="465"/>
                </a:moveTo>
                <a:lnTo>
                  <a:pt x="5264" y="465"/>
                </a:lnTo>
                <a:lnTo>
                  <a:pt x="5264" y="442"/>
                </a:lnTo>
                <a:lnTo>
                  <a:pt x="5310" y="442"/>
                </a:lnTo>
                <a:lnTo>
                  <a:pt x="5310" y="465"/>
                </a:lnTo>
                <a:moveTo>
                  <a:pt x="5217" y="465"/>
                </a:moveTo>
                <a:lnTo>
                  <a:pt x="5171" y="465"/>
                </a:lnTo>
                <a:lnTo>
                  <a:pt x="5171" y="442"/>
                </a:lnTo>
                <a:lnTo>
                  <a:pt x="5217" y="442"/>
                </a:lnTo>
                <a:lnTo>
                  <a:pt x="5217" y="465"/>
                </a:lnTo>
                <a:moveTo>
                  <a:pt x="5124" y="465"/>
                </a:moveTo>
                <a:lnTo>
                  <a:pt x="5078" y="465"/>
                </a:lnTo>
                <a:lnTo>
                  <a:pt x="5078" y="442"/>
                </a:lnTo>
                <a:lnTo>
                  <a:pt x="5124" y="442"/>
                </a:lnTo>
                <a:lnTo>
                  <a:pt x="5124" y="465"/>
                </a:lnTo>
                <a:moveTo>
                  <a:pt x="5031" y="465"/>
                </a:moveTo>
                <a:lnTo>
                  <a:pt x="4985" y="465"/>
                </a:lnTo>
                <a:lnTo>
                  <a:pt x="4985" y="442"/>
                </a:lnTo>
                <a:lnTo>
                  <a:pt x="5031" y="442"/>
                </a:lnTo>
                <a:lnTo>
                  <a:pt x="5031" y="465"/>
                </a:lnTo>
                <a:moveTo>
                  <a:pt x="4939" y="465"/>
                </a:moveTo>
                <a:lnTo>
                  <a:pt x="4892" y="465"/>
                </a:lnTo>
                <a:lnTo>
                  <a:pt x="4892" y="442"/>
                </a:lnTo>
                <a:lnTo>
                  <a:pt x="4939" y="442"/>
                </a:lnTo>
                <a:lnTo>
                  <a:pt x="4939" y="465"/>
                </a:lnTo>
                <a:moveTo>
                  <a:pt x="4846" y="465"/>
                </a:moveTo>
                <a:lnTo>
                  <a:pt x="4799" y="465"/>
                </a:lnTo>
                <a:lnTo>
                  <a:pt x="4799" y="442"/>
                </a:lnTo>
                <a:lnTo>
                  <a:pt x="4846" y="442"/>
                </a:lnTo>
                <a:lnTo>
                  <a:pt x="4846" y="465"/>
                </a:lnTo>
                <a:moveTo>
                  <a:pt x="4753" y="465"/>
                </a:moveTo>
                <a:lnTo>
                  <a:pt x="4706" y="465"/>
                </a:lnTo>
                <a:lnTo>
                  <a:pt x="4706" y="442"/>
                </a:lnTo>
                <a:lnTo>
                  <a:pt x="4753" y="442"/>
                </a:lnTo>
                <a:lnTo>
                  <a:pt x="4753" y="465"/>
                </a:lnTo>
                <a:moveTo>
                  <a:pt x="4660" y="465"/>
                </a:moveTo>
                <a:lnTo>
                  <a:pt x="4613" y="465"/>
                </a:lnTo>
                <a:lnTo>
                  <a:pt x="4613" y="442"/>
                </a:lnTo>
                <a:lnTo>
                  <a:pt x="4660" y="442"/>
                </a:lnTo>
                <a:lnTo>
                  <a:pt x="4660" y="465"/>
                </a:lnTo>
                <a:moveTo>
                  <a:pt x="4567" y="465"/>
                </a:moveTo>
                <a:lnTo>
                  <a:pt x="4520" y="465"/>
                </a:lnTo>
                <a:lnTo>
                  <a:pt x="4520" y="442"/>
                </a:lnTo>
                <a:lnTo>
                  <a:pt x="4567" y="442"/>
                </a:lnTo>
                <a:lnTo>
                  <a:pt x="4567" y="465"/>
                </a:lnTo>
                <a:moveTo>
                  <a:pt x="4474" y="465"/>
                </a:moveTo>
                <a:lnTo>
                  <a:pt x="4428" y="465"/>
                </a:lnTo>
                <a:lnTo>
                  <a:pt x="4428" y="442"/>
                </a:lnTo>
                <a:lnTo>
                  <a:pt x="4474" y="442"/>
                </a:lnTo>
                <a:lnTo>
                  <a:pt x="4474" y="465"/>
                </a:lnTo>
                <a:moveTo>
                  <a:pt x="4381" y="465"/>
                </a:moveTo>
                <a:lnTo>
                  <a:pt x="4335" y="465"/>
                </a:lnTo>
                <a:lnTo>
                  <a:pt x="4335" y="442"/>
                </a:lnTo>
                <a:lnTo>
                  <a:pt x="4381" y="442"/>
                </a:lnTo>
                <a:lnTo>
                  <a:pt x="4381" y="465"/>
                </a:lnTo>
                <a:moveTo>
                  <a:pt x="4288" y="465"/>
                </a:moveTo>
                <a:lnTo>
                  <a:pt x="4242" y="465"/>
                </a:lnTo>
                <a:lnTo>
                  <a:pt x="4242" y="442"/>
                </a:lnTo>
                <a:lnTo>
                  <a:pt x="4288" y="442"/>
                </a:lnTo>
                <a:lnTo>
                  <a:pt x="4288" y="465"/>
                </a:lnTo>
                <a:moveTo>
                  <a:pt x="4195" y="465"/>
                </a:moveTo>
                <a:lnTo>
                  <a:pt x="4149" y="465"/>
                </a:lnTo>
                <a:lnTo>
                  <a:pt x="4149" y="442"/>
                </a:lnTo>
                <a:lnTo>
                  <a:pt x="4195" y="442"/>
                </a:lnTo>
                <a:lnTo>
                  <a:pt x="4195" y="465"/>
                </a:lnTo>
                <a:moveTo>
                  <a:pt x="4102" y="465"/>
                </a:moveTo>
                <a:lnTo>
                  <a:pt x="4056" y="465"/>
                </a:lnTo>
                <a:lnTo>
                  <a:pt x="4056" y="442"/>
                </a:lnTo>
                <a:lnTo>
                  <a:pt x="4102" y="442"/>
                </a:lnTo>
                <a:lnTo>
                  <a:pt x="4102" y="465"/>
                </a:lnTo>
                <a:moveTo>
                  <a:pt x="4010" y="465"/>
                </a:moveTo>
                <a:lnTo>
                  <a:pt x="3963" y="465"/>
                </a:lnTo>
                <a:lnTo>
                  <a:pt x="3963" y="442"/>
                </a:lnTo>
                <a:lnTo>
                  <a:pt x="4010" y="442"/>
                </a:lnTo>
                <a:lnTo>
                  <a:pt x="4010" y="465"/>
                </a:lnTo>
                <a:moveTo>
                  <a:pt x="3917" y="465"/>
                </a:moveTo>
                <a:lnTo>
                  <a:pt x="3870" y="465"/>
                </a:lnTo>
                <a:lnTo>
                  <a:pt x="3870" y="442"/>
                </a:lnTo>
                <a:lnTo>
                  <a:pt x="3917" y="442"/>
                </a:lnTo>
                <a:lnTo>
                  <a:pt x="3917" y="465"/>
                </a:lnTo>
                <a:moveTo>
                  <a:pt x="3824" y="465"/>
                </a:moveTo>
                <a:lnTo>
                  <a:pt x="3777" y="465"/>
                </a:lnTo>
                <a:lnTo>
                  <a:pt x="3777" y="442"/>
                </a:lnTo>
                <a:lnTo>
                  <a:pt x="3824" y="442"/>
                </a:lnTo>
                <a:lnTo>
                  <a:pt x="3824" y="465"/>
                </a:lnTo>
                <a:moveTo>
                  <a:pt x="3730" y="465"/>
                </a:moveTo>
                <a:lnTo>
                  <a:pt x="3683" y="465"/>
                </a:lnTo>
                <a:lnTo>
                  <a:pt x="3683" y="442"/>
                </a:lnTo>
                <a:lnTo>
                  <a:pt x="3730" y="442"/>
                </a:lnTo>
                <a:lnTo>
                  <a:pt x="3730" y="465"/>
                </a:lnTo>
                <a:moveTo>
                  <a:pt x="3637" y="465"/>
                </a:moveTo>
                <a:lnTo>
                  <a:pt x="3590" y="465"/>
                </a:lnTo>
                <a:lnTo>
                  <a:pt x="3590" y="442"/>
                </a:lnTo>
                <a:lnTo>
                  <a:pt x="3637" y="442"/>
                </a:lnTo>
                <a:lnTo>
                  <a:pt x="3637" y="465"/>
                </a:lnTo>
                <a:moveTo>
                  <a:pt x="3544" y="465"/>
                </a:moveTo>
                <a:lnTo>
                  <a:pt x="3498" y="465"/>
                </a:lnTo>
                <a:lnTo>
                  <a:pt x="3498" y="442"/>
                </a:lnTo>
                <a:lnTo>
                  <a:pt x="3544" y="442"/>
                </a:lnTo>
                <a:lnTo>
                  <a:pt x="3544" y="465"/>
                </a:lnTo>
                <a:moveTo>
                  <a:pt x="3451" y="465"/>
                </a:moveTo>
                <a:lnTo>
                  <a:pt x="3405" y="465"/>
                </a:lnTo>
                <a:lnTo>
                  <a:pt x="3405" y="442"/>
                </a:lnTo>
                <a:lnTo>
                  <a:pt x="3451" y="442"/>
                </a:lnTo>
                <a:lnTo>
                  <a:pt x="3451" y="465"/>
                </a:lnTo>
                <a:moveTo>
                  <a:pt x="3358" y="465"/>
                </a:moveTo>
                <a:lnTo>
                  <a:pt x="3312" y="465"/>
                </a:lnTo>
                <a:lnTo>
                  <a:pt x="3312" y="442"/>
                </a:lnTo>
                <a:lnTo>
                  <a:pt x="3358" y="442"/>
                </a:lnTo>
                <a:lnTo>
                  <a:pt x="3358" y="465"/>
                </a:lnTo>
                <a:moveTo>
                  <a:pt x="3265" y="465"/>
                </a:moveTo>
                <a:lnTo>
                  <a:pt x="3219" y="465"/>
                </a:lnTo>
                <a:lnTo>
                  <a:pt x="3219" y="442"/>
                </a:lnTo>
                <a:lnTo>
                  <a:pt x="3265" y="442"/>
                </a:lnTo>
                <a:lnTo>
                  <a:pt x="3265" y="465"/>
                </a:lnTo>
                <a:moveTo>
                  <a:pt x="3172" y="465"/>
                </a:moveTo>
                <a:lnTo>
                  <a:pt x="3126" y="465"/>
                </a:lnTo>
                <a:lnTo>
                  <a:pt x="3126" y="442"/>
                </a:lnTo>
                <a:lnTo>
                  <a:pt x="3172" y="442"/>
                </a:lnTo>
                <a:lnTo>
                  <a:pt x="3172" y="465"/>
                </a:lnTo>
                <a:moveTo>
                  <a:pt x="3079" y="465"/>
                </a:moveTo>
                <a:lnTo>
                  <a:pt x="3033" y="465"/>
                </a:lnTo>
                <a:lnTo>
                  <a:pt x="3033" y="442"/>
                </a:lnTo>
                <a:lnTo>
                  <a:pt x="3079" y="442"/>
                </a:lnTo>
                <a:lnTo>
                  <a:pt x="3079" y="465"/>
                </a:lnTo>
                <a:moveTo>
                  <a:pt x="2987" y="465"/>
                </a:moveTo>
                <a:lnTo>
                  <a:pt x="2940" y="465"/>
                </a:lnTo>
                <a:lnTo>
                  <a:pt x="2940" y="442"/>
                </a:lnTo>
                <a:lnTo>
                  <a:pt x="2987" y="442"/>
                </a:lnTo>
                <a:lnTo>
                  <a:pt x="2987" y="465"/>
                </a:lnTo>
                <a:moveTo>
                  <a:pt x="2894" y="465"/>
                </a:moveTo>
                <a:lnTo>
                  <a:pt x="2847" y="465"/>
                </a:lnTo>
                <a:lnTo>
                  <a:pt x="2847" y="442"/>
                </a:lnTo>
                <a:lnTo>
                  <a:pt x="2894" y="442"/>
                </a:lnTo>
                <a:lnTo>
                  <a:pt x="2894" y="465"/>
                </a:lnTo>
                <a:moveTo>
                  <a:pt x="2801" y="465"/>
                </a:moveTo>
                <a:lnTo>
                  <a:pt x="2754" y="465"/>
                </a:lnTo>
                <a:lnTo>
                  <a:pt x="2754" y="442"/>
                </a:lnTo>
                <a:lnTo>
                  <a:pt x="2801" y="442"/>
                </a:lnTo>
                <a:lnTo>
                  <a:pt x="2801" y="465"/>
                </a:lnTo>
                <a:moveTo>
                  <a:pt x="2708" y="465"/>
                </a:moveTo>
                <a:lnTo>
                  <a:pt x="2661" y="465"/>
                </a:lnTo>
                <a:lnTo>
                  <a:pt x="2661" y="442"/>
                </a:lnTo>
                <a:lnTo>
                  <a:pt x="2708" y="442"/>
                </a:lnTo>
                <a:lnTo>
                  <a:pt x="2708" y="465"/>
                </a:lnTo>
                <a:moveTo>
                  <a:pt x="2615" y="465"/>
                </a:moveTo>
                <a:lnTo>
                  <a:pt x="2569" y="465"/>
                </a:lnTo>
                <a:lnTo>
                  <a:pt x="2569" y="442"/>
                </a:lnTo>
                <a:lnTo>
                  <a:pt x="2615" y="442"/>
                </a:lnTo>
                <a:lnTo>
                  <a:pt x="2615" y="465"/>
                </a:lnTo>
                <a:moveTo>
                  <a:pt x="2522" y="465"/>
                </a:moveTo>
                <a:lnTo>
                  <a:pt x="2476" y="465"/>
                </a:lnTo>
                <a:lnTo>
                  <a:pt x="2476" y="442"/>
                </a:lnTo>
                <a:lnTo>
                  <a:pt x="2522" y="442"/>
                </a:lnTo>
                <a:lnTo>
                  <a:pt x="2522" y="465"/>
                </a:lnTo>
                <a:moveTo>
                  <a:pt x="2429" y="465"/>
                </a:moveTo>
                <a:lnTo>
                  <a:pt x="2383" y="465"/>
                </a:lnTo>
                <a:lnTo>
                  <a:pt x="2383" y="442"/>
                </a:lnTo>
                <a:lnTo>
                  <a:pt x="2429" y="442"/>
                </a:lnTo>
                <a:lnTo>
                  <a:pt x="2429" y="465"/>
                </a:lnTo>
                <a:moveTo>
                  <a:pt x="2336" y="465"/>
                </a:moveTo>
                <a:lnTo>
                  <a:pt x="2290" y="465"/>
                </a:lnTo>
                <a:lnTo>
                  <a:pt x="2290" y="442"/>
                </a:lnTo>
                <a:lnTo>
                  <a:pt x="2336" y="442"/>
                </a:lnTo>
                <a:lnTo>
                  <a:pt x="2336" y="465"/>
                </a:lnTo>
                <a:moveTo>
                  <a:pt x="2243" y="465"/>
                </a:moveTo>
                <a:lnTo>
                  <a:pt x="2197" y="465"/>
                </a:lnTo>
                <a:lnTo>
                  <a:pt x="2197" y="442"/>
                </a:lnTo>
                <a:lnTo>
                  <a:pt x="2243" y="442"/>
                </a:lnTo>
                <a:lnTo>
                  <a:pt x="2243" y="465"/>
                </a:lnTo>
                <a:moveTo>
                  <a:pt x="2150" y="465"/>
                </a:moveTo>
                <a:lnTo>
                  <a:pt x="2104" y="465"/>
                </a:lnTo>
                <a:lnTo>
                  <a:pt x="2104" y="442"/>
                </a:lnTo>
                <a:lnTo>
                  <a:pt x="2150" y="442"/>
                </a:lnTo>
                <a:lnTo>
                  <a:pt x="2150" y="465"/>
                </a:lnTo>
                <a:moveTo>
                  <a:pt x="2058" y="465"/>
                </a:moveTo>
                <a:lnTo>
                  <a:pt x="2011" y="465"/>
                </a:lnTo>
                <a:lnTo>
                  <a:pt x="2011" y="442"/>
                </a:lnTo>
                <a:lnTo>
                  <a:pt x="2058" y="442"/>
                </a:lnTo>
                <a:lnTo>
                  <a:pt x="2058" y="465"/>
                </a:lnTo>
                <a:moveTo>
                  <a:pt x="1965" y="465"/>
                </a:moveTo>
                <a:lnTo>
                  <a:pt x="1918" y="465"/>
                </a:lnTo>
                <a:lnTo>
                  <a:pt x="1918" y="442"/>
                </a:lnTo>
                <a:lnTo>
                  <a:pt x="1965" y="442"/>
                </a:lnTo>
                <a:lnTo>
                  <a:pt x="1965" y="465"/>
                </a:lnTo>
                <a:moveTo>
                  <a:pt x="1872" y="465"/>
                </a:moveTo>
                <a:lnTo>
                  <a:pt x="1825" y="465"/>
                </a:lnTo>
                <a:lnTo>
                  <a:pt x="1825" y="442"/>
                </a:lnTo>
                <a:lnTo>
                  <a:pt x="1872" y="442"/>
                </a:lnTo>
                <a:lnTo>
                  <a:pt x="1872" y="465"/>
                </a:lnTo>
                <a:moveTo>
                  <a:pt x="1779" y="465"/>
                </a:moveTo>
                <a:lnTo>
                  <a:pt x="1732" y="465"/>
                </a:lnTo>
                <a:lnTo>
                  <a:pt x="1732" y="442"/>
                </a:lnTo>
                <a:lnTo>
                  <a:pt x="1779" y="442"/>
                </a:lnTo>
                <a:lnTo>
                  <a:pt x="1779" y="465"/>
                </a:lnTo>
                <a:moveTo>
                  <a:pt x="1686" y="465"/>
                </a:moveTo>
                <a:lnTo>
                  <a:pt x="1639" y="465"/>
                </a:lnTo>
                <a:lnTo>
                  <a:pt x="1639" y="442"/>
                </a:lnTo>
                <a:lnTo>
                  <a:pt x="1686" y="442"/>
                </a:lnTo>
                <a:lnTo>
                  <a:pt x="1686" y="465"/>
                </a:lnTo>
                <a:moveTo>
                  <a:pt x="1593" y="465"/>
                </a:moveTo>
                <a:lnTo>
                  <a:pt x="1547" y="465"/>
                </a:lnTo>
                <a:lnTo>
                  <a:pt x="1547" y="442"/>
                </a:lnTo>
                <a:lnTo>
                  <a:pt x="1593" y="442"/>
                </a:lnTo>
                <a:lnTo>
                  <a:pt x="1593" y="465"/>
                </a:lnTo>
                <a:moveTo>
                  <a:pt x="1500" y="465"/>
                </a:moveTo>
                <a:lnTo>
                  <a:pt x="1454" y="465"/>
                </a:lnTo>
                <a:lnTo>
                  <a:pt x="1454" y="442"/>
                </a:lnTo>
                <a:lnTo>
                  <a:pt x="1500" y="442"/>
                </a:lnTo>
                <a:lnTo>
                  <a:pt x="1500" y="465"/>
                </a:lnTo>
                <a:moveTo>
                  <a:pt x="1407" y="465"/>
                </a:moveTo>
                <a:lnTo>
                  <a:pt x="1361" y="465"/>
                </a:lnTo>
                <a:lnTo>
                  <a:pt x="1361" y="442"/>
                </a:lnTo>
                <a:lnTo>
                  <a:pt x="1407" y="442"/>
                </a:lnTo>
                <a:lnTo>
                  <a:pt x="1407" y="465"/>
                </a:lnTo>
                <a:moveTo>
                  <a:pt x="1314" y="465"/>
                </a:moveTo>
                <a:lnTo>
                  <a:pt x="1268" y="465"/>
                </a:lnTo>
                <a:lnTo>
                  <a:pt x="1268" y="442"/>
                </a:lnTo>
                <a:lnTo>
                  <a:pt x="1314" y="442"/>
                </a:lnTo>
                <a:lnTo>
                  <a:pt x="1314" y="465"/>
                </a:lnTo>
                <a:moveTo>
                  <a:pt x="1221" y="465"/>
                </a:moveTo>
                <a:lnTo>
                  <a:pt x="1175" y="465"/>
                </a:lnTo>
                <a:lnTo>
                  <a:pt x="1175" y="442"/>
                </a:lnTo>
                <a:lnTo>
                  <a:pt x="1221" y="442"/>
                </a:lnTo>
                <a:lnTo>
                  <a:pt x="1221" y="465"/>
                </a:lnTo>
                <a:moveTo>
                  <a:pt x="1128" y="465"/>
                </a:moveTo>
                <a:lnTo>
                  <a:pt x="1082" y="465"/>
                </a:lnTo>
                <a:lnTo>
                  <a:pt x="1082" y="442"/>
                </a:lnTo>
                <a:lnTo>
                  <a:pt x="1128" y="442"/>
                </a:lnTo>
                <a:lnTo>
                  <a:pt x="1128" y="465"/>
                </a:lnTo>
                <a:moveTo>
                  <a:pt x="1036" y="465"/>
                </a:moveTo>
                <a:lnTo>
                  <a:pt x="989" y="465"/>
                </a:lnTo>
                <a:lnTo>
                  <a:pt x="989" y="442"/>
                </a:lnTo>
                <a:lnTo>
                  <a:pt x="1036" y="442"/>
                </a:lnTo>
                <a:lnTo>
                  <a:pt x="1036" y="465"/>
                </a:lnTo>
                <a:moveTo>
                  <a:pt x="943" y="465"/>
                </a:moveTo>
                <a:lnTo>
                  <a:pt x="896" y="465"/>
                </a:lnTo>
                <a:lnTo>
                  <a:pt x="896" y="442"/>
                </a:lnTo>
                <a:lnTo>
                  <a:pt x="943" y="442"/>
                </a:lnTo>
                <a:lnTo>
                  <a:pt x="943" y="465"/>
                </a:lnTo>
                <a:moveTo>
                  <a:pt x="850" y="465"/>
                </a:moveTo>
                <a:lnTo>
                  <a:pt x="803" y="465"/>
                </a:lnTo>
                <a:lnTo>
                  <a:pt x="803" y="442"/>
                </a:lnTo>
                <a:lnTo>
                  <a:pt x="850" y="442"/>
                </a:lnTo>
                <a:lnTo>
                  <a:pt x="850" y="465"/>
                </a:lnTo>
                <a:moveTo>
                  <a:pt x="757" y="465"/>
                </a:moveTo>
                <a:lnTo>
                  <a:pt x="710" y="465"/>
                </a:lnTo>
                <a:lnTo>
                  <a:pt x="710" y="442"/>
                </a:lnTo>
                <a:lnTo>
                  <a:pt x="757" y="442"/>
                </a:lnTo>
                <a:lnTo>
                  <a:pt x="757" y="465"/>
                </a:lnTo>
                <a:moveTo>
                  <a:pt x="664" y="465"/>
                </a:moveTo>
                <a:lnTo>
                  <a:pt x="618" y="465"/>
                </a:lnTo>
                <a:lnTo>
                  <a:pt x="618" y="442"/>
                </a:lnTo>
                <a:lnTo>
                  <a:pt x="664" y="442"/>
                </a:lnTo>
                <a:lnTo>
                  <a:pt x="664" y="465"/>
                </a:lnTo>
                <a:moveTo>
                  <a:pt x="571" y="465"/>
                </a:moveTo>
                <a:lnTo>
                  <a:pt x="525" y="465"/>
                </a:lnTo>
                <a:lnTo>
                  <a:pt x="525" y="442"/>
                </a:lnTo>
                <a:lnTo>
                  <a:pt x="571" y="442"/>
                </a:lnTo>
                <a:lnTo>
                  <a:pt x="571" y="465"/>
                </a:lnTo>
                <a:moveTo>
                  <a:pt x="478" y="465"/>
                </a:moveTo>
                <a:lnTo>
                  <a:pt x="432" y="465"/>
                </a:lnTo>
                <a:lnTo>
                  <a:pt x="432" y="442"/>
                </a:lnTo>
                <a:lnTo>
                  <a:pt x="478" y="442"/>
                </a:lnTo>
                <a:lnTo>
                  <a:pt x="478" y="465"/>
                </a:lnTo>
                <a:moveTo>
                  <a:pt x="385" y="465"/>
                </a:moveTo>
                <a:lnTo>
                  <a:pt x="339" y="465"/>
                </a:lnTo>
                <a:lnTo>
                  <a:pt x="339" y="442"/>
                </a:lnTo>
                <a:lnTo>
                  <a:pt x="385" y="442"/>
                </a:lnTo>
                <a:lnTo>
                  <a:pt x="385" y="465"/>
                </a:lnTo>
                <a:moveTo>
                  <a:pt x="292" y="465"/>
                </a:moveTo>
                <a:lnTo>
                  <a:pt x="246" y="465"/>
                </a:lnTo>
                <a:lnTo>
                  <a:pt x="246" y="442"/>
                </a:lnTo>
                <a:lnTo>
                  <a:pt x="292" y="442"/>
                </a:lnTo>
                <a:lnTo>
                  <a:pt x="292" y="465"/>
                </a:lnTo>
                <a:moveTo>
                  <a:pt x="199" y="464"/>
                </a:moveTo>
                <a:cubicBezTo>
                  <a:pt x="183" y="462"/>
                  <a:pt x="166" y="459"/>
                  <a:pt x="151" y="453"/>
                </a:cubicBezTo>
                <a:lnTo>
                  <a:pt x="158" y="431"/>
                </a:lnTo>
                <a:cubicBezTo>
                  <a:pt x="172" y="436"/>
                  <a:pt x="187" y="439"/>
                  <a:pt x="201" y="441"/>
                </a:cubicBezTo>
                <a:lnTo>
                  <a:pt x="199" y="464"/>
                </a:lnTo>
                <a:moveTo>
                  <a:pt x="106" y="433"/>
                </a:moveTo>
                <a:cubicBezTo>
                  <a:pt x="92" y="424"/>
                  <a:pt x="79" y="414"/>
                  <a:pt x="67" y="402"/>
                </a:cubicBezTo>
                <a:lnTo>
                  <a:pt x="83" y="386"/>
                </a:lnTo>
                <a:cubicBezTo>
                  <a:pt x="93" y="396"/>
                  <a:pt x="105" y="405"/>
                  <a:pt x="118" y="413"/>
                </a:cubicBezTo>
                <a:lnTo>
                  <a:pt x="106" y="433"/>
                </a:lnTo>
                <a:moveTo>
                  <a:pt x="35" y="364"/>
                </a:moveTo>
                <a:cubicBezTo>
                  <a:pt x="26" y="350"/>
                  <a:pt x="19" y="334"/>
                  <a:pt x="13" y="319"/>
                </a:cubicBezTo>
                <a:lnTo>
                  <a:pt x="35" y="311"/>
                </a:lnTo>
                <a:cubicBezTo>
                  <a:pt x="40" y="325"/>
                  <a:pt x="47" y="338"/>
                  <a:pt x="55" y="351"/>
                </a:cubicBezTo>
                <a:lnTo>
                  <a:pt x="35" y="364"/>
                </a:lnTo>
                <a:moveTo>
                  <a:pt x="2" y="270"/>
                </a:moveTo>
                <a:cubicBezTo>
                  <a:pt x="0" y="261"/>
                  <a:pt x="0" y="252"/>
                  <a:pt x="0" y="243"/>
                </a:cubicBezTo>
                <a:lnTo>
                  <a:pt x="0" y="223"/>
                </a:lnTo>
                <a:lnTo>
                  <a:pt x="23" y="223"/>
                </a:lnTo>
                <a:lnTo>
                  <a:pt x="23" y="243"/>
                </a:lnTo>
                <a:cubicBezTo>
                  <a:pt x="23" y="251"/>
                  <a:pt x="24" y="259"/>
                  <a:pt x="25" y="267"/>
                </a:cubicBezTo>
                <a:lnTo>
                  <a:pt x="2" y="270"/>
                </a:lnTo>
                <a:moveTo>
                  <a:pt x="4" y="176"/>
                </a:moveTo>
                <a:cubicBezTo>
                  <a:pt x="8" y="159"/>
                  <a:pt x="13" y="143"/>
                  <a:pt x="20" y="128"/>
                </a:cubicBezTo>
                <a:lnTo>
                  <a:pt x="41" y="138"/>
                </a:lnTo>
                <a:cubicBezTo>
                  <a:pt x="35" y="152"/>
                  <a:pt x="30" y="166"/>
                  <a:pt x="27" y="180"/>
                </a:cubicBezTo>
                <a:lnTo>
                  <a:pt x="4" y="176"/>
                </a:lnTo>
                <a:moveTo>
                  <a:pt x="45" y="86"/>
                </a:moveTo>
                <a:cubicBezTo>
                  <a:pt x="56" y="73"/>
                  <a:pt x="67" y="61"/>
                  <a:pt x="80" y="50"/>
                </a:cubicBezTo>
                <a:lnTo>
                  <a:pt x="95" y="68"/>
                </a:lnTo>
                <a:cubicBezTo>
                  <a:pt x="83" y="78"/>
                  <a:pt x="73" y="88"/>
                  <a:pt x="64" y="100"/>
                </a:cubicBezTo>
                <a:lnTo>
                  <a:pt x="45" y="86"/>
                </a:lnTo>
                <a:moveTo>
                  <a:pt x="121" y="23"/>
                </a:moveTo>
                <a:cubicBezTo>
                  <a:pt x="136" y="16"/>
                  <a:pt x="152" y="10"/>
                  <a:pt x="168" y="6"/>
                </a:cubicBezTo>
                <a:lnTo>
                  <a:pt x="174" y="29"/>
                </a:lnTo>
                <a:cubicBezTo>
                  <a:pt x="159" y="32"/>
                  <a:pt x="145" y="37"/>
                  <a:pt x="132" y="44"/>
                </a:cubicBezTo>
                <a:lnTo>
                  <a:pt x="121" y="23"/>
                </a:lnTo>
                <a:moveTo>
                  <a:pt x="216" y="0"/>
                </a:moveTo>
                <a:cubicBezTo>
                  <a:pt x="218" y="0"/>
                  <a:pt x="219" y="0"/>
                  <a:pt x="221" y="0"/>
                </a:cubicBezTo>
                <a:lnTo>
                  <a:pt x="267" y="0"/>
                </a:lnTo>
                <a:lnTo>
                  <a:pt x="267" y="23"/>
                </a:lnTo>
                <a:lnTo>
                  <a:pt x="221" y="23"/>
                </a:lnTo>
                <a:cubicBezTo>
                  <a:pt x="219" y="23"/>
                  <a:pt x="218" y="23"/>
                  <a:pt x="217" y="23"/>
                </a:cubicBezTo>
                <a:lnTo>
                  <a:pt x="21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 txBox="1"/>
          <p:nvPr/>
        </p:nvSpPr>
        <p:spPr>
          <a:xfrm>
            <a:off x="6544440" y="1240560"/>
            <a:ext cx="130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4568760" y="1248840"/>
            <a:ext cx="12960" cy="426240"/>
          </a:xfrm>
          <a:custGeom>
            <a:avLst/>
            <a:gdLst/>
            <a:ahLst/>
            <a:rect l="0" t="0" r="r" b="b"/>
            <a:pathLst>
              <a:path w="36" h="118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7"/>
                </a:lnTo>
                <a:lnTo>
                  <a:pt x="0" y="627"/>
                </a:lnTo>
                <a:lnTo>
                  <a:pt x="0" y="557"/>
                </a:lnTo>
                <a:lnTo>
                  <a:pt x="36" y="557"/>
                </a:lnTo>
                <a:moveTo>
                  <a:pt x="36" y="697"/>
                </a:moveTo>
                <a:lnTo>
                  <a:pt x="36" y="767"/>
                </a:lnTo>
                <a:lnTo>
                  <a:pt x="0" y="767"/>
                </a:lnTo>
                <a:lnTo>
                  <a:pt x="0" y="697"/>
                </a:lnTo>
                <a:lnTo>
                  <a:pt x="36" y="697"/>
                </a:lnTo>
                <a:moveTo>
                  <a:pt x="36" y="836"/>
                </a:moveTo>
                <a:lnTo>
                  <a:pt x="36" y="906"/>
                </a:lnTo>
                <a:lnTo>
                  <a:pt x="0" y="906"/>
                </a:lnTo>
                <a:lnTo>
                  <a:pt x="0" y="836"/>
                </a:lnTo>
                <a:lnTo>
                  <a:pt x="36" y="836"/>
                </a:lnTo>
                <a:moveTo>
                  <a:pt x="36" y="976"/>
                </a:moveTo>
                <a:lnTo>
                  <a:pt x="36" y="1045"/>
                </a:lnTo>
                <a:lnTo>
                  <a:pt x="0" y="1045"/>
                </a:lnTo>
                <a:lnTo>
                  <a:pt x="0" y="976"/>
                </a:lnTo>
                <a:lnTo>
                  <a:pt x="36" y="976"/>
                </a:lnTo>
                <a:moveTo>
                  <a:pt x="36" y="1115"/>
                </a:moveTo>
                <a:lnTo>
                  <a:pt x="36" y="1184"/>
                </a:lnTo>
                <a:lnTo>
                  <a:pt x="0" y="1184"/>
                </a:lnTo>
                <a:lnTo>
                  <a:pt x="0" y="1115"/>
                </a:lnTo>
                <a:lnTo>
                  <a:pt x="36" y="11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986040" y="1733400"/>
            <a:ext cx="12960" cy="1027800"/>
          </a:xfrm>
          <a:custGeom>
            <a:avLst/>
            <a:gdLst/>
            <a:ahLst/>
            <a:rect l="0" t="0" r="r" b="b"/>
            <a:pathLst>
              <a:path w="36" h="285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8"/>
                </a:moveTo>
                <a:lnTo>
                  <a:pt x="36" y="2437"/>
                </a:lnTo>
                <a:lnTo>
                  <a:pt x="0" y="2437"/>
                </a:lnTo>
                <a:lnTo>
                  <a:pt x="0" y="2368"/>
                </a:lnTo>
                <a:lnTo>
                  <a:pt x="36" y="2368"/>
                </a:lnTo>
                <a:moveTo>
                  <a:pt x="36" y="2507"/>
                </a:moveTo>
                <a:lnTo>
                  <a:pt x="36" y="2577"/>
                </a:lnTo>
                <a:lnTo>
                  <a:pt x="0" y="2577"/>
                </a:lnTo>
                <a:lnTo>
                  <a:pt x="0" y="2507"/>
                </a:lnTo>
                <a:lnTo>
                  <a:pt x="36" y="2507"/>
                </a:lnTo>
                <a:moveTo>
                  <a:pt x="36" y="2646"/>
                </a:moveTo>
                <a:lnTo>
                  <a:pt x="36" y="2716"/>
                </a:lnTo>
                <a:lnTo>
                  <a:pt x="0" y="2716"/>
                </a:lnTo>
                <a:lnTo>
                  <a:pt x="0" y="2646"/>
                </a:lnTo>
                <a:lnTo>
                  <a:pt x="36" y="2646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986040" y="1733400"/>
            <a:ext cx="12960" cy="3183120"/>
          </a:xfrm>
          <a:custGeom>
            <a:avLst/>
            <a:gdLst/>
            <a:ahLst/>
            <a:rect l="0" t="0" r="r" b="b"/>
            <a:pathLst>
              <a:path w="36" h="884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1"/>
                </a:moveTo>
                <a:lnTo>
                  <a:pt x="36" y="7031"/>
                </a:lnTo>
                <a:lnTo>
                  <a:pt x="0" y="7031"/>
                </a:lnTo>
                <a:lnTo>
                  <a:pt x="0" y="6961"/>
                </a:lnTo>
                <a:lnTo>
                  <a:pt x="36" y="6961"/>
                </a:lnTo>
                <a:moveTo>
                  <a:pt x="36" y="7101"/>
                </a:moveTo>
                <a:lnTo>
                  <a:pt x="36" y="7170"/>
                </a:lnTo>
                <a:lnTo>
                  <a:pt x="0" y="7170"/>
                </a:lnTo>
                <a:lnTo>
                  <a:pt x="0" y="7101"/>
                </a:lnTo>
                <a:lnTo>
                  <a:pt x="36" y="7101"/>
                </a:lnTo>
                <a:moveTo>
                  <a:pt x="36" y="7240"/>
                </a:moveTo>
                <a:lnTo>
                  <a:pt x="36" y="7310"/>
                </a:lnTo>
                <a:lnTo>
                  <a:pt x="0" y="7310"/>
                </a:lnTo>
                <a:lnTo>
                  <a:pt x="0" y="7240"/>
                </a:lnTo>
                <a:lnTo>
                  <a:pt x="36" y="7240"/>
                </a:lnTo>
                <a:moveTo>
                  <a:pt x="36" y="7379"/>
                </a:moveTo>
                <a:lnTo>
                  <a:pt x="36" y="7449"/>
                </a:lnTo>
                <a:lnTo>
                  <a:pt x="0" y="7449"/>
                </a:lnTo>
                <a:lnTo>
                  <a:pt x="0" y="7379"/>
                </a:lnTo>
                <a:lnTo>
                  <a:pt x="36" y="7379"/>
                </a:lnTo>
                <a:moveTo>
                  <a:pt x="36" y="7518"/>
                </a:moveTo>
                <a:lnTo>
                  <a:pt x="36" y="7588"/>
                </a:lnTo>
                <a:lnTo>
                  <a:pt x="0" y="7588"/>
                </a:lnTo>
                <a:lnTo>
                  <a:pt x="0" y="7518"/>
                </a:lnTo>
                <a:lnTo>
                  <a:pt x="36" y="7518"/>
                </a:lnTo>
                <a:moveTo>
                  <a:pt x="36" y="7658"/>
                </a:moveTo>
                <a:lnTo>
                  <a:pt x="36" y="7727"/>
                </a:lnTo>
                <a:lnTo>
                  <a:pt x="0" y="7727"/>
                </a:lnTo>
                <a:lnTo>
                  <a:pt x="0" y="7658"/>
                </a:lnTo>
                <a:lnTo>
                  <a:pt x="36" y="7658"/>
                </a:lnTo>
                <a:moveTo>
                  <a:pt x="36" y="7797"/>
                </a:moveTo>
                <a:lnTo>
                  <a:pt x="36" y="7866"/>
                </a:lnTo>
                <a:lnTo>
                  <a:pt x="0" y="7866"/>
                </a:lnTo>
                <a:lnTo>
                  <a:pt x="0" y="7797"/>
                </a:lnTo>
                <a:lnTo>
                  <a:pt x="36" y="7797"/>
                </a:lnTo>
                <a:moveTo>
                  <a:pt x="36" y="7936"/>
                </a:moveTo>
                <a:lnTo>
                  <a:pt x="36" y="8006"/>
                </a:lnTo>
                <a:lnTo>
                  <a:pt x="0" y="8006"/>
                </a:lnTo>
                <a:lnTo>
                  <a:pt x="0" y="7936"/>
                </a:lnTo>
                <a:lnTo>
                  <a:pt x="36" y="7936"/>
                </a:lnTo>
                <a:moveTo>
                  <a:pt x="36" y="8075"/>
                </a:moveTo>
                <a:lnTo>
                  <a:pt x="36" y="8145"/>
                </a:lnTo>
                <a:lnTo>
                  <a:pt x="0" y="8145"/>
                </a:lnTo>
                <a:lnTo>
                  <a:pt x="0" y="8075"/>
                </a:lnTo>
                <a:lnTo>
                  <a:pt x="36" y="8075"/>
                </a:lnTo>
                <a:moveTo>
                  <a:pt x="36" y="8215"/>
                </a:moveTo>
                <a:lnTo>
                  <a:pt x="36" y="8284"/>
                </a:lnTo>
                <a:lnTo>
                  <a:pt x="0" y="8284"/>
                </a:lnTo>
                <a:lnTo>
                  <a:pt x="0" y="8215"/>
                </a:lnTo>
                <a:lnTo>
                  <a:pt x="36" y="8215"/>
                </a:lnTo>
                <a:moveTo>
                  <a:pt x="36" y="8354"/>
                </a:moveTo>
                <a:lnTo>
                  <a:pt x="36" y="8423"/>
                </a:lnTo>
                <a:lnTo>
                  <a:pt x="0" y="8423"/>
                </a:lnTo>
                <a:lnTo>
                  <a:pt x="0" y="8354"/>
                </a:lnTo>
                <a:lnTo>
                  <a:pt x="36" y="8354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986040" y="1733400"/>
            <a:ext cx="12960" cy="5388480"/>
          </a:xfrm>
          <a:custGeom>
            <a:avLst/>
            <a:gdLst/>
            <a:ahLst/>
            <a:rect l="0" t="0" r="r" b="b"/>
            <a:pathLst>
              <a:path w="36" h="1496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6"/>
                </a:lnTo>
                <a:lnTo>
                  <a:pt x="0" y="2716"/>
                </a:lnTo>
                <a:lnTo>
                  <a:pt x="0" y="2645"/>
                </a:lnTo>
                <a:lnTo>
                  <a:pt x="36" y="2645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moveTo>
                  <a:pt x="36" y="2925"/>
                </a:moveTo>
                <a:lnTo>
                  <a:pt x="36" y="2994"/>
                </a:lnTo>
                <a:lnTo>
                  <a:pt x="0" y="2994"/>
                </a:lnTo>
                <a:lnTo>
                  <a:pt x="0" y="2925"/>
                </a:lnTo>
                <a:lnTo>
                  <a:pt x="36" y="2925"/>
                </a:lnTo>
                <a:moveTo>
                  <a:pt x="36" y="3064"/>
                </a:moveTo>
                <a:lnTo>
                  <a:pt x="36" y="3134"/>
                </a:lnTo>
                <a:lnTo>
                  <a:pt x="0" y="3134"/>
                </a:lnTo>
                <a:lnTo>
                  <a:pt x="0" y="3064"/>
                </a:lnTo>
                <a:lnTo>
                  <a:pt x="36" y="3064"/>
                </a:lnTo>
                <a:moveTo>
                  <a:pt x="36" y="3203"/>
                </a:moveTo>
                <a:lnTo>
                  <a:pt x="36" y="3273"/>
                </a:lnTo>
                <a:lnTo>
                  <a:pt x="0" y="3273"/>
                </a:lnTo>
                <a:lnTo>
                  <a:pt x="0" y="3203"/>
                </a:lnTo>
                <a:lnTo>
                  <a:pt x="36" y="3203"/>
                </a:lnTo>
                <a:moveTo>
                  <a:pt x="36" y="3342"/>
                </a:moveTo>
                <a:lnTo>
                  <a:pt x="36" y="3412"/>
                </a:lnTo>
                <a:lnTo>
                  <a:pt x="0" y="3412"/>
                </a:lnTo>
                <a:lnTo>
                  <a:pt x="0" y="3342"/>
                </a:lnTo>
                <a:lnTo>
                  <a:pt x="36" y="3342"/>
                </a:lnTo>
                <a:moveTo>
                  <a:pt x="36" y="3482"/>
                </a:moveTo>
                <a:lnTo>
                  <a:pt x="36" y="3551"/>
                </a:lnTo>
                <a:lnTo>
                  <a:pt x="0" y="3551"/>
                </a:lnTo>
                <a:lnTo>
                  <a:pt x="0" y="3482"/>
                </a:lnTo>
                <a:lnTo>
                  <a:pt x="36" y="3482"/>
                </a:lnTo>
                <a:moveTo>
                  <a:pt x="36" y="3621"/>
                </a:moveTo>
                <a:lnTo>
                  <a:pt x="36" y="3691"/>
                </a:lnTo>
                <a:lnTo>
                  <a:pt x="0" y="3691"/>
                </a:lnTo>
                <a:lnTo>
                  <a:pt x="0" y="3621"/>
                </a:lnTo>
                <a:lnTo>
                  <a:pt x="36" y="3621"/>
                </a:lnTo>
                <a:moveTo>
                  <a:pt x="36" y="3760"/>
                </a:moveTo>
                <a:lnTo>
                  <a:pt x="36" y="3830"/>
                </a:lnTo>
                <a:lnTo>
                  <a:pt x="0" y="3830"/>
                </a:lnTo>
                <a:lnTo>
                  <a:pt x="0" y="3760"/>
                </a:lnTo>
                <a:lnTo>
                  <a:pt x="36" y="3760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986040" y="1733400"/>
            <a:ext cx="12960" cy="6182280"/>
          </a:xfrm>
          <a:custGeom>
            <a:avLst/>
            <a:gdLst/>
            <a:ahLst/>
            <a:rect l="0" t="0" r="r" b="b"/>
            <a:pathLst>
              <a:path w="36" h="17173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30"/>
                </a:lnTo>
                <a:lnTo>
                  <a:pt x="0" y="3830"/>
                </a:lnTo>
                <a:lnTo>
                  <a:pt x="0" y="3759"/>
                </a:lnTo>
                <a:lnTo>
                  <a:pt x="36" y="3759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73"/>
                </a:lnTo>
                <a:lnTo>
                  <a:pt x="0" y="17173"/>
                </a:lnTo>
                <a:lnTo>
                  <a:pt x="0" y="17126"/>
                </a:lnTo>
                <a:lnTo>
                  <a:pt x="36" y="1712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986040" y="1733400"/>
            <a:ext cx="12960" cy="7535520"/>
          </a:xfrm>
          <a:custGeom>
            <a:avLst/>
            <a:gdLst/>
            <a:ahLst/>
            <a:rect l="0" t="0" r="r" b="b"/>
            <a:pathLst>
              <a:path w="36" h="2093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32"/>
                </a:lnTo>
                <a:lnTo>
                  <a:pt x="0" y="20932"/>
                </a:lnTo>
                <a:lnTo>
                  <a:pt x="0" y="20886"/>
                </a:lnTo>
                <a:lnTo>
                  <a:pt x="36" y="208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986040" y="1733400"/>
            <a:ext cx="12960" cy="8445960"/>
          </a:xfrm>
          <a:custGeom>
            <a:avLst/>
            <a:gdLst/>
            <a:ahLst/>
            <a:rect l="0" t="0" r="r" b="b"/>
            <a:pathLst>
              <a:path w="36" h="2346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55"/>
                </a:lnTo>
                <a:lnTo>
                  <a:pt x="0" y="20955"/>
                </a:lnTo>
                <a:lnTo>
                  <a:pt x="0" y="20886"/>
                </a:lnTo>
                <a:lnTo>
                  <a:pt x="36" y="20886"/>
                </a:lnTo>
                <a:moveTo>
                  <a:pt x="36" y="21025"/>
                </a:moveTo>
                <a:lnTo>
                  <a:pt x="36" y="21094"/>
                </a:lnTo>
                <a:lnTo>
                  <a:pt x="0" y="21094"/>
                </a:lnTo>
                <a:lnTo>
                  <a:pt x="0" y="21025"/>
                </a:lnTo>
                <a:lnTo>
                  <a:pt x="36" y="21025"/>
                </a:lnTo>
                <a:moveTo>
                  <a:pt x="36" y="21164"/>
                </a:moveTo>
                <a:lnTo>
                  <a:pt x="36" y="21234"/>
                </a:lnTo>
                <a:lnTo>
                  <a:pt x="0" y="21234"/>
                </a:lnTo>
                <a:lnTo>
                  <a:pt x="0" y="21164"/>
                </a:lnTo>
                <a:lnTo>
                  <a:pt x="36" y="21164"/>
                </a:lnTo>
                <a:moveTo>
                  <a:pt x="36" y="21303"/>
                </a:moveTo>
                <a:lnTo>
                  <a:pt x="36" y="21373"/>
                </a:lnTo>
                <a:lnTo>
                  <a:pt x="0" y="21373"/>
                </a:lnTo>
                <a:lnTo>
                  <a:pt x="0" y="21303"/>
                </a:lnTo>
                <a:lnTo>
                  <a:pt x="36" y="21303"/>
                </a:lnTo>
                <a:moveTo>
                  <a:pt x="36" y="21443"/>
                </a:moveTo>
                <a:lnTo>
                  <a:pt x="36" y="21512"/>
                </a:lnTo>
                <a:lnTo>
                  <a:pt x="0" y="21512"/>
                </a:lnTo>
                <a:lnTo>
                  <a:pt x="0" y="21443"/>
                </a:lnTo>
                <a:lnTo>
                  <a:pt x="36" y="21443"/>
                </a:lnTo>
                <a:moveTo>
                  <a:pt x="36" y="21582"/>
                </a:moveTo>
                <a:lnTo>
                  <a:pt x="36" y="21651"/>
                </a:lnTo>
                <a:lnTo>
                  <a:pt x="0" y="21651"/>
                </a:lnTo>
                <a:lnTo>
                  <a:pt x="0" y="21582"/>
                </a:lnTo>
                <a:lnTo>
                  <a:pt x="36" y="21582"/>
                </a:lnTo>
                <a:moveTo>
                  <a:pt x="36" y="21721"/>
                </a:moveTo>
                <a:lnTo>
                  <a:pt x="36" y="21791"/>
                </a:lnTo>
                <a:lnTo>
                  <a:pt x="0" y="21791"/>
                </a:lnTo>
                <a:lnTo>
                  <a:pt x="0" y="21721"/>
                </a:lnTo>
                <a:lnTo>
                  <a:pt x="36" y="21721"/>
                </a:lnTo>
                <a:moveTo>
                  <a:pt x="36" y="21860"/>
                </a:moveTo>
                <a:lnTo>
                  <a:pt x="36" y="21930"/>
                </a:lnTo>
                <a:lnTo>
                  <a:pt x="0" y="21930"/>
                </a:lnTo>
                <a:lnTo>
                  <a:pt x="0" y="21860"/>
                </a:lnTo>
                <a:lnTo>
                  <a:pt x="36" y="21860"/>
                </a:lnTo>
                <a:moveTo>
                  <a:pt x="36" y="22000"/>
                </a:moveTo>
                <a:lnTo>
                  <a:pt x="36" y="22069"/>
                </a:lnTo>
                <a:lnTo>
                  <a:pt x="0" y="22069"/>
                </a:lnTo>
                <a:lnTo>
                  <a:pt x="0" y="22000"/>
                </a:lnTo>
                <a:lnTo>
                  <a:pt x="36" y="22000"/>
                </a:lnTo>
                <a:moveTo>
                  <a:pt x="36" y="22139"/>
                </a:moveTo>
                <a:lnTo>
                  <a:pt x="36" y="22208"/>
                </a:lnTo>
                <a:lnTo>
                  <a:pt x="0" y="22208"/>
                </a:lnTo>
                <a:lnTo>
                  <a:pt x="0" y="22139"/>
                </a:lnTo>
                <a:lnTo>
                  <a:pt x="36" y="22139"/>
                </a:lnTo>
                <a:moveTo>
                  <a:pt x="36" y="22278"/>
                </a:moveTo>
                <a:lnTo>
                  <a:pt x="36" y="22348"/>
                </a:lnTo>
                <a:lnTo>
                  <a:pt x="0" y="22348"/>
                </a:lnTo>
                <a:lnTo>
                  <a:pt x="0" y="22278"/>
                </a:lnTo>
                <a:lnTo>
                  <a:pt x="36" y="22278"/>
                </a:lnTo>
                <a:moveTo>
                  <a:pt x="36" y="22417"/>
                </a:moveTo>
                <a:lnTo>
                  <a:pt x="36" y="22487"/>
                </a:lnTo>
                <a:lnTo>
                  <a:pt x="0" y="22487"/>
                </a:lnTo>
                <a:lnTo>
                  <a:pt x="0" y="22417"/>
                </a:lnTo>
                <a:lnTo>
                  <a:pt x="36" y="22417"/>
                </a:lnTo>
                <a:moveTo>
                  <a:pt x="36" y="22556"/>
                </a:moveTo>
                <a:lnTo>
                  <a:pt x="36" y="22626"/>
                </a:lnTo>
                <a:lnTo>
                  <a:pt x="0" y="22626"/>
                </a:lnTo>
                <a:lnTo>
                  <a:pt x="0" y="22556"/>
                </a:lnTo>
                <a:lnTo>
                  <a:pt x="36" y="22556"/>
                </a:lnTo>
                <a:moveTo>
                  <a:pt x="36" y="22696"/>
                </a:moveTo>
                <a:lnTo>
                  <a:pt x="36" y="22765"/>
                </a:lnTo>
                <a:lnTo>
                  <a:pt x="0" y="22765"/>
                </a:lnTo>
                <a:lnTo>
                  <a:pt x="0" y="22696"/>
                </a:lnTo>
                <a:lnTo>
                  <a:pt x="36" y="22696"/>
                </a:lnTo>
                <a:moveTo>
                  <a:pt x="36" y="22835"/>
                </a:moveTo>
                <a:lnTo>
                  <a:pt x="36" y="22905"/>
                </a:lnTo>
                <a:lnTo>
                  <a:pt x="0" y="22905"/>
                </a:lnTo>
                <a:lnTo>
                  <a:pt x="0" y="22835"/>
                </a:lnTo>
                <a:lnTo>
                  <a:pt x="36" y="22835"/>
                </a:lnTo>
                <a:moveTo>
                  <a:pt x="36" y="22974"/>
                </a:moveTo>
                <a:lnTo>
                  <a:pt x="36" y="23044"/>
                </a:lnTo>
                <a:lnTo>
                  <a:pt x="0" y="23044"/>
                </a:lnTo>
                <a:lnTo>
                  <a:pt x="0" y="22974"/>
                </a:lnTo>
                <a:lnTo>
                  <a:pt x="36" y="22974"/>
                </a:lnTo>
                <a:moveTo>
                  <a:pt x="36" y="23113"/>
                </a:moveTo>
                <a:lnTo>
                  <a:pt x="36" y="23183"/>
                </a:lnTo>
                <a:lnTo>
                  <a:pt x="0" y="23183"/>
                </a:lnTo>
                <a:lnTo>
                  <a:pt x="0" y="23113"/>
                </a:lnTo>
                <a:lnTo>
                  <a:pt x="36" y="23113"/>
                </a:lnTo>
                <a:moveTo>
                  <a:pt x="36" y="23253"/>
                </a:moveTo>
                <a:lnTo>
                  <a:pt x="36" y="23322"/>
                </a:lnTo>
                <a:lnTo>
                  <a:pt x="0" y="23322"/>
                </a:lnTo>
                <a:lnTo>
                  <a:pt x="0" y="23253"/>
                </a:lnTo>
                <a:lnTo>
                  <a:pt x="36" y="23253"/>
                </a:lnTo>
                <a:moveTo>
                  <a:pt x="36" y="23392"/>
                </a:moveTo>
                <a:lnTo>
                  <a:pt x="36" y="23461"/>
                </a:lnTo>
                <a:lnTo>
                  <a:pt x="0" y="23461"/>
                </a:lnTo>
                <a:lnTo>
                  <a:pt x="0" y="23392"/>
                </a:lnTo>
                <a:lnTo>
                  <a:pt x="36" y="2339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7698240" y="180036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7698240" y="1829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624600" y="1490040"/>
            <a:ext cx="3169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875520" y="179100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6887160" y="215100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6887160" y="218016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875520" y="1925640"/>
            <a:ext cx="6163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992520" y="214164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791640" y="2802600"/>
            <a:ext cx="3904920" cy="1913400"/>
          </a:xfrm>
          <a:custGeom>
            <a:avLst/>
            <a:gdLst/>
            <a:ahLst/>
            <a:rect l="0" t="0" r="r" b="b"/>
            <a:pathLst>
              <a:path w="10847" h="5315">
                <a:moveTo>
                  <a:pt x="0" y="0"/>
                </a:moveTo>
                <a:lnTo>
                  <a:pt x="10847" y="0"/>
                </a:lnTo>
                <a:lnTo>
                  <a:pt x="10847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787320" y="2798640"/>
            <a:ext cx="3913560" cy="1921680"/>
          </a:xfrm>
          <a:custGeom>
            <a:avLst/>
            <a:gdLst/>
            <a:ahLst/>
            <a:rect l="0" t="0" r="r" b="b"/>
            <a:pathLst>
              <a:path w="10871" h="53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3" y="0"/>
                </a:moveTo>
                <a:lnTo>
                  <a:pt x="500" y="0"/>
                </a:lnTo>
                <a:lnTo>
                  <a:pt x="500" y="23"/>
                </a:lnTo>
                <a:lnTo>
                  <a:pt x="383" y="23"/>
                </a:lnTo>
                <a:lnTo>
                  <a:pt x="383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2" y="0"/>
                </a:moveTo>
                <a:lnTo>
                  <a:pt x="1429" y="0"/>
                </a:lnTo>
                <a:lnTo>
                  <a:pt x="1429" y="23"/>
                </a:lnTo>
                <a:lnTo>
                  <a:pt x="1312" y="23"/>
                </a:lnTo>
                <a:lnTo>
                  <a:pt x="1312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3" y="0"/>
                </a:lnTo>
                <a:lnTo>
                  <a:pt x="2543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8" y="0"/>
                </a:lnTo>
                <a:lnTo>
                  <a:pt x="3288" y="23"/>
                </a:lnTo>
                <a:lnTo>
                  <a:pt x="3171" y="23"/>
                </a:lnTo>
                <a:lnTo>
                  <a:pt x="3171" y="0"/>
                </a:lnTo>
                <a:moveTo>
                  <a:pt x="3357" y="0"/>
                </a:moveTo>
                <a:lnTo>
                  <a:pt x="3474" y="0"/>
                </a:lnTo>
                <a:lnTo>
                  <a:pt x="3474" y="23"/>
                </a:lnTo>
                <a:lnTo>
                  <a:pt x="3357" y="23"/>
                </a:lnTo>
                <a:lnTo>
                  <a:pt x="3357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6" y="0"/>
                </a:moveTo>
                <a:lnTo>
                  <a:pt x="4403" y="0"/>
                </a:lnTo>
                <a:lnTo>
                  <a:pt x="4403" y="23"/>
                </a:lnTo>
                <a:lnTo>
                  <a:pt x="4286" y="23"/>
                </a:lnTo>
                <a:lnTo>
                  <a:pt x="4286" y="0"/>
                </a:lnTo>
                <a:moveTo>
                  <a:pt x="4472" y="0"/>
                </a:moveTo>
                <a:lnTo>
                  <a:pt x="4588" y="0"/>
                </a:lnTo>
                <a:lnTo>
                  <a:pt x="4588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4" y="0"/>
                </a:moveTo>
                <a:lnTo>
                  <a:pt x="6261" y="0"/>
                </a:lnTo>
                <a:lnTo>
                  <a:pt x="6261" y="23"/>
                </a:lnTo>
                <a:lnTo>
                  <a:pt x="6144" y="23"/>
                </a:lnTo>
                <a:lnTo>
                  <a:pt x="6144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871" y="0"/>
                </a:lnTo>
                <a:lnTo>
                  <a:pt x="10871" y="58"/>
                </a:lnTo>
                <a:lnTo>
                  <a:pt x="10848" y="58"/>
                </a:lnTo>
                <a:lnTo>
                  <a:pt x="10848" y="11"/>
                </a:lnTo>
                <a:lnTo>
                  <a:pt x="10859" y="11"/>
                </a:lnTo>
                <a:lnTo>
                  <a:pt x="10859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871" y="127"/>
                </a:moveTo>
                <a:lnTo>
                  <a:pt x="10871" y="244"/>
                </a:lnTo>
                <a:lnTo>
                  <a:pt x="10848" y="244"/>
                </a:lnTo>
                <a:lnTo>
                  <a:pt x="10848" y="127"/>
                </a:lnTo>
                <a:lnTo>
                  <a:pt x="10871" y="127"/>
                </a:lnTo>
                <a:moveTo>
                  <a:pt x="10871" y="314"/>
                </a:moveTo>
                <a:lnTo>
                  <a:pt x="10871" y="430"/>
                </a:lnTo>
                <a:lnTo>
                  <a:pt x="10848" y="430"/>
                </a:lnTo>
                <a:lnTo>
                  <a:pt x="10848" y="314"/>
                </a:lnTo>
                <a:lnTo>
                  <a:pt x="10871" y="314"/>
                </a:lnTo>
                <a:moveTo>
                  <a:pt x="10871" y="500"/>
                </a:moveTo>
                <a:lnTo>
                  <a:pt x="10871" y="616"/>
                </a:lnTo>
                <a:lnTo>
                  <a:pt x="10848" y="616"/>
                </a:lnTo>
                <a:lnTo>
                  <a:pt x="10848" y="500"/>
                </a:lnTo>
                <a:lnTo>
                  <a:pt x="10871" y="500"/>
                </a:lnTo>
                <a:moveTo>
                  <a:pt x="10871" y="685"/>
                </a:moveTo>
                <a:lnTo>
                  <a:pt x="10871" y="801"/>
                </a:lnTo>
                <a:lnTo>
                  <a:pt x="10848" y="801"/>
                </a:lnTo>
                <a:lnTo>
                  <a:pt x="10848" y="685"/>
                </a:lnTo>
                <a:lnTo>
                  <a:pt x="10871" y="685"/>
                </a:lnTo>
                <a:moveTo>
                  <a:pt x="10871" y="871"/>
                </a:moveTo>
                <a:lnTo>
                  <a:pt x="10871" y="987"/>
                </a:lnTo>
                <a:lnTo>
                  <a:pt x="10848" y="987"/>
                </a:lnTo>
                <a:lnTo>
                  <a:pt x="10848" y="871"/>
                </a:lnTo>
                <a:lnTo>
                  <a:pt x="10871" y="871"/>
                </a:lnTo>
                <a:moveTo>
                  <a:pt x="10871" y="1056"/>
                </a:moveTo>
                <a:lnTo>
                  <a:pt x="10871" y="1172"/>
                </a:lnTo>
                <a:lnTo>
                  <a:pt x="10848" y="1172"/>
                </a:lnTo>
                <a:lnTo>
                  <a:pt x="10848" y="1056"/>
                </a:lnTo>
                <a:lnTo>
                  <a:pt x="10871" y="1056"/>
                </a:lnTo>
                <a:moveTo>
                  <a:pt x="10871" y="1242"/>
                </a:moveTo>
                <a:lnTo>
                  <a:pt x="10871" y="1358"/>
                </a:lnTo>
                <a:lnTo>
                  <a:pt x="10848" y="1358"/>
                </a:lnTo>
                <a:lnTo>
                  <a:pt x="10848" y="1242"/>
                </a:lnTo>
                <a:lnTo>
                  <a:pt x="10871" y="1242"/>
                </a:lnTo>
                <a:moveTo>
                  <a:pt x="10871" y="1428"/>
                </a:moveTo>
                <a:lnTo>
                  <a:pt x="10871" y="1544"/>
                </a:lnTo>
                <a:lnTo>
                  <a:pt x="10848" y="1544"/>
                </a:lnTo>
                <a:lnTo>
                  <a:pt x="10848" y="1428"/>
                </a:lnTo>
                <a:lnTo>
                  <a:pt x="10871" y="1428"/>
                </a:lnTo>
                <a:moveTo>
                  <a:pt x="10871" y="1613"/>
                </a:moveTo>
                <a:lnTo>
                  <a:pt x="10871" y="1729"/>
                </a:lnTo>
                <a:lnTo>
                  <a:pt x="10848" y="1729"/>
                </a:lnTo>
                <a:lnTo>
                  <a:pt x="10848" y="1613"/>
                </a:lnTo>
                <a:lnTo>
                  <a:pt x="10871" y="1613"/>
                </a:lnTo>
                <a:moveTo>
                  <a:pt x="10871" y="1799"/>
                </a:moveTo>
                <a:lnTo>
                  <a:pt x="10871" y="1915"/>
                </a:lnTo>
                <a:lnTo>
                  <a:pt x="10848" y="1915"/>
                </a:lnTo>
                <a:lnTo>
                  <a:pt x="10848" y="1799"/>
                </a:lnTo>
                <a:lnTo>
                  <a:pt x="10871" y="1799"/>
                </a:lnTo>
                <a:moveTo>
                  <a:pt x="10871" y="1985"/>
                </a:moveTo>
                <a:lnTo>
                  <a:pt x="10871" y="2101"/>
                </a:lnTo>
                <a:lnTo>
                  <a:pt x="10848" y="2101"/>
                </a:lnTo>
                <a:lnTo>
                  <a:pt x="10848" y="1985"/>
                </a:lnTo>
                <a:lnTo>
                  <a:pt x="10871" y="1985"/>
                </a:lnTo>
                <a:moveTo>
                  <a:pt x="10871" y="2170"/>
                </a:moveTo>
                <a:lnTo>
                  <a:pt x="10871" y="2286"/>
                </a:lnTo>
                <a:lnTo>
                  <a:pt x="10848" y="2286"/>
                </a:lnTo>
                <a:lnTo>
                  <a:pt x="10848" y="2170"/>
                </a:lnTo>
                <a:lnTo>
                  <a:pt x="10871" y="2170"/>
                </a:lnTo>
                <a:moveTo>
                  <a:pt x="10871" y="2356"/>
                </a:moveTo>
                <a:lnTo>
                  <a:pt x="10871" y="2472"/>
                </a:lnTo>
                <a:lnTo>
                  <a:pt x="10848" y="2472"/>
                </a:lnTo>
                <a:lnTo>
                  <a:pt x="10848" y="2356"/>
                </a:lnTo>
                <a:lnTo>
                  <a:pt x="10871" y="2356"/>
                </a:lnTo>
                <a:moveTo>
                  <a:pt x="10871" y="2542"/>
                </a:moveTo>
                <a:lnTo>
                  <a:pt x="10871" y="2658"/>
                </a:lnTo>
                <a:lnTo>
                  <a:pt x="10848" y="2658"/>
                </a:lnTo>
                <a:lnTo>
                  <a:pt x="10848" y="2542"/>
                </a:lnTo>
                <a:lnTo>
                  <a:pt x="10871" y="2542"/>
                </a:lnTo>
                <a:moveTo>
                  <a:pt x="10871" y="2727"/>
                </a:moveTo>
                <a:lnTo>
                  <a:pt x="10871" y="2843"/>
                </a:lnTo>
                <a:lnTo>
                  <a:pt x="10848" y="2843"/>
                </a:lnTo>
                <a:lnTo>
                  <a:pt x="10848" y="2727"/>
                </a:lnTo>
                <a:lnTo>
                  <a:pt x="10871" y="2727"/>
                </a:lnTo>
                <a:moveTo>
                  <a:pt x="10871" y="2913"/>
                </a:moveTo>
                <a:lnTo>
                  <a:pt x="10871" y="3029"/>
                </a:lnTo>
                <a:lnTo>
                  <a:pt x="10848" y="3029"/>
                </a:lnTo>
                <a:lnTo>
                  <a:pt x="10848" y="2913"/>
                </a:lnTo>
                <a:lnTo>
                  <a:pt x="10871" y="2913"/>
                </a:lnTo>
                <a:moveTo>
                  <a:pt x="10871" y="3098"/>
                </a:moveTo>
                <a:lnTo>
                  <a:pt x="10871" y="3215"/>
                </a:lnTo>
                <a:lnTo>
                  <a:pt x="10848" y="3215"/>
                </a:lnTo>
                <a:lnTo>
                  <a:pt x="10848" y="3098"/>
                </a:lnTo>
                <a:lnTo>
                  <a:pt x="10871" y="3098"/>
                </a:lnTo>
                <a:moveTo>
                  <a:pt x="10871" y="3284"/>
                </a:moveTo>
                <a:lnTo>
                  <a:pt x="10871" y="3400"/>
                </a:lnTo>
                <a:lnTo>
                  <a:pt x="10848" y="3400"/>
                </a:lnTo>
                <a:lnTo>
                  <a:pt x="10848" y="3284"/>
                </a:lnTo>
                <a:lnTo>
                  <a:pt x="10871" y="3284"/>
                </a:lnTo>
                <a:moveTo>
                  <a:pt x="10871" y="3470"/>
                </a:moveTo>
                <a:lnTo>
                  <a:pt x="10871" y="3586"/>
                </a:lnTo>
                <a:lnTo>
                  <a:pt x="10848" y="3586"/>
                </a:lnTo>
                <a:lnTo>
                  <a:pt x="10848" y="3470"/>
                </a:lnTo>
                <a:lnTo>
                  <a:pt x="10871" y="3470"/>
                </a:lnTo>
                <a:moveTo>
                  <a:pt x="10871" y="3655"/>
                </a:moveTo>
                <a:lnTo>
                  <a:pt x="10871" y="3771"/>
                </a:lnTo>
                <a:lnTo>
                  <a:pt x="10848" y="3771"/>
                </a:lnTo>
                <a:lnTo>
                  <a:pt x="10848" y="3655"/>
                </a:lnTo>
                <a:lnTo>
                  <a:pt x="10871" y="3655"/>
                </a:lnTo>
                <a:moveTo>
                  <a:pt x="10871" y="3841"/>
                </a:moveTo>
                <a:lnTo>
                  <a:pt x="10871" y="3957"/>
                </a:lnTo>
                <a:lnTo>
                  <a:pt x="10848" y="3957"/>
                </a:lnTo>
                <a:lnTo>
                  <a:pt x="10848" y="3841"/>
                </a:lnTo>
                <a:lnTo>
                  <a:pt x="10871" y="3841"/>
                </a:lnTo>
                <a:moveTo>
                  <a:pt x="10871" y="4027"/>
                </a:moveTo>
                <a:lnTo>
                  <a:pt x="10871" y="4143"/>
                </a:lnTo>
                <a:lnTo>
                  <a:pt x="10848" y="4143"/>
                </a:lnTo>
                <a:lnTo>
                  <a:pt x="10848" y="4027"/>
                </a:lnTo>
                <a:lnTo>
                  <a:pt x="10871" y="4027"/>
                </a:lnTo>
                <a:moveTo>
                  <a:pt x="10871" y="4212"/>
                </a:moveTo>
                <a:lnTo>
                  <a:pt x="10871" y="4328"/>
                </a:lnTo>
                <a:lnTo>
                  <a:pt x="10848" y="4328"/>
                </a:lnTo>
                <a:lnTo>
                  <a:pt x="10848" y="4212"/>
                </a:lnTo>
                <a:lnTo>
                  <a:pt x="10871" y="4212"/>
                </a:lnTo>
                <a:moveTo>
                  <a:pt x="10871" y="4398"/>
                </a:moveTo>
                <a:lnTo>
                  <a:pt x="10871" y="4514"/>
                </a:lnTo>
                <a:lnTo>
                  <a:pt x="10848" y="4514"/>
                </a:lnTo>
                <a:lnTo>
                  <a:pt x="10848" y="4398"/>
                </a:lnTo>
                <a:lnTo>
                  <a:pt x="10871" y="4398"/>
                </a:lnTo>
                <a:moveTo>
                  <a:pt x="10871" y="4584"/>
                </a:moveTo>
                <a:lnTo>
                  <a:pt x="10871" y="4700"/>
                </a:lnTo>
                <a:lnTo>
                  <a:pt x="10848" y="4700"/>
                </a:lnTo>
                <a:lnTo>
                  <a:pt x="10848" y="4584"/>
                </a:lnTo>
                <a:lnTo>
                  <a:pt x="10871" y="4584"/>
                </a:lnTo>
                <a:moveTo>
                  <a:pt x="10871" y="4769"/>
                </a:moveTo>
                <a:lnTo>
                  <a:pt x="10871" y="4885"/>
                </a:lnTo>
                <a:lnTo>
                  <a:pt x="10848" y="4885"/>
                </a:lnTo>
                <a:lnTo>
                  <a:pt x="10848" y="4769"/>
                </a:lnTo>
                <a:lnTo>
                  <a:pt x="10871" y="4769"/>
                </a:lnTo>
                <a:moveTo>
                  <a:pt x="10871" y="4955"/>
                </a:moveTo>
                <a:lnTo>
                  <a:pt x="10871" y="5071"/>
                </a:lnTo>
                <a:lnTo>
                  <a:pt x="10848" y="5071"/>
                </a:lnTo>
                <a:lnTo>
                  <a:pt x="10848" y="4955"/>
                </a:lnTo>
                <a:lnTo>
                  <a:pt x="10871" y="4955"/>
                </a:lnTo>
                <a:moveTo>
                  <a:pt x="10871" y="5141"/>
                </a:moveTo>
                <a:lnTo>
                  <a:pt x="10871" y="5257"/>
                </a:lnTo>
                <a:lnTo>
                  <a:pt x="10848" y="5257"/>
                </a:lnTo>
                <a:lnTo>
                  <a:pt x="10848" y="5141"/>
                </a:lnTo>
                <a:lnTo>
                  <a:pt x="10871" y="5141"/>
                </a:lnTo>
                <a:moveTo>
                  <a:pt x="10859" y="5338"/>
                </a:moveTo>
                <a:lnTo>
                  <a:pt x="10743" y="5338"/>
                </a:lnTo>
                <a:lnTo>
                  <a:pt x="10743" y="5315"/>
                </a:lnTo>
                <a:lnTo>
                  <a:pt x="10859" y="5315"/>
                </a:lnTo>
                <a:lnTo>
                  <a:pt x="10859" y="5338"/>
                </a:lnTo>
                <a:moveTo>
                  <a:pt x="10674" y="5338"/>
                </a:moveTo>
                <a:lnTo>
                  <a:pt x="10557" y="5338"/>
                </a:lnTo>
                <a:lnTo>
                  <a:pt x="10557" y="5315"/>
                </a:lnTo>
                <a:lnTo>
                  <a:pt x="10674" y="5315"/>
                </a:lnTo>
                <a:lnTo>
                  <a:pt x="10674" y="5338"/>
                </a:lnTo>
                <a:moveTo>
                  <a:pt x="10488" y="5338"/>
                </a:moveTo>
                <a:lnTo>
                  <a:pt x="10372" y="5338"/>
                </a:lnTo>
                <a:lnTo>
                  <a:pt x="10372" y="5315"/>
                </a:lnTo>
                <a:lnTo>
                  <a:pt x="10488" y="5315"/>
                </a:lnTo>
                <a:lnTo>
                  <a:pt x="10488" y="5338"/>
                </a:lnTo>
                <a:moveTo>
                  <a:pt x="10302" y="5338"/>
                </a:moveTo>
                <a:lnTo>
                  <a:pt x="10186" y="5338"/>
                </a:lnTo>
                <a:lnTo>
                  <a:pt x="10186" y="5315"/>
                </a:lnTo>
                <a:lnTo>
                  <a:pt x="10302" y="5315"/>
                </a:lnTo>
                <a:lnTo>
                  <a:pt x="10302" y="5338"/>
                </a:lnTo>
                <a:moveTo>
                  <a:pt x="10116" y="5338"/>
                </a:moveTo>
                <a:lnTo>
                  <a:pt x="10000" y="5338"/>
                </a:lnTo>
                <a:lnTo>
                  <a:pt x="10000" y="5315"/>
                </a:lnTo>
                <a:lnTo>
                  <a:pt x="10116" y="5315"/>
                </a:lnTo>
                <a:lnTo>
                  <a:pt x="10116" y="5338"/>
                </a:lnTo>
                <a:moveTo>
                  <a:pt x="9930" y="5338"/>
                </a:moveTo>
                <a:lnTo>
                  <a:pt x="9814" y="5338"/>
                </a:lnTo>
                <a:lnTo>
                  <a:pt x="9814" y="5315"/>
                </a:lnTo>
                <a:lnTo>
                  <a:pt x="9930" y="5315"/>
                </a:lnTo>
                <a:lnTo>
                  <a:pt x="9930" y="5338"/>
                </a:lnTo>
                <a:moveTo>
                  <a:pt x="9745" y="5338"/>
                </a:moveTo>
                <a:lnTo>
                  <a:pt x="9628" y="5338"/>
                </a:lnTo>
                <a:lnTo>
                  <a:pt x="9628" y="5315"/>
                </a:lnTo>
                <a:lnTo>
                  <a:pt x="9745" y="5315"/>
                </a:lnTo>
                <a:lnTo>
                  <a:pt x="9745" y="5338"/>
                </a:lnTo>
                <a:moveTo>
                  <a:pt x="9559" y="5338"/>
                </a:moveTo>
                <a:lnTo>
                  <a:pt x="9443" y="5338"/>
                </a:lnTo>
                <a:lnTo>
                  <a:pt x="9443" y="5315"/>
                </a:lnTo>
                <a:lnTo>
                  <a:pt x="9559" y="5315"/>
                </a:lnTo>
                <a:lnTo>
                  <a:pt x="9559" y="5338"/>
                </a:lnTo>
                <a:moveTo>
                  <a:pt x="9373" y="5338"/>
                </a:moveTo>
                <a:lnTo>
                  <a:pt x="9257" y="5338"/>
                </a:lnTo>
                <a:lnTo>
                  <a:pt x="9257" y="5315"/>
                </a:lnTo>
                <a:lnTo>
                  <a:pt x="9373" y="5315"/>
                </a:lnTo>
                <a:lnTo>
                  <a:pt x="9373" y="5338"/>
                </a:lnTo>
                <a:moveTo>
                  <a:pt x="9187" y="5338"/>
                </a:moveTo>
                <a:lnTo>
                  <a:pt x="9071" y="5338"/>
                </a:lnTo>
                <a:lnTo>
                  <a:pt x="9071" y="5315"/>
                </a:lnTo>
                <a:lnTo>
                  <a:pt x="9187" y="5315"/>
                </a:lnTo>
                <a:lnTo>
                  <a:pt x="9187" y="5338"/>
                </a:lnTo>
                <a:moveTo>
                  <a:pt x="9001" y="5338"/>
                </a:moveTo>
                <a:lnTo>
                  <a:pt x="8885" y="5338"/>
                </a:lnTo>
                <a:lnTo>
                  <a:pt x="8885" y="5315"/>
                </a:lnTo>
                <a:lnTo>
                  <a:pt x="9001" y="5315"/>
                </a:lnTo>
                <a:lnTo>
                  <a:pt x="9001" y="5338"/>
                </a:lnTo>
                <a:moveTo>
                  <a:pt x="8815" y="5338"/>
                </a:moveTo>
                <a:lnTo>
                  <a:pt x="8699" y="5338"/>
                </a:lnTo>
                <a:lnTo>
                  <a:pt x="8699" y="5315"/>
                </a:lnTo>
                <a:lnTo>
                  <a:pt x="8815" y="5315"/>
                </a:lnTo>
                <a:lnTo>
                  <a:pt x="8815" y="5338"/>
                </a:lnTo>
                <a:moveTo>
                  <a:pt x="8630" y="5338"/>
                </a:moveTo>
                <a:lnTo>
                  <a:pt x="8514" y="5338"/>
                </a:lnTo>
                <a:lnTo>
                  <a:pt x="8514" y="5315"/>
                </a:lnTo>
                <a:lnTo>
                  <a:pt x="8630" y="5315"/>
                </a:lnTo>
                <a:lnTo>
                  <a:pt x="8630" y="5338"/>
                </a:lnTo>
                <a:moveTo>
                  <a:pt x="8444" y="5338"/>
                </a:moveTo>
                <a:lnTo>
                  <a:pt x="8328" y="5338"/>
                </a:lnTo>
                <a:lnTo>
                  <a:pt x="8328" y="5315"/>
                </a:lnTo>
                <a:lnTo>
                  <a:pt x="8444" y="5315"/>
                </a:lnTo>
                <a:lnTo>
                  <a:pt x="8444" y="5338"/>
                </a:lnTo>
                <a:moveTo>
                  <a:pt x="8258" y="5338"/>
                </a:moveTo>
                <a:lnTo>
                  <a:pt x="8142" y="5338"/>
                </a:lnTo>
                <a:lnTo>
                  <a:pt x="8142" y="5315"/>
                </a:lnTo>
                <a:lnTo>
                  <a:pt x="8258" y="5315"/>
                </a:lnTo>
                <a:lnTo>
                  <a:pt x="8258" y="5338"/>
                </a:lnTo>
                <a:moveTo>
                  <a:pt x="8072" y="5338"/>
                </a:moveTo>
                <a:lnTo>
                  <a:pt x="7956" y="5338"/>
                </a:lnTo>
                <a:lnTo>
                  <a:pt x="7956" y="5315"/>
                </a:lnTo>
                <a:lnTo>
                  <a:pt x="8072" y="5315"/>
                </a:lnTo>
                <a:lnTo>
                  <a:pt x="8072" y="5338"/>
                </a:lnTo>
                <a:moveTo>
                  <a:pt x="7886" y="5338"/>
                </a:moveTo>
                <a:lnTo>
                  <a:pt x="7770" y="5338"/>
                </a:lnTo>
                <a:lnTo>
                  <a:pt x="7770" y="5315"/>
                </a:lnTo>
                <a:lnTo>
                  <a:pt x="7886" y="5315"/>
                </a:lnTo>
                <a:lnTo>
                  <a:pt x="7886" y="5338"/>
                </a:lnTo>
                <a:moveTo>
                  <a:pt x="7701" y="5338"/>
                </a:moveTo>
                <a:lnTo>
                  <a:pt x="7585" y="5338"/>
                </a:lnTo>
                <a:lnTo>
                  <a:pt x="7585" y="5315"/>
                </a:lnTo>
                <a:lnTo>
                  <a:pt x="7701" y="5315"/>
                </a:lnTo>
                <a:lnTo>
                  <a:pt x="7701" y="5338"/>
                </a:lnTo>
                <a:moveTo>
                  <a:pt x="7515" y="5338"/>
                </a:moveTo>
                <a:lnTo>
                  <a:pt x="7399" y="5338"/>
                </a:lnTo>
                <a:lnTo>
                  <a:pt x="7399" y="5315"/>
                </a:lnTo>
                <a:lnTo>
                  <a:pt x="7515" y="5315"/>
                </a:lnTo>
                <a:lnTo>
                  <a:pt x="7515" y="5338"/>
                </a:lnTo>
                <a:moveTo>
                  <a:pt x="7329" y="5338"/>
                </a:moveTo>
                <a:lnTo>
                  <a:pt x="7213" y="5338"/>
                </a:lnTo>
                <a:lnTo>
                  <a:pt x="7213" y="5315"/>
                </a:lnTo>
                <a:lnTo>
                  <a:pt x="7329" y="5315"/>
                </a:lnTo>
                <a:lnTo>
                  <a:pt x="7329" y="5338"/>
                </a:lnTo>
                <a:moveTo>
                  <a:pt x="7143" y="5338"/>
                </a:moveTo>
                <a:lnTo>
                  <a:pt x="7027" y="5338"/>
                </a:lnTo>
                <a:lnTo>
                  <a:pt x="7027" y="5315"/>
                </a:lnTo>
                <a:lnTo>
                  <a:pt x="7143" y="5315"/>
                </a:lnTo>
                <a:lnTo>
                  <a:pt x="7143" y="5338"/>
                </a:lnTo>
                <a:moveTo>
                  <a:pt x="6957" y="5338"/>
                </a:moveTo>
                <a:lnTo>
                  <a:pt x="6841" y="5338"/>
                </a:lnTo>
                <a:lnTo>
                  <a:pt x="6841" y="5315"/>
                </a:lnTo>
                <a:lnTo>
                  <a:pt x="6957" y="5315"/>
                </a:lnTo>
                <a:lnTo>
                  <a:pt x="6957" y="5338"/>
                </a:lnTo>
                <a:moveTo>
                  <a:pt x="6772" y="5338"/>
                </a:moveTo>
                <a:lnTo>
                  <a:pt x="6655" y="5338"/>
                </a:lnTo>
                <a:lnTo>
                  <a:pt x="6655" y="5315"/>
                </a:lnTo>
                <a:lnTo>
                  <a:pt x="6772" y="5315"/>
                </a:lnTo>
                <a:lnTo>
                  <a:pt x="6772" y="5338"/>
                </a:lnTo>
                <a:moveTo>
                  <a:pt x="6586" y="5338"/>
                </a:moveTo>
                <a:lnTo>
                  <a:pt x="6470" y="5338"/>
                </a:lnTo>
                <a:lnTo>
                  <a:pt x="6470" y="5315"/>
                </a:lnTo>
                <a:lnTo>
                  <a:pt x="6586" y="5315"/>
                </a:lnTo>
                <a:lnTo>
                  <a:pt x="6586" y="5338"/>
                </a:lnTo>
                <a:moveTo>
                  <a:pt x="6400" y="5338"/>
                </a:moveTo>
                <a:lnTo>
                  <a:pt x="6284" y="5338"/>
                </a:lnTo>
                <a:lnTo>
                  <a:pt x="6284" y="5315"/>
                </a:lnTo>
                <a:lnTo>
                  <a:pt x="6400" y="5315"/>
                </a:lnTo>
                <a:lnTo>
                  <a:pt x="6400" y="5338"/>
                </a:lnTo>
                <a:moveTo>
                  <a:pt x="6214" y="5338"/>
                </a:moveTo>
                <a:lnTo>
                  <a:pt x="6098" y="5338"/>
                </a:lnTo>
                <a:lnTo>
                  <a:pt x="6098" y="5315"/>
                </a:lnTo>
                <a:lnTo>
                  <a:pt x="6214" y="5315"/>
                </a:lnTo>
                <a:lnTo>
                  <a:pt x="6214" y="5338"/>
                </a:lnTo>
                <a:moveTo>
                  <a:pt x="6028" y="5338"/>
                </a:moveTo>
                <a:lnTo>
                  <a:pt x="5912" y="5338"/>
                </a:lnTo>
                <a:lnTo>
                  <a:pt x="5912" y="5315"/>
                </a:lnTo>
                <a:lnTo>
                  <a:pt x="6028" y="5315"/>
                </a:lnTo>
                <a:lnTo>
                  <a:pt x="6028" y="5338"/>
                </a:lnTo>
                <a:moveTo>
                  <a:pt x="5843" y="5338"/>
                </a:moveTo>
                <a:lnTo>
                  <a:pt x="5726" y="5338"/>
                </a:lnTo>
                <a:lnTo>
                  <a:pt x="5726" y="5315"/>
                </a:lnTo>
                <a:lnTo>
                  <a:pt x="5843" y="5315"/>
                </a:lnTo>
                <a:lnTo>
                  <a:pt x="5843" y="5338"/>
                </a:lnTo>
                <a:moveTo>
                  <a:pt x="5657" y="5338"/>
                </a:moveTo>
                <a:lnTo>
                  <a:pt x="5541" y="5338"/>
                </a:lnTo>
                <a:lnTo>
                  <a:pt x="5541" y="5315"/>
                </a:lnTo>
                <a:lnTo>
                  <a:pt x="5657" y="5315"/>
                </a:lnTo>
                <a:lnTo>
                  <a:pt x="5657" y="5338"/>
                </a:lnTo>
                <a:moveTo>
                  <a:pt x="5471" y="5338"/>
                </a:moveTo>
                <a:lnTo>
                  <a:pt x="5355" y="5338"/>
                </a:lnTo>
                <a:lnTo>
                  <a:pt x="5355" y="5315"/>
                </a:lnTo>
                <a:lnTo>
                  <a:pt x="5471" y="5315"/>
                </a:lnTo>
                <a:lnTo>
                  <a:pt x="5471" y="5338"/>
                </a:lnTo>
                <a:moveTo>
                  <a:pt x="5285" y="5338"/>
                </a:moveTo>
                <a:lnTo>
                  <a:pt x="5169" y="5338"/>
                </a:lnTo>
                <a:lnTo>
                  <a:pt x="5169" y="5315"/>
                </a:lnTo>
                <a:lnTo>
                  <a:pt x="5285" y="5315"/>
                </a:lnTo>
                <a:lnTo>
                  <a:pt x="5285" y="5338"/>
                </a:lnTo>
                <a:moveTo>
                  <a:pt x="5099" y="5338"/>
                </a:moveTo>
                <a:lnTo>
                  <a:pt x="4983" y="5338"/>
                </a:lnTo>
                <a:lnTo>
                  <a:pt x="4983" y="5315"/>
                </a:lnTo>
                <a:lnTo>
                  <a:pt x="5099" y="5315"/>
                </a:lnTo>
                <a:lnTo>
                  <a:pt x="5099" y="5338"/>
                </a:lnTo>
                <a:moveTo>
                  <a:pt x="4914" y="5338"/>
                </a:moveTo>
                <a:lnTo>
                  <a:pt x="4797" y="5338"/>
                </a:lnTo>
                <a:lnTo>
                  <a:pt x="4797" y="5315"/>
                </a:lnTo>
                <a:lnTo>
                  <a:pt x="4914" y="5315"/>
                </a:lnTo>
                <a:lnTo>
                  <a:pt x="4914" y="5338"/>
                </a:lnTo>
                <a:moveTo>
                  <a:pt x="4728" y="5338"/>
                </a:moveTo>
                <a:lnTo>
                  <a:pt x="4612" y="5338"/>
                </a:lnTo>
                <a:lnTo>
                  <a:pt x="4612" y="5315"/>
                </a:lnTo>
                <a:lnTo>
                  <a:pt x="4728" y="5315"/>
                </a:lnTo>
                <a:lnTo>
                  <a:pt x="4728" y="5338"/>
                </a:lnTo>
                <a:moveTo>
                  <a:pt x="4542" y="5338"/>
                </a:moveTo>
                <a:lnTo>
                  <a:pt x="4426" y="5338"/>
                </a:lnTo>
                <a:lnTo>
                  <a:pt x="4426" y="5315"/>
                </a:lnTo>
                <a:lnTo>
                  <a:pt x="4542" y="5315"/>
                </a:lnTo>
                <a:lnTo>
                  <a:pt x="4542" y="5338"/>
                </a:lnTo>
                <a:moveTo>
                  <a:pt x="4356" y="5338"/>
                </a:moveTo>
                <a:lnTo>
                  <a:pt x="4240" y="5338"/>
                </a:lnTo>
                <a:lnTo>
                  <a:pt x="4240" y="5315"/>
                </a:lnTo>
                <a:lnTo>
                  <a:pt x="4356" y="5315"/>
                </a:lnTo>
                <a:lnTo>
                  <a:pt x="4356" y="5338"/>
                </a:lnTo>
                <a:moveTo>
                  <a:pt x="4170" y="5338"/>
                </a:moveTo>
                <a:lnTo>
                  <a:pt x="4054" y="5338"/>
                </a:lnTo>
                <a:lnTo>
                  <a:pt x="4054" y="5315"/>
                </a:lnTo>
                <a:lnTo>
                  <a:pt x="4170" y="5315"/>
                </a:lnTo>
                <a:lnTo>
                  <a:pt x="4170" y="5338"/>
                </a:lnTo>
                <a:moveTo>
                  <a:pt x="3984" y="5338"/>
                </a:moveTo>
                <a:lnTo>
                  <a:pt x="3868" y="5338"/>
                </a:lnTo>
                <a:lnTo>
                  <a:pt x="3868" y="5315"/>
                </a:lnTo>
                <a:lnTo>
                  <a:pt x="3984" y="5315"/>
                </a:lnTo>
                <a:lnTo>
                  <a:pt x="3984" y="5338"/>
                </a:lnTo>
                <a:moveTo>
                  <a:pt x="3799" y="5338"/>
                </a:moveTo>
                <a:lnTo>
                  <a:pt x="3683" y="5338"/>
                </a:lnTo>
                <a:lnTo>
                  <a:pt x="3683" y="5315"/>
                </a:lnTo>
                <a:lnTo>
                  <a:pt x="3799" y="5315"/>
                </a:lnTo>
                <a:lnTo>
                  <a:pt x="3799" y="5338"/>
                </a:lnTo>
                <a:moveTo>
                  <a:pt x="3613" y="5338"/>
                </a:moveTo>
                <a:lnTo>
                  <a:pt x="3497" y="5338"/>
                </a:lnTo>
                <a:lnTo>
                  <a:pt x="3497" y="5315"/>
                </a:lnTo>
                <a:lnTo>
                  <a:pt x="3613" y="5315"/>
                </a:lnTo>
                <a:lnTo>
                  <a:pt x="3613" y="5338"/>
                </a:lnTo>
                <a:moveTo>
                  <a:pt x="3427" y="5338"/>
                </a:moveTo>
                <a:lnTo>
                  <a:pt x="3311" y="5338"/>
                </a:lnTo>
                <a:lnTo>
                  <a:pt x="3311" y="5315"/>
                </a:lnTo>
                <a:lnTo>
                  <a:pt x="3427" y="5315"/>
                </a:lnTo>
                <a:lnTo>
                  <a:pt x="3427" y="5338"/>
                </a:lnTo>
                <a:moveTo>
                  <a:pt x="3240" y="5338"/>
                </a:moveTo>
                <a:lnTo>
                  <a:pt x="3124" y="5338"/>
                </a:lnTo>
                <a:lnTo>
                  <a:pt x="3124" y="5315"/>
                </a:lnTo>
                <a:lnTo>
                  <a:pt x="3240" y="5315"/>
                </a:lnTo>
                <a:lnTo>
                  <a:pt x="3240" y="5338"/>
                </a:lnTo>
                <a:moveTo>
                  <a:pt x="3054" y="5338"/>
                </a:moveTo>
                <a:lnTo>
                  <a:pt x="2938" y="5338"/>
                </a:lnTo>
                <a:lnTo>
                  <a:pt x="2938" y="5315"/>
                </a:lnTo>
                <a:lnTo>
                  <a:pt x="3054" y="5315"/>
                </a:lnTo>
                <a:lnTo>
                  <a:pt x="3054" y="5338"/>
                </a:lnTo>
                <a:moveTo>
                  <a:pt x="2869" y="5338"/>
                </a:moveTo>
                <a:lnTo>
                  <a:pt x="2752" y="5338"/>
                </a:lnTo>
                <a:lnTo>
                  <a:pt x="2752" y="5315"/>
                </a:lnTo>
                <a:lnTo>
                  <a:pt x="2869" y="5315"/>
                </a:lnTo>
                <a:lnTo>
                  <a:pt x="2869" y="5338"/>
                </a:lnTo>
                <a:moveTo>
                  <a:pt x="2683" y="5338"/>
                </a:moveTo>
                <a:lnTo>
                  <a:pt x="2567" y="5338"/>
                </a:lnTo>
                <a:lnTo>
                  <a:pt x="2567" y="5315"/>
                </a:lnTo>
                <a:lnTo>
                  <a:pt x="2683" y="5315"/>
                </a:lnTo>
                <a:lnTo>
                  <a:pt x="2683" y="5338"/>
                </a:lnTo>
                <a:moveTo>
                  <a:pt x="2497" y="5338"/>
                </a:moveTo>
                <a:lnTo>
                  <a:pt x="2381" y="5338"/>
                </a:lnTo>
                <a:lnTo>
                  <a:pt x="2381" y="5315"/>
                </a:lnTo>
                <a:lnTo>
                  <a:pt x="2497" y="5315"/>
                </a:lnTo>
                <a:lnTo>
                  <a:pt x="2497" y="5338"/>
                </a:lnTo>
                <a:moveTo>
                  <a:pt x="2311" y="5338"/>
                </a:moveTo>
                <a:lnTo>
                  <a:pt x="2195" y="5338"/>
                </a:lnTo>
                <a:lnTo>
                  <a:pt x="2195" y="5315"/>
                </a:lnTo>
                <a:lnTo>
                  <a:pt x="2311" y="5315"/>
                </a:lnTo>
                <a:lnTo>
                  <a:pt x="2311" y="5338"/>
                </a:lnTo>
                <a:moveTo>
                  <a:pt x="2125" y="5338"/>
                </a:moveTo>
                <a:lnTo>
                  <a:pt x="2009" y="5338"/>
                </a:lnTo>
                <a:lnTo>
                  <a:pt x="2009" y="5315"/>
                </a:lnTo>
                <a:lnTo>
                  <a:pt x="2125" y="5315"/>
                </a:lnTo>
                <a:lnTo>
                  <a:pt x="2125" y="5338"/>
                </a:lnTo>
                <a:moveTo>
                  <a:pt x="1940" y="5338"/>
                </a:moveTo>
                <a:lnTo>
                  <a:pt x="1823" y="5338"/>
                </a:lnTo>
                <a:lnTo>
                  <a:pt x="1823" y="5315"/>
                </a:lnTo>
                <a:lnTo>
                  <a:pt x="1940" y="5315"/>
                </a:lnTo>
                <a:lnTo>
                  <a:pt x="1940" y="5338"/>
                </a:lnTo>
                <a:moveTo>
                  <a:pt x="1754" y="5338"/>
                </a:moveTo>
                <a:lnTo>
                  <a:pt x="1638" y="5338"/>
                </a:lnTo>
                <a:lnTo>
                  <a:pt x="1638" y="5315"/>
                </a:lnTo>
                <a:lnTo>
                  <a:pt x="1754" y="5315"/>
                </a:lnTo>
                <a:lnTo>
                  <a:pt x="1754" y="5338"/>
                </a:lnTo>
                <a:moveTo>
                  <a:pt x="1568" y="5338"/>
                </a:moveTo>
                <a:lnTo>
                  <a:pt x="1452" y="5338"/>
                </a:lnTo>
                <a:lnTo>
                  <a:pt x="1452" y="5315"/>
                </a:lnTo>
                <a:lnTo>
                  <a:pt x="1568" y="5315"/>
                </a:lnTo>
                <a:lnTo>
                  <a:pt x="1568" y="5338"/>
                </a:lnTo>
                <a:moveTo>
                  <a:pt x="1382" y="5338"/>
                </a:moveTo>
                <a:lnTo>
                  <a:pt x="1266" y="5338"/>
                </a:lnTo>
                <a:lnTo>
                  <a:pt x="1266" y="5315"/>
                </a:lnTo>
                <a:lnTo>
                  <a:pt x="1382" y="5315"/>
                </a:lnTo>
                <a:lnTo>
                  <a:pt x="1382" y="5338"/>
                </a:lnTo>
                <a:moveTo>
                  <a:pt x="1196" y="5338"/>
                </a:moveTo>
                <a:lnTo>
                  <a:pt x="1080" y="5338"/>
                </a:lnTo>
                <a:lnTo>
                  <a:pt x="1080" y="5315"/>
                </a:lnTo>
                <a:lnTo>
                  <a:pt x="1196" y="5315"/>
                </a:lnTo>
                <a:lnTo>
                  <a:pt x="1196" y="5338"/>
                </a:lnTo>
                <a:moveTo>
                  <a:pt x="1011" y="5338"/>
                </a:moveTo>
                <a:lnTo>
                  <a:pt x="894" y="5338"/>
                </a:lnTo>
                <a:lnTo>
                  <a:pt x="894" y="5315"/>
                </a:lnTo>
                <a:lnTo>
                  <a:pt x="1011" y="5315"/>
                </a:lnTo>
                <a:lnTo>
                  <a:pt x="1011" y="5338"/>
                </a:lnTo>
                <a:moveTo>
                  <a:pt x="825" y="5338"/>
                </a:moveTo>
                <a:lnTo>
                  <a:pt x="709" y="5338"/>
                </a:lnTo>
                <a:lnTo>
                  <a:pt x="709" y="5315"/>
                </a:lnTo>
                <a:lnTo>
                  <a:pt x="825" y="5315"/>
                </a:lnTo>
                <a:lnTo>
                  <a:pt x="825" y="5338"/>
                </a:lnTo>
                <a:moveTo>
                  <a:pt x="639" y="5338"/>
                </a:moveTo>
                <a:lnTo>
                  <a:pt x="523" y="5338"/>
                </a:lnTo>
                <a:lnTo>
                  <a:pt x="523" y="5315"/>
                </a:lnTo>
                <a:lnTo>
                  <a:pt x="639" y="5315"/>
                </a:lnTo>
                <a:lnTo>
                  <a:pt x="639" y="5338"/>
                </a:lnTo>
                <a:moveTo>
                  <a:pt x="453" y="5338"/>
                </a:moveTo>
                <a:lnTo>
                  <a:pt x="337" y="5338"/>
                </a:lnTo>
                <a:lnTo>
                  <a:pt x="337" y="5315"/>
                </a:lnTo>
                <a:lnTo>
                  <a:pt x="453" y="5315"/>
                </a:lnTo>
                <a:lnTo>
                  <a:pt x="453" y="5338"/>
                </a:lnTo>
                <a:moveTo>
                  <a:pt x="267" y="5338"/>
                </a:moveTo>
                <a:lnTo>
                  <a:pt x="151" y="5338"/>
                </a:lnTo>
                <a:lnTo>
                  <a:pt x="151" y="5315"/>
                </a:lnTo>
                <a:lnTo>
                  <a:pt x="267" y="5315"/>
                </a:lnTo>
                <a:lnTo>
                  <a:pt x="267" y="5338"/>
                </a:lnTo>
                <a:moveTo>
                  <a:pt x="82" y="5338"/>
                </a:moveTo>
                <a:lnTo>
                  <a:pt x="0" y="5338"/>
                </a:lnTo>
                <a:lnTo>
                  <a:pt x="0" y="5280"/>
                </a:lnTo>
                <a:lnTo>
                  <a:pt x="23" y="5280"/>
                </a:lnTo>
                <a:lnTo>
                  <a:pt x="23" y="5326"/>
                </a:lnTo>
                <a:lnTo>
                  <a:pt x="12" y="5326"/>
                </a:lnTo>
                <a:lnTo>
                  <a:pt x="12" y="5315"/>
                </a:lnTo>
                <a:lnTo>
                  <a:pt x="82" y="5315"/>
                </a:lnTo>
                <a:lnTo>
                  <a:pt x="82" y="5338"/>
                </a:lnTo>
                <a:moveTo>
                  <a:pt x="0" y="5210"/>
                </a:moveTo>
                <a:lnTo>
                  <a:pt x="0" y="5094"/>
                </a:lnTo>
                <a:lnTo>
                  <a:pt x="23" y="5094"/>
                </a:lnTo>
                <a:lnTo>
                  <a:pt x="23" y="5210"/>
                </a:lnTo>
                <a:lnTo>
                  <a:pt x="0" y="5210"/>
                </a:lnTo>
                <a:moveTo>
                  <a:pt x="0" y="5025"/>
                </a:moveTo>
                <a:lnTo>
                  <a:pt x="0" y="4908"/>
                </a:lnTo>
                <a:lnTo>
                  <a:pt x="23" y="4908"/>
                </a:lnTo>
                <a:lnTo>
                  <a:pt x="23" y="5025"/>
                </a:lnTo>
                <a:lnTo>
                  <a:pt x="0" y="5025"/>
                </a:lnTo>
                <a:moveTo>
                  <a:pt x="0" y="4839"/>
                </a:moveTo>
                <a:lnTo>
                  <a:pt x="0" y="4723"/>
                </a:lnTo>
                <a:lnTo>
                  <a:pt x="23" y="4723"/>
                </a:lnTo>
                <a:lnTo>
                  <a:pt x="23" y="4839"/>
                </a:lnTo>
                <a:lnTo>
                  <a:pt x="0" y="4839"/>
                </a:lnTo>
                <a:moveTo>
                  <a:pt x="0" y="4653"/>
                </a:moveTo>
                <a:lnTo>
                  <a:pt x="0" y="4537"/>
                </a:lnTo>
                <a:lnTo>
                  <a:pt x="23" y="4537"/>
                </a:lnTo>
                <a:lnTo>
                  <a:pt x="23" y="4653"/>
                </a:lnTo>
                <a:lnTo>
                  <a:pt x="0" y="4653"/>
                </a:lnTo>
                <a:moveTo>
                  <a:pt x="0" y="4468"/>
                </a:moveTo>
                <a:lnTo>
                  <a:pt x="0" y="4352"/>
                </a:lnTo>
                <a:lnTo>
                  <a:pt x="23" y="4352"/>
                </a:lnTo>
                <a:lnTo>
                  <a:pt x="23" y="4468"/>
                </a:lnTo>
                <a:lnTo>
                  <a:pt x="0" y="4468"/>
                </a:lnTo>
                <a:moveTo>
                  <a:pt x="0" y="4282"/>
                </a:moveTo>
                <a:lnTo>
                  <a:pt x="0" y="4166"/>
                </a:lnTo>
                <a:lnTo>
                  <a:pt x="23" y="4166"/>
                </a:lnTo>
                <a:lnTo>
                  <a:pt x="23" y="4282"/>
                </a:lnTo>
                <a:lnTo>
                  <a:pt x="0" y="4282"/>
                </a:lnTo>
                <a:moveTo>
                  <a:pt x="0" y="4096"/>
                </a:moveTo>
                <a:lnTo>
                  <a:pt x="0" y="3980"/>
                </a:lnTo>
                <a:lnTo>
                  <a:pt x="23" y="3980"/>
                </a:lnTo>
                <a:lnTo>
                  <a:pt x="23" y="4096"/>
                </a:lnTo>
                <a:lnTo>
                  <a:pt x="0" y="4096"/>
                </a:lnTo>
                <a:moveTo>
                  <a:pt x="0" y="3911"/>
                </a:moveTo>
                <a:lnTo>
                  <a:pt x="0" y="3795"/>
                </a:lnTo>
                <a:lnTo>
                  <a:pt x="23" y="3795"/>
                </a:lnTo>
                <a:lnTo>
                  <a:pt x="23" y="3911"/>
                </a:lnTo>
                <a:lnTo>
                  <a:pt x="0" y="3911"/>
                </a:lnTo>
                <a:moveTo>
                  <a:pt x="0" y="3725"/>
                </a:moveTo>
                <a:lnTo>
                  <a:pt x="0" y="3609"/>
                </a:lnTo>
                <a:lnTo>
                  <a:pt x="23" y="3609"/>
                </a:lnTo>
                <a:lnTo>
                  <a:pt x="23" y="3725"/>
                </a:lnTo>
                <a:lnTo>
                  <a:pt x="0" y="3725"/>
                </a:lnTo>
                <a:moveTo>
                  <a:pt x="0" y="3539"/>
                </a:moveTo>
                <a:lnTo>
                  <a:pt x="0" y="3423"/>
                </a:lnTo>
                <a:lnTo>
                  <a:pt x="23" y="3423"/>
                </a:lnTo>
                <a:lnTo>
                  <a:pt x="23" y="3539"/>
                </a:lnTo>
                <a:lnTo>
                  <a:pt x="0" y="3539"/>
                </a:lnTo>
                <a:moveTo>
                  <a:pt x="0" y="3354"/>
                </a:moveTo>
                <a:lnTo>
                  <a:pt x="0" y="3238"/>
                </a:lnTo>
                <a:lnTo>
                  <a:pt x="23" y="3238"/>
                </a:lnTo>
                <a:lnTo>
                  <a:pt x="23" y="3354"/>
                </a:lnTo>
                <a:lnTo>
                  <a:pt x="0" y="3354"/>
                </a:lnTo>
                <a:moveTo>
                  <a:pt x="0" y="3168"/>
                </a:moveTo>
                <a:lnTo>
                  <a:pt x="0" y="3052"/>
                </a:lnTo>
                <a:lnTo>
                  <a:pt x="23" y="3052"/>
                </a:lnTo>
                <a:lnTo>
                  <a:pt x="23" y="3168"/>
                </a:lnTo>
                <a:lnTo>
                  <a:pt x="0" y="3168"/>
                </a:lnTo>
                <a:moveTo>
                  <a:pt x="0" y="2982"/>
                </a:moveTo>
                <a:lnTo>
                  <a:pt x="0" y="2866"/>
                </a:lnTo>
                <a:lnTo>
                  <a:pt x="23" y="2866"/>
                </a:lnTo>
                <a:lnTo>
                  <a:pt x="23" y="2982"/>
                </a:lnTo>
                <a:lnTo>
                  <a:pt x="0" y="2982"/>
                </a:lnTo>
                <a:moveTo>
                  <a:pt x="0" y="2797"/>
                </a:moveTo>
                <a:lnTo>
                  <a:pt x="0" y="2681"/>
                </a:lnTo>
                <a:lnTo>
                  <a:pt x="23" y="2681"/>
                </a:lnTo>
                <a:lnTo>
                  <a:pt x="23" y="2797"/>
                </a:lnTo>
                <a:lnTo>
                  <a:pt x="0" y="2797"/>
                </a:lnTo>
                <a:moveTo>
                  <a:pt x="0" y="2611"/>
                </a:moveTo>
                <a:lnTo>
                  <a:pt x="0" y="2495"/>
                </a:lnTo>
                <a:lnTo>
                  <a:pt x="23" y="2495"/>
                </a:lnTo>
                <a:lnTo>
                  <a:pt x="23" y="2611"/>
                </a:lnTo>
                <a:lnTo>
                  <a:pt x="0" y="2611"/>
                </a:lnTo>
                <a:moveTo>
                  <a:pt x="0" y="2426"/>
                </a:moveTo>
                <a:lnTo>
                  <a:pt x="0" y="2310"/>
                </a:lnTo>
                <a:lnTo>
                  <a:pt x="23" y="2310"/>
                </a:lnTo>
                <a:lnTo>
                  <a:pt x="23" y="2426"/>
                </a:lnTo>
                <a:lnTo>
                  <a:pt x="0" y="2426"/>
                </a:lnTo>
                <a:moveTo>
                  <a:pt x="0" y="2240"/>
                </a:moveTo>
                <a:lnTo>
                  <a:pt x="0" y="2124"/>
                </a:lnTo>
                <a:lnTo>
                  <a:pt x="23" y="2124"/>
                </a:lnTo>
                <a:lnTo>
                  <a:pt x="23" y="2240"/>
                </a:lnTo>
                <a:lnTo>
                  <a:pt x="0" y="2240"/>
                </a:lnTo>
                <a:moveTo>
                  <a:pt x="0" y="2054"/>
                </a:moveTo>
                <a:lnTo>
                  <a:pt x="0" y="1938"/>
                </a:lnTo>
                <a:lnTo>
                  <a:pt x="23" y="1938"/>
                </a:lnTo>
                <a:lnTo>
                  <a:pt x="23" y="2054"/>
                </a:lnTo>
                <a:lnTo>
                  <a:pt x="0" y="2054"/>
                </a:lnTo>
                <a:moveTo>
                  <a:pt x="0" y="1869"/>
                </a:moveTo>
                <a:lnTo>
                  <a:pt x="0" y="1753"/>
                </a:lnTo>
                <a:lnTo>
                  <a:pt x="23" y="1753"/>
                </a:lnTo>
                <a:lnTo>
                  <a:pt x="23" y="1869"/>
                </a:lnTo>
                <a:lnTo>
                  <a:pt x="0" y="1869"/>
                </a:lnTo>
                <a:moveTo>
                  <a:pt x="0" y="1683"/>
                </a:moveTo>
                <a:lnTo>
                  <a:pt x="0" y="1567"/>
                </a:lnTo>
                <a:lnTo>
                  <a:pt x="23" y="1567"/>
                </a:lnTo>
                <a:lnTo>
                  <a:pt x="23" y="1683"/>
                </a:lnTo>
                <a:lnTo>
                  <a:pt x="0" y="1683"/>
                </a:lnTo>
                <a:moveTo>
                  <a:pt x="0" y="1497"/>
                </a:moveTo>
                <a:lnTo>
                  <a:pt x="0" y="1381"/>
                </a:lnTo>
                <a:lnTo>
                  <a:pt x="23" y="1381"/>
                </a:lnTo>
                <a:lnTo>
                  <a:pt x="23" y="1497"/>
                </a:lnTo>
                <a:lnTo>
                  <a:pt x="0" y="1497"/>
                </a:lnTo>
                <a:moveTo>
                  <a:pt x="0" y="1312"/>
                </a:moveTo>
                <a:lnTo>
                  <a:pt x="0" y="1196"/>
                </a:lnTo>
                <a:lnTo>
                  <a:pt x="23" y="1196"/>
                </a:lnTo>
                <a:lnTo>
                  <a:pt x="23" y="1312"/>
                </a:lnTo>
                <a:lnTo>
                  <a:pt x="0" y="1312"/>
                </a:lnTo>
                <a:moveTo>
                  <a:pt x="0" y="1126"/>
                </a:moveTo>
                <a:lnTo>
                  <a:pt x="0" y="1010"/>
                </a:lnTo>
                <a:lnTo>
                  <a:pt x="23" y="1010"/>
                </a:lnTo>
                <a:lnTo>
                  <a:pt x="23" y="1126"/>
                </a:lnTo>
                <a:lnTo>
                  <a:pt x="0" y="1126"/>
                </a:lnTo>
                <a:moveTo>
                  <a:pt x="0" y="940"/>
                </a:moveTo>
                <a:lnTo>
                  <a:pt x="0" y="824"/>
                </a:lnTo>
                <a:lnTo>
                  <a:pt x="23" y="824"/>
                </a:lnTo>
                <a:lnTo>
                  <a:pt x="23" y="940"/>
                </a:lnTo>
                <a:lnTo>
                  <a:pt x="0" y="940"/>
                </a:lnTo>
                <a:moveTo>
                  <a:pt x="0" y="755"/>
                </a:moveTo>
                <a:lnTo>
                  <a:pt x="0" y="639"/>
                </a:lnTo>
                <a:lnTo>
                  <a:pt x="23" y="639"/>
                </a:lnTo>
                <a:lnTo>
                  <a:pt x="23" y="755"/>
                </a:lnTo>
                <a:lnTo>
                  <a:pt x="0" y="755"/>
                </a:lnTo>
                <a:moveTo>
                  <a:pt x="0" y="569"/>
                </a:moveTo>
                <a:lnTo>
                  <a:pt x="0" y="453"/>
                </a:lnTo>
                <a:lnTo>
                  <a:pt x="23" y="453"/>
                </a:lnTo>
                <a:lnTo>
                  <a:pt x="23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3" y="267"/>
                </a:lnTo>
                <a:lnTo>
                  <a:pt x="23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3" y="81"/>
                </a:lnTo>
                <a:lnTo>
                  <a:pt x="23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4529160" y="28695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4529160" y="28987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992520" y="2276640"/>
            <a:ext cx="5118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875520" y="2860200"/>
            <a:ext cx="1056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908640" y="3295440"/>
            <a:ext cx="3135960" cy="401400"/>
          </a:xfrm>
          <a:custGeom>
            <a:avLst/>
            <a:gdLst/>
            <a:ahLst/>
            <a:rect l="0" t="0" r="r" b="b"/>
            <a:pathLst>
              <a:path w="8711" h="1115">
                <a:moveTo>
                  <a:pt x="0" y="0"/>
                </a:moveTo>
                <a:lnTo>
                  <a:pt x="8711" y="0"/>
                </a:lnTo>
                <a:lnTo>
                  <a:pt x="871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904320" y="3291480"/>
            <a:ext cx="3144240" cy="409680"/>
          </a:xfrm>
          <a:custGeom>
            <a:avLst/>
            <a:gdLst/>
            <a:ahLst/>
            <a:rect l="0" t="0" r="r" b="b"/>
            <a:pathLst>
              <a:path w="8734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34" y="35"/>
                </a:moveTo>
                <a:lnTo>
                  <a:pt x="8734" y="151"/>
                </a:lnTo>
                <a:lnTo>
                  <a:pt x="8711" y="151"/>
                </a:lnTo>
                <a:lnTo>
                  <a:pt x="8711" y="35"/>
                </a:lnTo>
                <a:lnTo>
                  <a:pt x="8734" y="35"/>
                </a:lnTo>
                <a:moveTo>
                  <a:pt x="8734" y="220"/>
                </a:moveTo>
                <a:lnTo>
                  <a:pt x="8734" y="336"/>
                </a:lnTo>
                <a:lnTo>
                  <a:pt x="8711" y="336"/>
                </a:lnTo>
                <a:lnTo>
                  <a:pt x="8711" y="220"/>
                </a:lnTo>
                <a:lnTo>
                  <a:pt x="8734" y="220"/>
                </a:lnTo>
                <a:moveTo>
                  <a:pt x="8734" y="406"/>
                </a:moveTo>
                <a:lnTo>
                  <a:pt x="8734" y="523"/>
                </a:lnTo>
                <a:lnTo>
                  <a:pt x="8711" y="523"/>
                </a:lnTo>
                <a:lnTo>
                  <a:pt x="8711" y="406"/>
                </a:lnTo>
                <a:lnTo>
                  <a:pt x="8734" y="406"/>
                </a:lnTo>
                <a:moveTo>
                  <a:pt x="8734" y="592"/>
                </a:moveTo>
                <a:lnTo>
                  <a:pt x="8734" y="708"/>
                </a:lnTo>
                <a:lnTo>
                  <a:pt x="8711" y="708"/>
                </a:lnTo>
                <a:lnTo>
                  <a:pt x="8711" y="592"/>
                </a:lnTo>
                <a:lnTo>
                  <a:pt x="8734" y="592"/>
                </a:lnTo>
                <a:moveTo>
                  <a:pt x="8734" y="778"/>
                </a:moveTo>
                <a:lnTo>
                  <a:pt x="8734" y="894"/>
                </a:lnTo>
                <a:lnTo>
                  <a:pt x="8711" y="894"/>
                </a:lnTo>
                <a:lnTo>
                  <a:pt x="8711" y="778"/>
                </a:lnTo>
                <a:lnTo>
                  <a:pt x="8734" y="778"/>
                </a:lnTo>
                <a:moveTo>
                  <a:pt x="8734" y="964"/>
                </a:moveTo>
                <a:lnTo>
                  <a:pt x="8734" y="1080"/>
                </a:lnTo>
                <a:lnTo>
                  <a:pt x="8711" y="1080"/>
                </a:lnTo>
                <a:lnTo>
                  <a:pt x="8711" y="964"/>
                </a:lnTo>
                <a:lnTo>
                  <a:pt x="8734" y="964"/>
                </a:lnTo>
                <a:moveTo>
                  <a:pt x="8700" y="1138"/>
                </a:moveTo>
                <a:lnTo>
                  <a:pt x="8583" y="1138"/>
                </a:lnTo>
                <a:lnTo>
                  <a:pt x="8583" y="1115"/>
                </a:lnTo>
                <a:lnTo>
                  <a:pt x="8700" y="1115"/>
                </a:lnTo>
                <a:lnTo>
                  <a:pt x="8700" y="1138"/>
                </a:lnTo>
                <a:moveTo>
                  <a:pt x="8514" y="1138"/>
                </a:moveTo>
                <a:lnTo>
                  <a:pt x="8398" y="1138"/>
                </a:lnTo>
                <a:lnTo>
                  <a:pt x="8398" y="1115"/>
                </a:lnTo>
                <a:lnTo>
                  <a:pt x="8514" y="1115"/>
                </a:lnTo>
                <a:lnTo>
                  <a:pt x="8514" y="1138"/>
                </a:lnTo>
                <a:moveTo>
                  <a:pt x="8328" y="1138"/>
                </a:moveTo>
                <a:lnTo>
                  <a:pt x="8212" y="1138"/>
                </a:lnTo>
                <a:lnTo>
                  <a:pt x="8212" y="1115"/>
                </a:lnTo>
                <a:lnTo>
                  <a:pt x="8328" y="1115"/>
                </a:lnTo>
                <a:lnTo>
                  <a:pt x="8328" y="1138"/>
                </a:lnTo>
                <a:moveTo>
                  <a:pt x="8142" y="1138"/>
                </a:moveTo>
                <a:lnTo>
                  <a:pt x="8026" y="1138"/>
                </a:lnTo>
                <a:lnTo>
                  <a:pt x="8026" y="1115"/>
                </a:lnTo>
                <a:lnTo>
                  <a:pt x="8142" y="1115"/>
                </a:lnTo>
                <a:lnTo>
                  <a:pt x="8142" y="1138"/>
                </a:lnTo>
                <a:moveTo>
                  <a:pt x="7956" y="1138"/>
                </a:moveTo>
                <a:lnTo>
                  <a:pt x="7840" y="1138"/>
                </a:lnTo>
                <a:lnTo>
                  <a:pt x="7840" y="1115"/>
                </a:lnTo>
                <a:lnTo>
                  <a:pt x="7956" y="1115"/>
                </a:lnTo>
                <a:lnTo>
                  <a:pt x="7956" y="1138"/>
                </a:lnTo>
                <a:moveTo>
                  <a:pt x="7770" y="1138"/>
                </a:moveTo>
                <a:lnTo>
                  <a:pt x="7654" y="1138"/>
                </a:lnTo>
                <a:lnTo>
                  <a:pt x="7654" y="1115"/>
                </a:lnTo>
                <a:lnTo>
                  <a:pt x="7770" y="1115"/>
                </a:lnTo>
                <a:lnTo>
                  <a:pt x="7770" y="1138"/>
                </a:lnTo>
                <a:moveTo>
                  <a:pt x="7585" y="1138"/>
                </a:moveTo>
                <a:lnTo>
                  <a:pt x="7469" y="1138"/>
                </a:lnTo>
                <a:lnTo>
                  <a:pt x="7469" y="1115"/>
                </a:lnTo>
                <a:lnTo>
                  <a:pt x="7585" y="1115"/>
                </a:lnTo>
                <a:lnTo>
                  <a:pt x="7585" y="1138"/>
                </a:lnTo>
                <a:moveTo>
                  <a:pt x="7399" y="1138"/>
                </a:moveTo>
                <a:lnTo>
                  <a:pt x="7283" y="1138"/>
                </a:lnTo>
                <a:lnTo>
                  <a:pt x="7283" y="1115"/>
                </a:lnTo>
                <a:lnTo>
                  <a:pt x="7399" y="1115"/>
                </a:lnTo>
                <a:lnTo>
                  <a:pt x="7399" y="1138"/>
                </a:lnTo>
                <a:moveTo>
                  <a:pt x="7213" y="1138"/>
                </a:moveTo>
                <a:lnTo>
                  <a:pt x="7097" y="1138"/>
                </a:lnTo>
                <a:lnTo>
                  <a:pt x="7097" y="1115"/>
                </a:lnTo>
                <a:lnTo>
                  <a:pt x="7213" y="1115"/>
                </a:lnTo>
                <a:lnTo>
                  <a:pt x="7213" y="1138"/>
                </a:lnTo>
                <a:moveTo>
                  <a:pt x="7027" y="1138"/>
                </a:moveTo>
                <a:lnTo>
                  <a:pt x="6911" y="1138"/>
                </a:lnTo>
                <a:lnTo>
                  <a:pt x="6911" y="1115"/>
                </a:lnTo>
                <a:lnTo>
                  <a:pt x="7027" y="1115"/>
                </a:lnTo>
                <a:lnTo>
                  <a:pt x="7027" y="1138"/>
                </a:lnTo>
                <a:moveTo>
                  <a:pt x="6841" y="1138"/>
                </a:moveTo>
                <a:lnTo>
                  <a:pt x="6725" y="1138"/>
                </a:lnTo>
                <a:lnTo>
                  <a:pt x="6725" y="1115"/>
                </a:lnTo>
                <a:lnTo>
                  <a:pt x="6841" y="1115"/>
                </a:lnTo>
                <a:lnTo>
                  <a:pt x="6841" y="1138"/>
                </a:lnTo>
                <a:moveTo>
                  <a:pt x="6656" y="1138"/>
                </a:moveTo>
                <a:lnTo>
                  <a:pt x="6540" y="1138"/>
                </a:lnTo>
                <a:lnTo>
                  <a:pt x="6540" y="1115"/>
                </a:lnTo>
                <a:lnTo>
                  <a:pt x="6656" y="1115"/>
                </a:lnTo>
                <a:lnTo>
                  <a:pt x="6656" y="1138"/>
                </a:lnTo>
                <a:moveTo>
                  <a:pt x="6470" y="1138"/>
                </a:moveTo>
                <a:lnTo>
                  <a:pt x="6354" y="1138"/>
                </a:lnTo>
                <a:lnTo>
                  <a:pt x="6354" y="1115"/>
                </a:lnTo>
                <a:lnTo>
                  <a:pt x="6470" y="1115"/>
                </a:lnTo>
                <a:lnTo>
                  <a:pt x="6470" y="1138"/>
                </a:lnTo>
                <a:moveTo>
                  <a:pt x="6284" y="1138"/>
                </a:moveTo>
                <a:lnTo>
                  <a:pt x="6168" y="1138"/>
                </a:lnTo>
                <a:lnTo>
                  <a:pt x="6168" y="1115"/>
                </a:lnTo>
                <a:lnTo>
                  <a:pt x="6284" y="1115"/>
                </a:lnTo>
                <a:lnTo>
                  <a:pt x="6284" y="1138"/>
                </a:lnTo>
                <a:moveTo>
                  <a:pt x="6098" y="1138"/>
                </a:moveTo>
                <a:lnTo>
                  <a:pt x="5982" y="1138"/>
                </a:lnTo>
                <a:lnTo>
                  <a:pt x="5982" y="1115"/>
                </a:lnTo>
                <a:lnTo>
                  <a:pt x="6098" y="1115"/>
                </a:lnTo>
                <a:lnTo>
                  <a:pt x="6098" y="1138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4" y="1138"/>
                </a:moveTo>
                <a:lnTo>
                  <a:pt x="1707" y="1138"/>
                </a:lnTo>
                <a:lnTo>
                  <a:pt x="1707" y="1115"/>
                </a:lnTo>
                <a:lnTo>
                  <a:pt x="1824" y="1115"/>
                </a:lnTo>
                <a:lnTo>
                  <a:pt x="1824" y="1138"/>
                </a:lnTo>
                <a:moveTo>
                  <a:pt x="1638" y="1138"/>
                </a:moveTo>
                <a:lnTo>
                  <a:pt x="1522" y="1138"/>
                </a:lnTo>
                <a:lnTo>
                  <a:pt x="1522" y="1115"/>
                </a:lnTo>
                <a:lnTo>
                  <a:pt x="1638" y="1115"/>
                </a:lnTo>
                <a:lnTo>
                  <a:pt x="1638" y="1138"/>
                </a:lnTo>
                <a:moveTo>
                  <a:pt x="1452" y="1138"/>
                </a:moveTo>
                <a:lnTo>
                  <a:pt x="1336" y="1138"/>
                </a:lnTo>
                <a:lnTo>
                  <a:pt x="1336" y="1115"/>
                </a:lnTo>
                <a:lnTo>
                  <a:pt x="1452" y="1115"/>
                </a:lnTo>
                <a:lnTo>
                  <a:pt x="1452" y="1138"/>
                </a:lnTo>
                <a:moveTo>
                  <a:pt x="1266" y="1138"/>
                </a:moveTo>
                <a:lnTo>
                  <a:pt x="1150" y="1138"/>
                </a:lnTo>
                <a:lnTo>
                  <a:pt x="1150" y="1115"/>
                </a:lnTo>
                <a:lnTo>
                  <a:pt x="1266" y="1115"/>
                </a:lnTo>
                <a:lnTo>
                  <a:pt x="1266" y="1138"/>
                </a:lnTo>
                <a:moveTo>
                  <a:pt x="1080" y="1138"/>
                </a:moveTo>
                <a:lnTo>
                  <a:pt x="964" y="1138"/>
                </a:lnTo>
                <a:lnTo>
                  <a:pt x="964" y="1115"/>
                </a:lnTo>
                <a:lnTo>
                  <a:pt x="1080" y="1115"/>
                </a:lnTo>
                <a:lnTo>
                  <a:pt x="1080" y="1138"/>
                </a:lnTo>
                <a:moveTo>
                  <a:pt x="895" y="1138"/>
                </a:moveTo>
                <a:lnTo>
                  <a:pt x="778" y="1138"/>
                </a:lnTo>
                <a:lnTo>
                  <a:pt x="778" y="1115"/>
                </a:lnTo>
                <a:lnTo>
                  <a:pt x="895" y="1115"/>
                </a:lnTo>
                <a:lnTo>
                  <a:pt x="895" y="1138"/>
                </a:lnTo>
                <a:moveTo>
                  <a:pt x="709" y="1138"/>
                </a:moveTo>
                <a:lnTo>
                  <a:pt x="593" y="1138"/>
                </a:lnTo>
                <a:lnTo>
                  <a:pt x="593" y="1115"/>
                </a:lnTo>
                <a:lnTo>
                  <a:pt x="709" y="1115"/>
                </a:lnTo>
                <a:lnTo>
                  <a:pt x="709" y="1138"/>
                </a:lnTo>
                <a:moveTo>
                  <a:pt x="523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3" y="1115"/>
                </a:lnTo>
                <a:lnTo>
                  <a:pt x="523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4"/>
                </a:moveTo>
                <a:lnTo>
                  <a:pt x="0" y="778"/>
                </a:lnTo>
                <a:lnTo>
                  <a:pt x="24" y="778"/>
                </a:lnTo>
                <a:lnTo>
                  <a:pt x="24" y="894"/>
                </a:lnTo>
                <a:lnTo>
                  <a:pt x="0" y="894"/>
                </a:lnTo>
                <a:moveTo>
                  <a:pt x="0" y="708"/>
                </a:moveTo>
                <a:lnTo>
                  <a:pt x="0" y="592"/>
                </a:lnTo>
                <a:lnTo>
                  <a:pt x="24" y="592"/>
                </a:lnTo>
                <a:lnTo>
                  <a:pt x="24" y="708"/>
                </a:lnTo>
                <a:lnTo>
                  <a:pt x="0" y="708"/>
                </a:lnTo>
                <a:moveTo>
                  <a:pt x="0" y="523"/>
                </a:moveTo>
                <a:lnTo>
                  <a:pt x="0" y="406"/>
                </a:lnTo>
                <a:lnTo>
                  <a:pt x="24" y="406"/>
                </a:lnTo>
                <a:lnTo>
                  <a:pt x="24" y="523"/>
                </a:lnTo>
                <a:lnTo>
                  <a:pt x="0" y="523"/>
                </a:lnTo>
                <a:moveTo>
                  <a:pt x="0" y="336"/>
                </a:moveTo>
                <a:lnTo>
                  <a:pt x="0" y="220"/>
                </a:lnTo>
                <a:lnTo>
                  <a:pt x="24" y="220"/>
                </a:lnTo>
                <a:lnTo>
                  <a:pt x="24" y="336"/>
                </a:lnTo>
                <a:lnTo>
                  <a:pt x="0" y="336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3876840" y="33624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3876840" y="3391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875520" y="2995200"/>
            <a:ext cx="3266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992520" y="3353040"/>
            <a:ext cx="60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908640" y="3763440"/>
            <a:ext cx="2132640" cy="401400"/>
          </a:xfrm>
          <a:custGeom>
            <a:avLst/>
            <a:gdLst/>
            <a:ahLst/>
            <a:rect l="0" t="0" r="r" b="b"/>
            <a:pathLst>
              <a:path w="5924" h="1115">
                <a:moveTo>
                  <a:pt x="0" y="0"/>
                </a:moveTo>
                <a:lnTo>
                  <a:pt x="5924" y="0"/>
                </a:lnTo>
                <a:lnTo>
                  <a:pt x="5924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904320" y="3759120"/>
            <a:ext cx="2140920" cy="409680"/>
          </a:xfrm>
          <a:custGeom>
            <a:avLst/>
            <a:gdLst/>
            <a:ahLst/>
            <a:rect l="0" t="0" r="r" b="b"/>
            <a:pathLst>
              <a:path w="5947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1" y="0"/>
                </a:lnTo>
                <a:lnTo>
                  <a:pt x="501" y="23"/>
                </a:lnTo>
                <a:lnTo>
                  <a:pt x="384" y="23"/>
                </a:lnTo>
                <a:lnTo>
                  <a:pt x="384" y="0"/>
                </a:lnTo>
                <a:moveTo>
                  <a:pt x="570" y="0"/>
                </a:moveTo>
                <a:lnTo>
                  <a:pt x="687" y="0"/>
                </a:lnTo>
                <a:lnTo>
                  <a:pt x="687" y="23"/>
                </a:lnTo>
                <a:lnTo>
                  <a:pt x="570" y="23"/>
                </a:lnTo>
                <a:lnTo>
                  <a:pt x="570" y="0"/>
                </a:lnTo>
                <a:moveTo>
                  <a:pt x="756" y="0"/>
                </a:moveTo>
                <a:lnTo>
                  <a:pt x="872" y="0"/>
                </a:lnTo>
                <a:lnTo>
                  <a:pt x="872" y="23"/>
                </a:lnTo>
                <a:lnTo>
                  <a:pt x="756" y="23"/>
                </a:lnTo>
                <a:lnTo>
                  <a:pt x="756" y="0"/>
                </a:lnTo>
                <a:moveTo>
                  <a:pt x="942" y="0"/>
                </a:moveTo>
                <a:lnTo>
                  <a:pt x="1058" y="0"/>
                </a:lnTo>
                <a:lnTo>
                  <a:pt x="1058" y="23"/>
                </a:lnTo>
                <a:lnTo>
                  <a:pt x="942" y="23"/>
                </a:lnTo>
                <a:lnTo>
                  <a:pt x="942" y="0"/>
                </a:lnTo>
                <a:moveTo>
                  <a:pt x="1128" y="0"/>
                </a:moveTo>
                <a:lnTo>
                  <a:pt x="1244" y="0"/>
                </a:lnTo>
                <a:lnTo>
                  <a:pt x="1244" y="23"/>
                </a:lnTo>
                <a:lnTo>
                  <a:pt x="1128" y="23"/>
                </a:lnTo>
                <a:lnTo>
                  <a:pt x="1128" y="0"/>
                </a:lnTo>
                <a:moveTo>
                  <a:pt x="1314" y="0"/>
                </a:moveTo>
                <a:lnTo>
                  <a:pt x="1430" y="0"/>
                </a:lnTo>
                <a:lnTo>
                  <a:pt x="1430" y="23"/>
                </a:lnTo>
                <a:lnTo>
                  <a:pt x="1314" y="23"/>
                </a:lnTo>
                <a:lnTo>
                  <a:pt x="1314" y="0"/>
                </a:lnTo>
                <a:moveTo>
                  <a:pt x="1499" y="0"/>
                </a:moveTo>
                <a:lnTo>
                  <a:pt x="1616" y="0"/>
                </a:lnTo>
                <a:lnTo>
                  <a:pt x="1616" y="23"/>
                </a:lnTo>
                <a:lnTo>
                  <a:pt x="1499" y="23"/>
                </a:lnTo>
                <a:lnTo>
                  <a:pt x="1499" y="0"/>
                </a:lnTo>
                <a:moveTo>
                  <a:pt x="1685" y="0"/>
                </a:moveTo>
                <a:lnTo>
                  <a:pt x="1801" y="0"/>
                </a:lnTo>
                <a:lnTo>
                  <a:pt x="1801" y="23"/>
                </a:lnTo>
                <a:lnTo>
                  <a:pt x="1685" y="23"/>
                </a:lnTo>
                <a:lnTo>
                  <a:pt x="1685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47" y="35"/>
                </a:moveTo>
                <a:lnTo>
                  <a:pt x="5947" y="151"/>
                </a:lnTo>
                <a:lnTo>
                  <a:pt x="5924" y="151"/>
                </a:lnTo>
                <a:lnTo>
                  <a:pt x="5924" y="35"/>
                </a:lnTo>
                <a:lnTo>
                  <a:pt x="5947" y="35"/>
                </a:lnTo>
                <a:moveTo>
                  <a:pt x="5947" y="221"/>
                </a:moveTo>
                <a:lnTo>
                  <a:pt x="5947" y="337"/>
                </a:lnTo>
                <a:lnTo>
                  <a:pt x="5924" y="337"/>
                </a:lnTo>
                <a:lnTo>
                  <a:pt x="5924" y="221"/>
                </a:lnTo>
                <a:lnTo>
                  <a:pt x="5947" y="221"/>
                </a:lnTo>
                <a:moveTo>
                  <a:pt x="5947" y="407"/>
                </a:moveTo>
                <a:lnTo>
                  <a:pt x="5947" y="523"/>
                </a:lnTo>
                <a:lnTo>
                  <a:pt x="5924" y="523"/>
                </a:lnTo>
                <a:lnTo>
                  <a:pt x="5924" y="407"/>
                </a:lnTo>
                <a:lnTo>
                  <a:pt x="5947" y="407"/>
                </a:lnTo>
                <a:moveTo>
                  <a:pt x="5947" y="593"/>
                </a:moveTo>
                <a:lnTo>
                  <a:pt x="5947" y="709"/>
                </a:lnTo>
                <a:lnTo>
                  <a:pt x="5924" y="709"/>
                </a:lnTo>
                <a:lnTo>
                  <a:pt x="5924" y="593"/>
                </a:lnTo>
                <a:lnTo>
                  <a:pt x="5947" y="593"/>
                </a:lnTo>
                <a:moveTo>
                  <a:pt x="5947" y="779"/>
                </a:moveTo>
                <a:lnTo>
                  <a:pt x="5947" y="895"/>
                </a:lnTo>
                <a:lnTo>
                  <a:pt x="5924" y="895"/>
                </a:lnTo>
                <a:lnTo>
                  <a:pt x="5924" y="779"/>
                </a:lnTo>
                <a:lnTo>
                  <a:pt x="5947" y="779"/>
                </a:lnTo>
                <a:moveTo>
                  <a:pt x="5947" y="964"/>
                </a:moveTo>
                <a:lnTo>
                  <a:pt x="5947" y="1080"/>
                </a:lnTo>
                <a:lnTo>
                  <a:pt x="5924" y="1080"/>
                </a:lnTo>
                <a:lnTo>
                  <a:pt x="5924" y="964"/>
                </a:lnTo>
                <a:lnTo>
                  <a:pt x="5947" y="964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5" y="1138"/>
                </a:moveTo>
                <a:lnTo>
                  <a:pt x="1708" y="1138"/>
                </a:lnTo>
                <a:lnTo>
                  <a:pt x="1708" y="1115"/>
                </a:lnTo>
                <a:lnTo>
                  <a:pt x="1825" y="1115"/>
                </a:lnTo>
                <a:lnTo>
                  <a:pt x="1825" y="1138"/>
                </a:lnTo>
                <a:moveTo>
                  <a:pt x="1639" y="1138"/>
                </a:moveTo>
                <a:lnTo>
                  <a:pt x="1523" y="1138"/>
                </a:lnTo>
                <a:lnTo>
                  <a:pt x="1523" y="1115"/>
                </a:lnTo>
                <a:lnTo>
                  <a:pt x="1639" y="1115"/>
                </a:lnTo>
                <a:lnTo>
                  <a:pt x="1639" y="1138"/>
                </a:lnTo>
                <a:moveTo>
                  <a:pt x="1453" y="1138"/>
                </a:moveTo>
                <a:lnTo>
                  <a:pt x="1337" y="1138"/>
                </a:lnTo>
                <a:lnTo>
                  <a:pt x="1337" y="1115"/>
                </a:lnTo>
                <a:lnTo>
                  <a:pt x="1453" y="1115"/>
                </a:lnTo>
                <a:lnTo>
                  <a:pt x="1453" y="1138"/>
                </a:lnTo>
                <a:moveTo>
                  <a:pt x="1267" y="1138"/>
                </a:moveTo>
                <a:lnTo>
                  <a:pt x="1151" y="1138"/>
                </a:lnTo>
                <a:lnTo>
                  <a:pt x="1151" y="1115"/>
                </a:lnTo>
                <a:lnTo>
                  <a:pt x="1267" y="1115"/>
                </a:lnTo>
                <a:lnTo>
                  <a:pt x="1267" y="1138"/>
                </a:lnTo>
                <a:moveTo>
                  <a:pt x="1081" y="1138"/>
                </a:moveTo>
                <a:lnTo>
                  <a:pt x="965" y="1138"/>
                </a:lnTo>
                <a:lnTo>
                  <a:pt x="965" y="1115"/>
                </a:lnTo>
                <a:lnTo>
                  <a:pt x="1081" y="1115"/>
                </a:lnTo>
                <a:lnTo>
                  <a:pt x="1081" y="1138"/>
                </a:lnTo>
                <a:moveTo>
                  <a:pt x="896" y="1138"/>
                </a:moveTo>
                <a:lnTo>
                  <a:pt x="779" y="1138"/>
                </a:lnTo>
                <a:lnTo>
                  <a:pt x="779" y="1115"/>
                </a:lnTo>
                <a:lnTo>
                  <a:pt x="896" y="1115"/>
                </a:lnTo>
                <a:lnTo>
                  <a:pt x="896" y="1138"/>
                </a:lnTo>
                <a:moveTo>
                  <a:pt x="710" y="1138"/>
                </a:moveTo>
                <a:lnTo>
                  <a:pt x="594" y="1138"/>
                </a:lnTo>
                <a:lnTo>
                  <a:pt x="594" y="1115"/>
                </a:lnTo>
                <a:lnTo>
                  <a:pt x="710" y="1115"/>
                </a:lnTo>
                <a:lnTo>
                  <a:pt x="710" y="1138"/>
                </a:lnTo>
                <a:moveTo>
                  <a:pt x="524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4" y="1115"/>
                </a:lnTo>
                <a:lnTo>
                  <a:pt x="524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5"/>
                </a:moveTo>
                <a:lnTo>
                  <a:pt x="0" y="779"/>
                </a:lnTo>
                <a:lnTo>
                  <a:pt x="24" y="779"/>
                </a:lnTo>
                <a:lnTo>
                  <a:pt x="24" y="895"/>
                </a:lnTo>
                <a:lnTo>
                  <a:pt x="0" y="895"/>
                </a:lnTo>
                <a:moveTo>
                  <a:pt x="0" y="709"/>
                </a:moveTo>
                <a:lnTo>
                  <a:pt x="0" y="593"/>
                </a:lnTo>
                <a:lnTo>
                  <a:pt x="24" y="593"/>
                </a:lnTo>
                <a:lnTo>
                  <a:pt x="24" y="709"/>
                </a:lnTo>
                <a:lnTo>
                  <a:pt x="0" y="709"/>
                </a:lnTo>
                <a:moveTo>
                  <a:pt x="0" y="523"/>
                </a:moveTo>
                <a:lnTo>
                  <a:pt x="0" y="407"/>
                </a:lnTo>
                <a:lnTo>
                  <a:pt x="24" y="407"/>
                </a:lnTo>
                <a:lnTo>
                  <a:pt x="24" y="523"/>
                </a:lnTo>
                <a:lnTo>
                  <a:pt x="0" y="523"/>
                </a:lnTo>
                <a:moveTo>
                  <a:pt x="0" y="337"/>
                </a:moveTo>
                <a:lnTo>
                  <a:pt x="0" y="221"/>
                </a:lnTo>
                <a:lnTo>
                  <a:pt x="24" y="221"/>
                </a:lnTo>
                <a:lnTo>
                  <a:pt x="24" y="337"/>
                </a:lnTo>
                <a:lnTo>
                  <a:pt x="0" y="337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2873520" y="3830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2873520" y="3859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992520" y="3488040"/>
            <a:ext cx="2603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992520" y="3821040"/>
            <a:ext cx="33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908640" y="4231080"/>
            <a:ext cx="3286440" cy="401400"/>
          </a:xfrm>
          <a:custGeom>
            <a:avLst/>
            <a:gdLst/>
            <a:ahLst/>
            <a:rect l="0" t="0" r="r" b="b"/>
            <a:pathLst>
              <a:path w="9129" h="1115">
                <a:moveTo>
                  <a:pt x="0" y="0"/>
                </a:moveTo>
                <a:lnTo>
                  <a:pt x="9129" y="0"/>
                </a:lnTo>
                <a:lnTo>
                  <a:pt x="9129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904320" y="4227120"/>
            <a:ext cx="3294720" cy="409680"/>
          </a:xfrm>
          <a:custGeom>
            <a:avLst/>
            <a:gdLst/>
            <a:ahLst/>
            <a:rect l="0" t="0" r="r" b="b"/>
            <a:pathLst>
              <a:path w="9152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3" y="0"/>
                </a:lnTo>
                <a:lnTo>
                  <a:pt x="2173" y="23"/>
                </a:lnTo>
                <a:lnTo>
                  <a:pt x="2056" y="23"/>
                </a:lnTo>
                <a:lnTo>
                  <a:pt x="2056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8" y="0"/>
                </a:moveTo>
                <a:lnTo>
                  <a:pt x="9152" y="0"/>
                </a:lnTo>
                <a:lnTo>
                  <a:pt x="9152" y="104"/>
                </a:lnTo>
                <a:lnTo>
                  <a:pt x="9129" y="104"/>
                </a:lnTo>
                <a:lnTo>
                  <a:pt x="9129" y="11"/>
                </a:lnTo>
                <a:lnTo>
                  <a:pt x="9141" y="11"/>
                </a:lnTo>
                <a:lnTo>
                  <a:pt x="9141" y="23"/>
                </a:lnTo>
                <a:lnTo>
                  <a:pt x="9118" y="23"/>
                </a:lnTo>
                <a:lnTo>
                  <a:pt x="9118" y="0"/>
                </a:lnTo>
                <a:moveTo>
                  <a:pt x="9152" y="174"/>
                </a:moveTo>
                <a:lnTo>
                  <a:pt x="9152" y="291"/>
                </a:lnTo>
                <a:lnTo>
                  <a:pt x="9129" y="291"/>
                </a:lnTo>
                <a:lnTo>
                  <a:pt x="9129" y="174"/>
                </a:lnTo>
                <a:lnTo>
                  <a:pt x="9152" y="174"/>
                </a:lnTo>
                <a:moveTo>
                  <a:pt x="9152" y="360"/>
                </a:moveTo>
                <a:lnTo>
                  <a:pt x="9152" y="476"/>
                </a:lnTo>
                <a:lnTo>
                  <a:pt x="9129" y="476"/>
                </a:lnTo>
                <a:lnTo>
                  <a:pt x="9129" y="360"/>
                </a:lnTo>
                <a:lnTo>
                  <a:pt x="9152" y="360"/>
                </a:lnTo>
                <a:moveTo>
                  <a:pt x="9152" y="546"/>
                </a:moveTo>
                <a:lnTo>
                  <a:pt x="9152" y="662"/>
                </a:lnTo>
                <a:lnTo>
                  <a:pt x="9129" y="662"/>
                </a:lnTo>
                <a:lnTo>
                  <a:pt x="9129" y="546"/>
                </a:lnTo>
                <a:lnTo>
                  <a:pt x="9152" y="546"/>
                </a:lnTo>
                <a:moveTo>
                  <a:pt x="9152" y="732"/>
                </a:moveTo>
                <a:lnTo>
                  <a:pt x="9152" y="848"/>
                </a:lnTo>
                <a:lnTo>
                  <a:pt x="9129" y="848"/>
                </a:lnTo>
                <a:lnTo>
                  <a:pt x="9129" y="732"/>
                </a:lnTo>
                <a:lnTo>
                  <a:pt x="9152" y="732"/>
                </a:lnTo>
                <a:moveTo>
                  <a:pt x="9152" y="917"/>
                </a:moveTo>
                <a:lnTo>
                  <a:pt x="9152" y="1033"/>
                </a:lnTo>
                <a:lnTo>
                  <a:pt x="9129" y="1033"/>
                </a:lnTo>
                <a:lnTo>
                  <a:pt x="9129" y="917"/>
                </a:lnTo>
                <a:lnTo>
                  <a:pt x="9152" y="917"/>
                </a:lnTo>
                <a:moveTo>
                  <a:pt x="9152" y="1103"/>
                </a:moveTo>
                <a:lnTo>
                  <a:pt x="9152" y="1138"/>
                </a:lnTo>
                <a:lnTo>
                  <a:pt x="9048" y="1138"/>
                </a:lnTo>
                <a:lnTo>
                  <a:pt x="9048" y="1115"/>
                </a:lnTo>
                <a:lnTo>
                  <a:pt x="9141" y="1115"/>
                </a:lnTo>
                <a:lnTo>
                  <a:pt x="9141" y="1126"/>
                </a:lnTo>
                <a:lnTo>
                  <a:pt x="9129" y="1126"/>
                </a:lnTo>
                <a:lnTo>
                  <a:pt x="9129" y="1103"/>
                </a:lnTo>
                <a:lnTo>
                  <a:pt x="9152" y="1103"/>
                </a:lnTo>
                <a:moveTo>
                  <a:pt x="8978" y="1138"/>
                </a:moveTo>
                <a:lnTo>
                  <a:pt x="8862" y="1138"/>
                </a:lnTo>
                <a:lnTo>
                  <a:pt x="8862" y="1115"/>
                </a:lnTo>
                <a:lnTo>
                  <a:pt x="8978" y="1115"/>
                </a:lnTo>
                <a:lnTo>
                  <a:pt x="8978" y="1138"/>
                </a:lnTo>
                <a:moveTo>
                  <a:pt x="8792" y="1138"/>
                </a:moveTo>
                <a:lnTo>
                  <a:pt x="8676" y="1138"/>
                </a:lnTo>
                <a:lnTo>
                  <a:pt x="8676" y="1115"/>
                </a:lnTo>
                <a:lnTo>
                  <a:pt x="8792" y="1115"/>
                </a:lnTo>
                <a:lnTo>
                  <a:pt x="8792" y="1138"/>
                </a:lnTo>
                <a:moveTo>
                  <a:pt x="8607" y="1138"/>
                </a:moveTo>
                <a:lnTo>
                  <a:pt x="8490" y="1138"/>
                </a:lnTo>
                <a:lnTo>
                  <a:pt x="8490" y="1115"/>
                </a:lnTo>
                <a:lnTo>
                  <a:pt x="8607" y="1115"/>
                </a:lnTo>
                <a:lnTo>
                  <a:pt x="8607" y="1138"/>
                </a:lnTo>
                <a:moveTo>
                  <a:pt x="8421" y="1138"/>
                </a:moveTo>
                <a:lnTo>
                  <a:pt x="8305" y="1138"/>
                </a:lnTo>
                <a:lnTo>
                  <a:pt x="8305" y="1115"/>
                </a:lnTo>
                <a:lnTo>
                  <a:pt x="8421" y="1115"/>
                </a:lnTo>
                <a:lnTo>
                  <a:pt x="8421" y="1138"/>
                </a:lnTo>
                <a:moveTo>
                  <a:pt x="8235" y="1138"/>
                </a:moveTo>
                <a:lnTo>
                  <a:pt x="8119" y="1138"/>
                </a:lnTo>
                <a:lnTo>
                  <a:pt x="8119" y="1115"/>
                </a:lnTo>
                <a:lnTo>
                  <a:pt x="8235" y="1115"/>
                </a:lnTo>
                <a:lnTo>
                  <a:pt x="8235" y="1138"/>
                </a:lnTo>
                <a:moveTo>
                  <a:pt x="8049" y="1138"/>
                </a:moveTo>
                <a:lnTo>
                  <a:pt x="7933" y="1138"/>
                </a:lnTo>
                <a:lnTo>
                  <a:pt x="7933" y="1115"/>
                </a:lnTo>
                <a:lnTo>
                  <a:pt x="8049" y="1115"/>
                </a:lnTo>
                <a:lnTo>
                  <a:pt x="8049" y="1138"/>
                </a:lnTo>
                <a:moveTo>
                  <a:pt x="7863" y="1138"/>
                </a:moveTo>
                <a:lnTo>
                  <a:pt x="7747" y="1138"/>
                </a:lnTo>
                <a:lnTo>
                  <a:pt x="7747" y="1115"/>
                </a:lnTo>
                <a:lnTo>
                  <a:pt x="7863" y="1115"/>
                </a:lnTo>
                <a:lnTo>
                  <a:pt x="7863" y="1138"/>
                </a:lnTo>
                <a:moveTo>
                  <a:pt x="7678" y="1138"/>
                </a:moveTo>
                <a:lnTo>
                  <a:pt x="7561" y="1138"/>
                </a:lnTo>
                <a:lnTo>
                  <a:pt x="7561" y="1115"/>
                </a:lnTo>
                <a:lnTo>
                  <a:pt x="7678" y="1115"/>
                </a:lnTo>
                <a:lnTo>
                  <a:pt x="7678" y="1138"/>
                </a:lnTo>
                <a:moveTo>
                  <a:pt x="7492" y="1138"/>
                </a:moveTo>
                <a:lnTo>
                  <a:pt x="7376" y="1138"/>
                </a:lnTo>
                <a:lnTo>
                  <a:pt x="7376" y="1115"/>
                </a:lnTo>
                <a:lnTo>
                  <a:pt x="7492" y="1115"/>
                </a:lnTo>
                <a:lnTo>
                  <a:pt x="7492" y="1138"/>
                </a:lnTo>
                <a:moveTo>
                  <a:pt x="7306" y="1138"/>
                </a:moveTo>
                <a:lnTo>
                  <a:pt x="7190" y="1138"/>
                </a:lnTo>
                <a:lnTo>
                  <a:pt x="7190" y="1115"/>
                </a:lnTo>
                <a:lnTo>
                  <a:pt x="7306" y="1115"/>
                </a:lnTo>
                <a:lnTo>
                  <a:pt x="7306" y="1138"/>
                </a:lnTo>
                <a:moveTo>
                  <a:pt x="7120" y="1138"/>
                </a:moveTo>
                <a:lnTo>
                  <a:pt x="7004" y="1138"/>
                </a:lnTo>
                <a:lnTo>
                  <a:pt x="7004" y="1115"/>
                </a:lnTo>
                <a:lnTo>
                  <a:pt x="7120" y="1115"/>
                </a:lnTo>
                <a:lnTo>
                  <a:pt x="7120" y="1138"/>
                </a:lnTo>
                <a:moveTo>
                  <a:pt x="6934" y="1138"/>
                </a:moveTo>
                <a:lnTo>
                  <a:pt x="6818" y="1138"/>
                </a:lnTo>
                <a:lnTo>
                  <a:pt x="6818" y="1115"/>
                </a:lnTo>
                <a:lnTo>
                  <a:pt x="6934" y="1115"/>
                </a:lnTo>
                <a:lnTo>
                  <a:pt x="6934" y="1138"/>
                </a:lnTo>
                <a:moveTo>
                  <a:pt x="6749" y="1138"/>
                </a:moveTo>
                <a:lnTo>
                  <a:pt x="6632" y="1138"/>
                </a:lnTo>
                <a:lnTo>
                  <a:pt x="6632" y="1115"/>
                </a:lnTo>
                <a:lnTo>
                  <a:pt x="6749" y="1115"/>
                </a:lnTo>
                <a:lnTo>
                  <a:pt x="6749" y="1138"/>
                </a:lnTo>
                <a:moveTo>
                  <a:pt x="6563" y="1138"/>
                </a:moveTo>
                <a:lnTo>
                  <a:pt x="6447" y="1138"/>
                </a:lnTo>
                <a:lnTo>
                  <a:pt x="6447" y="1115"/>
                </a:lnTo>
                <a:lnTo>
                  <a:pt x="6563" y="1115"/>
                </a:lnTo>
                <a:lnTo>
                  <a:pt x="6563" y="1138"/>
                </a:lnTo>
                <a:moveTo>
                  <a:pt x="6377" y="1138"/>
                </a:moveTo>
                <a:lnTo>
                  <a:pt x="6261" y="1138"/>
                </a:lnTo>
                <a:lnTo>
                  <a:pt x="6261" y="1115"/>
                </a:lnTo>
                <a:lnTo>
                  <a:pt x="6377" y="1115"/>
                </a:lnTo>
                <a:lnTo>
                  <a:pt x="6377" y="1138"/>
                </a:lnTo>
                <a:moveTo>
                  <a:pt x="6191" y="1138"/>
                </a:moveTo>
                <a:lnTo>
                  <a:pt x="6075" y="1138"/>
                </a:lnTo>
                <a:lnTo>
                  <a:pt x="6075" y="1115"/>
                </a:lnTo>
                <a:lnTo>
                  <a:pt x="6191" y="1115"/>
                </a:lnTo>
                <a:lnTo>
                  <a:pt x="6191" y="1138"/>
                </a:lnTo>
                <a:moveTo>
                  <a:pt x="6005" y="1138"/>
                </a:moveTo>
                <a:lnTo>
                  <a:pt x="5889" y="1138"/>
                </a:lnTo>
                <a:lnTo>
                  <a:pt x="5889" y="1115"/>
                </a:lnTo>
                <a:lnTo>
                  <a:pt x="6005" y="1115"/>
                </a:lnTo>
                <a:lnTo>
                  <a:pt x="6005" y="1138"/>
                </a:lnTo>
                <a:moveTo>
                  <a:pt x="5819" y="1138"/>
                </a:moveTo>
                <a:lnTo>
                  <a:pt x="5703" y="1138"/>
                </a:lnTo>
                <a:lnTo>
                  <a:pt x="5703" y="1115"/>
                </a:lnTo>
                <a:lnTo>
                  <a:pt x="5819" y="1115"/>
                </a:lnTo>
                <a:lnTo>
                  <a:pt x="5819" y="1138"/>
                </a:lnTo>
                <a:moveTo>
                  <a:pt x="5634" y="1138"/>
                </a:moveTo>
                <a:lnTo>
                  <a:pt x="5518" y="1138"/>
                </a:lnTo>
                <a:lnTo>
                  <a:pt x="5518" y="1115"/>
                </a:lnTo>
                <a:lnTo>
                  <a:pt x="5634" y="1115"/>
                </a:lnTo>
                <a:lnTo>
                  <a:pt x="5634" y="1138"/>
                </a:lnTo>
                <a:moveTo>
                  <a:pt x="5448" y="1138"/>
                </a:moveTo>
                <a:lnTo>
                  <a:pt x="5332" y="1138"/>
                </a:lnTo>
                <a:lnTo>
                  <a:pt x="5332" y="1115"/>
                </a:lnTo>
                <a:lnTo>
                  <a:pt x="5448" y="1115"/>
                </a:lnTo>
                <a:lnTo>
                  <a:pt x="5448" y="1138"/>
                </a:lnTo>
                <a:moveTo>
                  <a:pt x="5262" y="1138"/>
                </a:moveTo>
                <a:lnTo>
                  <a:pt x="5146" y="1138"/>
                </a:lnTo>
                <a:lnTo>
                  <a:pt x="5146" y="1115"/>
                </a:lnTo>
                <a:lnTo>
                  <a:pt x="5262" y="1115"/>
                </a:lnTo>
                <a:lnTo>
                  <a:pt x="5262" y="1138"/>
                </a:lnTo>
                <a:moveTo>
                  <a:pt x="5076" y="1138"/>
                </a:moveTo>
                <a:lnTo>
                  <a:pt x="4960" y="1138"/>
                </a:lnTo>
                <a:lnTo>
                  <a:pt x="4960" y="1115"/>
                </a:lnTo>
                <a:lnTo>
                  <a:pt x="5076" y="1115"/>
                </a:lnTo>
                <a:lnTo>
                  <a:pt x="5076" y="1138"/>
                </a:lnTo>
                <a:moveTo>
                  <a:pt x="4890" y="1138"/>
                </a:moveTo>
                <a:lnTo>
                  <a:pt x="4774" y="1138"/>
                </a:lnTo>
                <a:lnTo>
                  <a:pt x="4774" y="1115"/>
                </a:lnTo>
                <a:lnTo>
                  <a:pt x="4890" y="1115"/>
                </a:lnTo>
                <a:lnTo>
                  <a:pt x="4890" y="1138"/>
                </a:lnTo>
                <a:moveTo>
                  <a:pt x="4705" y="1138"/>
                </a:moveTo>
                <a:lnTo>
                  <a:pt x="4589" y="1138"/>
                </a:lnTo>
                <a:lnTo>
                  <a:pt x="4589" y="1115"/>
                </a:lnTo>
                <a:lnTo>
                  <a:pt x="4705" y="1115"/>
                </a:lnTo>
                <a:lnTo>
                  <a:pt x="4705" y="1138"/>
                </a:lnTo>
                <a:moveTo>
                  <a:pt x="4519" y="1138"/>
                </a:moveTo>
                <a:lnTo>
                  <a:pt x="4403" y="1138"/>
                </a:lnTo>
                <a:lnTo>
                  <a:pt x="4403" y="1115"/>
                </a:lnTo>
                <a:lnTo>
                  <a:pt x="4519" y="1115"/>
                </a:lnTo>
                <a:lnTo>
                  <a:pt x="4519" y="1138"/>
                </a:lnTo>
                <a:moveTo>
                  <a:pt x="4333" y="1138"/>
                </a:moveTo>
                <a:lnTo>
                  <a:pt x="4217" y="1138"/>
                </a:lnTo>
                <a:lnTo>
                  <a:pt x="4217" y="1115"/>
                </a:lnTo>
                <a:lnTo>
                  <a:pt x="4333" y="1115"/>
                </a:lnTo>
                <a:lnTo>
                  <a:pt x="4333" y="1138"/>
                </a:lnTo>
                <a:moveTo>
                  <a:pt x="4147" y="1138"/>
                </a:moveTo>
                <a:lnTo>
                  <a:pt x="4031" y="1138"/>
                </a:lnTo>
                <a:lnTo>
                  <a:pt x="4031" y="1115"/>
                </a:lnTo>
                <a:lnTo>
                  <a:pt x="4147" y="1115"/>
                </a:lnTo>
                <a:lnTo>
                  <a:pt x="4147" y="1138"/>
                </a:lnTo>
                <a:moveTo>
                  <a:pt x="3961" y="1138"/>
                </a:moveTo>
                <a:lnTo>
                  <a:pt x="3845" y="1138"/>
                </a:lnTo>
                <a:lnTo>
                  <a:pt x="3845" y="1115"/>
                </a:lnTo>
                <a:lnTo>
                  <a:pt x="3961" y="1115"/>
                </a:lnTo>
                <a:lnTo>
                  <a:pt x="3961" y="1138"/>
                </a:lnTo>
                <a:moveTo>
                  <a:pt x="3776" y="1138"/>
                </a:moveTo>
                <a:lnTo>
                  <a:pt x="3659" y="1138"/>
                </a:lnTo>
                <a:lnTo>
                  <a:pt x="3659" y="1115"/>
                </a:lnTo>
                <a:lnTo>
                  <a:pt x="3776" y="1115"/>
                </a:lnTo>
                <a:lnTo>
                  <a:pt x="3776" y="1138"/>
                </a:lnTo>
                <a:moveTo>
                  <a:pt x="3590" y="1138"/>
                </a:moveTo>
                <a:lnTo>
                  <a:pt x="3474" y="1138"/>
                </a:lnTo>
                <a:lnTo>
                  <a:pt x="3474" y="1115"/>
                </a:lnTo>
                <a:lnTo>
                  <a:pt x="3590" y="1115"/>
                </a:lnTo>
                <a:lnTo>
                  <a:pt x="3590" y="1138"/>
                </a:lnTo>
                <a:moveTo>
                  <a:pt x="3404" y="1138"/>
                </a:moveTo>
                <a:lnTo>
                  <a:pt x="3288" y="1138"/>
                </a:lnTo>
                <a:lnTo>
                  <a:pt x="3288" y="1115"/>
                </a:lnTo>
                <a:lnTo>
                  <a:pt x="3404" y="1115"/>
                </a:lnTo>
                <a:lnTo>
                  <a:pt x="3404" y="1138"/>
                </a:lnTo>
                <a:moveTo>
                  <a:pt x="3218" y="1138"/>
                </a:moveTo>
                <a:lnTo>
                  <a:pt x="3102" y="1138"/>
                </a:lnTo>
                <a:lnTo>
                  <a:pt x="3102" y="1115"/>
                </a:lnTo>
                <a:lnTo>
                  <a:pt x="3218" y="1115"/>
                </a:lnTo>
                <a:lnTo>
                  <a:pt x="3218" y="1138"/>
                </a:lnTo>
                <a:moveTo>
                  <a:pt x="3032" y="1138"/>
                </a:moveTo>
                <a:lnTo>
                  <a:pt x="2916" y="1138"/>
                </a:lnTo>
                <a:lnTo>
                  <a:pt x="2916" y="1115"/>
                </a:lnTo>
                <a:lnTo>
                  <a:pt x="3032" y="1115"/>
                </a:lnTo>
                <a:lnTo>
                  <a:pt x="3032" y="1138"/>
                </a:lnTo>
                <a:moveTo>
                  <a:pt x="2847" y="1138"/>
                </a:moveTo>
                <a:lnTo>
                  <a:pt x="2730" y="1138"/>
                </a:lnTo>
                <a:lnTo>
                  <a:pt x="2730" y="1115"/>
                </a:lnTo>
                <a:lnTo>
                  <a:pt x="2847" y="1115"/>
                </a:lnTo>
                <a:lnTo>
                  <a:pt x="2847" y="1138"/>
                </a:lnTo>
                <a:moveTo>
                  <a:pt x="2661" y="1138"/>
                </a:moveTo>
                <a:lnTo>
                  <a:pt x="2545" y="1138"/>
                </a:lnTo>
                <a:lnTo>
                  <a:pt x="2545" y="1115"/>
                </a:lnTo>
                <a:lnTo>
                  <a:pt x="2661" y="1115"/>
                </a:lnTo>
                <a:lnTo>
                  <a:pt x="2661" y="1138"/>
                </a:lnTo>
                <a:moveTo>
                  <a:pt x="2475" y="1138"/>
                </a:moveTo>
                <a:lnTo>
                  <a:pt x="2359" y="1138"/>
                </a:lnTo>
                <a:lnTo>
                  <a:pt x="2359" y="1115"/>
                </a:lnTo>
                <a:lnTo>
                  <a:pt x="2475" y="1115"/>
                </a:lnTo>
                <a:lnTo>
                  <a:pt x="2475" y="1138"/>
                </a:lnTo>
                <a:moveTo>
                  <a:pt x="2289" y="1138"/>
                </a:moveTo>
                <a:lnTo>
                  <a:pt x="2173" y="1138"/>
                </a:lnTo>
                <a:lnTo>
                  <a:pt x="2173" y="1115"/>
                </a:lnTo>
                <a:lnTo>
                  <a:pt x="2289" y="1115"/>
                </a:lnTo>
                <a:lnTo>
                  <a:pt x="2289" y="1138"/>
                </a:lnTo>
                <a:moveTo>
                  <a:pt x="2103" y="1138"/>
                </a:moveTo>
                <a:lnTo>
                  <a:pt x="1986" y="1138"/>
                </a:lnTo>
                <a:lnTo>
                  <a:pt x="1986" y="1115"/>
                </a:lnTo>
                <a:lnTo>
                  <a:pt x="2103" y="1115"/>
                </a:lnTo>
                <a:lnTo>
                  <a:pt x="2103" y="1138"/>
                </a:lnTo>
                <a:moveTo>
                  <a:pt x="1917" y="1138"/>
                </a:moveTo>
                <a:lnTo>
                  <a:pt x="1800" y="1138"/>
                </a:lnTo>
                <a:lnTo>
                  <a:pt x="1800" y="1115"/>
                </a:lnTo>
                <a:lnTo>
                  <a:pt x="1917" y="1115"/>
                </a:lnTo>
                <a:lnTo>
                  <a:pt x="1917" y="1138"/>
                </a:lnTo>
                <a:moveTo>
                  <a:pt x="1731" y="1138"/>
                </a:moveTo>
                <a:lnTo>
                  <a:pt x="1615" y="1138"/>
                </a:lnTo>
                <a:lnTo>
                  <a:pt x="1615" y="1115"/>
                </a:lnTo>
                <a:lnTo>
                  <a:pt x="1731" y="1115"/>
                </a:lnTo>
                <a:lnTo>
                  <a:pt x="1731" y="1138"/>
                </a:lnTo>
                <a:moveTo>
                  <a:pt x="1545" y="1138"/>
                </a:moveTo>
                <a:lnTo>
                  <a:pt x="1429" y="1138"/>
                </a:lnTo>
                <a:lnTo>
                  <a:pt x="1429" y="1115"/>
                </a:lnTo>
                <a:lnTo>
                  <a:pt x="1545" y="1115"/>
                </a:lnTo>
                <a:lnTo>
                  <a:pt x="1545" y="1138"/>
                </a:lnTo>
                <a:moveTo>
                  <a:pt x="1359" y="1138"/>
                </a:moveTo>
                <a:lnTo>
                  <a:pt x="1243" y="1138"/>
                </a:lnTo>
                <a:lnTo>
                  <a:pt x="1243" y="1115"/>
                </a:lnTo>
                <a:lnTo>
                  <a:pt x="1359" y="1115"/>
                </a:lnTo>
                <a:lnTo>
                  <a:pt x="1359" y="1138"/>
                </a:lnTo>
                <a:moveTo>
                  <a:pt x="1173" y="1138"/>
                </a:moveTo>
                <a:lnTo>
                  <a:pt x="1057" y="1138"/>
                </a:lnTo>
                <a:lnTo>
                  <a:pt x="1057" y="1115"/>
                </a:lnTo>
                <a:lnTo>
                  <a:pt x="1173" y="1115"/>
                </a:lnTo>
                <a:lnTo>
                  <a:pt x="1173" y="1138"/>
                </a:lnTo>
                <a:moveTo>
                  <a:pt x="987" y="1138"/>
                </a:moveTo>
                <a:lnTo>
                  <a:pt x="871" y="1138"/>
                </a:lnTo>
                <a:lnTo>
                  <a:pt x="871" y="1115"/>
                </a:lnTo>
                <a:lnTo>
                  <a:pt x="987" y="1115"/>
                </a:lnTo>
                <a:lnTo>
                  <a:pt x="987" y="1138"/>
                </a:lnTo>
                <a:moveTo>
                  <a:pt x="802" y="1138"/>
                </a:moveTo>
                <a:lnTo>
                  <a:pt x="686" y="1138"/>
                </a:lnTo>
                <a:lnTo>
                  <a:pt x="686" y="1115"/>
                </a:lnTo>
                <a:lnTo>
                  <a:pt x="802" y="1115"/>
                </a:lnTo>
                <a:lnTo>
                  <a:pt x="802" y="1138"/>
                </a:lnTo>
                <a:moveTo>
                  <a:pt x="616" y="1138"/>
                </a:moveTo>
                <a:lnTo>
                  <a:pt x="500" y="1138"/>
                </a:lnTo>
                <a:lnTo>
                  <a:pt x="500" y="1115"/>
                </a:lnTo>
                <a:lnTo>
                  <a:pt x="616" y="1115"/>
                </a:lnTo>
                <a:lnTo>
                  <a:pt x="616" y="1138"/>
                </a:lnTo>
                <a:moveTo>
                  <a:pt x="430" y="1138"/>
                </a:moveTo>
                <a:lnTo>
                  <a:pt x="314" y="1138"/>
                </a:lnTo>
                <a:lnTo>
                  <a:pt x="314" y="1115"/>
                </a:lnTo>
                <a:lnTo>
                  <a:pt x="430" y="1115"/>
                </a:lnTo>
                <a:lnTo>
                  <a:pt x="430" y="1138"/>
                </a:lnTo>
                <a:moveTo>
                  <a:pt x="244" y="1138"/>
                </a:moveTo>
                <a:lnTo>
                  <a:pt x="128" y="1138"/>
                </a:lnTo>
                <a:lnTo>
                  <a:pt x="128" y="1115"/>
                </a:lnTo>
                <a:lnTo>
                  <a:pt x="244" y="1115"/>
                </a:lnTo>
                <a:lnTo>
                  <a:pt x="244" y="1138"/>
                </a:lnTo>
                <a:moveTo>
                  <a:pt x="58" y="1138"/>
                </a:moveTo>
                <a:lnTo>
                  <a:pt x="0" y="1138"/>
                </a:lnTo>
                <a:lnTo>
                  <a:pt x="0" y="1057"/>
                </a:lnTo>
                <a:lnTo>
                  <a:pt x="24" y="1057"/>
                </a:lnTo>
                <a:lnTo>
                  <a:pt x="24" y="1126"/>
                </a:lnTo>
                <a:lnTo>
                  <a:pt x="12" y="1126"/>
                </a:lnTo>
                <a:lnTo>
                  <a:pt x="12" y="1115"/>
                </a:lnTo>
                <a:lnTo>
                  <a:pt x="58" y="1115"/>
                </a:lnTo>
                <a:lnTo>
                  <a:pt x="58" y="1138"/>
                </a:lnTo>
                <a:moveTo>
                  <a:pt x="0" y="987"/>
                </a:moveTo>
                <a:lnTo>
                  <a:pt x="0" y="871"/>
                </a:lnTo>
                <a:lnTo>
                  <a:pt x="24" y="871"/>
                </a:lnTo>
                <a:lnTo>
                  <a:pt x="24" y="987"/>
                </a:lnTo>
                <a:lnTo>
                  <a:pt x="0" y="987"/>
                </a:lnTo>
                <a:moveTo>
                  <a:pt x="0" y="801"/>
                </a:moveTo>
                <a:lnTo>
                  <a:pt x="0" y="685"/>
                </a:lnTo>
                <a:lnTo>
                  <a:pt x="24" y="685"/>
                </a:lnTo>
                <a:lnTo>
                  <a:pt x="24" y="801"/>
                </a:lnTo>
                <a:lnTo>
                  <a:pt x="0" y="801"/>
                </a:lnTo>
                <a:moveTo>
                  <a:pt x="0" y="616"/>
                </a:moveTo>
                <a:lnTo>
                  <a:pt x="0" y="500"/>
                </a:lnTo>
                <a:lnTo>
                  <a:pt x="24" y="500"/>
                </a:lnTo>
                <a:lnTo>
                  <a:pt x="24" y="616"/>
                </a:lnTo>
                <a:lnTo>
                  <a:pt x="0" y="616"/>
                </a:lnTo>
                <a:moveTo>
                  <a:pt x="0" y="430"/>
                </a:moveTo>
                <a:lnTo>
                  <a:pt x="0" y="314"/>
                </a:lnTo>
                <a:lnTo>
                  <a:pt x="24" y="314"/>
                </a:lnTo>
                <a:lnTo>
                  <a:pt x="24" y="430"/>
                </a:lnTo>
                <a:lnTo>
                  <a:pt x="0" y="430"/>
                </a:lnTo>
                <a:moveTo>
                  <a:pt x="0" y="244"/>
                </a:moveTo>
                <a:lnTo>
                  <a:pt x="0" y="127"/>
                </a:lnTo>
                <a:lnTo>
                  <a:pt x="24" y="127"/>
                </a:lnTo>
                <a:lnTo>
                  <a:pt x="24" y="244"/>
                </a:lnTo>
                <a:lnTo>
                  <a:pt x="0" y="244"/>
                </a:lnTo>
                <a:moveTo>
                  <a:pt x="0" y="58"/>
                </a:moveTo>
                <a:lnTo>
                  <a:pt x="0" y="0"/>
                </a:ln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11"/>
                </a:lnTo>
                <a:lnTo>
                  <a:pt x="24" y="11"/>
                </a:lnTo>
                <a:lnTo>
                  <a:pt x="2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4027320" y="4298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/>
          <p:nvPr/>
        </p:nvSpPr>
        <p:spPr>
          <a:xfrm>
            <a:off x="4027320" y="432720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992520" y="3955680"/>
            <a:ext cx="1649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992520" y="4288680"/>
            <a:ext cx="333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992520" y="4423680"/>
            <a:ext cx="2684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875520" y="3152520"/>
            <a:ext cx="99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82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457200" y="-2844000"/>
            <a:ext cx="33840" cy="10690200"/>
          </a:xfrm>
          <a:custGeom>
            <a:avLst/>
            <a:gdLst/>
            <a:ahLst/>
            <a:rect l="0" t="0" r="r" b="b"/>
            <a:pathLst>
              <a:path w="94" h="29695">
                <a:moveTo>
                  <a:pt x="0" y="0"/>
                </a:moveTo>
                <a:lnTo>
                  <a:pt x="94" y="0"/>
                </a:lnTo>
                <a:lnTo>
                  <a:pt x="94" y="29695"/>
                </a:lnTo>
                <a:lnTo>
                  <a:pt x="0" y="29695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986040" y="-1820880"/>
            <a:ext cx="12960" cy="3194640"/>
          </a:xfrm>
          <a:custGeom>
            <a:avLst/>
            <a:gdLst/>
            <a:ahLst/>
            <a:rect l="0" t="0" r="r" b="b"/>
            <a:pathLst>
              <a:path w="36" h="887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9"/>
                </a:lnTo>
                <a:lnTo>
                  <a:pt x="0" y="629"/>
                </a:lnTo>
                <a:lnTo>
                  <a:pt x="0" y="559"/>
                </a:lnTo>
                <a:lnTo>
                  <a:pt x="36" y="559"/>
                </a:lnTo>
                <a:moveTo>
                  <a:pt x="36" y="699"/>
                </a:moveTo>
                <a:lnTo>
                  <a:pt x="36" y="769"/>
                </a:lnTo>
                <a:lnTo>
                  <a:pt x="0" y="769"/>
                </a:lnTo>
                <a:lnTo>
                  <a:pt x="0" y="699"/>
                </a:lnTo>
                <a:lnTo>
                  <a:pt x="36" y="699"/>
                </a:lnTo>
                <a:moveTo>
                  <a:pt x="36" y="839"/>
                </a:moveTo>
                <a:lnTo>
                  <a:pt x="36" y="909"/>
                </a:lnTo>
                <a:lnTo>
                  <a:pt x="0" y="909"/>
                </a:lnTo>
                <a:lnTo>
                  <a:pt x="0" y="839"/>
                </a:lnTo>
                <a:lnTo>
                  <a:pt x="36" y="839"/>
                </a:lnTo>
                <a:moveTo>
                  <a:pt x="36" y="979"/>
                </a:moveTo>
                <a:lnTo>
                  <a:pt x="36" y="1049"/>
                </a:lnTo>
                <a:lnTo>
                  <a:pt x="0" y="1049"/>
                </a:lnTo>
                <a:lnTo>
                  <a:pt x="0" y="979"/>
                </a:lnTo>
                <a:lnTo>
                  <a:pt x="36" y="979"/>
                </a:lnTo>
                <a:moveTo>
                  <a:pt x="36" y="1119"/>
                </a:moveTo>
                <a:lnTo>
                  <a:pt x="36" y="1188"/>
                </a:lnTo>
                <a:lnTo>
                  <a:pt x="0" y="1188"/>
                </a:lnTo>
                <a:lnTo>
                  <a:pt x="0" y="1119"/>
                </a:lnTo>
                <a:lnTo>
                  <a:pt x="36" y="1119"/>
                </a:lnTo>
                <a:moveTo>
                  <a:pt x="36" y="1258"/>
                </a:moveTo>
                <a:lnTo>
                  <a:pt x="36" y="1328"/>
                </a:lnTo>
                <a:lnTo>
                  <a:pt x="0" y="1328"/>
                </a:lnTo>
                <a:lnTo>
                  <a:pt x="0" y="1258"/>
                </a:lnTo>
                <a:lnTo>
                  <a:pt x="36" y="1258"/>
                </a:lnTo>
                <a:moveTo>
                  <a:pt x="36" y="1398"/>
                </a:moveTo>
                <a:lnTo>
                  <a:pt x="36" y="1468"/>
                </a:lnTo>
                <a:lnTo>
                  <a:pt x="0" y="1468"/>
                </a:lnTo>
                <a:lnTo>
                  <a:pt x="0" y="1398"/>
                </a:lnTo>
                <a:lnTo>
                  <a:pt x="36" y="1398"/>
                </a:lnTo>
                <a:moveTo>
                  <a:pt x="36" y="1538"/>
                </a:moveTo>
                <a:lnTo>
                  <a:pt x="36" y="1608"/>
                </a:lnTo>
                <a:lnTo>
                  <a:pt x="0" y="1608"/>
                </a:lnTo>
                <a:lnTo>
                  <a:pt x="0" y="1538"/>
                </a:lnTo>
                <a:lnTo>
                  <a:pt x="36" y="1538"/>
                </a:lnTo>
                <a:moveTo>
                  <a:pt x="36" y="1678"/>
                </a:moveTo>
                <a:lnTo>
                  <a:pt x="36" y="1747"/>
                </a:lnTo>
                <a:lnTo>
                  <a:pt x="0" y="1747"/>
                </a:lnTo>
                <a:lnTo>
                  <a:pt x="0" y="1678"/>
                </a:lnTo>
                <a:lnTo>
                  <a:pt x="36" y="1678"/>
                </a:lnTo>
                <a:moveTo>
                  <a:pt x="36" y="1817"/>
                </a:moveTo>
                <a:lnTo>
                  <a:pt x="36" y="1887"/>
                </a:lnTo>
                <a:lnTo>
                  <a:pt x="0" y="1887"/>
                </a:lnTo>
                <a:lnTo>
                  <a:pt x="0" y="1817"/>
                </a:lnTo>
                <a:lnTo>
                  <a:pt x="36" y="1817"/>
                </a:lnTo>
                <a:moveTo>
                  <a:pt x="36" y="1957"/>
                </a:moveTo>
                <a:lnTo>
                  <a:pt x="36" y="2027"/>
                </a:lnTo>
                <a:lnTo>
                  <a:pt x="0" y="2027"/>
                </a:lnTo>
                <a:lnTo>
                  <a:pt x="0" y="1957"/>
                </a:lnTo>
                <a:lnTo>
                  <a:pt x="36" y="1957"/>
                </a:lnTo>
                <a:moveTo>
                  <a:pt x="36" y="2097"/>
                </a:moveTo>
                <a:lnTo>
                  <a:pt x="36" y="2167"/>
                </a:lnTo>
                <a:lnTo>
                  <a:pt x="0" y="2167"/>
                </a:lnTo>
                <a:lnTo>
                  <a:pt x="0" y="2097"/>
                </a:lnTo>
                <a:lnTo>
                  <a:pt x="36" y="2097"/>
                </a:lnTo>
                <a:moveTo>
                  <a:pt x="36" y="2236"/>
                </a:moveTo>
                <a:lnTo>
                  <a:pt x="36" y="2306"/>
                </a:lnTo>
                <a:lnTo>
                  <a:pt x="0" y="2306"/>
                </a:lnTo>
                <a:lnTo>
                  <a:pt x="0" y="2236"/>
                </a:lnTo>
                <a:lnTo>
                  <a:pt x="36" y="2236"/>
                </a:lnTo>
                <a:moveTo>
                  <a:pt x="36" y="2376"/>
                </a:moveTo>
                <a:lnTo>
                  <a:pt x="36" y="2446"/>
                </a:lnTo>
                <a:lnTo>
                  <a:pt x="0" y="2446"/>
                </a:lnTo>
                <a:lnTo>
                  <a:pt x="0" y="2376"/>
                </a:lnTo>
                <a:lnTo>
                  <a:pt x="36" y="2376"/>
                </a:lnTo>
                <a:moveTo>
                  <a:pt x="36" y="2516"/>
                </a:moveTo>
                <a:lnTo>
                  <a:pt x="36" y="2586"/>
                </a:lnTo>
                <a:lnTo>
                  <a:pt x="0" y="2586"/>
                </a:lnTo>
                <a:lnTo>
                  <a:pt x="0" y="2516"/>
                </a:lnTo>
                <a:lnTo>
                  <a:pt x="36" y="2516"/>
                </a:lnTo>
                <a:moveTo>
                  <a:pt x="36" y="2656"/>
                </a:moveTo>
                <a:lnTo>
                  <a:pt x="36" y="2726"/>
                </a:lnTo>
                <a:lnTo>
                  <a:pt x="0" y="2726"/>
                </a:lnTo>
                <a:lnTo>
                  <a:pt x="0" y="2656"/>
                </a:lnTo>
                <a:lnTo>
                  <a:pt x="36" y="2656"/>
                </a:lnTo>
                <a:moveTo>
                  <a:pt x="36" y="2795"/>
                </a:moveTo>
                <a:lnTo>
                  <a:pt x="36" y="2865"/>
                </a:lnTo>
                <a:lnTo>
                  <a:pt x="0" y="2865"/>
                </a:lnTo>
                <a:lnTo>
                  <a:pt x="0" y="2795"/>
                </a:lnTo>
                <a:lnTo>
                  <a:pt x="36" y="2795"/>
                </a:lnTo>
                <a:moveTo>
                  <a:pt x="36" y="2935"/>
                </a:moveTo>
                <a:lnTo>
                  <a:pt x="36" y="3005"/>
                </a:lnTo>
                <a:lnTo>
                  <a:pt x="0" y="3005"/>
                </a:lnTo>
                <a:lnTo>
                  <a:pt x="0" y="2935"/>
                </a:lnTo>
                <a:lnTo>
                  <a:pt x="36" y="2935"/>
                </a:lnTo>
                <a:moveTo>
                  <a:pt x="36" y="3075"/>
                </a:moveTo>
                <a:lnTo>
                  <a:pt x="36" y="3145"/>
                </a:lnTo>
                <a:lnTo>
                  <a:pt x="0" y="3145"/>
                </a:lnTo>
                <a:lnTo>
                  <a:pt x="0" y="3075"/>
                </a:lnTo>
                <a:lnTo>
                  <a:pt x="36" y="3075"/>
                </a:lnTo>
                <a:moveTo>
                  <a:pt x="36" y="3215"/>
                </a:moveTo>
                <a:lnTo>
                  <a:pt x="36" y="3284"/>
                </a:lnTo>
                <a:lnTo>
                  <a:pt x="0" y="3284"/>
                </a:lnTo>
                <a:lnTo>
                  <a:pt x="0" y="3215"/>
                </a:lnTo>
                <a:lnTo>
                  <a:pt x="36" y="3215"/>
                </a:lnTo>
                <a:moveTo>
                  <a:pt x="36" y="3354"/>
                </a:moveTo>
                <a:lnTo>
                  <a:pt x="36" y="3424"/>
                </a:lnTo>
                <a:lnTo>
                  <a:pt x="0" y="3424"/>
                </a:lnTo>
                <a:lnTo>
                  <a:pt x="0" y="3354"/>
                </a:lnTo>
                <a:lnTo>
                  <a:pt x="36" y="3354"/>
                </a:lnTo>
                <a:moveTo>
                  <a:pt x="36" y="3494"/>
                </a:moveTo>
                <a:lnTo>
                  <a:pt x="36" y="3564"/>
                </a:lnTo>
                <a:lnTo>
                  <a:pt x="0" y="3564"/>
                </a:lnTo>
                <a:lnTo>
                  <a:pt x="0" y="3494"/>
                </a:lnTo>
                <a:lnTo>
                  <a:pt x="36" y="3494"/>
                </a:lnTo>
                <a:moveTo>
                  <a:pt x="36" y="3634"/>
                </a:moveTo>
                <a:lnTo>
                  <a:pt x="36" y="3704"/>
                </a:lnTo>
                <a:lnTo>
                  <a:pt x="0" y="3704"/>
                </a:lnTo>
                <a:lnTo>
                  <a:pt x="0" y="3634"/>
                </a:lnTo>
                <a:lnTo>
                  <a:pt x="36" y="3634"/>
                </a:lnTo>
                <a:moveTo>
                  <a:pt x="36" y="3774"/>
                </a:moveTo>
                <a:lnTo>
                  <a:pt x="36" y="3843"/>
                </a:lnTo>
                <a:lnTo>
                  <a:pt x="0" y="3843"/>
                </a:lnTo>
                <a:lnTo>
                  <a:pt x="0" y="3774"/>
                </a:lnTo>
                <a:lnTo>
                  <a:pt x="36" y="3774"/>
                </a:lnTo>
                <a:moveTo>
                  <a:pt x="36" y="3913"/>
                </a:moveTo>
                <a:lnTo>
                  <a:pt x="36" y="3983"/>
                </a:lnTo>
                <a:lnTo>
                  <a:pt x="0" y="3983"/>
                </a:lnTo>
                <a:lnTo>
                  <a:pt x="0" y="3913"/>
                </a:lnTo>
                <a:lnTo>
                  <a:pt x="36" y="3913"/>
                </a:lnTo>
                <a:moveTo>
                  <a:pt x="36" y="4053"/>
                </a:moveTo>
                <a:lnTo>
                  <a:pt x="36" y="4123"/>
                </a:lnTo>
                <a:lnTo>
                  <a:pt x="0" y="4123"/>
                </a:lnTo>
                <a:lnTo>
                  <a:pt x="0" y="4053"/>
                </a:lnTo>
                <a:lnTo>
                  <a:pt x="36" y="4053"/>
                </a:lnTo>
                <a:moveTo>
                  <a:pt x="36" y="4193"/>
                </a:moveTo>
                <a:lnTo>
                  <a:pt x="36" y="4263"/>
                </a:lnTo>
                <a:lnTo>
                  <a:pt x="0" y="4263"/>
                </a:lnTo>
                <a:lnTo>
                  <a:pt x="0" y="4193"/>
                </a:lnTo>
                <a:lnTo>
                  <a:pt x="36" y="4193"/>
                </a:lnTo>
                <a:moveTo>
                  <a:pt x="36" y="4332"/>
                </a:moveTo>
                <a:lnTo>
                  <a:pt x="36" y="4402"/>
                </a:lnTo>
                <a:lnTo>
                  <a:pt x="0" y="4402"/>
                </a:lnTo>
                <a:lnTo>
                  <a:pt x="0" y="4332"/>
                </a:lnTo>
                <a:lnTo>
                  <a:pt x="36" y="4332"/>
                </a:lnTo>
                <a:moveTo>
                  <a:pt x="36" y="4472"/>
                </a:moveTo>
                <a:lnTo>
                  <a:pt x="36" y="4542"/>
                </a:lnTo>
                <a:lnTo>
                  <a:pt x="0" y="4542"/>
                </a:lnTo>
                <a:lnTo>
                  <a:pt x="0" y="4472"/>
                </a:lnTo>
                <a:lnTo>
                  <a:pt x="36" y="4472"/>
                </a:lnTo>
                <a:moveTo>
                  <a:pt x="36" y="4612"/>
                </a:moveTo>
                <a:lnTo>
                  <a:pt x="36" y="4682"/>
                </a:lnTo>
                <a:lnTo>
                  <a:pt x="0" y="4682"/>
                </a:lnTo>
                <a:lnTo>
                  <a:pt x="0" y="4612"/>
                </a:lnTo>
                <a:lnTo>
                  <a:pt x="36" y="4612"/>
                </a:lnTo>
                <a:moveTo>
                  <a:pt x="36" y="4752"/>
                </a:moveTo>
                <a:lnTo>
                  <a:pt x="36" y="4822"/>
                </a:lnTo>
                <a:lnTo>
                  <a:pt x="0" y="4822"/>
                </a:lnTo>
                <a:lnTo>
                  <a:pt x="0" y="4752"/>
                </a:lnTo>
                <a:lnTo>
                  <a:pt x="36" y="4752"/>
                </a:lnTo>
                <a:moveTo>
                  <a:pt x="36" y="4891"/>
                </a:moveTo>
                <a:lnTo>
                  <a:pt x="36" y="4961"/>
                </a:lnTo>
                <a:lnTo>
                  <a:pt x="0" y="4961"/>
                </a:lnTo>
                <a:lnTo>
                  <a:pt x="0" y="4891"/>
                </a:lnTo>
                <a:lnTo>
                  <a:pt x="36" y="4891"/>
                </a:lnTo>
                <a:moveTo>
                  <a:pt x="36" y="5031"/>
                </a:moveTo>
                <a:lnTo>
                  <a:pt x="36" y="5101"/>
                </a:lnTo>
                <a:lnTo>
                  <a:pt x="0" y="5101"/>
                </a:lnTo>
                <a:lnTo>
                  <a:pt x="0" y="5031"/>
                </a:lnTo>
                <a:lnTo>
                  <a:pt x="36" y="5031"/>
                </a:lnTo>
                <a:moveTo>
                  <a:pt x="36" y="5171"/>
                </a:moveTo>
                <a:lnTo>
                  <a:pt x="36" y="5241"/>
                </a:lnTo>
                <a:lnTo>
                  <a:pt x="0" y="5241"/>
                </a:lnTo>
                <a:lnTo>
                  <a:pt x="0" y="5171"/>
                </a:lnTo>
                <a:lnTo>
                  <a:pt x="36" y="5171"/>
                </a:lnTo>
                <a:moveTo>
                  <a:pt x="36" y="5311"/>
                </a:moveTo>
                <a:lnTo>
                  <a:pt x="36" y="5380"/>
                </a:lnTo>
                <a:lnTo>
                  <a:pt x="0" y="5380"/>
                </a:lnTo>
                <a:lnTo>
                  <a:pt x="0" y="5311"/>
                </a:lnTo>
                <a:lnTo>
                  <a:pt x="36" y="5311"/>
                </a:lnTo>
                <a:moveTo>
                  <a:pt x="36" y="5450"/>
                </a:moveTo>
                <a:lnTo>
                  <a:pt x="36" y="5520"/>
                </a:lnTo>
                <a:lnTo>
                  <a:pt x="0" y="5520"/>
                </a:lnTo>
                <a:lnTo>
                  <a:pt x="0" y="5450"/>
                </a:lnTo>
                <a:lnTo>
                  <a:pt x="36" y="5450"/>
                </a:lnTo>
                <a:moveTo>
                  <a:pt x="36" y="5590"/>
                </a:moveTo>
                <a:lnTo>
                  <a:pt x="36" y="5660"/>
                </a:lnTo>
                <a:lnTo>
                  <a:pt x="0" y="5660"/>
                </a:lnTo>
                <a:lnTo>
                  <a:pt x="0" y="5590"/>
                </a:lnTo>
                <a:lnTo>
                  <a:pt x="36" y="5590"/>
                </a:lnTo>
                <a:moveTo>
                  <a:pt x="36" y="5730"/>
                </a:moveTo>
                <a:lnTo>
                  <a:pt x="36" y="5800"/>
                </a:lnTo>
                <a:lnTo>
                  <a:pt x="0" y="5800"/>
                </a:lnTo>
                <a:lnTo>
                  <a:pt x="0" y="5730"/>
                </a:lnTo>
                <a:lnTo>
                  <a:pt x="36" y="5730"/>
                </a:lnTo>
                <a:moveTo>
                  <a:pt x="36" y="5870"/>
                </a:moveTo>
                <a:lnTo>
                  <a:pt x="36" y="5939"/>
                </a:lnTo>
                <a:lnTo>
                  <a:pt x="0" y="5939"/>
                </a:lnTo>
                <a:lnTo>
                  <a:pt x="0" y="5870"/>
                </a:lnTo>
                <a:lnTo>
                  <a:pt x="36" y="5870"/>
                </a:lnTo>
                <a:moveTo>
                  <a:pt x="36" y="6009"/>
                </a:moveTo>
                <a:lnTo>
                  <a:pt x="36" y="6079"/>
                </a:lnTo>
                <a:lnTo>
                  <a:pt x="0" y="6079"/>
                </a:lnTo>
                <a:lnTo>
                  <a:pt x="0" y="6009"/>
                </a:lnTo>
                <a:lnTo>
                  <a:pt x="36" y="6009"/>
                </a:lnTo>
                <a:moveTo>
                  <a:pt x="36" y="6149"/>
                </a:moveTo>
                <a:lnTo>
                  <a:pt x="36" y="6219"/>
                </a:lnTo>
                <a:lnTo>
                  <a:pt x="0" y="6219"/>
                </a:lnTo>
                <a:lnTo>
                  <a:pt x="0" y="6149"/>
                </a:lnTo>
                <a:lnTo>
                  <a:pt x="36" y="6149"/>
                </a:lnTo>
                <a:moveTo>
                  <a:pt x="36" y="6289"/>
                </a:moveTo>
                <a:lnTo>
                  <a:pt x="36" y="6359"/>
                </a:lnTo>
                <a:lnTo>
                  <a:pt x="0" y="6359"/>
                </a:lnTo>
                <a:lnTo>
                  <a:pt x="0" y="6289"/>
                </a:lnTo>
                <a:lnTo>
                  <a:pt x="36" y="6289"/>
                </a:lnTo>
                <a:moveTo>
                  <a:pt x="36" y="6429"/>
                </a:moveTo>
                <a:lnTo>
                  <a:pt x="36" y="6498"/>
                </a:lnTo>
                <a:lnTo>
                  <a:pt x="0" y="6498"/>
                </a:lnTo>
                <a:lnTo>
                  <a:pt x="0" y="6429"/>
                </a:lnTo>
                <a:lnTo>
                  <a:pt x="36" y="6429"/>
                </a:lnTo>
                <a:moveTo>
                  <a:pt x="36" y="6568"/>
                </a:moveTo>
                <a:lnTo>
                  <a:pt x="36" y="6638"/>
                </a:lnTo>
                <a:lnTo>
                  <a:pt x="0" y="6638"/>
                </a:lnTo>
                <a:lnTo>
                  <a:pt x="0" y="6568"/>
                </a:lnTo>
                <a:lnTo>
                  <a:pt x="36" y="6568"/>
                </a:lnTo>
                <a:moveTo>
                  <a:pt x="36" y="6708"/>
                </a:moveTo>
                <a:lnTo>
                  <a:pt x="36" y="6778"/>
                </a:lnTo>
                <a:lnTo>
                  <a:pt x="0" y="6778"/>
                </a:lnTo>
                <a:lnTo>
                  <a:pt x="0" y="6708"/>
                </a:lnTo>
                <a:lnTo>
                  <a:pt x="36" y="6708"/>
                </a:lnTo>
                <a:moveTo>
                  <a:pt x="36" y="6848"/>
                </a:moveTo>
                <a:lnTo>
                  <a:pt x="36" y="6918"/>
                </a:lnTo>
                <a:lnTo>
                  <a:pt x="0" y="6918"/>
                </a:lnTo>
                <a:lnTo>
                  <a:pt x="0" y="6848"/>
                </a:lnTo>
                <a:lnTo>
                  <a:pt x="36" y="6848"/>
                </a:lnTo>
                <a:moveTo>
                  <a:pt x="36" y="6987"/>
                </a:moveTo>
                <a:lnTo>
                  <a:pt x="36" y="7057"/>
                </a:lnTo>
                <a:lnTo>
                  <a:pt x="0" y="7057"/>
                </a:lnTo>
                <a:lnTo>
                  <a:pt x="0" y="6987"/>
                </a:lnTo>
                <a:lnTo>
                  <a:pt x="36" y="6987"/>
                </a:lnTo>
                <a:moveTo>
                  <a:pt x="36" y="7127"/>
                </a:moveTo>
                <a:lnTo>
                  <a:pt x="36" y="7197"/>
                </a:lnTo>
                <a:lnTo>
                  <a:pt x="0" y="7197"/>
                </a:lnTo>
                <a:lnTo>
                  <a:pt x="0" y="7127"/>
                </a:lnTo>
                <a:lnTo>
                  <a:pt x="36" y="7127"/>
                </a:lnTo>
                <a:moveTo>
                  <a:pt x="36" y="7267"/>
                </a:moveTo>
                <a:lnTo>
                  <a:pt x="36" y="7337"/>
                </a:lnTo>
                <a:lnTo>
                  <a:pt x="0" y="7337"/>
                </a:lnTo>
                <a:lnTo>
                  <a:pt x="0" y="7267"/>
                </a:lnTo>
                <a:lnTo>
                  <a:pt x="36" y="7267"/>
                </a:lnTo>
                <a:moveTo>
                  <a:pt x="36" y="7407"/>
                </a:moveTo>
                <a:lnTo>
                  <a:pt x="36" y="7477"/>
                </a:lnTo>
                <a:lnTo>
                  <a:pt x="0" y="7477"/>
                </a:lnTo>
                <a:lnTo>
                  <a:pt x="0" y="7407"/>
                </a:lnTo>
                <a:lnTo>
                  <a:pt x="36" y="7407"/>
                </a:lnTo>
                <a:moveTo>
                  <a:pt x="36" y="7546"/>
                </a:moveTo>
                <a:lnTo>
                  <a:pt x="36" y="7616"/>
                </a:lnTo>
                <a:lnTo>
                  <a:pt x="0" y="7616"/>
                </a:lnTo>
                <a:lnTo>
                  <a:pt x="0" y="7546"/>
                </a:lnTo>
                <a:lnTo>
                  <a:pt x="36" y="7546"/>
                </a:lnTo>
                <a:moveTo>
                  <a:pt x="36" y="7686"/>
                </a:moveTo>
                <a:lnTo>
                  <a:pt x="36" y="7756"/>
                </a:lnTo>
                <a:lnTo>
                  <a:pt x="0" y="7756"/>
                </a:lnTo>
                <a:lnTo>
                  <a:pt x="0" y="7686"/>
                </a:lnTo>
                <a:lnTo>
                  <a:pt x="36" y="7686"/>
                </a:lnTo>
                <a:moveTo>
                  <a:pt x="36" y="7826"/>
                </a:moveTo>
                <a:lnTo>
                  <a:pt x="36" y="7896"/>
                </a:lnTo>
                <a:lnTo>
                  <a:pt x="0" y="7896"/>
                </a:lnTo>
                <a:lnTo>
                  <a:pt x="0" y="7826"/>
                </a:lnTo>
                <a:lnTo>
                  <a:pt x="36" y="7826"/>
                </a:lnTo>
                <a:moveTo>
                  <a:pt x="36" y="7966"/>
                </a:moveTo>
                <a:lnTo>
                  <a:pt x="36" y="8035"/>
                </a:lnTo>
                <a:lnTo>
                  <a:pt x="0" y="8035"/>
                </a:lnTo>
                <a:lnTo>
                  <a:pt x="0" y="7966"/>
                </a:lnTo>
                <a:lnTo>
                  <a:pt x="36" y="7966"/>
                </a:lnTo>
                <a:moveTo>
                  <a:pt x="36" y="8105"/>
                </a:moveTo>
                <a:lnTo>
                  <a:pt x="36" y="8175"/>
                </a:lnTo>
                <a:lnTo>
                  <a:pt x="0" y="8175"/>
                </a:lnTo>
                <a:lnTo>
                  <a:pt x="0" y="8105"/>
                </a:lnTo>
                <a:lnTo>
                  <a:pt x="36" y="8105"/>
                </a:lnTo>
                <a:moveTo>
                  <a:pt x="36" y="8245"/>
                </a:moveTo>
                <a:lnTo>
                  <a:pt x="36" y="8315"/>
                </a:lnTo>
                <a:lnTo>
                  <a:pt x="0" y="8315"/>
                </a:lnTo>
                <a:lnTo>
                  <a:pt x="0" y="8245"/>
                </a:lnTo>
                <a:lnTo>
                  <a:pt x="36" y="8245"/>
                </a:lnTo>
                <a:moveTo>
                  <a:pt x="36" y="8385"/>
                </a:moveTo>
                <a:lnTo>
                  <a:pt x="36" y="8455"/>
                </a:lnTo>
                <a:lnTo>
                  <a:pt x="0" y="8455"/>
                </a:lnTo>
                <a:lnTo>
                  <a:pt x="0" y="8385"/>
                </a:lnTo>
                <a:lnTo>
                  <a:pt x="36" y="8385"/>
                </a:lnTo>
                <a:moveTo>
                  <a:pt x="36" y="8525"/>
                </a:moveTo>
                <a:lnTo>
                  <a:pt x="36" y="8594"/>
                </a:lnTo>
                <a:lnTo>
                  <a:pt x="0" y="8594"/>
                </a:lnTo>
                <a:lnTo>
                  <a:pt x="0" y="8525"/>
                </a:lnTo>
                <a:lnTo>
                  <a:pt x="36" y="8525"/>
                </a:lnTo>
                <a:moveTo>
                  <a:pt x="36" y="8664"/>
                </a:moveTo>
                <a:lnTo>
                  <a:pt x="36" y="8734"/>
                </a:lnTo>
                <a:lnTo>
                  <a:pt x="0" y="8734"/>
                </a:lnTo>
                <a:lnTo>
                  <a:pt x="0" y="8664"/>
                </a:lnTo>
                <a:lnTo>
                  <a:pt x="36" y="8664"/>
                </a:lnTo>
                <a:moveTo>
                  <a:pt x="36" y="8804"/>
                </a:moveTo>
                <a:lnTo>
                  <a:pt x="36" y="8874"/>
                </a:lnTo>
                <a:lnTo>
                  <a:pt x="0" y="8874"/>
                </a:lnTo>
                <a:lnTo>
                  <a:pt x="0" y="8804"/>
                </a:lnTo>
                <a:lnTo>
                  <a:pt x="36" y="880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986040" y="-1820880"/>
            <a:ext cx="12960" cy="5407920"/>
          </a:xfrm>
          <a:custGeom>
            <a:avLst/>
            <a:gdLst/>
            <a:ahLst/>
            <a:rect l="0" t="0" r="r" b="b"/>
            <a:pathLst>
              <a:path w="36" h="1502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7"/>
                </a:moveTo>
                <a:lnTo>
                  <a:pt x="36" y="12647"/>
                </a:lnTo>
                <a:lnTo>
                  <a:pt x="0" y="12647"/>
                </a:lnTo>
                <a:lnTo>
                  <a:pt x="0" y="12577"/>
                </a:lnTo>
                <a:lnTo>
                  <a:pt x="36" y="12577"/>
                </a:lnTo>
                <a:moveTo>
                  <a:pt x="36" y="12717"/>
                </a:moveTo>
                <a:lnTo>
                  <a:pt x="36" y="12786"/>
                </a:lnTo>
                <a:lnTo>
                  <a:pt x="0" y="12786"/>
                </a:lnTo>
                <a:lnTo>
                  <a:pt x="0" y="12717"/>
                </a:lnTo>
                <a:lnTo>
                  <a:pt x="36" y="12717"/>
                </a:lnTo>
                <a:moveTo>
                  <a:pt x="36" y="12856"/>
                </a:moveTo>
                <a:lnTo>
                  <a:pt x="36" y="12926"/>
                </a:lnTo>
                <a:lnTo>
                  <a:pt x="0" y="12926"/>
                </a:lnTo>
                <a:lnTo>
                  <a:pt x="0" y="12856"/>
                </a:lnTo>
                <a:lnTo>
                  <a:pt x="36" y="12856"/>
                </a:lnTo>
                <a:moveTo>
                  <a:pt x="36" y="12996"/>
                </a:moveTo>
                <a:lnTo>
                  <a:pt x="36" y="13066"/>
                </a:lnTo>
                <a:lnTo>
                  <a:pt x="0" y="13066"/>
                </a:lnTo>
                <a:lnTo>
                  <a:pt x="0" y="12996"/>
                </a:lnTo>
                <a:lnTo>
                  <a:pt x="36" y="12996"/>
                </a:lnTo>
                <a:moveTo>
                  <a:pt x="36" y="13136"/>
                </a:moveTo>
                <a:lnTo>
                  <a:pt x="36" y="13206"/>
                </a:lnTo>
                <a:lnTo>
                  <a:pt x="0" y="13206"/>
                </a:lnTo>
                <a:lnTo>
                  <a:pt x="0" y="13136"/>
                </a:lnTo>
                <a:lnTo>
                  <a:pt x="36" y="13136"/>
                </a:lnTo>
                <a:moveTo>
                  <a:pt x="36" y="13276"/>
                </a:moveTo>
                <a:lnTo>
                  <a:pt x="36" y="13345"/>
                </a:lnTo>
                <a:lnTo>
                  <a:pt x="0" y="13345"/>
                </a:lnTo>
                <a:lnTo>
                  <a:pt x="0" y="13276"/>
                </a:lnTo>
                <a:lnTo>
                  <a:pt x="36" y="13276"/>
                </a:lnTo>
                <a:moveTo>
                  <a:pt x="36" y="13415"/>
                </a:moveTo>
                <a:lnTo>
                  <a:pt x="36" y="13485"/>
                </a:lnTo>
                <a:lnTo>
                  <a:pt x="0" y="13485"/>
                </a:lnTo>
                <a:lnTo>
                  <a:pt x="0" y="13415"/>
                </a:lnTo>
                <a:lnTo>
                  <a:pt x="36" y="13415"/>
                </a:lnTo>
                <a:moveTo>
                  <a:pt x="36" y="13555"/>
                </a:moveTo>
                <a:lnTo>
                  <a:pt x="36" y="13625"/>
                </a:lnTo>
                <a:lnTo>
                  <a:pt x="0" y="13625"/>
                </a:lnTo>
                <a:lnTo>
                  <a:pt x="0" y="13555"/>
                </a:lnTo>
                <a:lnTo>
                  <a:pt x="36" y="13555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986040" y="-1820880"/>
            <a:ext cx="12960" cy="6204600"/>
          </a:xfrm>
          <a:custGeom>
            <a:avLst/>
            <a:gdLst/>
            <a:ahLst/>
            <a:rect l="0" t="0" r="r" b="b"/>
            <a:pathLst>
              <a:path w="36" h="1723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moveTo>
                  <a:pt x="36" y="15092"/>
                </a:moveTo>
                <a:lnTo>
                  <a:pt x="36" y="15162"/>
                </a:lnTo>
                <a:lnTo>
                  <a:pt x="0" y="15162"/>
                </a:lnTo>
                <a:lnTo>
                  <a:pt x="0" y="15092"/>
                </a:lnTo>
                <a:lnTo>
                  <a:pt x="36" y="15092"/>
                </a:lnTo>
                <a:moveTo>
                  <a:pt x="36" y="15232"/>
                </a:moveTo>
                <a:lnTo>
                  <a:pt x="36" y="15302"/>
                </a:lnTo>
                <a:lnTo>
                  <a:pt x="0" y="15302"/>
                </a:lnTo>
                <a:lnTo>
                  <a:pt x="0" y="15232"/>
                </a:lnTo>
                <a:lnTo>
                  <a:pt x="36" y="15232"/>
                </a:lnTo>
                <a:moveTo>
                  <a:pt x="36" y="15372"/>
                </a:moveTo>
                <a:lnTo>
                  <a:pt x="36" y="15441"/>
                </a:lnTo>
                <a:lnTo>
                  <a:pt x="0" y="15441"/>
                </a:lnTo>
                <a:lnTo>
                  <a:pt x="0" y="15372"/>
                </a:lnTo>
                <a:lnTo>
                  <a:pt x="36" y="15372"/>
                </a:lnTo>
                <a:moveTo>
                  <a:pt x="36" y="15511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1"/>
                </a:lnTo>
                <a:lnTo>
                  <a:pt x="36" y="15511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35"/>
                </a:lnTo>
                <a:lnTo>
                  <a:pt x="0" y="17235"/>
                </a:lnTo>
                <a:lnTo>
                  <a:pt x="0" y="17188"/>
                </a:lnTo>
                <a:lnTo>
                  <a:pt x="36" y="171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986040" y="-1820880"/>
            <a:ext cx="12960" cy="7562880"/>
          </a:xfrm>
          <a:custGeom>
            <a:avLst/>
            <a:gdLst/>
            <a:ahLst/>
            <a:rect l="0" t="0" r="r" b="b"/>
            <a:pathLst>
              <a:path w="36" h="2100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08"/>
                </a:lnTo>
                <a:lnTo>
                  <a:pt x="0" y="21008"/>
                </a:lnTo>
                <a:lnTo>
                  <a:pt x="0" y="20961"/>
                </a:lnTo>
                <a:lnTo>
                  <a:pt x="36" y="2096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986040" y="-1820880"/>
            <a:ext cx="12960" cy="8476560"/>
          </a:xfrm>
          <a:custGeom>
            <a:avLst/>
            <a:gdLst/>
            <a:ahLst/>
            <a:rect l="0" t="0" r="r" b="b"/>
            <a:pathLst>
              <a:path w="36" h="2354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0"/>
                </a:lnTo>
                <a:lnTo>
                  <a:pt x="0" y="15580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0"/>
                </a:moveTo>
                <a:lnTo>
                  <a:pt x="36" y="15720"/>
                </a:lnTo>
                <a:lnTo>
                  <a:pt x="0" y="15720"/>
                </a:lnTo>
                <a:lnTo>
                  <a:pt x="0" y="15650"/>
                </a:lnTo>
                <a:lnTo>
                  <a:pt x="36" y="15650"/>
                </a:lnTo>
                <a:moveTo>
                  <a:pt x="36" y="15790"/>
                </a:moveTo>
                <a:lnTo>
                  <a:pt x="36" y="15860"/>
                </a:lnTo>
                <a:lnTo>
                  <a:pt x="0" y="15860"/>
                </a:lnTo>
                <a:lnTo>
                  <a:pt x="0" y="15790"/>
                </a:lnTo>
                <a:lnTo>
                  <a:pt x="36" y="15790"/>
                </a:lnTo>
                <a:moveTo>
                  <a:pt x="36" y="15930"/>
                </a:moveTo>
                <a:lnTo>
                  <a:pt x="36" y="15999"/>
                </a:lnTo>
                <a:lnTo>
                  <a:pt x="0" y="15999"/>
                </a:lnTo>
                <a:lnTo>
                  <a:pt x="0" y="15930"/>
                </a:lnTo>
                <a:lnTo>
                  <a:pt x="36" y="15930"/>
                </a:lnTo>
                <a:moveTo>
                  <a:pt x="36" y="16069"/>
                </a:moveTo>
                <a:lnTo>
                  <a:pt x="36" y="16139"/>
                </a:lnTo>
                <a:lnTo>
                  <a:pt x="0" y="16139"/>
                </a:lnTo>
                <a:lnTo>
                  <a:pt x="0" y="16069"/>
                </a:lnTo>
                <a:lnTo>
                  <a:pt x="36" y="16069"/>
                </a:lnTo>
                <a:moveTo>
                  <a:pt x="36" y="16209"/>
                </a:moveTo>
                <a:lnTo>
                  <a:pt x="36" y="16279"/>
                </a:lnTo>
                <a:lnTo>
                  <a:pt x="0" y="16279"/>
                </a:lnTo>
                <a:lnTo>
                  <a:pt x="0" y="16209"/>
                </a:lnTo>
                <a:lnTo>
                  <a:pt x="36" y="16209"/>
                </a:lnTo>
                <a:moveTo>
                  <a:pt x="36" y="16349"/>
                </a:moveTo>
                <a:lnTo>
                  <a:pt x="36" y="16419"/>
                </a:lnTo>
                <a:lnTo>
                  <a:pt x="0" y="16419"/>
                </a:lnTo>
                <a:lnTo>
                  <a:pt x="0" y="16349"/>
                </a:lnTo>
                <a:lnTo>
                  <a:pt x="36" y="16349"/>
                </a:lnTo>
                <a:moveTo>
                  <a:pt x="36" y="16488"/>
                </a:moveTo>
                <a:lnTo>
                  <a:pt x="36" y="16558"/>
                </a:lnTo>
                <a:lnTo>
                  <a:pt x="0" y="16558"/>
                </a:lnTo>
                <a:lnTo>
                  <a:pt x="0" y="16488"/>
                </a:lnTo>
                <a:lnTo>
                  <a:pt x="36" y="16488"/>
                </a:lnTo>
                <a:moveTo>
                  <a:pt x="36" y="16628"/>
                </a:moveTo>
                <a:lnTo>
                  <a:pt x="36" y="16698"/>
                </a:lnTo>
                <a:lnTo>
                  <a:pt x="0" y="16698"/>
                </a:lnTo>
                <a:lnTo>
                  <a:pt x="0" y="16628"/>
                </a:lnTo>
                <a:lnTo>
                  <a:pt x="36" y="16628"/>
                </a:lnTo>
                <a:moveTo>
                  <a:pt x="36" y="16768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8"/>
                </a:lnTo>
                <a:lnTo>
                  <a:pt x="36" y="16768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31"/>
                </a:lnTo>
                <a:lnTo>
                  <a:pt x="0" y="21031"/>
                </a:lnTo>
                <a:lnTo>
                  <a:pt x="0" y="20961"/>
                </a:lnTo>
                <a:lnTo>
                  <a:pt x="36" y="20961"/>
                </a:lnTo>
                <a:moveTo>
                  <a:pt x="36" y="21101"/>
                </a:moveTo>
                <a:lnTo>
                  <a:pt x="36" y="21171"/>
                </a:lnTo>
                <a:lnTo>
                  <a:pt x="0" y="21171"/>
                </a:lnTo>
                <a:lnTo>
                  <a:pt x="0" y="21101"/>
                </a:lnTo>
                <a:lnTo>
                  <a:pt x="36" y="21101"/>
                </a:lnTo>
                <a:moveTo>
                  <a:pt x="36" y="21240"/>
                </a:moveTo>
                <a:lnTo>
                  <a:pt x="36" y="21310"/>
                </a:lnTo>
                <a:lnTo>
                  <a:pt x="0" y="21310"/>
                </a:lnTo>
                <a:lnTo>
                  <a:pt x="0" y="21240"/>
                </a:lnTo>
                <a:lnTo>
                  <a:pt x="36" y="21240"/>
                </a:lnTo>
                <a:moveTo>
                  <a:pt x="36" y="21380"/>
                </a:moveTo>
                <a:lnTo>
                  <a:pt x="36" y="21450"/>
                </a:lnTo>
                <a:lnTo>
                  <a:pt x="0" y="21450"/>
                </a:lnTo>
                <a:lnTo>
                  <a:pt x="0" y="21380"/>
                </a:lnTo>
                <a:lnTo>
                  <a:pt x="36" y="21380"/>
                </a:lnTo>
                <a:moveTo>
                  <a:pt x="36" y="21520"/>
                </a:moveTo>
                <a:lnTo>
                  <a:pt x="36" y="21590"/>
                </a:lnTo>
                <a:lnTo>
                  <a:pt x="0" y="21590"/>
                </a:lnTo>
                <a:lnTo>
                  <a:pt x="0" y="21520"/>
                </a:lnTo>
                <a:lnTo>
                  <a:pt x="36" y="21520"/>
                </a:lnTo>
                <a:moveTo>
                  <a:pt x="36" y="21660"/>
                </a:moveTo>
                <a:lnTo>
                  <a:pt x="36" y="21730"/>
                </a:lnTo>
                <a:lnTo>
                  <a:pt x="0" y="21730"/>
                </a:lnTo>
                <a:lnTo>
                  <a:pt x="0" y="21660"/>
                </a:lnTo>
                <a:lnTo>
                  <a:pt x="36" y="21660"/>
                </a:lnTo>
                <a:moveTo>
                  <a:pt x="36" y="21799"/>
                </a:moveTo>
                <a:lnTo>
                  <a:pt x="36" y="21869"/>
                </a:lnTo>
                <a:lnTo>
                  <a:pt x="0" y="21869"/>
                </a:lnTo>
                <a:lnTo>
                  <a:pt x="0" y="21799"/>
                </a:lnTo>
                <a:lnTo>
                  <a:pt x="36" y="21799"/>
                </a:lnTo>
                <a:moveTo>
                  <a:pt x="36" y="21939"/>
                </a:moveTo>
                <a:lnTo>
                  <a:pt x="36" y="22009"/>
                </a:lnTo>
                <a:lnTo>
                  <a:pt x="0" y="22009"/>
                </a:lnTo>
                <a:lnTo>
                  <a:pt x="0" y="21939"/>
                </a:lnTo>
                <a:lnTo>
                  <a:pt x="36" y="21939"/>
                </a:lnTo>
                <a:moveTo>
                  <a:pt x="36" y="22079"/>
                </a:moveTo>
                <a:lnTo>
                  <a:pt x="36" y="22149"/>
                </a:lnTo>
                <a:lnTo>
                  <a:pt x="0" y="22149"/>
                </a:lnTo>
                <a:lnTo>
                  <a:pt x="0" y="22079"/>
                </a:lnTo>
                <a:lnTo>
                  <a:pt x="36" y="22079"/>
                </a:lnTo>
                <a:moveTo>
                  <a:pt x="36" y="22219"/>
                </a:moveTo>
                <a:lnTo>
                  <a:pt x="36" y="22288"/>
                </a:lnTo>
                <a:lnTo>
                  <a:pt x="0" y="22288"/>
                </a:lnTo>
                <a:lnTo>
                  <a:pt x="0" y="22219"/>
                </a:lnTo>
                <a:lnTo>
                  <a:pt x="36" y="22219"/>
                </a:lnTo>
                <a:moveTo>
                  <a:pt x="36" y="22358"/>
                </a:moveTo>
                <a:lnTo>
                  <a:pt x="36" y="22428"/>
                </a:lnTo>
                <a:lnTo>
                  <a:pt x="0" y="22428"/>
                </a:lnTo>
                <a:lnTo>
                  <a:pt x="0" y="22358"/>
                </a:lnTo>
                <a:lnTo>
                  <a:pt x="36" y="22358"/>
                </a:lnTo>
                <a:moveTo>
                  <a:pt x="36" y="22498"/>
                </a:moveTo>
                <a:lnTo>
                  <a:pt x="36" y="22568"/>
                </a:lnTo>
                <a:lnTo>
                  <a:pt x="0" y="22568"/>
                </a:lnTo>
                <a:lnTo>
                  <a:pt x="0" y="22498"/>
                </a:lnTo>
                <a:lnTo>
                  <a:pt x="36" y="22498"/>
                </a:lnTo>
                <a:moveTo>
                  <a:pt x="36" y="22638"/>
                </a:moveTo>
                <a:lnTo>
                  <a:pt x="36" y="22708"/>
                </a:lnTo>
                <a:lnTo>
                  <a:pt x="0" y="22708"/>
                </a:lnTo>
                <a:lnTo>
                  <a:pt x="0" y="22638"/>
                </a:lnTo>
                <a:lnTo>
                  <a:pt x="36" y="22638"/>
                </a:lnTo>
                <a:moveTo>
                  <a:pt x="36" y="22778"/>
                </a:moveTo>
                <a:lnTo>
                  <a:pt x="36" y="22847"/>
                </a:lnTo>
                <a:lnTo>
                  <a:pt x="0" y="22847"/>
                </a:lnTo>
                <a:lnTo>
                  <a:pt x="0" y="22778"/>
                </a:lnTo>
                <a:lnTo>
                  <a:pt x="36" y="22778"/>
                </a:lnTo>
                <a:moveTo>
                  <a:pt x="36" y="22917"/>
                </a:moveTo>
                <a:lnTo>
                  <a:pt x="36" y="22987"/>
                </a:lnTo>
                <a:lnTo>
                  <a:pt x="0" y="22987"/>
                </a:lnTo>
                <a:lnTo>
                  <a:pt x="0" y="22917"/>
                </a:lnTo>
                <a:lnTo>
                  <a:pt x="36" y="22917"/>
                </a:lnTo>
                <a:moveTo>
                  <a:pt x="36" y="23057"/>
                </a:moveTo>
                <a:lnTo>
                  <a:pt x="36" y="23127"/>
                </a:lnTo>
                <a:lnTo>
                  <a:pt x="0" y="23127"/>
                </a:lnTo>
                <a:lnTo>
                  <a:pt x="0" y="23057"/>
                </a:lnTo>
                <a:lnTo>
                  <a:pt x="36" y="23057"/>
                </a:lnTo>
                <a:moveTo>
                  <a:pt x="36" y="23197"/>
                </a:moveTo>
                <a:lnTo>
                  <a:pt x="36" y="23267"/>
                </a:lnTo>
                <a:lnTo>
                  <a:pt x="0" y="23267"/>
                </a:lnTo>
                <a:lnTo>
                  <a:pt x="0" y="23197"/>
                </a:lnTo>
                <a:lnTo>
                  <a:pt x="36" y="23197"/>
                </a:lnTo>
                <a:moveTo>
                  <a:pt x="36" y="23336"/>
                </a:moveTo>
                <a:lnTo>
                  <a:pt x="36" y="23406"/>
                </a:lnTo>
                <a:lnTo>
                  <a:pt x="0" y="23406"/>
                </a:lnTo>
                <a:lnTo>
                  <a:pt x="0" y="23336"/>
                </a:lnTo>
                <a:lnTo>
                  <a:pt x="36" y="23336"/>
                </a:lnTo>
                <a:moveTo>
                  <a:pt x="36" y="23476"/>
                </a:moveTo>
                <a:lnTo>
                  <a:pt x="36" y="23546"/>
                </a:lnTo>
                <a:lnTo>
                  <a:pt x="0" y="23546"/>
                </a:lnTo>
                <a:lnTo>
                  <a:pt x="0" y="23476"/>
                </a:lnTo>
                <a:lnTo>
                  <a:pt x="36" y="2347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/>
          <p:nvPr/>
        </p:nvSpPr>
        <p:spPr>
          <a:xfrm>
            <a:off x="609264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609264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457200" y="101772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2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875160" y="1464480"/>
            <a:ext cx="1082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6009120" y="182592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6009120" y="185544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875160" y="1599840"/>
            <a:ext cx="235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992520" y="1816920"/>
            <a:ext cx="1722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5925600" y="217836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5925600" y="2207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992520" y="1952280"/>
            <a:ext cx="721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1109520" y="2169000"/>
            <a:ext cx="1509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5841720" y="267300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5841720" y="27021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1109520" y="2304360"/>
            <a:ext cx="72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1226520" y="2663640"/>
            <a:ext cx="1334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 txBox="1"/>
          <p:nvPr/>
        </p:nvSpPr>
        <p:spPr>
          <a:xfrm>
            <a:off x="1226520" y="2799000"/>
            <a:ext cx="1407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 txBox="1"/>
          <p:nvPr/>
        </p:nvSpPr>
        <p:spPr>
          <a:xfrm>
            <a:off x="1226520" y="295704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799056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799056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0" name=""/>
          <p:cNvSpPr txBox="1"/>
          <p:nvPr/>
        </p:nvSpPr>
        <p:spPr>
          <a:xfrm>
            <a:off x="1109520" y="246240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1" name=""/>
          <p:cNvSpPr txBox="1"/>
          <p:nvPr/>
        </p:nvSpPr>
        <p:spPr>
          <a:xfrm>
            <a:off x="6811920" y="1464480"/>
            <a:ext cx="857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6260040" y="1608120"/>
            <a:ext cx="46800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4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5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7" name=""/>
          <p:cNvSpPr/>
          <p:nvPr/>
        </p:nvSpPr>
        <p:spPr>
          <a:xfrm>
            <a:off x="4378680" y="37040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8" name=""/>
          <p:cNvSpPr/>
          <p:nvPr/>
        </p:nvSpPr>
        <p:spPr>
          <a:xfrm>
            <a:off x="4378680" y="3733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9" name=""/>
          <p:cNvSpPr txBox="1"/>
          <p:nvPr/>
        </p:nvSpPr>
        <p:spPr>
          <a:xfrm>
            <a:off x="6811920" y="1599840"/>
            <a:ext cx="1061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 txBox="1"/>
          <p:nvPr/>
        </p:nvSpPr>
        <p:spPr>
          <a:xfrm>
            <a:off x="875160" y="3694680"/>
            <a:ext cx="117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 txBox="1"/>
          <p:nvPr/>
        </p:nvSpPr>
        <p:spPr>
          <a:xfrm>
            <a:off x="875160" y="3830040"/>
            <a:ext cx="3120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3" name=""/>
          <p:cNvSpPr txBox="1"/>
          <p:nvPr/>
        </p:nvSpPr>
        <p:spPr>
          <a:xfrm>
            <a:off x="875160" y="3988080"/>
            <a:ext cx="1399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41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3" name=""/>
          <p:cNvSpPr/>
          <p:nvPr/>
        </p:nvSpPr>
        <p:spPr>
          <a:xfrm>
            <a:off x="457200" y="-6221160"/>
            <a:ext cx="33840" cy="10640880"/>
          </a:xfrm>
          <a:custGeom>
            <a:avLst/>
            <a:gdLst/>
            <a:ahLst/>
            <a:rect l="0" t="0" r="r" b="b"/>
            <a:pathLst>
              <a:path w="94" h="29558">
                <a:moveTo>
                  <a:pt x="0" y="0"/>
                </a:moveTo>
                <a:lnTo>
                  <a:pt x="94" y="0"/>
                </a:lnTo>
                <a:lnTo>
                  <a:pt x="94" y="29558"/>
                </a:lnTo>
                <a:lnTo>
                  <a:pt x="0" y="2955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986040" y="-5203080"/>
            <a:ext cx="12960" cy="6176160"/>
          </a:xfrm>
          <a:custGeom>
            <a:avLst/>
            <a:gdLst/>
            <a:ahLst/>
            <a:rect l="0" t="0" r="r" b="b"/>
            <a:pathLst>
              <a:path w="36" h="1715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4"/>
                </a:moveTo>
                <a:lnTo>
                  <a:pt x="36" y="4104"/>
                </a:lnTo>
                <a:lnTo>
                  <a:pt x="0" y="4104"/>
                </a:lnTo>
                <a:lnTo>
                  <a:pt x="0" y="4034"/>
                </a:lnTo>
                <a:lnTo>
                  <a:pt x="36" y="4034"/>
                </a:lnTo>
                <a:moveTo>
                  <a:pt x="36" y="4173"/>
                </a:moveTo>
                <a:lnTo>
                  <a:pt x="36" y="4243"/>
                </a:lnTo>
                <a:lnTo>
                  <a:pt x="0" y="4243"/>
                </a:lnTo>
                <a:lnTo>
                  <a:pt x="0" y="4173"/>
                </a:lnTo>
                <a:lnTo>
                  <a:pt x="36" y="4173"/>
                </a:lnTo>
                <a:moveTo>
                  <a:pt x="36" y="4312"/>
                </a:moveTo>
                <a:lnTo>
                  <a:pt x="36" y="4382"/>
                </a:lnTo>
                <a:lnTo>
                  <a:pt x="0" y="4382"/>
                </a:lnTo>
                <a:lnTo>
                  <a:pt x="0" y="4312"/>
                </a:lnTo>
                <a:lnTo>
                  <a:pt x="36" y="4312"/>
                </a:lnTo>
                <a:moveTo>
                  <a:pt x="36" y="4451"/>
                </a:moveTo>
                <a:lnTo>
                  <a:pt x="36" y="4521"/>
                </a:lnTo>
                <a:lnTo>
                  <a:pt x="0" y="4521"/>
                </a:lnTo>
                <a:lnTo>
                  <a:pt x="0" y="4451"/>
                </a:lnTo>
                <a:lnTo>
                  <a:pt x="36" y="4451"/>
                </a:lnTo>
                <a:moveTo>
                  <a:pt x="36" y="4590"/>
                </a:moveTo>
                <a:lnTo>
                  <a:pt x="36" y="4660"/>
                </a:lnTo>
                <a:lnTo>
                  <a:pt x="0" y="4660"/>
                </a:lnTo>
                <a:lnTo>
                  <a:pt x="0" y="4590"/>
                </a:lnTo>
                <a:lnTo>
                  <a:pt x="36" y="4590"/>
                </a:lnTo>
                <a:moveTo>
                  <a:pt x="36" y="4729"/>
                </a:moveTo>
                <a:lnTo>
                  <a:pt x="36" y="4799"/>
                </a:lnTo>
                <a:lnTo>
                  <a:pt x="0" y="4799"/>
                </a:lnTo>
                <a:lnTo>
                  <a:pt x="0" y="4729"/>
                </a:lnTo>
                <a:lnTo>
                  <a:pt x="36" y="4729"/>
                </a:lnTo>
                <a:moveTo>
                  <a:pt x="36" y="4869"/>
                </a:moveTo>
                <a:lnTo>
                  <a:pt x="36" y="4938"/>
                </a:lnTo>
                <a:lnTo>
                  <a:pt x="0" y="4938"/>
                </a:lnTo>
                <a:lnTo>
                  <a:pt x="0" y="4869"/>
                </a:lnTo>
                <a:lnTo>
                  <a:pt x="36" y="4869"/>
                </a:lnTo>
                <a:moveTo>
                  <a:pt x="36" y="5008"/>
                </a:moveTo>
                <a:lnTo>
                  <a:pt x="36" y="5077"/>
                </a:lnTo>
                <a:lnTo>
                  <a:pt x="0" y="5077"/>
                </a:lnTo>
                <a:lnTo>
                  <a:pt x="0" y="5008"/>
                </a:lnTo>
                <a:lnTo>
                  <a:pt x="36" y="5008"/>
                </a:lnTo>
                <a:moveTo>
                  <a:pt x="36" y="5147"/>
                </a:moveTo>
                <a:lnTo>
                  <a:pt x="36" y="5216"/>
                </a:lnTo>
                <a:lnTo>
                  <a:pt x="0" y="5216"/>
                </a:lnTo>
                <a:lnTo>
                  <a:pt x="0" y="5147"/>
                </a:lnTo>
                <a:lnTo>
                  <a:pt x="36" y="5147"/>
                </a:lnTo>
                <a:moveTo>
                  <a:pt x="36" y="5286"/>
                </a:moveTo>
                <a:lnTo>
                  <a:pt x="36" y="5355"/>
                </a:lnTo>
                <a:lnTo>
                  <a:pt x="0" y="5355"/>
                </a:lnTo>
                <a:lnTo>
                  <a:pt x="0" y="5286"/>
                </a:lnTo>
                <a:lnTo>
                  <a:pt x="36" y="5286"/>
                </a:lnTo>
                <a:moveTo>
                  <a:pt x="36" y="5425"/>
                </a:moveTo>
                <a:lnTo>
                  <a:pt x="36" y="5494"/>
                </a:lnTo>
                <a:lnTo>
                  <a:pt x="0" y="5494"/>
                </a:lnTo>
                <a:lnTo>
                  <a:pt x="0" y="5425"/>
                </a:lnTo>
                <a:lnTo>
                  <a:pt x="36" y="5425"/>
                </a:lnTo>
                <a:moveTo>
                  <a:pt x="36" y="5564"/>
                </a:moveTo>
                <a:lnTo>
                  <a:pt x="36" y="5634"/>
                </a:lnTo>
                <a:lnTo>
                  <a:pt x="0" y="5634"/>
                </a:lnTo>
                <a:lnTo>
                  <a:pt x="0" y="5564"/>
                </a:lnTo>
                <a:lnTo>
                  <a:pt x="36" y="5564"/>
                </a:lnTo>
                <a:moveTo>
                  <a:pt x="36" y="5703"/>
                </a:moveTo>
                <a:lnTo>
                  <a:pt x="36" y="5773"/>
                </a:lnTo>
                <a:lnTo>
                  <a:pt x="0" y="5773"/>
                </a:lnTo>
                <a:lnTo>
                  <a:pt x="0" y="5703"/>
                </a:lnTo>
                <a:lnTo>
                  <a:pt x="36" y="5703"/>
                </a:lnTo>
                <a:moveTo>
                  <a:pt x="36" y="5842"/>
                </a:moveTo>
                <a:lnTo>
                  <a:pt x="36" y="5913"/>
                </a:lnTo>
                <a:lnTo>
                  <a:pt x="0" y="5913"/>
                </a:lnTo>
                <a:lnTo>
                  <a:pt x="0" y="5842"/>
                </a:lnTo>
                <a:lnTo>
                  <a:pt x="36" y="5842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56"/>
                </a:lnTo>
                <a:lnTo>
                  <a:pt x="0" y="17156"/>
                </a:lnTo>
                <a:lnTo>
                  <a:pt x="0" y="17110"/>
                </a:lnTo>
                <a:lnTo>
                  <a:pt x="36" y="1711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5" name=""/>
          <p:cNvSpPr/>
          <p:nvPr/>
        </p:nvSpPr>
        <p:spPr>
          <a:xfrm>
            <a:off x="986040" y="-5203080"/>
            <a:ext cx="12960" cy="7527960"/>
          </a:xfrm>
          <a:custGeom>
            <a:avLst/>
            <a:gdLst/>
            <a:ahLst/>
            <a:rect l="0" t="0" r="r" b="b"/>
            <a:pathLst>
              <a:path w="36" h="2091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11"/>
                </a:lnTo>
                <a:lnTo>
                  <a:pt x="0" y="20911"/>
                </a:lnTo>
                <a:lnTo>
                  <a:pt x="0" y="20865"/>
                </a:lnTo>
                <a:lnTo>
                  <a:pt x="36" y="2086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6" name=""/>
          <p:cNvSpPr/>
          <p:nvPr/>
        </p:nvSpPr>
        <p:spPr>
          <a:xfrm>
            <a:off x="986040" y="-5203080"/>
            <a:ext cx="12960" cy="8437680"/>
          </a:xfrm>
          <a:custGeom>
            <a:avLst/>
            <a:gdLst/>
            <a:ahLst/>
            <a:rect l="0" t="0" r="r" b="b"/>
            <a:pathLst>
              <a:path w="36" h="2343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3"/>
                </a:moveTo>
                <a:lnTo>
                  <a:pt x="36" y="2853"/>
                </a:lnTo>
                <a:lnTo>
                  <a:pt x="0" y="2853"/>
                </a:lnTo>
                <a:lnTo>
                  <a:pt x="0" y="2783"/>
                </a:lnTo>
                <a:lnTo>
                  <a:pt x="36" y="2783"/>
                </a:lnTo>
                <a:moveTo>
                  <a:pt x="36" y="2922"/>
                </a:moveTo>
                <a:lnTo>
                  <a:pt x="36" y="2992"/>
                </a:lnTo>
                <a:lnTo>
                  <a:pt x="0" y="2992"/>
                </a:lnTo>
                <a:lnTo>
                  <a:pt x="0" y="2922"/>
                </a:lnTo>
                <a:lnTo>
                  <a:pt x="36" y="2922"/>
                </a:lnTo>
                <a:moveTo>
                  <a:pt x="36" y="3061"/>
                </a:moveTo>
                <a:lnTo>
                  <a:pt x="36" y="3131"/>
                </a:lnTo>
                <a:lnTo>
                  <a:pt x="0" y="3131"/>
                </a:lnTo>
                <a:lnTo>
                  <a:pt x="0" y="3061"/>
                </a:lnTo>
                <a:lnTo>
                  <a:pt x="36" y="3061"/>
                </a:lnTo>
                <a:moveTo>
                  <a:pt x="36" y="3200"/>
                </a:moveTo>
                <a:lnTo>
                  <a:pt x="36" y="3270"/>
                </a:lnTo>
                <a:lnTo>
                  <a:pt x="0" y="3270"/>
                </a:lnTo>
                <a:lnTo>
                  <a:pt x="0" y="3200"/>
                </a:lnTo>
                <a:lnTo>
                  <a:pt x="36" y="3200"/>
                </a:lnTo>
                <a:moveTo>
                  <a:pt x="36" y="3340"/>
                </a:moveTo>
                <a:lnTo>
                  <a:pt x="36" y="3409"/>
                </a:lnTo>
                <a:lnTo>
                  <a:pt x="0" y="3409"/>
                </a:lnTo>
                <a:lnTo>
                  <a:pt x="0" y="3340"/>
                </a:lnTo>
                <a:lnTo>
                  <a:pt x="36" y="3340"/>
                </a:lnTo>
                <a:moveTo>
                  <a:pt x="36" y="3479"/>
                </a:moveTo>
                <a:lnTo>
                  <a:pt x="36" y="3548"/>
                </a:lnTo>
                <a:lnTo>
                  <a:pt x="0" y="3548"/>
                </a:lnTo>
                <a:lnTo>
                  <a:pt x="0" y="3479"/>
                </a:lnTo>
                <a:lnTo>
                  <a:pt x="36" y="3479"/>
                </a:lnTo>
                <a:moveTo>
                  <a:pt x="36" y="3618"/>
                </a:moveTo>
                <a:lnTo>
                  <a:pt x="36" y="3687"/>
                </a:lnTo>
                <a:lnTo>
                  <a:pt x="0" y="3687"/>
                </a:lnTo>
                <a:lnTo>
                  <a:pt x="0" y="3618"/>
                </a:lnTo>
                <a:lnTo>
                  <a:pt x="36" y="3618"/>
                </a:lnTo>
                <a:moveTo>
                  <a:pt x="36" y="3757"/>
                </a:moveTo>
                <a:lnTo>
                  <a:pt x="36" y="3826"/>
                </a:lnTo>
                <a:lnTo>
                  <a:pt x="0" y="3826"/>
                </a:lnTo>
                <a:lnTo>
                  <a:pt x="0" y="3757"/>
                </a:lnTo>
                <a:lnTo>
                  <a:pt x="36" y="3757"/>
                </a:lnTo>
                <a:moveTo>
                  <a:pt x="36" y="3896"/>
                </a:moveTo>
                <a:lnTo>
                  <a:pt x="36" y="3965"/>
                </a:lnTo>
                <a:lnTo>
                  <a:pt x="0" y="3965"/>
                </a:lnTo>
                <a:lnTo>
                  <a:pt x="0" y="3896"/>
                </a:lnTo>
                <a:lnTo>
                  <a:pt x="36" y="3896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35"/>
                </a:lnTo>
                <a:lnTo>
                  <a:pt x="0" y="20935"/>
                </a:lnTo>
                <a:lnTo>
                  <a:pt x="0" y="20865"/>
                </a:lnTo>
                <a:lnTo>
                  <a:pt x="36" y="20865"/>
                </a:lnTo>
                <a:moveTo>
                  <a:pt x="36" y="21004"/>
                </a:moveTo>
                <a:lnTo>
                  <a:pt x="36" y="21074"/>
                </a:lnTo>
                <a:lnTo>
                  <a:pt x="0" y="21074"/>
                </a:lnTo>
                <a:lnTo>
                  <a:pt x="0" y="21004"/>
                </a:lnTo>
                <a:lnTo>
                  <a:pt x="36" y="21004"/>
                </a:lnTo>
                <a:moveTo>
                  <a:pt x="36" y="21143"/>
                </a:moveTo>
                <a:lnTo>
                  <a:pt x="36" y="21213"/>
                </a:lnTo>
                <a:lnTo>
                  <a:pt x="0" y="21213"/>
                </a:lnTo>
                <a:lnTo>
                  <a:pt x="0" y="21143"/>
                </a:lnTo>
                <a:lnTo>
                  <a:pt x="36" y="21143"/>
                </a:lnTo>
                <a:moveTo>
                  <a:pt x="36" y="21282"/>
                </a:moveTo>
                <a:lnTo>
                  <a:pt x="36" y="21352"/>
                </a:lnTo>
                <a:lnTo>
                  <a:pt x="0" y="21352"/>
                </a:lnTo>
                <a:lnTo>
                  <a:pt x="0" y="21282"/>
                </a:lnTo>
                <a:lnTo>
                  <a:pt x="36" y="21282"/>
                </a:lnTo>
                <a:moveTo>
                  <a:pt x="36" y="21421"/>
                </a:moveTo>
                <a:lnTo>
                  <a:pt x="36" y="21491"/>
                </a:lnTo>
                <a:lnTo>
                  <a:pt x="0" y="21491"/>
                </a:lnTo>
                <a:lnTo>
                  <a:pt x="0" y="21421"/>
                </a:lnTo>
                <a:lnTo>
                  <a:pt x="36" y="21421"/>
                </a:lnTo>
                <a:moveTo>
                  <a:pt x="36" y="21561"/>
                </a:moveTo>
                <a:lnTo>
                  <a:pt x="36" y="21630"/>
                </a:lnTo>
                <a:lnTo>
                  <a:pt x="0" y="21630"/>
                </a:lnTo>
                <a:lnTo>
                  <a:pt x="0" y="21561"/>
                </a:lnTo>
                <a:lnTo>
                  <a:pt x="36" y="21561"/>
                </a:lnTo>
                <a:moveTo>
                  <a:pt x="36" y="21700"/>
                </a:moveTo>
                <a:lnTo>
                  <a:pt x="36" y="21769"/>
                </a:lnTo>
                <a:lnTo>
                  <a:pt x="0" y="21769"/>
                </a:lnTo>
                <a:lnTo>
                  <a:pt x="0" y="21700"/>
                </a:lnTo>
                <a:lnTo>
                  <a:pt x="36" y="21700"/>
                </a:lnTo>
                <a:moveTo>
                  <a:pt x="36" y="21839"/>
                </a:moveTo>
                <a:lnTo>
                  <a:pt x="36" y="21908"/>
                </a:lnTo>
                <a:lnTo>
                  <a:pt x="0" y="21908"/>
                </a:lnTo>
                <a:lnTo>
                  <a:pt x="0" y="21839"/>
                </a:lnTo>
                <a:lnTo>
                  <a:pt x="36" y="21839"/>
                </a:lnTo>
                <a:moveTo>
                  <a:pt x="36" y="21978"/>
                </a:moveTo>
                <a:lnTo>
                  <a:pt x="36" y="22047"/>
                </a:lnTo>
                <a:lnTo>
                  <a:pt x="0" y="22047"/>
                </a:lnTo>
                <a:lnTo>
                  <a:pt x="0" y="21978"/>
                </a:lnTo>
                <a:lnTo>
                  <a:pt x="36" y="21978"/>
                </a:lnTo>
                <a:moveTo>
                  <a:pt x="36" y="22117"/>
                </a:moveTo>
                <a:lnTo>
                  <a:pt x="36" y="22187"/>
                </a:lnTo>
                <a:lnTo>
                  <a:pt x="0" y="22187"/>
                </a:lnTo>
                <a:lnTo>
                  <a:pt x="0" y="22117"/>
                </a:lnTo>
                <a:lnTo>
                  <a:pt x="36" y="22117"/>
                </a:lnTo>
                <a:moveTo>
                  <a:pt x="36" y="22256"/>
                </a:moveTo>
                <a:lnTo>
                  <a:pt x="36" y="22326"/>
                </a:lnTo>
                <a:lnTo>
                  <a:pt x="0" y="22326"/>
                </a:lnTo>
                <a:lnTo>
                  <a:pt x="0" y="22256"/>
                </a:lnTo>
                <a:lnTo>
                  <a:pt x="36" y="22256"/>
                </a:lnTo>
                <a:moveTo>
                  <a:pt x="36" y="22395"/>
                </a:moveTo>
                <a:lnTo>
                  <a:pt x="36" y="22465"/>
                </a:lnTo>
                <a:lnTo>
                  <a:pt x="0" y="22465"/>
                </a:lnTo>
                <a:lnTo>
                  <a:pt x="0" y="22395"/>
                </a:lnTo>
                <a:lnTo>
                  <a:pt x="36" y="22395"/>
                </a:lnTo>
                <a:moveTo>
                  <a:pt x="36" y="22534"/>
                </a:moveTo>
                <a:lnTo>
                  <a:pt x="36" y="22604"/>
                </a:lnTo>
                <a:lnTo>
                  <a:pt x="0" y="22604"/>
                </a:lnTo>
                <a:lnTo>
                  <a:pt x="0" y="22534"/>
                </a:lnTo>
                <a:lnTo>
                  <a:pt x="36" y="22534"/>
                </a:lnTo>
                <a:moveTo>
                  <a:pt x="36" y="22673"/>
                </a:moveTo>
                <a:lnTo>
                  <a:pt x="36" y="22743"/>
                </a:lnTo>
                <a:lnTo>
                  <a:pt x="0" y="22743"/>
                </a:lnTo>
                <a:lnTo>
                  <a:pt x="0" y="22673"/>
                </a:lnTo>
                <a:lnTo>
                  <a:pt x="36" y="22673"/>
                </a:lnTo>
                <a:moveTo>
                  <a:pt x="36" y="22812"/>
                </a:moveTo>
                <a:lnTo>
                  <a:pt x="36" y="22882"/>
                </a:lnTo>
                <a:lnTo>
                  <a:pt x="0" y="22882"/>
                </a:lnTo>
                <a:lnTo>
                  <a:pt x="0" y="22812"/>
                </a:lnTo>
                <a:lnTo>
                  <a:pt x="36" y="22812"/>
                </a:lnTo>
                <a:moveTo>
                  <a:pt x="36" y="22952"/>
                </a:moveTo>
                <a:lnTo>
                  <a:pt x="36" y="23021"/>
                </a:lnTo>
                <a:lnTo>
                  <a:pt x="0" y="23021"/>
                </a:lnTo>
                <a:lnTo>
                  <a:pt x="0" y="22952"/>
                </a:lnTo>
                <a:lnTo>
                  <a:pt x="36" y="22952"/>
                </a:lnTo>
                <a:moveTo>
                  <a:pt x="36" y="23091"/>
                </a:moveTo>
                <a:lnTo>
                  <a:pt x="36" y="23160"/>
                </a:lnTo>
                <a:lnTo>
                  <a:pt x="0" y="23160"/>
                </a:lnTo>
                <a:lnTo>
                  <a:pt x="0" y="23091"/>
                </a:lnTo>
                <a:lnTo>
                  <a:pt x="36" y="23091"/>
                </a:lnTo>
                <a:moveTo>
                  <a:pt x="36" y="23230"/>
                </a:moveTo>
                <a:lnTo>
                  <a:pt x="36" y="23299"/>
                </a:lnTo>
                <a:lnTo>
                  <a:pt x="0" y="23299"/>
                </a:lnTo>
                <a:lnTo>
                  <a:pt x="0" y="23230"/>
                </a:lnTo>
                <a:lnTo>
                  <a:pt x="36" y="23230"/>
                </a:lnTo>
                <a:moveTo>
                  <a:pt x="36" y="23369"/>
                </a:moveTo>
                <a:lnTo>
                  <a:pt x="36" y="23438"/>
                </a:lnTo>
                <a:lnTo>
                  <a:pt x="0" y="23438"/>
                </a:lnTo>
                <a:lnTo>
                  <a:pt x="0" y="23369"/>
                </a:lnTo>
                <a:lnTo>
                  <a:pt x="36" y="2336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7" name=""/>
          <p:cNvSpPr/>
          <p:nvPr/>
        </p:nvSpPr>
        <p:spPr>
          <a:xfrm>
            <a:off x="791640" y="1006200"/>
            <a:ext cx="5067360" cy="1118520"/>
          </a:xfrm>
          <a:custGeom>
            <a:avLst/>
            <a:gdLst/>
            <a:ahLst/>
            <a:rect l="0" t="0" r="r" b="b"/>
            <a:pathLst>
              <a:path w="14076" h="3107">
                <a:moveTo>
                  <a:pt x="0" y="0"/>
                </a:moveTo>
                <a:lnTo>
                  <a:pt x="14076" y="0"/>
                </a:lnTo>
                <a:lnTo>
                  <a:pt x="14076" y="3107"/>
                </a:lnTo>
                <a:lnTo>
                  <a:pt x="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8" name=""/>
          <p:cNvSpPr/>
          <p:nvPr/>
        </p:nvSpPr>
        <p:spPr>
          <a:xfrm>
            <a:off x="787320" y="1001880"/>
            <a:ext cx="5075640" cy="1127160"/>
          </a:xfrm>
          <a:custGeom>
            <a:avLst/>
            <a:gdLst/>
            <a:ahLst/>
            <a:rect l="0" t="0" r="r" b="b"/>
            <a:pathLst>
              <a:path w="14099" h="3131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7" y="0"/>
                </a:lnTo>
                <a:lnTo>
                  <a:pt x="4587" y="23"/>
                </a:lnTo>
                <a:lnTo>
                  <a:pt x="4471" y="23"/>
                </a:lnTo>
                <a:lnTo>
                  <a:pt x="4471" y="0"/>
                </a:lnTo>
                <a:moveTo>
                  <a:pt x="4657" y="0"/>
                </a:moveTo>
                <a:lnTo>
                  <a:pt x="4773" y="0"/>
                </a:lnTo>
                <a:lnTo>
                  <a:pt x="4773" y="23"/>
                </a:lnTo>
                <a:lnTo>
                  <a:pt x="4657" y="23"/>
                </a:lnTo>
                <a:lnTo>
                  <a:pt x="4657" y="0"/>
                </a:lnTo>
                <a:moveTo>
                  <a:pt x="4843" y="0"/>
                </a:moveTo>
                <a:lnTo>
                  <a:pt x="4960" y="0"/>
                </a:lnTo>
                <a:lnTo>
                  <a:pt x="4960" y="23"/>
                </a:lnTo>
                <a:lnTo>
                  <a:pt x="4843" y="23"/>
                </a:lnTo>
                <a:lnTo>
                  <a:pt x="4843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77" y="0"/>
                </a:moveTo>
                <a:lnTo>
                  <a:pt x="13693" y="0"/>
                </a:lnTo>
                <a:lnTo>
                  <a:pt x="13693" y="23"/>
                </a:lnTo>
                <a:lnTo>
                  <a:pt x="13577" y="23"/>
                </a:lnTo>
                <a:lnTo>
                  <a:pt x="13577" y="0"/>
                </a:lnTo>
                <a:moveTo>
                  <a:pt x="13763" y="0"/>
                </a:moveTo>
                <a:lnTo>
                  <a:pt x="13879" y="0"/>
                </a:lnTo>
                <a:lnTo>
                  <a:pt x="13879" y="23"/>
                </a:lnTo>
                <a:lnTo>
                  <a:pt x="13763" y="23"/>
                </a:lnTo>
                <a:lnTo>
                  <a:pt x="13763" y="0"/>
                </a:lnTo>
                <a:moveTo>
                  <a:pt x="13948" y="0"/>
                </a:moveTo>
                <a:lnTo>
                  <a:pt x="14065" y="0"/>
                </a:lnTo>
                <a:lnTo>
                  <a:pt x="14065" y="23"/>
                </a:lnTo>
                <a:lnTo>
                  <a:pt x="13948" y="23"/>
                </a:lnTo>
                <a:lnTo>
                  <a:pt x="13948" y="0"/>
                </a:lnTo>
                <a:moveTo>
                  <a:pt x="14099" y="58"/>
                </a:moveTo>
                <a:lnTo>
                  <a:pt x="14099" y="174"/>
                </a:lnTo>
                <a:lnTo>
                  <a:pt x="14076" y="174"/>
                </a:lnTo>
                <a:lnTo>
                  <a:pt x="14076" y="58"/>
                </a:lnTo>
                <a:lnTo>
                  <a:pt x="14099" y="58"/>
                </a:lnTo>
                <a:moveTo>
                  <a:pt x="14099" y="244"/>
                </a:moveTo>
                <a:lnTo>
                  <a:pt x="14099" y="359"/>
                </a:lnTo>
                <a:lnTo>
                  <a:pt x="14076" y="359"/>
                </a:lnTo>
                <a:lnTo>
                  <a:pt x="14076" y="244"/>
                </a:lnTo>
                <a:lnTo>
                  <a:pt x="14099" y="244"/>
                </a:lnTo>
                <a:moveTo>
                  <a:pt x="14099" y="429"/>
                </a:moveTo>
                <a:lnTo>
                  <a:pt x="14099" y="545"/>
                </a:lnTo>
                <a:lnTo>
                  <a:pt x="14076" y="545"/>
                </a:lnTo>
                <a:lnTo>
                  <a:pt x="14076" y="429"/>
                </a:lnTo>
                <a:lnTo>
                  <a:pt x="14099" y="429"/>
                </a:lnTo>
                <a:moveTo>
                  <a:pt x="14099" y="614"/>
                </a:moveTo>
                <a:lnTo>
                  <a:pt x="14099" y="730"/>
                </a:lnTo>
                <a:lnTo>
                  <a:pt x="14076" y="730"/>
                </a:lnTo>
                <a:lnTo>
                  <a:pt x="14076" y="614"/>
                </a:lnTo>
                <a:lnTo>
                  <a:pt x="14099" y="614"/>
                </a:lnTo>
                <a:moveTo>
                  <a:pt x="14099" y="800"/>
                </a:moveTo>
                <a:lnTo>
                  <a:pt x="14099" y="916"/>
                </a:lnTo>
                <a:lnTo>
                  <a:pt x="14076" y="916"/>
                </a:lnTo>
                <a:lnTo>
                  <a:pt x="14076" y="800"/>
                </a:lnTo>
                <a:lnTo>
                  <a:pt x="14099" y="800"/>
                </a:lnTo>
                <a:moveTo>
                  <a:pt x="14099" y="985"/>
                </a:moveTo>
                <a:lnTo>
                  <a:pt x="14099" y="1101"/>
                </a:lnTo>
                <a:lnTo>
                  <a:pt x="14076" y="1101"/>
                </a:lnTo>
                <a:lnTo>
                  <a:pt x="14076" y="985"/>
                </a:lnTo>
                <a:lnTo>
                  <a:pt x="14099" y="985"/>
                </a:lnTo>
                <a:moveTo>
                  <a:pt x="14099" y="1171"/>
                </a:moveTo>
                <a:lnTo>
                  <a:pt x="14099" y="1287"/>
                </a:lnTo>
                <a:lnTo>
                  <a:pt x="14076" y="1287"/>
                </a:lnTo>
                <a:lnTo>
                  <a:pt x="14076" y="1171"/>
                </a:lnTo>
                <a:lnTo>
                  <a:pt x="14099" y="1171"/>
                </a:lnTo>
                <a:moveTo>
                  <a:pt x="14099" y="1356"/>
                </a:moveTo>
                <a:lnTo>
                  <a:pt x="14099" y="1472"/>
                </a:lnTo>
                <a:lnTo>
                  <a:pt x="14076" y="1472"/>
                </a:lnTo>
                <a:lnTo>
                  <a:pt x="14076" y="1356"/>
                </a:lnTo>
                <a:lnTo>
                  <a:pt x="14099" y="1356"/>
                </a:lnTo>
                <a:moveTo>
                  <a:pt x="14099" y="1542"/>
                </a:moveTo>
                <a:lnTo>
                  <a:pt x="14099" y="1658"/>
                </a:lnTo>
                <a:lnTo>
                  <a:pt x="14076" y="1658"/>
                </a:lnTo>
                <a:lnTo>
                  <a:pt x="14076" y="1542"/>
                </a:lnTo>
                <a:lnTo>
                  <a:pt x="14099" y="1542"/>
                </a:lnTo>
                <a:moveTo>
                  <a:pt x="14099" y="1727"/>
                </a:moveTo>
                <a:lnTo>
                  <a:pt x="14099" y="1843"/>
                </a:lnTo>
                <a:lnTo>
                  <a:pt x="14076" y="1843"/>
                </a:lnTo>
                <a:lnTo>
                  <a:pt x="14076" y="1727"/>
                </a:lnTo>
                <a:lnTo>
                  <a:pt x="14099" y="1727"/>
                </a:lnTo>
                <a:moveTo>
                  <a:pt x="14099" y="1914"/>
                </a:moveTo>
                <a:lnTo>
                  <a:pt x="14099" y="2030"/>
                </a:lnTo>
                <a:lnTo>
                  <a:pt x="14076" y="2030"/>
                </a:lnTo>
                <a:lnTo>
                  <a:pt x="14076" y="1914"/>
                </a:lnTo>
                <a:lnTo>
                  <a:pt x="14099" y="1914"/>
                </a:lnTo>
                <a:moveTo>
                  <a:pt x="14099" y="2099"/>
                </a:moveTo>
                <a:lnTo>
                  <a:pt x="14099" y="2215"/>
                </a:lnTo>
                <a:lnTo>
                  <a:pt x="14076" y="2215"/>
                </a:lnTo>
                <a:lnTo>
                  <a:pt x="14076" y="2099"/>
                </a:lnTo>
                <a:lnTo>
                  <a:pt x="14099" y="2099"/>
                </a:lnTo>
                <a:moveTo>
                  <a:pt x="14099" y="2285"/>
                </a:moveTo>
                <a:lnTo>
                  <a:pt x="14099" y="2400"/>
                </a:lnTo>
                <a:lnTo>
                  <a:pt x="14076" y="2400"/>
                </a:lnTo>
                <a:lnTo>
                  <a:pt x="14076" y="2285"/>
                </a:lnTo>
                <a:lnTo>
                  <a:pt x="14099" y="2285"/>
                </a:lnTo>
                <a:moveTo>
                  <a:pt x="14099" y="2470"/>
                </a:moveTo>
                <a:lnTo>
                  <a:pt x="14099" y="2586"/>
                </a:lnTo>
                <a:lnTo>
                  <a:pt x="14076" y="2586"/>
                </a:lnTo>
                <a:lnTo>
                  <a:pt x="14076" y="2470"/>
                </a:lnTo>
                <a:lnTo>
                  <a:pt x="14099" y="2470"/>
                </a:lnTo>
                <a:moveTo>
                  <a:pt x="14099" y="2655"/>
                </a:moveTo>
                <a:lnTo>
                  <a:pt x="14099" y="2771"/>
                </a:lnTo>
                <a:lnTo>
                  <a:pt x="14076" y="2771"/>
                </a:lnTo>
                <a:lnTo>
                  <a:pt x="14076" y="2655"/>
                </a:lnTo>
                <a:lnTo>
                  <a:pt x="14099" y="2655"/>
                </a:lnTo>
                <a:moveTo>
                  <a:pt x="14099" y="2841"/>
                </a:moveTo>
                <a:lnTo>
                  <a:pt x="14099" y="2957"/>
                </a:lnTo>
                <a:lnTo>
                  <a:pt x="14076" y="2957"/>
                </a:lnTo>
                <a:lnTo>
                  <a:pt x="14076" y="2841"/>
                </a:lnTo>
                <a:lnTo>
                  <a:pt x="14099" y="2841"/>
                </a:lnTo>
                <a:moveTo>
                  <a:pt x="14099" y="3026"/>
                </a:moveTo>
                <a:lnTo>
                  <a:pt x="14099" y="3131"/>
                </a:lnTo>
                <a:lnTo>
                  <a:pt x="14065" y="3131"/>
                </a:lnTo>
                <a:lnTo>
                  <a:pt x="14065" y="3108"/>
                </a:lnTo>
                <a:lnTo>
                  <a:pt x="14088" y="3108"/>
                </a:lnTo>
                <a:lnTo>
                  <a:pt x="14088" y="3119"/>
                </a:lnTo>
                <a:lnTo>
                  <a:pt x="14076" y="3119"/>
                </a:lnTo>
                <a:lnTo>
                  <a:pt x="14076" y="3026"/>
                </a:lnTo>
                <a:lnTo>
                  <a:pt x="14099" y="3026"/>
                </a:lnTo>
                <a:moveTo>
                  <a:pt x="13995" y="3131"/>
                </a:moveTo>
                <a:lnTo>
                  <a:pt x="13879" y="3131"/>
                </a:lnTo>
                <a:lnTo>
                  <a:pt x="13879" y="3108"/>
                </a:lnTo>
                <a:lnTo>
                  <a:pt x="13995" y="3108"/>
                </a:lnTo>
                <a:lnTo>
                  <a:pt x="13995" y="3131"/>
                </a:lnTo>
                <a:moveTo>
                  <a:pt x="13809" y="3131"/>
                </a:moveTo>
                <a:lnTo>
                  <a:pt x="13693" y="3131"/>
                </a:lnTo>
                <a:lnTo>
                  <a:pt x="13693" y="3108"/>
                </a:lnTo>
                <a:lnTo>
                  <a:pt x="13809" y="3108"/>
                </a:lnTo>
                <a:lnTo>
                  <a:pt x="13809" y="3131"/>
                </a:lnTo>
                <a:moveTo>
                  <a:pt x="13623" y="3131"/>
                </a:moveTo>
                <a:lnTo>
                  <a:pt x="13507" y="3131"/>
                </a:lnTo>
                <a:lnTo>
                  <a:pt x="13507" y="3108"/>
                </a:lnTo>
                <a:lnTo>
                  <a:pt x="13623" y="3108"/>
                </a:lnTo>
                <a:lnTo>
                  <a:pt x="13623" y="3131"/>
                </a:lnTo>
                <a:moveTo>
                  <a:pt x="13437" y="3131"/>
                </a:moveTo>
                <a:lnTo>
                  <a:pt x="13321" y="3131"/>
                </a:lnTo>
                <a:lnTo>
                  <a:pt x="13321" y="3108"/>
                </a:lnTo>
                <a:lnTo>
                  <a:pt x="13437" y="3108"/>
                </a:lnTo>
                <a:lnTo>
                  <a:pt x="13437" y="3131"/>
                </a:lnTo>
                <a:moveTo>
                  <a:pt x="13252" y="3131"/>
                </a:moveTo>
                <a:lnTo>
                  <a:pt x="13136" y="3131"/>
                </a:lnTo>
                <a:lnTo>
                  <a:pt x="13136" y="3108"/>
                </a:lnTo>
                <a:lnTo>
                  <a:pt x="13252" y="3108"/>
                </a:lnTo>
                <a:lnTo>
                  <a:pt x="13252" y="3131"/>
                </a:lnTo>
                <a:moveTo>
                  <a:pt x="13066" y="3131"/>
                </a:moveTo>
                <a:lnTo>
                  <a:pt x="12950" y="3131"/>
                </a:lnTo>
                <a:lnTo>
                  <a:pt x="12950" y="3108"/>
                </a:lnTo>
                <a:lnTo>
                  <a:pt x="13066" y="3108"/>
                </a:lnTo>
                <a:lnTo>
                  <a:pt x="13066" y="3131"/>
                </a:lnTo>
                <a:moveTo>
                  <a:pt x="12880" y="3131"/>
                </a:moveTo>
                <a:lnTo>
                  <a:pt x="12764" y="3131"/>
                </a:lnTo>
                <a:lnTo>
                  <a:pt x="12764" y="3108"/>
                </a:lnTo>
                <a:lnTo>
                  <a:pt x="12880" y="3108"/>
                </a:lnTo>
                <a:lnTo>
                  <a:pt x="12880" y="3131"/>
                </a:lnTo>
                <a:moveTo>
                  <a:pt x="12694" y="3131"/>
                </a:moveTo>
                <a:lnTo>
                  <a:pt x="12578" y="3131"/>
                </a:lnTo>
                <a:lnTo>
                  <a:pt x="12578" y="3108"/>
                </a:lnTo>
                <a:lnTo>
                  <a:pt x="12694" y="3108"/>
                </a:lnTo>
                <a:lnTo>
                  <a:pt x="12694" y="3131"/>
                </a:lnTo>
                <a:moveTo>
                  <a:pt x="12508" y="3131"/>
                </a:moveTo>
                <a:lnTo>
                  <a:pt x="12392" y="3131"/>
                </a:lnTo>
                <a:lnTo>
                  <a:pt x="12392" y="3108"/>
                </a:lnTo>
                <a:lnTo>
                  <a:pt x="12508" y="3108"/>
                </a:lnTo>
                <a:lnTo>
                  <a:pt x="12508" y="3131"/>
                </a:lnTo>
                <a:moveTo>
                  <a:pt x="12323" y="3131"/>
                </a:moveTo>
                <a:lnTo>
                  <a:pt x="12206" y="3131"/>
                </a:lnTo>
                <a:lnTo>
                  <a:pt x="12206" y="3108"/>
                </a:lnTo>
                <a:lnTo>
                  <a:pt x="12323" y="3108"/>
                </a:lnTo>
                <a:lnTo>
                  <a:pt x="12323" y="3131"/>
                </a:lnTo>
                <a:moveTo>
                  <a:pt x="12137" y="3131"/>
                </a:moveTo>
                <a:lnTo>
                  <a:pt x="12021" y="3131"/>
                </a:lnTo>
                <a:lnTo>
                  <a:pt x="12021" y="3108"/>
                </a:lnTo>
                <a:lnTo>
                  <a:pt x="12137" y="3108"/>
                </a:lnTo>
                <a:lnTo>
                  <a:pt x="12137" y="3131"/>
                </a:lnTo>
                <a:moveTo>
                  <a:pt x="11951" y="3131"/>
                </a:moveTo>
                <a:lnTo>
                  <a:pt x="11835" y="3131"/>
                </a:lnTo>
                <a:lnTo>
                  <a:pt x="11835" y="3108"/>
                </a:lnTo>
                <a:lnTo>
                  <a:pt x="11951" y="3108"/>
                </a:lnTo>
                <a:lnTo>
                  <a:pt x="11951" y="3131"/>
                </a:lnTo>
                <a:moveTo>
                  <a:pt x="11765" y="3131"/>
                </a:moveTo>
                <a:lnTo>
                  <a:pt x="11649" y="3131"/>
                </a:lnTo>
                <a:lnTo>
                  <a:pt x="11649" y="3108"/>
                </a:lnTo>
                <a:lnTo>
                  <a:pt x="11765" y="3108"/>
                </a:lnTo>
                <a:lnTo>
                  <a:pt x="11765" y="3131"/>
                </a:lnTo>
                <a:moveTo>
                  <a:pt x="11579" y="3131"/>
                </a:moveTo>
                <a:lnTo>
                  <a:pt x="11463" y="3131"/>
                </a:lnTo>
                <a:lnTo>
                  <a:pt x="11463" y="3108"/>
                </a:lnTo>
                <a:lnTo>
                  <a:pt x="11579" y="3108"/>
                </a:lnTo>
                <a:lnTo>
                  <a:pt x="11579" y="3131"/>
                </a:lnTo>
                <a:moveTo>
                  <a:pt x="11394" y="3131"/>
                </a:moveTo>
                <a:lnTo>
                  <a:pt x="11277" y="3131"/>
                </a:lnTo>
                <a:lnTo>
                  <a:pt x="11277" y="3108"/>
                </a:lnTo>
                <a:lnTo>
                  <a:pt x="11394" y="3108"/>
                </a:lnTo>
                <a:lnTo>
                  <a:pt x="11394" y="3131"/>
                </a:lnTo>
                <a:moveTo>
                  <a:pt x="11208" y="3131"/>
                </a:moveTo>
                <a:lnTo>
                  <a:pt x="11092" y="3131"/>
                </a:lnTo>
                <a:lnTo>
                  <a:pt x="11092" y="3108"/>
                </a:lnTo>
                <a:lnTo>
                  <a:pt x="11208" y="3108"/>
                </a:lnTo>
                <a:lnTo>
                  <a:pt x="11208" y="3131"/>
                </a:lnTo>
                <a:moveTo>
                  <a:pt x="11022" y="3131"/>
                </a:moveTo>
                <a:lnTo>
                  <a:pt x="10906" y="3131"/>
                </a:lnTo>
                <a:lnTo>
                  <a:pt x="10906" y="3108"/>
                </a:lnTo>
                <a:lnTo>
                  <a:pt x="11022" y="3108"/>
                </a:lnTo>
                <a:lnTo>
                  <a:pt x="11022" y="3131"/>
                </a:lnTo>
                <a:moveTo>
                  <a:pt x="10836" y="3131"/>
                </a:moveTo>
                <a:lnTo>
                  <a:pt x="10720" y="3131"/>
                </a:lnTo>
                <a:lnTo>
                  <a:pt x="10720" y="3108"/>
                </a:lnTo>
                <a:lnTo>
                  <a:pt x="10836" y="3108"/>
                </a:lnTo>
                <a:lnTo>
                  <a:pt x="10836" y="3131"/>
                </a:lnTo>
                <a:moveTo>
                  <a:pt x="10650" y="3131"/>
                </a:moveTo>
                <a:lnTo>
                  <a:pt x="10534" y="3131"/>
                </a:lnTo>
                <a:lnTo>
                  <a:pt x="10534" y="3108"/>
                </a:lnTo>
                <a:lnTo>
                  <a:pt x="10650" y="3108"/>
                </a:lnTo>
                <a:lnTo>
                  <a:pt x="10650" y="3131"/>
                </a:lnTo>
                <a:moveTo>
                  <a:pt x="10465" y="3131"/>
                </a:moveTo>
                <a:lnTo>
                  <a:pt x="10348" y="3131"/>
                </a:lnTo>
                <a:lnTo>
                  <a:pt x="10348" y="3108"/>
                </a:lnTo>
                <a:lnTo>
                  <a:pt x="10465" y="3108"/>
                </a:lnTo>
                <a:lnTo>
                  <a:pt x="10465" y="3131"/>
                </a:lnTo>
                <a:moveTo>
                  <a:pt x="10279" y="3131"/>
                </a:moveTo>
                <a:lnTo>
                  <a:pt x="10163" y="3131"/>
                </a:lnTo>
                <a:lnTo>
                  <a:pt x="10163" y="3108"/>
                </a:lnTo>
                <a:lnTo>
                  <a:pt x="10279" y="3108"/>
                </a:lnTo>
                <a:lnTo>
                  <a:pt x="10279" y="3131"/>
                </a:lnTo>
                <a:moveTo>
                  <a:pt x="10093" y="3131"/>
                </a:moveTo>
                <a:lnTo>
                  <a:pt x="9977" y="3131"/>
                </a:lnTo>
                <a:lnTo>
                  <a:pt x="9977" y="3108"/>
                </a:lnTo>
                <a:lnTo>
                  <a:pt x="10093" y="3108"/>
                </a:lnTo>
                <a:lnTo>
                  <a:pt x="10093" y="3131"/>
                </a:lnTo>
                <a:moveTo>
                  <a:pt x="9907" y="3131"/>
                </a:moveTo>
                <a:lnTo>
                  <a:pt x="9791" y="3131"/>
                </a:lnTo>
                <a:lnTo>
                  <a:pt x="9791" y="3108"/>
                </a:lnTo>
                <a:lnTo>
                  <a:pt x="9907" y="3108"/>
                </a:lnTo>
                <a:lnTo>
                  <a:pt x="9907" y="3131"/>
                </a:lnTo>
                <a:moveTo>
                  <a:pt x="9721" y="3131"/>
                </a:moveTo>
                <a:lnTo>
                  <a:pt x="9605" y="3131"/>
                </a:lnTo>
                <a:lnTo>
                  <a:pt x="9605" y="3108"/>
                </a:lnTo>
                <a:lnTo>
                  <a:pt x="9721" y="3108"/>
                </a:lnTo>
                <a:lnTo>
                  <a:pt x="9721" y="3131"/>
                </a:lnTo>
                <a:moveTo>
                  <a:pt x="9536" y="3131"/>
                </a:moveTo>
                <a:lnTo>
                  <a:pt x="9419" y="3131"/>
                </a:lnTo>
                <a:lnTo>
                  <a:pt x="9419" y="3108"/>
                </a:lnTo>
                <a:lnTo>
                  <a:pt x="9536" y="3108"/>
                </a:lnTo>
                <a:lnTo>
                  <a:pt x="9536" y="3131"/>
                </a:lnTo>
                <a:moveTo>
                  <a:pt x="9350" y="3131"/>
                </a:moveTo>
                <a:lnTo>
                  <a:pt x="9234" y="3131"/>
                </a:lnTo>
                <a:lnTo>
                  <a:pt x="9234" y="3108"/>
                </a:lnTo>
                <a:lnTo>
                  <a:pt x="9350" y="3108"/>
                </a:lnTo>
                <a:lnTo>
                  <a:pt x="9350" y="3131"/>
                </a:lnTo>
                <a:moveTo>
                  <a:pt x="9164" y="3131"/>
                </a:moveTo>
                <a:lnTo>
                  <a:pt x="9048" y="3131"/>
                </a:lnTo>
                <a:lnTo>
                  <a:pt x="9048" y="3108"/>
                </a:lnTo>
                <a:lnTo>
                  <a:pt x="9164" y="3108"/>
                </a:lnTo>
                <a:lnTo>
                  <a:pt x="9164" y="3131"/>
                </a:lnTo>
                <a:moveTo>
                  <a:pt x="8978" y="3131"/>
                </a:moveTo>
                <a:lnTo>
                  <a:pt x="8862" y="3131"/>
                </a:lnTo>
                <a:lnTo>
                  <a:pt x="8862" y="3108"/>
                </a:lnTo>
                <a:lnTo>
                  <a:pt x="8978" y="3108"/>
                </a:lnTo>
                <a:lnTo>
                  <a:pt x="8978" y="3131"/>
                </a:lnTo>
                <a:moveTo>
                  <a:pt x="8792" y="3131"/>
                </a:moveTo>
                <a:lnTo>
                  <a:pt x="8676" y="3131"/>
                </a:lnTo>
                <a:lnTo>
                  <a:pt x="8676" y="3108"/>
                </a:lnTo>
                <a:lnTo>
                  <a:pt x="8792" y="3108"/>
                </a:lnTo>
                <a:lnTo>
                  <a:pt x="8792" y="3131"/>
                </a:lnTo>
                <a:moveTo>
                  <a:pt x="8606" y="3131"/>
                </a:moveTo>
                <a:lnTo>
                  <a:pt x="8490" y="3131"/>
                </a:lnTo>
                <a:lnTo>
                  <a:pt x="8490" y="3108"/>
                </a:lnTo>
                <a:lnTo>
                  <a:pt x="8606" y="3108"/>
                </a:lnTo>
                <a:lnTo>
                  <a:pt x="8606" y="3131"/>
                </a:lnTo>
                <a:moveTo>
                  <a:pt x="8421" y="3131"/>
                </a:moveTo>
                <a:lnTo>
                  <a:pt x="8305" y="3131"/>
                </a:lnTo>
                <a:lnTo>
                  <a:pt x="8305" y="3108"/>
                </a:lnTo>
                <a:lnTo>
                  <a:pt x="8421" y="3108"/>
                </a:lnTo>
                <a:lnTo>
                  <a:pt x="8421" y="3131"/>
                </a:lnTo>
                <a:moveTo>
                  <a:pt x="8235" y="3131"/>
                </a:moveTo>
                <a:lnTo>
                  <a:pt x="8119" y="3131"/>
                </a:lnTo>
                <a:lnTo>
                  <a:pt x="8119" y="3108"/>
                </a:lnTo>
                <a:lnTo>
                  <a:pt x="8235" y="3108"/>
                </a:lnTo>
                <a:lnTo>
                  <a:pt x="8235" y="3131"/>
                </a:lnTo>
                <a:moveTo>
                  <a:pt x="8049" y="3131"/>
                </a:moveTo>
                <a:lnTo>
                  <a:pt x="7933" y="3131"/>
                </a:lnTo>
                <a:lnTo>
                  <a:pt x="7933" y="3108"/>
                </a:lnTo>
                <a:lnTo>
                  <a:pt x="8049" y="3108"/>
                </a:lnTo>
                <a:lnTo>
                  <a:pt x="8049" y="3131"/>
                </a:lnTo>
                <a:moveTo>
                  <a:pt x="7863" y="3131"/>
                </a:moveTo>
                <a:lnTo>
                  <a:pt x="7747" y="3131"/>
                </a:lnTo>
                <a:lnTo>
                  <a:pt x="7747" y="3108"/>
                </a:lnTo>
                <a:lnTo>
                  <a:pt x="7863" y="3108"/>
                </a:lnTo>
                <a:lnTo>
                  <a:pt x="7863" y="3131"/>
                </a:lnTo>
                <a:moveTo>
                  <a:pt x="7677" y="3131"/>
                </a:moveTo>
                <a:lnTo>
                  <a:pt x="7561" y="3131"/>
                </a:lnTo>
                <a:lnTo>
                  <a:pt x="7561" y="3108"/>
                </a:lnTo>
                <a:lnTo>
                  <a:pt x="7677" y="3108"/>
                </a:lnTo>
                <a:lnTo>
                  <a:pt x="7677" y="3131"/>
                </a:lnTo>
                <a:moveTo>
                  <a:pt x="7492" y="3131"/>
                </a:moveTo>
                <a:lnTo>
                  <a:pt x="7375" y="3131"/>
                </a:lnTo>
                <a:lnTo>
                  <a:pt x="7375" y="3108"/>
                </a:lnTo>
                <a:lnTo>
                  <a:pt x="7492" y="3108"/>
                </a:lnTo>
                <a:lnTo>
                  <a:pt x="7492" y="3131"/>
                </a:lnTo>
                <a:moveTo>
                  <a:pt x="7306" y="3131"/>
                </a:moveTo>
                <a:lnTo>
                  <a:pt x="7190" y="3131"/>
                </a:lnTo>
                <a:lnTo>
                  <a:pt x="7190" y="3108"/>
                </a:lnTo>
                <a:lnTo>
                  <a:pt x="7306" y="3108"/>
                </a:lnTo>
                <a:lnTo>
                  <a:pt x="7306" y="3131"/>
                </a:lnTo>
                <a:moveTo>
                  <a:pt x="7120" y="3131"/>
                </a:moveTo>
                <a:lnTo>
                  <a:pt x="7004" y="3131"/>
                </a:lnTo>
                <a:lnTo>
                  <a:pt x="7004" y="3108"/>
                </a:lnTo>
                <a:lnTo>
                  <a:pt x="7120" y="3108"/>
                </a:lnTo>
                <a:lnTo>
                  <a:pt x="7120" y="3131"/>
                </a:lnTo>
                <a:moveTo>
                  <a:pt x="6934" y="3131"/>
                </a:moveTo>
                <a:lnTo>
                  <a:pt x="6818" y="3131"/>
                </a:lnTo>
                <a:lnTo>
                  <a:pt x="6818" y="3108"/>
                </a:lnTo>
                <a:lnTo>
                  <a:pt x="6934" y="3108"/>
                </a:lnTo>
                <a:lnTo>
                  <a:pt x="6934" y="3131"/>
                </a:lnTo>
                <a:moveTo>
                  <a:pt x="6748" y="3131"/>
                </a:moveTo>
                <a:lnTo>
                  <a:pt x="6632" y="3131"/>
                </a:lnTo>
                <a:lnTo>
                  <a:pt x="6632" y="3108"/>
                </a:lnTo>
                <a:lnTo>
                  <a:pt x="6748" y="3108"/>
                </a:lnTo>
                <a:lnTo>
                  <a:pt x="6748" y="3131"/>
                </a:lnTo>
                <a:moveTo>
                  <a:pt x="6563" y="3131"/>
                </a:moveTo>
                <a:lnTo>
                  <a:pt x="6446" y="3131"/>
                </a:lnTo>
                <a:lnTo>
                  <a:pt x="6446" y="3108"/>
                </a:lnTo>
                <a:lnTo>
                  <a:pt x="6563" y="3108"/>
                </a:lnTo>
                <a:lnTo>
                  <a:pt x="6563" y="3131"/>
                </a:lnTo>
                <a:moveTo>
                  <a:pt x="6377" y="3131"/>
                </a:moveTo>
                <a:lnTo>
                  <a:pt x="6261" y="3131"/>
                </a:lnTo>
                <a:lnTo>
                  <a:pt x="6261" y="3108"/>
                </a:lnTo>
                <a:lnTo>
                  <a:pt x="6377" y="3108"/>
                </a:lnTo>
                <a:lnTo>
                  <a:pt x="6377" y="3131"/>
                </a:lnTo>
                <a:moveTo>
                  <a:pt x="6191" y="3131"/>
                </a:moveTo>
                <a:lnTo>
                  <a:pt x="6075" y="3131"/>
                </a:lnTo>
                <a:lnTo>
                  <a:pt x="6075" y="3108"/>
                </a:lnTo>
                <a:lnTo>
                  <a:pt x="6191" y="3108"/>
                </a:lnTo>
                <a:lnTo>
                  <a:pt x="6191" y="3131"/>
                </a:lnTo>
                <a:moveTo>
                  <a:pt x="6005" y="3131"/>
                </a:moveTo>
                <a:lnTo>
                  <a:pt x="5889" y="3131"/>
                </a:lnTo>
                <a:lnTo>
                  <a:pt x="5889" y="3108"/>
                </a:lnTo>
                <a:lnTo>
                  <a:pt x="6005" y="3108"/>
                </a:lnTo>
                <a:lnTo>
                  <a:pt x="6005" y="3131"/>
                </a:lnTo>
                <a:moveTo>
                  <a:pt x="5819" y="3131"/>
                </a:moveTo>
                <a:lnTo>
                  <a:pt x="5703" y="3131"/>
                </a:lnTo>
                <a:lnTo>
                  <a:pt x="5703" y="3108"/>
                </a:lnTo>
                <a:lnTo>
                  <a:pt x="5819" y="3108"/>
                </a:lnTo>
                <a:lnTo>
                  <a:pt x="5819" y="3131"/>
                </a:lnTo>
                <a:moveTo>
                  <a:pt x="5634" y="3131"/>
                </a:moveTo>
                <a:lnTo>
                  <a:pt x="5517" y="3131"/>
                </a:lnTo>
                <a:lnTo>
                  <a:pt x="5517" y="3108"/>
                </a:lnTo>
                <a:lnTo>
                  <a:pt x="5634" y="3108"/>
                </a:lnTo>
                <a:lnTo>
                  <a:pt x="5634" y="3131"/>
                </a:lnTo>
                <a:moveTo>
                  <a:pt x="5448" y="3131"/>
                </a:moveTo>
                <a:lnTo>
                  <a:pt x="5332" y="3131"/>
                </a:lnTo>
                <a:lnTo>
                  <a:pt x="5332" y="3108"/>
                </a:lnTo>
                <a:lnTo>
                  <a:pt x="5448" y="3108"/>
                </a:lnTo>
                <a:lnTo>
                  <a:pt x="5448" y="3131"/>
                </a:lnTo>
                <a:moveTo>
                  <a:pt x="5262" y="3131"/>
                </a:moveTo>
                <a:lnTo>
                  <a:pt x="5146" y="3131"/>
                </a:lnTo>
                <a:lnTo>
                  <a:pt x="5146" y="3108"/>
                </a:lnTo>
                <a:lnTo>
                  <a:pt x="5262" y="3108"/>
                </a:lnTo>
                <a:lnTo>
                  <a:pt x="5262" y="3131"/>
                </a:lnTo>
                <a:moveTo>
                  <a:pt x="5076" y="3131"/>
                </a:moveTo>
                <a:lnTo>
                  <a:pt x="4960" y="3131"/>
                </a:lnTo>
                <a:lnTo>
                  <a:pt x="4960" y="3108"/>
                </a:lnTo>
                <a:lnTo>
                  <a:pt x="5076" y="3108"/>
                </a:lnTo>
                <a:lnTo>
                  <a:pt x="5076" y="3131"/>
                </a:lnTo>
                <a:moveTo>
                  <a:pt x="4890" y="3131"/>
                </a:moveTo>
                <a:lnTo>
                  <a:pt x="4773" y="3131"/>
                </a:lnTo>
                <a:lnTo>
                  <a:pt x="4773" y="3108"/>
                </a:lnTo>
                <a:lnTo>
                  <a:pt x="4890" y="3108"/>
                </a:lnTo>
                <a:lnTo>
                  <a:pt x="4890" y="3131"/>
                </a:lnTo>
                <a:moveTo>
                  <a:pt x="4704" y="3131"/>
                </a:moveTo>
                <a:lnTo>
                  <a:pt x="4587" y="3131"/>
                </a:lnTo>
                <a:lnTo>
                  <a:pt x="4587" y="3108"/>
                </a:lnTo>
                <a:lnTo>
                  <a:pt x="4704" y="3108"/>
                </a:lnTo>
                <a:lnTo>
                  <a:pt x="4704" y="3131"/>
                </a:lnTo>
                <a:moveTo>
                  <a:pt x="4518" y="3131"/>
                </a:moveTo>
                <a:lnTo>
                  <a:pt x="4402" y="3131"/>
                </a:lnTo>
                <a:lnTo>
                  <a:pt x="4402" y="3108"/>
                </a:lnTo>
                <a:lnTo>
                  <a:pt x="4518" y="3108"/>
                </a:lnTo>
                <a:lnTo>
                  <a:pt x="4518" y="3131"/>
                </a:lnTo>
                <a:moveTo>
                  <a:pt x="4332" y="3131"/>
                </a:moveTo>
                <a:lnTo>
                  <a:pt x="4216" y="3131"/>
                </a:lnTo>
                <a:lnTo>
                  <a:pt x="4216" y="3108"/>
                </a:lnTo>
                <a:lnTo>
                  <a:pt x="4332" y="3108"/>
                </a:lnTo>
                <a:lnTo>
                  <a:pt x="4332" y="3131"/>
                </a:lnTo>
                <a:moveTo>
                  <a:pt x="4146" y="3131"/>
                </a:moveTo>
                <a:lnTo>
                  <a:pt x="4030" y="3131"/>
                </a:lnTo>
                <a:lnTo>
                  <a:pt x="4030" y="3108"/>
                </a:lnTo>
                <a:lnTo>
                  <a:pt x="4146" y="3108"/>
                </a:lnTo>
                <a:lnTo>
                  <a:pt x="4146" y="3131"/>
                </a:lnTo>
                <a:moveTo>
                  <a:pt x="3960" y="3131"/>
                </a:moveTo>
                <a:lnTo>
                  <a:pt x="3844" y="3131"/>
                </a:lnTo>
                <a:lnTo>
                  <a:pt x="3844" y="3108"/>
                </a:lnTo>
                <a:lnTo>
                  <a:pt x="3960" y="3108"/>
                </a:lnTo>
                <a:lnTo>
                  <a:pt x="3960" y="3131"/>
                </a:lnTo>
                <a:moveTo>
                  <a:pt x="3774" y="3131"/>
                </a:moveTo>
                <a:lnTo>
                  <a:pt x="3658" y="3131"/>
                </a:lnTo>
                <a:lnTo>
                  <a:pt x="3658" y="3108"/>
                </a:lnTo>
                <a:lnTo>
                  <a:pt x="3774" y="3108"/>
                </a:lnTo>
                <a:lnTo>
                  <a:pt x="3774" y="3131"/>
                </a:lnTo>
                <a:moveTo>
                  <a:pt x="3589" y="3131"/>
                </a:moveTo>
                <a:lnTo>
                  <a:pt x="3473" y="3131"/>
                </a:lnTo>
                <a:lnTo>
                  <a:pt x="3473" y="3108"/>
                </a:lnTo>
                <a:lnTo>
                  <a:pt x="3589" y="3108"/>
                </a:lnTo>
                <a:lnTo>
                  <a:pt x="3589" y="3131"/>
                </a:lnTo>
                <a:moveTo>
                  <a:pt x="3403" y="3131"/>
                </a:moveTo>
                <a:lnTo>
                  <a:pt x="3287" y="3131"/>
                </a:lnTo>
                <a:lnTo>
                  <a:pt x="3287" y="3108"/>
                </a:lnTo>
                <a:lnTo>
                  <a:pt x="3403" y="3108"/>
                </a:lnTo>
                <a:lnTo>
                  <a:pt x="3403" y="3131"/>
                </a:lnTo>
                <a:moveTo>
                  <a:pt x="3217" y="3131"/>
                </a:moveTo>
                <a:lnTo>
                  <a:pt x="3101" y="3131"/>
                </a:lnTo>
                <a:lnTo>
                  <a:pt x="3101" y="3108"/>
                </a:lnTo>
                <a:lnTo>
                  <a:pt x="3217" y="3108"/>
                </a:lnTo>
                <a:lnTo>
                  <a:pt x="3217" y="3131"/>
                </a:lnTo>
                <a:moveTo>
                  <a:pt x="3031" y="3131"/>
                </a:moveTo>
                <a:lnTo>
                  <a:pt x="2915" y="3131"/>
                </a:lnTo>
                <a:lnTo>
                  <a:pt x="2915" y="3108"/>
                </a:lnTo>
                <a:lnTo>
                  <a:pt x="3031" y="3108"/>
                </a:lnTo>
                <a:lnTo>
                  <a:pt x="3031" y="3131"/>
                </a:lnTo>
                <a:moveTo>
                  <a:pt x="2845" y="3131"/>
                </a:moveTo>
                <a:lnTo>
                  <a:pt x="2729" y="3131"/>
                </a:lnTo>
                <a:lnTo>
                  <a:pt x="2729" y="3108"/>
                </a:lnTo>
                <a:lnTo>
                  <a:pt x="2845" y="3108"/>
                </a:lnTo>
                <a:lnTo>
                  <a:pt x="2845" y="3131"/>
                </a:lnTo>
                <a:moveTo>
                  <a:pt x="2660" y="3131"/>
                </a:moveTo>
                <a:lnTo>
                  <a:pt x="2544" y="3131"/>
                </a:lnTo>
                <a:lnTo>
                  <a:pt x="2544" y="3108"/>
                </a:lnTo>
                <a:lnTo>
                  <a:pt x="2660" y="3108"/>
                </a:lnTo>
                <a:lnTo>
                  <a:pt x="2660" y="3131"/>
                </a:lnTo>
                <a:moveTo>
                  <a:pt x="2474" y="3131"/>
                </a:moveTo>
                <a:lnTo>
                  <a:pt x="2358" y="3131"/>
                </a:lnTo>
                <a:lnTo>
                  <a:pt x="2358" y="3108"/>
                </a:lnTo>
                <a:lnTo>
                  <a:pt x="2474" y="3108"/>
                </a:lnTo>
                <a:lnTo>
                  <a:pt x="2474" y="3131"/>
                </a:lnTo>
                <a:moveTo>
                  <a:pt x="2288" y="3131"/>
                </a:moveTo>
                <a:lnTo>
                  <a:pt x="2172" y="3131"/>
                </a:lnTo>
                <a:lnTo>
                  <a:pt x="2172" y="3108"/>
                </a:lnTo>
                <a:lnTo>
                  <a:pt x="2288" y="3108"/>
                </a:lnTo>
                <a:lnTo>
                  <a:pt x="2288" y="3131"/>
                </a:lnTo>
                <a:moveTo>
                  <a:pt x="2102" y="3131"/>
                </a:moveTo>
                <a:lnTo>
                  <a:pt x="1986" y="3131"/>
                </a:lnTo>
                <a:lnTo>
                  <a:pt x="1986" y="3108"/>
                </a:lnTo>
                <a:lnTo>
                  <a:pt x="2102" y="3108"/>
                </a:lnTo>
                <a:lnTo>
                  <a:pt x="2102" y="3131"/>
                </a:lnTo>
                <a:moveTo>
                  <a:pt x="1916" y="3131"/>
                </a:moveTo>
                <a:lnTo>
                  <a:pt x="1800" y="3131"/>
                </a:lnTo>
                <a:lnTo>
                  <a:pt x="1800" y="3108"/>
                </a:lnTo>
                <a:lnTo>
                  <a:pt x="1916" y="3108"/>
                </a:lnTo>
                <a:lnTo>
                  <a:pt x="1916" y="3131"/>
                </a:lnTo>
                <a:moveTo>
                  <a:pt x="1731" y="3131"/>
                </a:moveTo>
                <a:lnTo>
                  <a:pt x="1614" y="3131"/>
                </a:lnTo>
                <a:lnTo>
                  <a:pt x="1614" y="3108"/>
                </a:lnTo>
                <a:lnTo>
                  <a:pt x="1731" y="3108"/>
                </a:lnTo>
                <a:lnTo>
                  <a:pt x="1731" y="3131"/>
                </a:lnTo>
                <a:moveTo>
                  <a:pt x="1545" y="3131"/>
                </a:moveTo>
                <a:lnTo>
                  <a:pt x="1429" y="3131"/>
                </a:lnTo>
                <a:lnTo>
                  <a:pt x="1429" y="3108"/>
                </a:lnTo>
                <a:lnTo>
                  <a:pt x="1545" y="3108"/>
                </a:lnTo>
                <a:lnTo>
                  <a:pt x="1545" y="3131"/>
                </a:lnTo>
                <a:moveTo>
                  <a:pt x="1359" y="3131"/>
                </a:moveTo>
                <a:lnTo>
                  <a:pt x="1243" y="3131"/>
                </a:lnTo>
                <a:lnTo>
                  <a:pt x="1243" y="3108"/>
                </a:lnTo>
                <a:lnTo>
                  <a:pt x="1359" y="3108"/>
                </a:lnTo>
                <a:lnTo>
                  <a:pt x="1359" y="3131"/>
                </a:lnTo>
                <a:moveTo>
                  <a:pt x="1173" y="3131"/>
                </a:moveTo>
                <a:lnTo>
                  <a:pt x="1057" y="3131"/>
                </a:lnTo>
                <a:lnTo>
                  <a:pt x="1057" y="3108"/>
                </a:lnTo>
                <a:lnTo>
                  <a:pt x="1173" y="3108"/>
                </a:lnTo>
                <a:lnTo>
                  <a:pt x="1173" y="3131"/>
                </a:lnTo>
                <a:moveTo>
                  <a:pt x="987" y="3131"/>
                </a:moveTo>
                <a:lnTo>
                  <a:pt x="871" y="3131"/>
                </a:lnTo>
                <a:lnTo>
                  <a:pt x="871" y="3108"/>
                </a:lnTo>
                <a:lnTo>
                  <a:pt x="987" y="3108"/>
                </a:lnTo>
                <a:lnTo>
                  <a:pt x="987" y="3131"/>
                </a:lnTo>
                <a:moveTo>
                  <a:pt x="802" y="3131"/>
                </a:moveTo>
                <a:lnTo>
                  <a:pt x="685" y="3131"/>
                </a:lnTo>
                <a:lnTo>
                  <a:pt x="685" y="3108"/>
                </a:lnTo>
                <a:lnTo>
                  <a:pt x="802" y="3108"/>
                </a:lnTo>
                <a:lnTo>
                  <a:pt x="802" y="3131"/>
                </a:lnTo>
                <a:moveTo>
                  <a:pt x="616" y="3131"/>
                </a:moveTo>
                <a:lnTo>
                  <a:pt x="500" y="3131"/>
                </a:lnTo>
                <a:lnTo>
                  <a:pt x="500" y="3108"/>
                </a:lnTo>
                <a:lnTo>
                  <a:pt x="616" y="3108"/>
                </a:lnTo>
                <a:lnTo>
                  <a:pt x="616" y="3131"/>
                </a:lnTo>
                <a:moveTo>
                  <a:pt x="430" y="3131"/>
                </a:moveTo>
                <a:lnTo>
                  <a:pt x="314" y="3131"/>
                </a:lnTo>
                <a:lnTo>
                  <a:pt x="314" y="3108"/>
                </a:lnTo>
                <a:lnTo>
                  <a:pt x="430" y="3108"/>
                </a:lnTo>
                <a:lnTo>
                  <a:pt x="430" y="3131"/>
                </a:lnTo>
                <a:moveTo>
                  <a:pt x="244" y="3131"/>
                </a:moveTo>
                <a:lnTo>
                  <a:pt x="128" y="3131"/>
                </a:lnTo>
                <a:lnTo>
                  <a:pt x="128" y="3108"/>
                </a:lnTo>
                <a:lnTo>
                  <a:pt x="244" y="3108"/>
                </a:lnTo>
                <a:lnTo>
                  <a:pt x="244" y="3131"/>
                </a:lnTo>
                <a:moveTo>
                  <a:pt x="58" y="3131"/>
                </a:moveTo>
                <a:lnTo>
                  <a:pt x="0" y="3131"/>
                </a:lnTo>
                <a:lnTo>
                  <a:pt x="0" y="3050"/>
                </a:lnTo>
                <a:lnTo>
                  <a:pt x="24" y="3050"/>
                </a:lnTo>
                <a:lnTo>
                  <a:pt x="24" y="3119"/>
                </a:lnTo>
                <a:lnTo>
                  <a:pt x="12" y="3119"/>
                </a:lnTo>
                <a:lnTo>
                  <a:pt x="12" y="3108"/>
                </a:lnTo>
                <a:lnTo>
                  <a:pt x="58" y="3108"/>
                </a:lnTo>
                <a:lnTo>
                  <a:pt x="58" y="3131"/>
                </a:lnTo>
                <a:moveTo>
                  <a:pt x="0" y="2980"/>
                </a:moveTo>
                <a:lnTo>
                  <a:pt x="0" y="2864"/>
                </a:lnTo>
                <a:lnTo>
                  <a:pt x="24" y="2864"/>
                </a:lnTo>
                <a:lnTo>
                  <a:pt x="24" y="2980"/>
                </a:lnTo>
                <a:lnTo>
                  <a:pt x="0" y="2980"/>
                </a:lnTo>
                <a:moveTo>
                  <a:pt x="0" y="2795"/>
                </a:moveTo>
                <a:lnTo>
                  <a:pt x="0" y="2679"/>
                </a:lnTo>
                <a:lnTo>
                  <a:pt x="24" y="2679"/>
                </a:lnTo>
                <a:lnTo>
                  <a:pt x="24" y="2795"/>
                </a:lnTo>
                <a:lnTo>
                  <a:pt x="0" y="2795"/>
                </a:lnTo>
                <a:moveTo>
                  <a:pt x="0" y="2609"/>
                </a:moveTo>
                <a:lnTo>
                  <a:pt x="0" y="2493"/>
                </a:lnTo>
                <a:lnTo>
                  <a:pt x="24" y="2493"/>
                </a:lnTo>
                <a:lnTo>
                  <a:pt x="24" y="2609"/>
                </a:lnTo>
                <a:lnTo>
                  <a:pt x="0" y="2609"/>
                </a:lnTo>
                <a:moveTo>
                  <a:pt x="0" y="2424"/>
                </a:moveTo>
                <a:lnTo>
                  <a:pt x="0" y="2308"/>
                </a:lnTo>
                <a:lnTo>
                  <a:pt x="24" y="2308"/>
                </a:lnTo>
                <a:lnTo>
                  <a:pt x="24" y="2424"/>
                </a:lnTo>
                <a:lnTo>
                  <a:pt x="0" y="2424"/>
                </a:lnTo>
                <a:moveTo>
                  <a:pt x="0" y="2238"/>
                </a:moveTo>
                <a:lnTo>
                  <a:pt x="0" y="2122"/>
                </a:lnTo>
                <a:lnTo>
                  <a:pt x="24" y="2122"/>
                </a:lnTo>
                <a:lnTo>
                  <a:pt x="24" y="2238"/>
                </a:lnTo>
                <a:lnTo>
                  <a:pt x="0" y="2238"/>
                </a:lnTo>
                <a:moveTo>
                  <a:pt x="0" y="2053"/>
                </a:moveTo>
                <a:lnTo>
                  <a:pt x="0" y="1937"/>
                </a:lnTo>
                <a:lnTo>
                  <a:pt x="24" y="1937"/>
                </a:lnTo>
                <a:lnTo>
                  <a:pt x="24" y="2053"/>
                </a:lnTo>
                <a:lnTo>
                  <a:pt x="0" y="2053"/>
                </a:lnTo>
                <a:moveTo>
                  <a:pt x="0" y="1866"/>
                </a:moveTo>
                <a:lnTo>
                  <a:pt x="0" y="1750"/>
                </a:lnTo>
                <a:lnTo>
                  <a:pt x="24" y="1750"/>
                </a:lnTo>
                <a:lnTo>
                  <a:pt x="24" y="1866"/>
                </a:lnTo>
                <a:lnTo>
                  <a:pt x="0" y="1866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5"/>
                </a:moveTo>
                <a:lnTo>
                  <a:pt x="0" y="1379"/>
                </a:lnTo>
                <a:lnTo>
                  <a:pt x="24" y="1379"/>
                </a:lnTo>
                <a:lnTo>
                  <a:pt x="24" y="1495"/>
                </a:lnTo>
                <a:lnTo>
                  <a:pt x="0" y="1495"/>
                </a:lnTo>
                <a:moveTo>
                  <a:pt x="0" y="1310"/>
                </a:moveTo>
                <a:lnTo>
                  <a:pt x="0" y="1194"/>
                </a:lnTo>
                <a:lnTo>
                  <a:pt x="24" y="1194"/>
                </a:lnTo>
                <a:lnTo>
                  <a:pt x="24" y="1310"/>
                </a:lnTo>
                <a:lnTo>
                  <a:pt x="0" y="1310"/>
                </a:lnTo>
                <a:moveTo>
                  <a:pt x="0" y="1124"/>
                </a:moveTo>
                <a:lnTo>
                  <a:pt x="0" y="1009"/>
                </a:lnTo>
                <a:lnTo>
                  <a:pt x="24" y="1009"/>
                </a:lnTo>
                <a:lnTo>
                  <a:pt x="24" y="1124"/>
                </a:lnTo>
                <a:lnTo>
                  <a:pt x="0" y="1124"/>
                </a:lnTo>
                <a:moveTo>
                  <a:pt x="0" y="939"/>
                </a:moveTo>
                <a:lnTo>
                  <a:pt x="0" y="823"/>
                </a:lnTo>
                <a:lnTo>
                  <a:pt x="24" y="823"/>
                </a:lnTo>
                <a:lnTo>
                  <a:pt x="24" y="939"/>
                </a:lnTo>
                <a:lnTo>
                  <a:pt x="0" y="939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8"/>
                </a:moveTo>
                <a:lnTo>
                  <a:pt x="0" y="452"/>
                </a:lnTo>
                <a:lnTo>
                  <a:pt x="24" y="452"/>
                </a:lnTo>
                <a:lnTo>
                  <a:pt x="24" y="568"/>
                </a:lnTo>
                <a:lnTo>
                  <a:pt x="0" y="568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4" y="81"/>
                </a:lnTo>
                <a:lnTo>
                  <a:pt x="24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9" name=""/>
          <p:cNvSpPr/>
          <p:nvPr/>
        </p:nvSpPr>
        <p:spPr>
          <a:xfrm>
            <a:off x="5691240" y="10728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0" name=""/>
          <p:cNvSpPr/>
          <p:nvPr/>
        </p:nvSpPr>
        <p:spPr>
          <a:xfrm>
            <a:off x="5691240" y="11019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1" name=""/>
          <p:cNvSpPr txBox="1"/>
          <p:nvPr/>
        </p:nvSpPr>
        <p:spPr>
          <a:xfrm>
            <a:off x="457200" y="61776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3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2" name=""/>
          <p:cNvSpPr txBox="1"/>
          <p:nvPr/>
        </p:nvSpPr>
        <p:spPr>
          <a:xfrm>
            <a:off x="875160" y="1063440"/>
            <a:ext cx="1608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3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5607720" y="156528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6" name=""/>
          <p:cNvSpPr/>
          <p:nvPr/>
        </p:nvSpPr>
        <p:spPr>
          <a:xfrm>
            <a:off x="5607720" y="159444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7" name=""/>
          <p:cNvSpPr txBox="1"/>
          <p:nvPr/>
        </p:nvSpPr>
        <p:spPr>
          <a:xfrm>
            <a:off x="875160" y="1198440"/>
            <a:ext cx="2661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8" name=""/>
          <p:cNvSpPr txBox="1"/>
          <p:nvPr/>
        </p:nvSpPr>
        <p:spPr>
          <a:xfrm>
            <a:off x="992520" y="1555920"/>
            <a:ext cx="1387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9" name=""/>
          <p:cNvSpPr txBox="1"/>
          <p:nvPr/>
        </p:nvSpPr>
        <p:spPr>
          <a:xfrm>
            <a:off x="992520" y="1690560"/>
            <a:ext cx="225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0" name=""/>
          <p:cNvSpPr txBox="1"/>
          <p:nvPr/>
        </p:nvSpPr>
        <p:spPr>
          <a:xfrm>
            <a:off x="992520" y="184788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1" name=""/>
          <p:cNvSpPr/>
          <p:nvPr/>
        </p:nvSpPr>
        <p:spPr>
          <a:xfrm>
            <a:off x="791640" y="2358000"/>
            <a:ext cx="4866480" cy="684720"/>
          </a:xfrm>
          <a:custGeom>
            <a:avLst/>
            <a:gdLst/>
            <a:ahLst/>
            <a:rect l="0" t="0" r="r" b="b"/>
            <a:pathLst>
              <a:path w="13518" h="1902">
                <a:moveTo>
                  <a:pt x="0" y="0"/>
                </a:moveTo>
                <a:lnTo>
                  <a:pt x="13518" y="0"/>
                </a:lnTo>
                <a:lnTo>
                  <a:pt x="13518" y="1902"/>
                </a:lnTo>
                <a:lnTo>
                  <a:pt x="0" y="190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787320" y="2354040"/>
            <a:ext cx="4875120" cy="693000"/>
          </a:xfrm>
          <a:custGeom>
            <a:avLst/>
            <a:gdLst/>
            <a:ahLst/>
            <a:rect l="0" t="0" r="r" b="b"/>
            <a:pathLst>
              <a:path w="13542" h="1925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8" y="0"/>
                </a:lnTo>
                <a:lnTo>
                  <a:pt x="4588" y="23"/>
                </a:lnTo>
                <a:lnTo>
                  <a:pt x="4471" y="23"/>
                </a:lnTo>
                <a:lnTo>
                  <a:pt x="4471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42" y="58"/>
                </a:moveTo>
                <a:lnTo>
                  <a:pt x="13542" y="173"/>
                </a:lnTo>
                <a:lnTo>
                  <a:pt x="13519" y="173"/>
                </a:lnTo>
                <a:lnTo>
                  <a:pt x="13519" y="58"/>
                </a:lnTo>
                <a:lnTo>
                  <a:pt x="13542" y="58"/>
                </a:lnTo>
                <a:moveTo>
                  <a:pt x="13542" y="244"/>
                </a:moveTo>
                <a:lnTo>
                  <a:pt x="13542" y="360"/>
                </a:lnTo>
                <a:lnTo>
                  <a:pt x="13519" y="360"/>
                </a:lnTo>
                <a:lnTo>
                  <a:pt x="13519" y="244"/>
                </a:lnTo>
                <a:lnTo>
                  <a:pt x="13542" y="244"/>
                </a:lnTo>
                <a:moveTo>
                  <a:pt x="13542" y="429"/>
                </a:moveTo>
                <a:lnTo>
                  <a:pt x="13542" y="545"/>
                </a:lnTo>
                <a:lnTo>
                  <a:pt x="13519" y="545"/>
                </a:lnTo>
                <a:lnTo>
                  <a:pt x="13519" y="429"/>
                </a:lnTo>
                <a:lnTo>
                  <a:pt x="13542" y="429"/>
                </a:lnTo>
                <a:moveTo>
                  <a:pt x="13542" y="615"/>
                </a:moveTo>
                <a:lnTo>
                  <a:pt x="13542" y="731"/>
                </a:lnTo>
                <a:lnTo>
                  <a:pt x="13519" y="731"/>
                </a:lnTo>
                <a:lnTo>
                  <a:pt x="13519" y="615"/>
                </a:lnTo>
                <a:lnTo>
                  <a:pt x="13542" y="615"/>
                </a:lnTo>
                <a:moveTo>
                  <a:pt x="13542" y="800"/>
                </a:moveTo>
                <a:lnTo>
                  <a:pt x="13542" y="916"/>
                </a:lnTo>
                <a:lnTo>
                  <a:pt x="13519" y="916"/>
                </a:lnTo>
                <a:lnTo>
                  <a:pt x="13519" y="800"/>
                </a:lnTo>
                <a:lnTo>
                  <a:pt x="13542" y="800"/>
                </a:lnTo>
                <a:moveTo>
                  <a:pt x="13542" y="986"/>
                </a:moveTo>
                <a:lnTo>
                  <a:pt x="13542" y="1102"/>
                </a:lnTo>
                <a:lnTo>
                  <a:pt x="13519" y="1102"/>
                </a:lnTo>
                <a:lnTo>
                  <a:pt x="13519" y="986"/>
                </a:lnTo>
                <a:lnTo>
                  <a:pt x="13542" y="986"/>
                </a:lnTo>
                <a:moveTo>
                  <a:pt x="13542" y="1171"/>
                </a:moveTo>
                <a:lnTo>
                  <a:pt x="13542" y="1287"/>
                </a:lnTo>
                <a:lnTo>
                  <a:pt x="13519" y="1287"/>
                </a:lnTo>
                <a:lnTo>
                  <a:pt x="13519" y="1171"/>
                </a:lnTo>
                <a:lnTo>
                  <a:pt x="13542" y="1171"/>
                </a:lnTo>
                <a:moveTo>
                  <a:pt x="13542" y="1357"/>
                </a:moveTo>
                <a:lnTo>
                  <a:pt x="13542" y="1473"/>
                </a:lnTo>
                <a:lnTo>
                  <a:pt x="13519" y="1473"/>
                </a:lnTo>
                <a:lnTo>
                  <a:pt x="13519" y="1357"/>
                </a:lnTo>
                <a:lnTo>
                  <a:pt x="13542" y="1357"/>
                </a:lnTo>
                <a:moveTo>
                  <a:pt x="13542" y="1542"/>
                </a:moveTo>
                <a:lnTo>
                  <a:pt x="13542" y="1658"/>
                </a:lnTo>
                <a:lnTo>
                  <a:pt x="13519" y="1658"/>
                </a:lnTo>
                <a:lnTo>
                  <a:pt x="13519" y="1542"/>
                </a:lnTo>
                <a:lnTo>
                  <a:pt x="13542" y="1542"/>
                </a:lnTo>
                <a:moveTo>
                  <a:pt x="13542" y="1728"/>
                </a:moveTo>
                <a:lnTo>
                  <a:pt x="13542" y="1844"/>
                </a:lnTo>
                <a:lnTo>
                  <a:pt x="13519" y="1844"/>
                </a:lnTo>
                <a:lnTo>
                  <a:pt x="13519" y="1728"/>
                </a:lnTo>
                <a:lnTo>
                  <a:pt x="13542" y="1728"/>
                </a:lnTo>
                <a:moveTo>
                  <a:pt x="13530" y="1925"/>
                </a:moveTo>
                <a:lnTo>
                  <a:pt x="13414" y="1925"/>
                </a:lnTo>
                <a:lnTo>
                  <a:pt x="13414" y="1902"/>
                </a:lnTo>
                <a:lnTo>
                  <a:pt x="13530" y="1902"/>
                </a:lnTo>
                <a:lnTo>
                  <a:pt x="13530" y="1925"/>
                </a:lnTo>
                <a:moveTo>
                  <a:pt x="13345" y="1925"/>
                </a:moveTo>
                <a:lnTo>
                  <a:pt x="13228" y="1925"/>
                </a:lnTo>
                <a:lnTo>
                  <a:pt x="13228" y="1902"/>
                </a:lnTo>
                <a:lnTo>
                  <a:pt x="13345" y="1902"/>
                </a:lnTo>
                <a:lnTo>
                  <a:pt x="13345" y="1925"/>
                </a:lnTo>
                <a:moveTo>
                  <a:pt x="13159" y="1925"/>
                </a:moveTo>
                <a:lnTo>
                  <a:pt x="13043" y="1925"/>
                </a:lnTo>
                <a:lnTo>
                  <a:pt x="13043" y="1902"/>
                </a:lnTo>
                <a:lnTo>
                  <a:pt x="13159" y="1902"/>
                </a:lnTo>
                <a:lnTo>
                  <a:pt x="13159" y="1925"/>
                </a:lnTo>
                <a:moveTo>
                  <a:pt x="12973" y="1925"/>
                </a:moveTo>
                <a:lnTo>
                  <a:pt x="12857" y="1925"/>
                </a:lnTo>
                <a:lnTo>
                  <a:pt x="12857" y="1902"/>
                </a:lnTo>
                <a:lnTo>
                  <a:pt x="12973" y="1902"/>
                </a:lnTo>
                <a:lnTo>
                  <a:pt x="12973" y="1925"/>
                </a:lnTo>
                <a:moveTo>
                  <a:pt x="12787" y="1925"/>
                </a:moveTo>
                <a:lnTo>
                  <a:pt x="12671" y="1925"/>
                </a:lnTo>
                <a:lnTo>
                  <a:pt x="12671" y="1902"/>
                </a:lnTo>
                <a:lnTo>
                  <a:pt x="12787" y="1902"/>
                </a:lnTo>
                <a:lnTo>
                  <a:pt x="12787" y="1925"/>
                </a:lnTo>
                <a:moveTo>
                  <a:pt x="12601" y="1925"/>
                </a:moveTo>
                <a:lnTo>
                  <a:pt x="12485" y="1925"/>
                </a:lnTo>
                <a:lnTo>
                  <a:pt x="12485" y="1902"/>
                </a:lnTo>
                <a:lnTo>
                  <a:pt x="12601" y="1902"/>
                </a:lnTo>
                <a:lnTo>
                  <a:pt x="12601" y="1925"/>
                </a:lnTo>
                <a:moveTo>
                  <a:pt x="12416" y="1925"/>
                </a:moveTo>
                <a:lnTo>
                  <a:pt x="12299" y="1925"/>
                </a:lnTo>
                <a:lnTo>
                  <a:pt x="12299" y="1902"/>
                </a:lnTo>
                <a:lnTo>
                  <a:pt x="12416" y="1902"/>
                </a:lnTo>
                <a:lnTo>
                  <a:pt x="12416" y="1925"/>
                </a:lnTo>
                <a:moveTo>
                  <a:pt x="12230" y="1925"/>
                </a:moveTo>
                <a:lnTo>
                  <a:pt x="12114" y="1925"/>
                </a:lnTo>
                <a:lnTo>
                  <a:pt x="12114" y="1902"/>
                </a:lnTo>
                <a:lnTo>
                  <a:pt x="12230" y="1902"/>
                </a:lnTo>
                <a:lnTo>
                  <a:pt x="12230" y="1925"/>
                </a:lnTo>
                <a:moveTo>
                  <a:pt x="12044" y="1925"/>
                </a:moveTo>
                <a:lnTo>
                  <a:pt x="11928" y="1925"/>
                </a:lnTo>
                <a:lnTo>
                  <a:pt x="11928" y="1902"/>
                </a:lnTo>
                <a:lnTo>
                  <a:pt x="12044" y="1902"/>
                </a:lnTo>
                <a:lnTo>
                  <a:pt x="12044" y="1925"/>
                </a:lnTo>
                <a:moveTo>
                  <a:pt x="11858" y="1925"/>
                </a:moveTo>
                <a:lnTo>
                  <a:pt x="11742" y="1925"/>
                </a:lnTo>
                <a:lnTo>
                  <a:pt x="11742" y="1902"/>
                </a:lnTo>
                <a:lnTo>
                  <a:pt x="11858" y="1902"/>
                </a:lnTo>
                <a:lnTo>
                  <a:pt x="11858" y="1925"/>
                </a:lnTo>
                <a:moveTo>
                  <a:pt x="11672" y="1925"/>
                </a:moveTo>
                <a:lnTo>
                  <a:pt x="11556" y="1925"/>
                </a:lnTo>
                <a:lnTo>
                  <a:pt x="11556" y="1902"/>
                </a:lnTo>
                <a:lnTo>
                  <a:pt x="11672" y="1902"/>
                </a:lnTo>
                <a:lnTo>
                  <a:pt x="11672" y="1925"/>
                </a:lnTo>
                <a:moveTo>
                  <a:pt x="11486" y="1925"/>
                </a:moveTo>
                <a:lnTo>
                  <a:pt x="11370" y="1925"/>
                </a:lnTo>
                <a:lnTo>
                  <a:pt x="11370" y="1902"/>
                </a:lnTo>
                <a:lnTo>
                  <a:pt x="11486" y="1902"/>
                </a:lnTo>
                <a:lnTo>
                  <a:pt x="11486" y="1925"/>
                </a:lnTo>
                <a:moveTo>
                  <a:pt x="11301" y="1925"/>
                </a:moveTo>
                <a:lnTo>
                  <a:pt x="11185" y="1925"/>
                </a:lnTo>
                <a:lnTo>
                  <a:pt x="11185" y="1902"/>
                </a:lnTo>
                <a:lnTo>
                  <a:pt x="11301" y="1902"/>
                </a:lnTo>
                <a:lnTo>
                  <a:pt x="11301" y="1925"/>
                </a:lnTo>
                <a:moveTo>
                  <a:pt x="11115" y="1925"/>
                </a:moveTo>
                <a:lnTo>
                  <a:pt x="10999" y="1925"/>
                </a:lnTo>
                <a:lnTo>
                  <a:pt x="10999" y="1902"/>
                </a:lnTo>
                <a:lnTo>
                  <a:pt x="11115" y="1902"/>
                </a:lnTo>
                <a:lnTo>
                  <a:pt x="11115" y="1925"/>
                </a:lnTo>
                <a:moveTo>
                  <a:pt x="10929" y="1925"/>
                </a:moveTo>
                <a:lnTo>
                  <a:pt x="10813" y="1925"/>
                </a:lnTo>
                <a:lnTo>
                  <a:pt x="10813" y="1902"/>
                </a:lnTo>
                <a:lnTo>
                  <a:pt x="10929" y="1902"/>
                </a:lnTo>
                <a:lnTo>
                  <a:pt x="10929" y="1925"/>
                </a:lnTo>
                <a:moveTo>
                  <a:pt x="10743" y="1925"/>
                </a:moveTo>
                <a:lnTo>
                  <a:pt x="10627" y="1925"/>
                </a:lnTo>
                <a:lnTo>
                  <a:pt x="10627" y="1902"/>
                </a:lnTo>
                <a:lnTo>
                  <a:pt x="10743" y="1902"/>
                </a:lnTo>
                <a:lnTo>
                  <a:pt x="10743" y="1925"/>
                </a:lnTo>
                <a:moveTo>
                  <a:pt x="10557" y="1925"/>
                </a:moveTo>
                <a:lnTo>
                  <a:pt x="10441" y="1925"/>
                </a:lnTo>
                <a:lnTo>
                  <a:pt x="10441" y="1902"/>
                </a:lnTo>
                <a:lnTo>
                  <a:pt x="10557" y="1902"/>
                </a:lnTo>
                <a:lnTo>
                  <a:pt x="10557" y="1925"/>
                </a:lnTo>
                <a:moveTo>
                  <a:pt x="10372" y="1925"/>
                </a:moveTo>
                <a:lnTo>
                  <a:pt x="10256" y="1925"/>
                </a:lnTo>
                <a:lnTo>
                  <a:pt x="10256" y="1902"/>
                </a:lnTo>
                <a:lnTo>
                  <a:pt x="10372" y="1902"/>
                </a:lnTo>
                <a:lnTo>
                  <a:pt x="10372" y="1925"/>
                </a:lnTo>
                <a:moveTo>
                  <a:pt x="10186" y="1925"/>
                </a:moveTo>
                <a:lnTo>
                  <a:pt x="10070" y="1925"/>
                </a:lnTo>
                <a:lnTo>
                  <a:pt x="10070" y="1902"/>
                </a:lnTo>
                <a:lnTo>
                  <a:pt x="10186" y="1902"/>
                </a:lnTo>
                <a:lnTo>
                  <a:pt x="10186" y="1925"/>
                </a:lnTo>
                <a:moveTo>
                  <a:pt x="10000" y="1925"/>
                </a:moveTo>
                <a:lnTo>
                  <a:pt x="9884" y="1925"/>
                </a:lnTo>
                <a:lnTo>
                  <a:pt x="9884" y="1902"/>
                </a:lnTo>
                <a:lnTo>
                  <a:pt x="10000" y="1902"/>
                </a:lnTo>
                <a:lnTo>
                  <a:pt x="10000" y="1925"/>
                </a:lnTo>
                <a:moveTo>
                  <a:pt x="9814" y="1925"/>
                </a:moveTo>
                <a:lnTo>
                  <a:pt x="9698" y="1925"/>
                </a:lnTo>
                <a:lnTo>
                  <a:pt x="9698" y="1902"/>
                </a:lnTo>
                <a:lnTo>
                  <a:pt x="9814" y="1902"/>
                </a:lnTo>
                <a:lnTo>
                  <a:pt x="9814" y="1925"/>
                </a:lnTo>
                <a:moveTo>
                  <a:pt x="9628" y="1925"/>
                </a:moveTo>
                <a:lnTo>
                  <a:pt x="9512" y="1925"/>
                </a:lnTo>
                <a:lnTo>
                  <a:pt x="9512" y="1902"/>
                </a:lnTo>
                <a:lnTo>
                  <a:pt x="9628" y="1902"/>
                </a:lnTo>
                <a:lnTo>
                  <a:pt x="9628" y="1925"/>
                </a:lnTo>
                <a:moveTo>
                  <a:pt x="9443" y="1925"/>
                </a:moveTo>
                <a:lnTo>
                  <a:pt x="9326" y="1925"/>
                </a:lnTo>
                <a:lnTo>
                  <a:pt x="9326" y="1902"/>
                </a:lnTo>
                <a:lnTo>
                  <a:pt x="9443" y="1902"/>
                </a:lnTo>
                <a:lnTo>
                  <a:pt x="9443" y="1925"/>
                </a:lnTo>
                <a:moveTo>
                  <a:pt x="9257" y="1925"/>
                </a:moveTo>
                <a:lnTo>
                  <a:pt x="9141" y="1925"/>
                </a:lnTo>
                <a:lnTo>
                  <a:pt x="9141" y="1902"/>
                </a:lnTo>
                <a:lnTo>
                  <a:pt x="9257" y="1902"/>
                </a:lnTo>
                <a:lnTo>
                  <a:pt x="9257" y="1925"/>
                </a:lnTo>
                <a:moveTo>
                  <a:pt x="9071" y="1925"/>
                </a:moveTo>
                <a:lnTo>
                  <a:pt x="8955" y="1925"/>
                </a:lnTo>
                <a:lnTo>
                  <a:pt x="8955" y="1902"/>
                </a:lnTo>
                <a:lnTo>
                  <a:pt x="9071" y="1902"/>
                </a:lnTo>
                <a:lnTo>
                  <a:pt x="9071" y="1925"/>
                </a:lnTo>
                <a:moveTo>
                  <a:pt x="8885" y="1925"/>
                </a:moveTo>
                <a:lnTo>
                  <a:pt x="8769" y="1925"/>
                </a:lnTo>
                <a:lnTo>
                  <a:pt x="8769" y="1902"/>
                </a:lnTo>
                <a:lnTo>
                  <a:pt x="8885" y="1902"/>
                </a:lnTo>
                <a:lnTo>
                  <a:pt x="8885" y="1925"/>
                </a:lnTo>
                <a:moveTo>
                  <a:pt x="8699" y="1925"/>
                </a:moveTo>
                <a:lnTo>
                  <a:pt x="8583" y="1925"/>
                </a:lnTo>
                <a:lnTo>
                  <a:pt x="8583" y="1902"/>
                </a:lnTo>
                <a:lnTo>
                  <a:pt x="8699" y="1902"/>
                </a:lnTo>
                <a:lnTo>
                  <a:pt x="8699" y="1925"/>
                </a:lnTo>
                <a:moveTo>
                  <a:pt x="8514" y="1925"/>
                </a:moveTo>
                <a:lnTo>
                  <a:pt x="8397" y="1925"/>
                </a:lnTo>
                <a:lnTo>
                  <a:pt x="8397" y="1902"/>
                </a:lnTo>
                <a:lnTo>
                  <a:pt x="8514" y="1902"/>
                </a:lnTo>
                <a:lnTo>
                  <a:pt x="8514" y="1925"/>
                </a:lnTo>
                <a:moveTo>
                  <a:pt x="8328" y="1925"/>
                </a:moveTo>
                <a:lnTo>
                  <a:pt x="8212" y="1925"/>
                </a:lnTo>
                <a:lnTo>
                  <a:pt x="8212" y="1902"/>
                </a:lnTo>
                <a:lnTo>
                  <a:pt x="8328" y="1902"/>
                </a:lnTo>
                <a:lnTo>
                  <a:pt x="8328" y="1925"/>
                </a:lnTo>
                <a:moveTo>
                  <a:pt x="8142" y="1925"/>
                </a:moveTo>
                <a:lnTo>
                  <a:pt x="8026" y="1925"/>
                </a:lnTo>
                <a:lnTo>
                  <a:pt x="8026" y="1902"/>
                </a:lnTo>
                <a:lnTo>
                  <a:pt x="8142" y="1902"/>
                </a:lnTo>
                <a:lnTo>
                  <a:pt x="8142" y="1925"/>
                </a:lnTo>
                <a:moveTo>
                  <a:pt x="7956" y="1925"/>
                </a:moveTo>
                <a:lnTo>
                  <a:pt x="7840" y="1925"/>
                </a:lnTo>
                <a:lnTo>
                  <a:pt x="7840" y="1902"/>
                </a:lnTo>
                <a:lnTo>
                  <a:pt x="7956" y="1902"/>
                </a:lnTo>
                <a:lnTo>
                  <a:pt x="7956" y="1925"/>
                </a:lnTo>
                <a:moveTo>
                  <a:pt x="7770" y="1925"/>
                </a:moveTo>
                <a:lnTo>
                  <a:pt x="7654" y="1925"/>
                </a:lnTo>
                <a:lnTo>
                  <a:pt x="7654" y="1902"/>
                </a:lnTo>
                <a:lnTo>
                  <a:pt x="7770" y="1902"/>
                </a:lnTo>
                <a:lnTo>
                  <a:pt x="7770" y="1925"/>
                </a:lnTo>
                <a:moveTo>
                  <a:pt x="7585" y="1925"/>
                </a:moveTo>
                <a:lnTo>
                  <a:pt x="7468" y="1925"/>
                </a:lnTo>
                <a:lnTo>
                  <a:pt x="7468" y="1902"/>
                </a:lnTo>
                <a:lnTo>
                  <a:pt x="7585" y="1902"/>
                </a:lnTo>
                <a:lnTo>
                  <a:pt x="7585" y="1925"/>
                </a:lnTo>
                <a:moveTo>
                  <a:pt x="7399" y="1925"/>
                </a:moveTo>
                <a:lnTo>
                  <a:pt x="7283" y="1925"/>
                </a:lnTo>
                <a:lnTo>
                  <a:pt x="7283" y="1902"/>
                </a:lnTo>
                <a:lnTo>
                  <a:pt x="7399" y="1902"/>
                </a:lnTo>
                <a:lnTo>
                  <a:pt x="7399" y="1925"/>
                </a:lnTo>
                <a:moveTo>
                  <a:pt x="7213" y="1925"/>
                </a:moveTo>
                <a:lnTo>
                  <a:pt x="7097" y="1925"/>
                </a:lnTo>
                <a:lnTo>
                  <a:pt x="7097" y="1902"/>
                </a:lnTo>
                <a:lnTo>
                  <a:pt x="7213" y="1902"/>
                </a:lnTo>
                <a:lnTo>
                  <a:pt x="7213" y="1925"/>
                </a:lnTo>
                <a:moveTo>
                  <a:pt x="7027" y="1925"/>
                </a:moveTo>
                <a:lnTo>
                  <a:pt x="6911" y="1925"/>
                </a:lnTo>
                <a:lnTo>
                  <a:pt x="6911" y="1902"/>
                </a:lnTo>
                <a:lnTo>
                  <a:pt x="7027" y="1902"/>
                </a:lnTo>
                <a:lnTo>
                  <a:pt x="7027" y="1925"/>
                </a:lnTo>
                <a:moveTo>
                  <a:pt x="6841" y="1925"/>
                </a:moveTo>
                <a:lnTo>
                  <a:pt x="6725" y="1925"/>
                </a:lnTo>
                <a:lnTo>
                  <a:pt x="6725" y="1902"/>
                </a:lnTo>
                <a:lnTo>
                  <a:pt x="6841" y="1902"/>
                </a:lnTo>
                <a:lnTo>
                  <a:pt x="6841" y="1925"/>
                </a:lnTo>
                <a:moveTo>
                  <a:pt x="6655" y="1925"/>
                </a:moveTo>
                <a:lnTo>
                  <a:pt x="6539" y="1925"/>
                </a:lnTo>
                <a:lnTo>
                  <a:pt x="6539" y="1902"/>
                </a:lnTo>
                <a:lnTo>
                  <a:pt x="6655" y="1902"/>
                </a:lnTo>
                <a:lnTo>
                  <a:pt x="6655" y="1925"/>
                </a:lnTo>
                <a:moveTo>
                  <a:pt x="6470" y="1925"/>
                </a:moveTo>
                <a:lnTo>
                  <a:pt x="6354" y="1925"/>
                </a:lnTo>
                <a:lnTo>
                  <a:pt x="6354" y="1902"/>
                </a:lnTo>
                <a:lnTo>
                  <a:pt x="6470" y="1902"/>
                </a:lnTo>
                <a:lnTo>
                  <a:pt x="6470" y="1925"/>
                </a:lnTo>
                <a:moveTo>
                  <a:pt x="6284" y="1925"/>
                </a:moveTo>
                <a:lnTo>
                  <a:pt x="6168" y="1925"/>
                </a:lnTo>
                <a:lnTo>
                  <a:pt x="6168" y="1902"/>
                </a:lnTo>
                <a:lnTo>
                  <a:pt x="6284" y="1902"/>
                </a:lnTo>
                <a:lnTo>
                  <a:pt x="6284" y="1925"/>
                </a:lnTo>
                <a:moveTo>
                  <a:pt x="6098" y="1925"/>
                </a:moveTo>
                <a:lnTo>
                  <a:pt x="5982" y="1925"/>
                </a:lnTo>
                <a:lnTo>
                  <a:pt x="5982" y="1902"/>
                </a:lnTo>
                <a:lnTo>
                  <a:pt x="6098" y="1902"/>
                </a:lnTo>
                <a:lnTo>
                  <a:pt x="6098" y="1925"/>
                </a:lnTo>
                <a:moveTo>
                  <a:pt x="5912" y="1925"/>
                </a:moveTo>
                <a:lnTo>
                  <a:pt x="5796" y="1925"/>
                </a:lnTo>
                <a:lnTo>
                  <a:pt x="5796" y="1902"/>
                </a:lnTo>
                <a:lnTo>
                  <a:pt x="5912" y="1902"/>
                </a:lnTo>
                <a:lnTo>
                  <a:pt x="5912" y="1925"/>
                </a:lnTo>
                <a:moveTo>
                  <a:pt x="5726" y="1925"/>
                </a:moveTo>
                <a:lnTo>
                  <a:pt x="5610" y="1925"/>
                </a:lnTo>
                <a:lnTo>
                  <a:pt x="5610" y="1902"/>
                </a:lnTo>
                <a:lnTo>
                  <a:pt x="5726" y="1902"/>
                </a:lnTo>
                <a:lnTo>
                  <a:pt x="5726" y="1925"/>
                </a:lnTo>
                <a:moveTo>
                  <a:pt x="5541" y="1925"/>
                </a:moveTo>
                <a:lnTo>
                  <a:pt x="5425" y="1925"/>
                </a:lnTo>
                <a:lnTo>
                  <a:pt x="5425" y="1902"/>
                </a:lnTo>
                <a:lnTo>
                  <a:pt x="5541" y="1902"/>
                </a:lnTo>
                <a:lnTo>
                  <a:pt x="5541" y="1925"/>
                </a:lnTo>
                <a:moveTo>
                  <a:pt x="5355" y="1925"/>
                </a:moveTo>
                <a:lnTo>
                  <a:pt x="5239" y="1925"/>
                </a:lnTo>
                <a:lnTo>
                  <a:pt x="5239" y="1902"/>
                </a:lnTo>
                <a:lnTo>
                  <a:pt x="5355" y="1902"/>
                </a:lnTo>
                <a:lnTo>
                  <a:pt x="5355" y="1925"/>
                </a:lnTo>
                <a:moveTo>
                  <a:pt x="5169" y="1925"/>
                </a:moveTo>
                <a:lnTo>
                  <a:pt x="5053" y="1925"/>
                </a:lnTo>
                <a:lnTo>
                  <a:pt x="5053" y="1902"/>
                </a:lnTo>
                <a:lnTo>
                  <a:pt x="5169" y="1902"/>
                </a:lnTo>
                <a:lnTo>
                  <a:pt x="5169" y="1925"/>
                </a:lnTo>
                <a:moveTo>
                  <a:pt x="4983" y="1925"/>
                </a:moveTo>
                <a:lnTo>
                  <a:pt x="4867" y="1925"/>
                </a:lnTo>
                <a:lnTo>
                  <a:pt x="4867" y="1902"/>
                </a:lnTo>
                <a:lnTo>
                  <a:pt x="4983" y="1902"/>
                </a:lnTo>
                <a:lnTo>
                  <a:pt x="4983" y="1925"/>
                </a:lnTo>
                <a:moveTo>
                  <a:pt x="4797" y="1925"/>
                </a:moveTo>
                <a:lnTo>
                  <a:pt x="4681" y="1925"/>
                </a:lnTo>
                <a:lnTo>
                  <a:pt x="4681" y="1902"/>
                </a:lnTo>
                <a:lnTo>
                  <a:pt x="4797" y="1902"/>
                </a:lnTo>
                <a:lnTo>
                  <a:pt x="4797" y="1925"/>
                </a:lnTo>
                <a:moveTo>
                  <a:pt x="4612" y="1925"/>
                </a:moveTo>
                <a:lnTo>
                  <a:pt x="4494" y="1925"/>
                </a:lnTo>
                <a:lnTo>
                  <a:pt x="4494" y="1902"/>
                </a:lnTo>
                <a:lnTo>
                  <a:pt x="4612" y="1902"/>
                </a:lnTo>
                <a:lnTo>
                  <a:pt x="4612" y="1925"/>
                </a:lnTo>
                <a:moveTo>
                  <a:pt x="4425" y="1925"/>
                </a:moveTo>
                <a:lnTo>
                  <a:pt x="4309" y="1925"/>
                </a:lnTo>
                <a:lnTo>
                  <a:pt x="4309" y="1902"/>
                </a:lnTo>
                <a:lnTo>
                  <a:pt x="4425" y="1902"/>
                </a:lnTo>
                <a:lnTo>
                  <a:pt x="4425" y="1925"/>
                </a:lnTo>
                <a:moveTo>
                  <a:pt x="4239" y="1925"/>
                </a:moveTo>
                <a:lnTo>
                  <a:pt x="4123" y="1925"/>
                </a:lnTo>
                <a:lnTo>
                  <a:pt x="4123" y="1902"/>
                </a:lnTo>
                <a:lnTo>
                  <a:pt x="4239" y="1902"/>
                </a:lnTo>
                <a:lnTo>
                  <a:pt x="4239" y="1925"/>
                </a:lnTo>
                <a:moveTo>
                  <a:pt x="4053" y="1925"/>
                </a:moveTo>
                <a:lnTo>
                  <a:pt x="3937" y="1925"/>
                </a:lnTo>
                <a:lnTo>
                  <a:pt x="3937" y="1902"/>
                </a:lnTo>
                <a:lnTo>
                  <a:pt x="4053" y="1902"/>
                </a:lnTo>
                <a:lnTo>
                  <a:pt x="4053" y="1925"/>
                </a:lnTo>
                <a:moveTo>
                  <a:pt x="3867" y="1925"/>
                </a:moveTo>
                <a:lnTo>
                  <a:pt x="3751" y="1925"/>
                </a:lnTo>
                <a:lnTo>
                  <a:pt x="3751" y="1902"/>
                </a:lnTo>
                <a:lnTo>
                  <a:pt x="3867" y="1902"/>
                </a:lnTo>
                <a:lnTo>
                  <a:pt x="3867" y="1925"/>
                </a:lnTo>
                <a:moveTo>
                  <a:pt x="3682" y="1925"/>
                </a:moveTo>
                <a:lnTo>
                  <a:pt x="3565" y="1925"/>
                </a:lnTo>
                <a:lnTo>
                  <a:pt x="3565" y="1902"/>
                </a:lnTo>
                <a:lnTo>
                  <a:pt x="3682" y="1902"/>
                </a:lnTo>
                <a:lnTo>
                  <a:pt x="3682" y="1925"/>
                </a:lnTo>
                <a:moveTo>
                  <a:pt x="3496" y="1925"/>
                </a:moveTo>
                <a:lnTo>
                  <a:pt x="3380" y="1925"/>
                </a:lnTo>
                <a:lnTo>
                  <a:pt x="3380" y="1902"/>
                </a:lnTo>
                <a:lnTo>
                  <a:pt x="3496" y="1902"/>
                </a:lnTo>
                <a:lnTo>
                  <a:pt x="3496" y="1925"/>
                </a:lnTo>
                <a:moveTo>
                  <a:pt x="3310" y="1925"/>
                </a:moveTo>
                <a:lnTo>
                  <a:pt x="3194" y="1925"/>
                </a:lnTo>
                <a:lnTo>
                  <a:pt x="3194" y="1902"/>
                </a:lnTo>
                <a:lnTo>
                  <a:pt x="3310" y="1902"/>
                </a:lnTo>
                <a:lnTo>
                  <a:pt x="3310" y="1925"/>
                </a:lnTo>
                <a:moveTo>
                  <a:pt x="3124" y="1925"/>
                </a:moveTo>
                <a:lnTo>
                  <a:pt x="3008" y="1925"/>
                </a:lnTo>
                <a:lnTo>
                  <a:pt x="3008" y="1902"/>
                </a:lnTo>
                <a:lnTo>
                  <a:pt x="3124" y="1902"/>
                </a:lnTo>
                <a:lnTo>
                  <a:pt x="3124" y="1925"/>
                </a:lnTo>
                <a:moveTo>
                  <a:pt x="2938" y="1925"/>
                </a:moveTo>
                <a:lnTo>
                  <a:pt x="2822" y="1925"/>
                </a:lnTo>
                <a:lnTo>
                  <a:pt x="2822" y="1902"/>
                </a:lnTo>
                <a:lnTo>
                  <a:pt x="2938" y="1902"/>
                </a:lnTo>
                <a:lnTo>
                  <a:pt x="2938" y="1925"/>
                </a:lnTo>
                <a:moveTo>
                  <a:pt x="2753" y="1925"/>
                </a:moveTo>
                <a:lnTo>
                  <a:pt x="2636" y="1925"/>
                </a:lnTo>
                <a:lnTo>
                  <a:pt x="2636" y="1902"/>
                </a:lnTo>
                <a:lnTo>
                  <a:pt x="2753" y="1902"/>
                </a:lnTo>
                <a:lnTo>
                  <a:pt x="2753" y="1925"/>
                </a:lnTo>
                <a:moveTo>
                  <a:pt x="2567" y="1925"/>
                </a:moveTo>
                <a:lnTo>
                  <a:pt x="2451" y="1925"/>
                </a:lnTo>
                <a:lnTo>
                  <a:pt x="2451" y="1902"/>
                </a:lnTo>
                <a:lnTo>
                  <a:pt x="2567" y="1902"/>
                </a:lnTo>
                <a:lnTo>
                  <a:pt x="2567" y="1925"/>
                </a:lnTo>
                <a:moveTo>
                  <a:pt x="2381" y="1925"/>
                </a:moveTo>
                <a:lnTo>
                  <a:pt x="2265" y="1925"/>
                </a:lnTo>
                <a:lnTo>
                  <a:pt x="2265" y="1902"/>
                </a:lnTo>
                <a:lnTo>
                  <a:pt x="2381" y="1902"/>
                </a:lnTo>
                <a:lnTo>
                  <a:pt x="2381" y="1925"/>
                </a:lnTo>
                <a:moveTo>
                  <a:pt x="2195" y="1925"/>
                </a:moveTo>
                <a:lnTo>
                  <a:pt x="2079" y="1925"/>
                </a:lnTo>
                <a:lnTo>
                  <a:pt x="2079" y="1902"/>
                </a:lnTo>
                <a:lnTo>
                  <a:pt x="2195" y="1902"/>
                </a:lnTo>
                <a:lnTo>
                  <a:pt x="2195" y="1925"/>
                </a:lnTo>
                <a:moveTo>
                  <a:pt x="2009" y="1925"/>
                </a:moveTo>
                <a:lnTo>
                  <a:pt x="1893" y="1925"/>
                </a:lnTo>
                <a:lnTo>
                  <a:pt x="1893" y="1902"/>
                </a:lnTo>
                <a:lnTo>
                  <a:pt x="2009" y="1902"/>
                </a:lnTo>
                <a:lnTo>
                  <a:pt x="2009" y="1925"/>
                </a:lnTo>
                <a:moveTo>
                  <a:pt x="1824" y="1925"/>
                </a:moveTo>
                <a:lnTo>
                  <a:pt x="1707" y="1925"/>
                </a:lnTo>
                <a:lnTo>
                  <a:pt x="1707" y="1902"/>
                </a:lnTo>
                <a:lnTo>
                  <a:pt x="1824" y="1902"/>
                </a:lnTo>
                <a:lnTo>
                  <a:pt x="1824" y="1925"/>
                </a:lnTo>
                <a:moveTo>
                  <a:pt x="1638" y="1925"/>
                </a:moveTo>
                <a:lnTo>
                  <a:pt x="1522" y="1925"/>
                </a:lnTo>
                <a:lnTo>
                  <a:pt x="1522" y="1902"/>
                </a:lnTo>
                <a:lnTo>
                  <a:pt x="1638" y="1902"/>
                </a:lnTo>
                <a:lnTo>
                  <a:pt x="1638" y="1925"/>
                </a:lnTo>
                <a:moveTo>
                  <a:pt x="1452" y="1925"/>
                </a:moveTo>
                <a:lnTo>
                  <a:pt x="1336" y="1925"/>
                </a:lnTo>
                <a:lnTo>
                  <a:pt x="1336" y="1902"/>
                </a:lnTo>
                <a:lnTo>
                  <a:pt x="1452" y="1902"/>
                </a:lnTo>
                <a:lnTo>
                  <a:pt x="1452" y="1925"/>
                </a:lnTo>
                <a:moveTo>
                  <a:pt x="1266" y="1925"/>
                </a:moveTo>
                <a:lnTo>
                  <a:pt x="1150" y="1925"/>
                </a:lnTo>
                <a:lnTo>
                  <a:pt x="1150" y="1902"/>
                </a:lnTo>
                <a:lnTo>
                  <a:pt x="1266" y="1902"/>
                </a:lnTo>
                <a:lnTo>
                  <a:pt x="1266" y="1925"/>
                </a:lnTo>
                <a:moveTo>
                  <a:pt x="1080" y="1925"/>
                </a:moveTo>
                <a:lnTo>
                  <a:pt x="964" y="1925"/>
                </a:lnTo>
                <a:lnTo>
                  <a:pt x="964" y="1902"/>
                </a:lnTo>
                <a:lnTo>
                  <a:pt x="1080" y="1902"/>
                </a:lnTo>
                <a:lnTo>
                  <a:pt x="1080" y="1925"/>
                </a:lnTo>
                <a:moveTo>
                  <a:pt x="894" y="1925"/>
                </a:moveTo>
                <a:lnTo>
                  <a:pt x="778" y="1925"/>
                </a:lnTo>
                <a:lnTo>
                  <a:pt x="778" y="1902"/>
                </a:lnTo>
                <a:lnTo>
                  <a:pt x="894" y="1902"/>
                </a:lnTo>
                <a:lnTo>
                  <a:pt x="894" y="1925"/>
                </a:lnTo>
                <a:moveTo>
                  <a:pt x="709" y="1925"/>
                </a:moveTo>
                <a:lnTo>
                  <a:pt x="593" y="1925"/>
                </a:lnTo>
                <a:lnTo>
                  <a:pt x="593" y="1902"/>
                </a:lnTo>
                <a:lnTo>
                  <a:pt x="709" y="1902"/>
                </a:lnTo>
                <a:lnTo>
                  <a:pt x="709" y="1925"/>
                </a:lnTo>
                <a:moveTo>
                  <a:pt x="523" y="1925"/>
                </a:moveTo>
                <a:lnTo>
                  <a:pt x="407" y="1925"/>
                </a:lnTo>
                <a:lnTo>
                  <a:pt x="407" y="1902"/>
                </a:lnTo>
                <a:lnTo>
                  <a:pt x="523" y="1902"/>
                </a:lnTo>
                <a:lnTo>
                  <a:pt x="523" y="1925"/>
                </a:lnTo>
                <a:moveTo>
                  <a:pt x="337" y="1925"/>
                </a:moveTo>
                <a:lnTo>
                  <a:pt x="221" y="1925"/>
                </a:lnTo>
                <a:lnTo>
                  <a:pt x="221" y="1902"/>
                </a:lnTo>
                <a:lnTo>
                  <a:pt x="337" y="1902"/>
                </a:lnTo>
                <a:lnTo>
                  <a:pt x="337" y="1925"/>
                </a:lnTo>
                <a:moveTo>
                  <a:pt x="151" y="1925"/>
                </a:moveTo>
                <a:lnTo>
                  <a:pt x="35" y="1925"/>
                </a:lnTo>
                <a:lnTo>
                  <a:pt x="35" y="1902"/>
                </a:lnTo>
                <a:lnTo>
                  <a:pt x="151" y="1902"/>
                </a:lnTo>
                <a:lnTo>
                  <a:pt x="151" y="1925"/>
                </a:lnTo>
                <a:moveTo>
                  <a:pt x="0" y="1867"/>
                </a:moveTo>
                <a:lnTo>
                  <a:pt x="0" y="1751"/>
                </a:lnTo>
                <a:lnTo>
                  <a:pt x="24" y="1751"/>
                </a:lnTo>
                <a:lnTo>
                  <a:pt x="24" y="1867"/>
                </a:lnTo>
                <a:lnTo>
                  <a:pt x="0" y="1867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6"/>
                </a:moveTo>
                <a:lnTo>
                  <a:pt x="0" y="1380"/>
                </a:lnTo>
                <a:lnTo>
                  <a:pt x="24" y="1380"/>
                </a:lnTo>
                <a:lnTo>
                  <a:pt x="24" y="1496"/>
                </a:lnTo>
                <a:lnTo>
                  <a:pt x="0" y="1496"/>
                </a:lnTo>
                <a:moveTo>
                  <a:pt x="0" y="1310"/>
                </a:moveTo>
                <a:lnTo>
                  <a:pt x="0" y="1195"/>
                </a:lnTo>
                <a:lnTo>
                  <a:pt x="24" y="1195"/>
                </a:lnTo>
                <a:lnTo>
                  <a:pt x="24" y="1310"/>
                </a:lnTo>
                <a:lnTo>
                  <a:pt x="0" y="1310"/>
                </a:lnTo>
                <a:moveTo>
                  <a:pt x="0" y="1125"/>
                </a:moveTo>
                <a:lnTo>
                  <a:pt x="0" y="1009"/>
                </a:lnTo>
                <a:lnTo>
                  <a:pt x="24" y="1009"/>
                </a:lnTo>
                <a:lnTo>
                  <a:pt x="24" y="1125"/>
                </a:lnTo>
                <a:lnTo>
                  <a:pt x="0" y="1125"/>
                </a:lnTo>
                <a:moveTo>
                  <a:pt x="0" y="940"/>
                </a:moveTo>
                <a:lnTo>
                  <a:pt x="0" y="824"/>
                </a:lnTo>
                <a:lnTo>
                  <a:pt x="24" y="824"/>
                </a:lnTo>
                <a:lnTo>
                  <a:pt x="24" y="940"/>
                </a:lnTo>
                <a:lnTo>
                  <a:pt x="0" y="940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9"/>
                </a:moveTo>
                <a:lnTo>
                  <a:pt x="0" y="453"/>
                </a:lnTo>
                <a:lnTo>
                  <a:pt x="24" y="453"/>
                </a:lnTo>
                <a:lnTo>
                  <a:pt x="24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8"/>
                </a:moveTo>
                <a:lnTo>
                  <a:pt x="0" y="81"/>
                </a:lnTo>
                <a:lnTo>
                  <a:pt x="24" y="81"/>
                </a:lnTo>
                <a:lnTo>
                  <a:pt x="24" y="198"/>
                </a:lnTo>
                <a:lnTo>
                  <a:pt x="0" y="198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3" name=""/>
          <p:cNvSpPr/>
          <p:nvPr/>
        </p:nvSpPr>
        <p:spPr>
          <a:xfrm>
            <a:off x="5490720" y="2424960"/>
            <a:ext cx="100800" cy="83520"/>
          </a:xfrm>
          <a:custGeom>
            <a:avLst/>
            <a:gdLst/>
            <a:ahLst/>
            <a:rect l="0" t="0" r="r" b="b"/>
            <a:pathLst>
              <a:path w="280" h="232">
                <a:moveTo>
                  <a:pt x="0" y="0"/>
                </a:moveTo>
                <a:lnTo>
                  <a:pt x="280" y="0"/>
                </a:lnTo>
                <a:lnTo>
                  <a:pt x="280" y="232"/>
                </a:ln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4" name=""/>
          <p:cNvSpPr/>
          <p:nvPr/>
        </p:nvSpPr>
        <p:spPr>
          <a:xfrm>
            <a:off x="5490720" y="2454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5" name=""/>
          <p:cNvSpPr txBox="1"/>
          <p:nvPr/>
        </p:nvSpPr>
        <p:spPr>
          <a:xfrm>
            <a:off x="875160" y="13557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6" name=""/>
          <p:cNvSpPr txBox="1"/>
          <p:nvPr/>
        </p:nvSpPr>
        <p:spPr>
          <a:xfrm>
            <a:off x="875160" y="2415600"/>
            <a:ext cx="148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7" name=""/>
          <p:cNvSpPr txBox="1"/>
          <p:nvPr/>
        </p:nvSpPr>
        <p:spPr>
          <a:xfrm>
            <a:off x="875160" y="2550240"/>
            <a:ext cx="213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8" name=""/>
          <p:cNvSpPr txBox="1"/>
          <p:nvPr/>
        </p:nvSpPr>
        <p:spPr>
          <a:xfrm>
            <a:off x="875160" y="27075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9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0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1" name=""/>
          <p:cNvSpPr/>
          <p:nvPr/>
        </p:nvSpPr>
        <p:spPr>
          <a:xfrm>
            <a:off x="4144320" y="33429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4144320" y="3372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3" name=""/>
          <p:cNvSpPr txBox="1"/>
          <p:nvPr/>
        </p:nvSpPr>
        <p:spPr>
          <a:xfrm>
            <a:off x="875160" y="2849400"/>
            <a:ext cx="1719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4" name=""/>
          <p:cNvSpPr txBox="1"/>
          <p:nvPr/>
        </p:nvSpPr>
        <p:spPr>
          <a:xfrm>
            <a:off x="875160" y="3333600"/>
            <a:ext cx="157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5" name=""/>
          <p:cNvSpPr txBox="1"/>
          <p:nvPr/>
        </p:nvSpPr>
        <p:spPr>
          <a:xfrm>
            <a:off x="875160" y="3468240"/>
            <a:ext cx="2899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6" name=""/>
          <p:cNvSpPr txBox="1"/>
          <p:nvPr/>
        </p:nvSpPr>
        <p:spPr>
          <a:xfrm>
            <a:off x="875160" y="3625560"/>
            <a:ext cx="215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7" name=""/>
          <p:cNvSpPr txBox="1"/>
          <p:nvPr/>
        </p:nvSpPr>
        <p:spPr>
          <a:xfrm>
            <a:off x="557640" y="3893760"/>
            <a:ext cx="6227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 txBox="1"/>
          <p:nvPr/>
        </p:nvSpPr>
        <p:spPr>
          <a:xfrm>
            <a:off x="557640" y="4052520"/>
            <a:ext cx="6861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9" name=""/>
          <p:cNvSpPr txBox="1"/>
          <p:nvPr/>
        </p:nvSpPr>
        <p:spPr>
          <a:xfrm>
            <a:off x="557640" y="4210920"/>
            <a:ext cx="4872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1" name=""/>
          <p:cNvSpPr txBox="1"/>
          <p:nvPr/>
        </p:nvSpPr>
        <p:spPr>
          <a:xfrm>
            <a:off x="2400120" y="450936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89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0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1" name=""/>
          <p:cNvSpPr txBox="1"/>
          <p:nvPr/>
        </p:nvSpPr>
        <p:spPr>
          <a:xfrm>
            <a:off x="457200" y="570240"/>
            <a:ext cx="7408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1 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2" name=""/>
          <p:cNvSpPr/>
          <p:nvPr/>
        </p:nvSpPr>
        <p:spPr>
          <a:xfrm>
            <a:off x="457200" y="799920"/>
            <a:ext cx="33120" cy="5952960"/>
          </a:xfrm>
          <a:custGeom>
            <a:avLst/>
            <a:gdLst/>
            <a:ahLst/>
            <a:rect l="0" t="0" r="r" b="b"/>
            <a:pathLst>
              <a:path w="92" h="16536">
                <a:moveTo>
                  <a:pt x="0" y="0"/>
                </a:moveTo>
                <a:lnTo>
                  <a:pt x="92" y="0"/>
                </a:lnTo>
                <a:lnTo>
                  <a:pt x="92" y="16536"/>
                </a:lnTo>
                <a:lnTo>
                  <a:pt x="0" y="16536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3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4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noFill/>
          <a:ln w="792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5" name=""/>
          <p:cNvSpPr txBox="1"/>
          <p:nvPr/>
        </p:nvSpPr>
        <p:spPr>
          <a:xfrm>
            <a:off x="555840" y="866520"/>
            <a:ext cx="56350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7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8" name=""/>
          <p:cNvSpPr/>
          <p:nvPr/>
        </p:nvSpPr>
        <p:spPr>
          <a:xfrm>
            <a:off x="4190040" y="118620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0"/>
                </a:lnTo>
                <a:lnTo>
                  <a:pt x="230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9" name=""/>
          <p:cNvSpPr/>
          <p:nvPr/>
        </p:nvSpPr>
        <p:spPr>
          <a:xfrm>
            <a:off x="417384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/>
          <p:nvPr/>
        </p:nvSpPr>
        <p:spPr>
          <a:xfrm>
            <a:off x="417384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1" name=""/>
          <p:cNvSpPr txBox="1"/>
          <p:nvPr/>
        </p:nvSpPr>
        <p:spPr>
          <a:xfrm>
            <a:off x="621720" y="1259280"/>
            <a:ext cx="128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2" name=""/>
          <p:cNvSpPr txBox="1"/>
          <p:nvPr/>
        </p:nvSpPr>
        <p:spPr>
          <a:xfrm>
            <a:off x="2405880" y="1185480"/>
            <a:ext cx="180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4391280" y="1317960"/>
            <a:ext cx="2335680" cy="16560"/>
          </a:xfrm>
          <a:custGeom>
            <a:avLst/>
            <a:gdLst/>
            <a:ahLst/>
            <a:rect l="0" t="0" r="r" b="b"/>
            <a:pathLst>
              <a:path w="6488" h="46">
                <a:moveTo>
                  <a:pt x="0" y="0"/>
                </a:moveTo>
                <a:lnTo>
                  <a:pt x="115" y="0"/>
                </a:lnTo>
                <a:lnTo>
                  <a:pt x="115" y="46"/>
                </a:lnTo>
                <a:lnTo>
                  <a:pt x="0" y="46"/>
                </a:lnTo>
                <a:lnTo>
                  <a:pt x="0" y="0"/>
                </a:lnTo>
                <a:moveTo>
                  <a:pt x="206" y="0"/>
                </a:moveTo>
                <a:lnTo>
                  <a:pt x="320" y="0"/>
                </a:lnTo>
                <a:lnTo>
                  <a:pt x="320" y="46"/>
                </a:lnTo>
                <a:lnTo>
                  <a:pt x="206" y="46"/>
                </a:lnTo>
                <a:lnTo>
                  <a:pt x="206" y="0"/>
                </a:lnTo>
                <a:moveTo>
                  <a:pt x="412" y="0"/>
                </a:moveTo>
                <a:lnTo>
                  <a:pt x="526" y="0"/>
                </a:lnTo>
                <a:lnTo>
                  <a:pt x="526" y="46"/>
                </a:lnTo>
                <a:lnTo>
                  <a:pt x="412" y="46"/>
                </a:lnTo>
                <a:lnTo>
                  <a:pt x="412" y="0"/>
                </a:lnTo>
                <a:moveTo>
                  <a:pt x="617" y="0"/>
                </a:moveTo>
                <a:lnTo>
                  <a:pt x="731" y="0"/>
                </a:lnTo>
                <a:lnTo>
                  <a:pt x="731" y="46"/>
                </a:lnTo>
                <a:lnTo>
                  <a:pt x="617" y="46"/>
                </a:lnTo>
                <a:lnTo>
                  <a:pt x="617" y="0"/>
                </a:lnTo>
                <a:moveTo>
                  <a:pt x="823" y="0"/>
                </a:moveTo>
                <a:lnTo>
                  <a:pt x="937" y="0"/>
                </a:lnTo>
                <a:lnTo>
                  <a:pt x="937" y="46"/>
                </a:lnTo>
                <a:lnTo>
                  <a:pt x="823" y="46"/>
                </a:lnTo>
                <a:lnTo>
                  <a:pt x="823" y="0"/>
                </a:lnTo>
                <a:moveTo>
                  <a:pt x="1028" y="0"/>
                </a:moveTo>
                <a:lnTo>
                  <a:pt x="1142" y="0"/>
                </a:lnTo>
                <a:lnTo>
                  <a:pt x="1142" y="46"/>
                </a:lnTo>
                <a:lnTo>
                  <a:pt x="1028" y="46"/>
                </a:lnTo>
                <a:lnTo>
                  <a:pt x="1028" y="0"/>
                </a:lnTo>
                <a:moveTo>
                  <a:pt x="1234" y="0"/>
                </a:moveTo>
                <a:lnTo>
                  <a:pt x="1348" y="0"/>
                </a:lnTo>
                <a:lnTo>
                  <a:pt x="1348" y="46"/>
                </a:lnTo>
                <a:lnTo>
                  <a:pt x="1234" y="46"/>
                </a:lnTo>
                <a:lnTo>
                  <a:pt x="1234" y="0"/>
                </a:lnTo>
                <a:moveTo>
                  <a:pt x="1439" y="0"/>
                </a:moveTo>
                <a:lnTo>
                  <a:pt x="1554" y="0"/>
                </a:lnTo>
                <a:lnTo>
                  <a:pt x="1554" y="46"/>
                </a:lnTo>
                <a:lnTo>
                  <a:pt x="1439" y="46"/>
                </a:lnTo>
                <a:lnTo>
                  <a:pt x="1439" y="0"/>
                </a:lnTo>
                <a:moveTo>
                  <a:pt x="1645" y="0"/>
                </a:moveTo>
                <a:lnTo>
                  <a:pt x="1759" y="0"/>
                </a:lnTo>
                <a:lnTo>
                  <a:pt x="1759" y="46"/>
                </a:lnTo>
                <a:lnTo>
                  <a:pt x="1645" y="46"/>
                </a:lnTo>
                <a:lnTo>
                  <a:pt x="1645" y="0"/>
                </a:lnTo>
                <a:moveTo>
                  <a:pt x="1851" y="0"/>
                </a:moveTo>
                <a:lnTo>
                  <a:pt x="1965" y="0"/>
                </a:lnTo>
                <a:lnTo>
                  <a:pt x="1965" y="46"/>
                </a:lnTo>
                <a:lnTo>
                  <a:pt x="1851" y="46"/>
                </a:lnTo>
                <a:lnTo>
                  <a:pt x="1851" y="0"/>
                </a:lnTo>
                <a:moveTo>
                  <a:pt x="2056" y="0"/>
                </a:moveTo>
                <a:lnTo>
                  <a:pt x="2170" y="0"/>
                </a:lnTo>
                <a:lnTo>
                  <a:pt x="2170" y="46"/>
                </a:lnTo>
                <a:lnTo>
                  <a:pt x="2056" y="46"/>
                </a:lnTo>
                <a:lnTo>
                  <a:pt x="2056" y="0"/>
                </a:lnTo>
                <a:moveTo>
                  <a:pt x="2262" y="0"/>
                </a:moveTo>
                <a:lnTo>
                  <a:pt x="2376" y="0"/>
                </a:lnTo>
                <a:lnTo>
                  <a:pt x="2376" y="46"/>
                </a:lnTo>
                <a:lnTo>
                  <a:pt x="2262" y="46"/>
                </a:lnTo>
                <a:lnTo>
                  <a:pt x="2262" y="0"/>
                </a:lnTo>
                <a:moveTo>
                  <a:pt x="2467" y="0"/>
                </a:moveTo>
                <a:lnTo>
                  <a:pt x="2581" y="0"/>
                </a:lnTo>
                <a:lnTo>
                  <a:pt x="2581" y="46"/>
                </a:lnTo>
                <a:lnTo>
                  <a:pt x="2467" y="46"/>
                </a:lnTo>
                <a:lnTo>
                  <a:pt x="2467" y="0"/>
                </a:lnTo>
                <a:moveTo>
                  <a:pt x="2673" y="0"/>
                </a:moveTo>
                <a:lnTo>
                  <a:pt x="2787" y="0"/>
                </a:lnTo>
                <a:lnTo>
                  <a:pt x="2787" y="46"/>
                </a:lnTo>
                <a:lnTo>
                  <a:pt x="2673" y="46"/>
                </a:lnTo>
                <a:lnTo>
                  <a:pt x="2673" y="0"/>
                </a:lnTo>
                <a:moveTo>
                  <a:pt x="2878" y="0"/>
                </a:moveTo>
                <a:lnTo>
                  <a:pt x="2993" y="0"/>
                </a:lnTo>
                <a:lnTo>
                  <a:pt x="2993" y="46"/>
                </a:lnTo>
                <a:lnTo>
                  <a:pt x="2878" y="46"/>
                </a:lnTo>
                <a:lnTo>
                  <a:pt x="2878" y="0"/>
                </a:lnTo>
                <a:moveTo>
                  <a:pt x="3084" y="0"/>
                </a:moveTo>
                <a:lnTo>
                  <a:pt x="3198" y="0"/>
                </a:lnTo>
                <a:lnTo>
                  <a:pt x="3198" y="46"/>
                </a:lnTo>
                <a:lnTo>
                  <a:pt x="3084" y="46"/>
                </a:lnTo>
                <a:lnTo>
                  <a:pt x="3084" y="0"/>
                </a:lnTo>
                <a:moveTo>
                  <a:pt x="3289" y="0"/>
                </a:moveTo>
                <a:lnTo>
                  <a:pt x="3404" y="0"/>
                </a:lnTo>
                <a:lnTo>
                  <a:pt x="3404" y="46"/>
                </a:lnTo>
                <a:lnTo>
                  <a:pt x="3289" y="46"/>
                </a:lnTo>
                <a:lnTo>
                  <a:pt x="3289" y="0"/>
                </a:lnTo>
                <a:moveTo>
                  <a:pt x="3495" y="0"/>
                </a:moveTo>
                <a:lnTo>
                  <a:pt x="3609" y="0"/>
                </a:lnTo>
                <a:lnTo>
                  <a:pt x="3609" y="46"/>
                </a:lnTo>
                <a:lnTo>
                  <a:pt x="3495" y="46"/>
                </a:lnTo>
                <a:lnTo>
                  <a:pt x="3495" y="0"/>
                </a:lnTo>
                <a:moveTo>
                  <a:pt x="3701" y="0"/>
                </a:moveTo>
                <a:lnTo>
                  <a:pt x="3815" y="0"/>
                </a:lnTo>
                <a:lnTo>
                  <a:pt x="3815" y="46"/>
                </a:lnTo>
                <a:lnTo>
                  <a:pt x="3701" y="46"/>
                </a:lnTo>
                <a:lnTo>
                  <a:pt x="3701" y="0"/>
                </a:lnTo>
                <a:moveTo>
                  <a:pt x="3906" y="0"/>
                </a:moveTo>
                <a:lnTo>
                  <a:pt x="4021" y="0"/>
                </a:lnTo>
                <a:lnTo>
                  <a:pt x="4021" y="46"/>
                </a:lnTo>
                <a:lnTo>
                  <a:pt x="3906" y="46"/>
                </a:lnTo>
                <a:lnTo>
                  <a:pt x="3906" y="0"/>
                </a:lnTo>
                <a:moveTo>
                  <a:pt x="4113" y="0"/>
                </a:moveTo>
                <a:lnTo>
                  <a:pt x="4227" y="0"/>
                </a:lnTo>
                <a:lnTo>
                  <a:pt x="4227" y="46"/>
                </a:lnTo>
                <a:lnTo>
                  <a:pt x="4113" y="46"/>
                </a:lnTo>
                <a:lnTo>
                  <a:pt x="4113" y="0"/>
                </a:lnTo>
                <a:moveTo>
                  <a:pt x="4318" y="0"/>
                </a:moveTo>
                <a:lnTo>
                  <a:pt x="4432" y="0"/>
                </a:lnTo>
                <a:lnTo>
                  <a:pt x="4432" y="46"/>
                </a:lnTo>
                <a:lnTo>
                  <a:pt x="4318" y="46"/>
                </a:lnTo>
                <a:lnTo>
                  <a:pt x="4318" y="0"/>
                </a:lnTo>
                <a:moveTo>
                  <a:pt x="4524" y="0"/>
                </a:moveTo>
                <a:lnTo>
                  <a:pt x="4638" y="0"/>
                </a:lnTo>
                <a:lnTo>
                  <a:pt x="4638" y="46"/>
                </a:lnTo>
                <a:lnTo>
                  <a:pt x="4524" y="46"/>
                </a:lnTo>
                <a:lnTo>
                  <a:pt x="4524" y="0"/>
                </a:lnTo>
                <a:moveTo>
                  <a:pt x="4729" y="0"/>
                </a:moveTo>
                <a:lnTo>
                  <a:pt x="4844" y="0"/>
                </a:lnTo>
                <a:lnTo>
                  <a:pt x="4844" y="46"/>
                </a:lnTo>
                <a:lnTo>
                  <a:pt x="4729" y="46"/>
                </a:lnTo>
                <a:lnTo>
                  <a:pt x="4729" y="0"/>
                </a:lnTo>
                <a:moveTo>
                  <a:pt x="4935" y="0"/>
                </a:moveTo>
                <a:lnTo>
                  <a:pt x="5049" y="0"/>
                </a:lnTo>
                <a:lnTo>
                  <a:pt x="5049" y="46"/>
                </a:lnTo>
                <a:lnTo>
                  <a:pt x="4935" y="46"/>
                </a:lnTo>
                <a:lnTo>
                  <a:pt x="4935" y="0"/>
                </a:lnTo>
                <a:moveTo>
                  <a:pt x="5141" y="0"/>
                </a:moveTo>
                <a:lnTo>
                  <a:pt x="5255" y="0"/>
                </a:lnTo>
                <a:lnTo>
                  <a:pt x="5255" y="46"/>
                </a:lnTo>
                <a:lnTo>
                  <a:pt x="5141" y="46"/>
                </a:lnTo>
                <a:lnTo>
                  <a:pt x="5141" y="0"/>
                </a:lnTo>
                <a:moveTo>
                  <a:pt x="5346" y="0"/>
                </a:moveTo>
                <a:lnTo>
                  <a:pt x="5460" y="0"/>
                </a:lnTo>
                <a:lnTo>
                  <a:pt x="5460" y="46"/>
                </a:lnTo>
                <a:lnTo>
                  <a:pt x="5346" y="46"/>
                </a:lnTo>
                <a:lnTo>
                  <a:pt x="5346" y="0"/>
                </a:lnTo>
                <a:moveTo>
                  <a:pt x="5552" y="0"/>
                </a:moveTo>
                <a:lnTo>
                  <a:pt x="5666" y="0"/>
                </a:lnTo>
                <a:lnTo>
                  <a:pt x="5666" y="46"/>
                </a:lnTo>
                <a:lnTo>
                  <a:pt x="5552" y="46"/>
                </a:lnTo>
                <a:lnTo>
                  <a:pt x="5552" y="0"/>
                </a:lnTo>
                <a:moveTo>
                  <a:pt x="5757" y="0"/>
                </a:moveTo>
                <a:lnTo>
                  <a:pt x="5871" y="0"/>
                </a:lnTo>
                <a:lnTo>
                  <a:pt x="5871" y="46"/>
                </a:lnTo>
                <a:lnTo>
                  <a:pt x="5757" y="46"/>
                </a:lnTo>
                <a:lnTo>
                  <a:pt x="5757" y="0"/>
                </a:lnTo>
                <a:moveTo>
                  <a:pt x="5963" y="0"/>
                </a:moveTo>
                <a:lnTo>
                  <a:pt x="6077" y="0"/>
                </a:lnTo>
                <a:lnTo>
                  <a:pt x="6077" y="46"/>
                </a:lnTo>
                <a:lnTo>
                  <a:pt x="5963" y="46"/>
                </a:lnTo>
                <a:lnTo>
                  <a:pt x="5963" y="0"/>
                </a:lnTo>
                <a:moveTo>
                  <a:pt x="6168" y="0"/>
                </a:moveTo>
                <a:lnTo>
                  <a:pt x="6283" y="0"/>
                </a:lnTo>
                <a:lnTo>
                  <a:pt x="6283" y="46"/>
                </a:lnTo>
                <a:lnTo>
                  <a:pt x="6168" y="46"/>
                </a:lnTo>
                <a:lnTo>
                  <a:pt x="6168" y="0"/>
                </a:lnTo>
                <a:moveTo>
                  <a:pt x="6374" y="0"/>
                </a:moveTo>
                <a:lnTo>
                  <a:pt x="6488" y="0"/>
                </a:lnTo>
                <a:lnTo>
                  <a:pt x="6488" y="46"/>
                </a:lnTo>
                <a:lnTo>
                  <a:pt x="6374" y="46"/>
                </a:lnTo>
                <a:lnTo>
                  <a:pt x="6374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4" name=""/>
          <p:cNvSpPr/>
          <p:nvPr/>
        </p:nvSpPr>
        <p:spPr>
          <a:xfrm>
            <a:off x="6733800" y="127692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137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5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6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7" name=""/>
          <p:cNvSpPr/>
          <p:nvPr/>
        </p:nvSpPr>
        <p:spPr>
          <a:xfrm>
            <a:off x="8400240" y="1186200"/>
            <a:ext cx="82440" cy="99000"/>
          </a:xfrm>
          <a:custGeom>
            <a:avLst/>
            <a:gdLst/>
            <a:ahLst/>
            <a:rect l="0" t="0" r="r" b="b"/>
            <a:pathLst>
              <a:path w="229" h="275">
                <a:moveTo>
                  <a:pt x="0" y="0"/>
                </a:moveTo>
                <a:lnTo>
                  <a:pt x="229" y="0"/>
                </a:lnTo>
                <a:lnTo>
                  <a:pt x="229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8" name=""/>
          <p:cNvSpPr/>
          <p:nvPr/>
        </p:nvSpPr>
        <p:spPr>
          <a:xfrm>
            <a:off x="838368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838368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 txBox="1"/>
          <p:nvPr/>
        </p:nvSpPr>
        <p:spPr>
          <a:xfrm>
            <a:off x="2405880" y="1317960"/>
            <a:ext cx="153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1" name=""/>
          <p:cNvSpPr txBox="1"/>
          <p:nvPr/>
        </p:nvSpPr>
        <p:spPr>
          <a:xfrm>
            <a:off x="6912000" y="1185480"/>
            <a:ext cx="22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2" name=""/>
          <p:cNvSpPr/>
          <p:nvPr/>
        </p:nvSpPr>
        <p:spPr>
          <a:xfrm>
            <a:off x="555840" y="1539720"/>
            <a:ext cx="3741480" cy="156600"/>
          </a:xfrm>
          <a:custGeom>
            <a:avLst/>
            <a:gdLst/>
            <a:ahLst/>
            <a:rect l="0" t="0" r="r" b="b"/>
            <a:pathLst>
              <a:path w="10393" h="435">
                <a:moveTo>
                  <a:pt x="206" y="0"/>
                </a:moveTo>
                <a:lnTo>
                  <a:pt x="10188" y="0"/>
                </a:lnTo>
                <a:cubicBezTo>
                  <a:pt x="10201" y="0"/>
                  <a:pt x="10215" y="2"/>
                  <a:pt x="10228" y="4"/>
                </a:cubicBezTo>
                <a:cubicBezTo>
                  <a:pt x="10241" y="7"/>
                  <a:pt x="10254" y="11"/>
                  <a:pt x="10266" y="16"/>
                </a:cubicBezTo>
                <a:cubicBezTo>
                  <a:pt x="10279" y="21"/>
                  <a:pt x="10291" y="28"/>
                  <a:pt x="10302" y="35"/>
                </a:cubicBezTo>
                <a:cubicBezTo>
                  <a:pt x="10313" y="43"/>
                  <a:pt x="10324" y="51"/>
                  <a:pt x="10333" y="61"/>
                </a:cubicBezTo>
                <a:cubicBezTo>
                  <a:pt x="10343" y="70"/>
                  <a:pt x="10351" y="81"/>
                  <a:pt x="10359" y="92"/>
                </a:cubicBezTo>
                <a:cubicBezTo>
                  <a:pt x="10366" y="103"/>
                  <a:pt x="10372" y="115"/>
                  <a:pt x="10378" y="127"/>
                </a:cubicBezTo>
                <a:cubicBezTo>
                  <a:pt x="10383" y="140"/>
                  <a:pt x="10387" y="153"/>
                  <a:pt x="10389" y="166"/>
                </a:cubicBezTo>
                <a:cubicBezTo>
                  <a:pt x="10392" y="179"/>
                  <a:pt x="10393" y="192"/>
                  <a:pt x="10393" y="206"/>
                </a:cubicBezTo>
                <a:lnTo>
                  <a:pt x="10393" y="229"/>
                </a:lnTo>
                <a:cubicBezTo>
                  <a:pt x="10393" y="242"/>
                  <a:pt x="10392" y="256"/>
                  <a:pt x="10389" y="269"/>
                </a:cubicBezTo>
                <a:cubicBezTo>
                  <a:pt x="10387" y="283"/>
                  <a:pt x="10383" y="296"/>
                  <a:pt x="10378" y="308"/>
                </a:cubicBezTo>
                <a:cubicBezTo>
                  <a:pt x="10372" y="321"/>
                  <a:pt x="10366" y="333"/>
                  <a:pt x="10359" y="344"/>
                </a:cubicBezTo>
                <a:cubicBezTo>
                  <a:pt x="10351" y="355"/>
                  <a:pt x="10343" y="366"/>
                  <a:pt x="10333" y="375"/>
                </a:cubicBezTo>
                <a:cubicBezTo>
                  <a:pt x="10324" y="385"/>
                  <a:pt x="10313" y="393"/>
                  <a:pt x="10302" y="401"/>
                </a:cubicBezTo>
                <a:cubicBezTo>
                  <a:pt x="10291" y="408"/>
                  <a:pt x="10279" y="415"/>
                  <a:pt x="10266" y="420"/>
                </a:cubicBezTo>
                <a:cubicBezTo>
                  <a:pt x="10254" y="425"/>
                  <a:pt x="10241" y="429"/>
                  <a:pt x="10228" y="431"/>
                </a:cubicBezTo>
                <a:cubicBezTo>
                  <a:pt x="10215" y="434"/>
                  <a:pt x="10201" y="435"/>
                  <a:pt x="10188" y="435"/>
                </a:cubicBezTo>
                <a:lnTo>
                  <a:pt x="206" y="435"/>
                </a:lnTo>
                <a:cubicBezTo>
                  <a:pt x="192" y="435"/>
                  <a:pt x="179" y="434"/>
                  <a:pt x="165" y="431"/>
                </a:cubicBezTo>
                <a:cubicBezTo>
                  <a:pt x="152" y="429"/>
                  <a:pt x="139" y="425"/>
                  <a:pt x="127" y="420"/>
                </a:cubicBezTo>
                <a:cubicBezTo>
                  <a:pt x="114" y="415"/>
                  <a:pt x="103" y="408"/>
                  <a:pt x="91" y="401"/>
                </a:cubicBezTo>
                <a:cubicBezTo>
                  <a:pt x="80" y="393"/>
                  <a:pt x="70" y="385"/>
                  <a:pt x="60" y="375"/>
                </a:cubicBezTo>
                <a:cubicBezTo>
                  <a:pt x="51" y="366"/>
                  <a:pt x="42" y="355"/>
                  <a:pt x="35" y="344"/>
                </a:cubicBezTo>
                <a:cubicBezTo>
                  <a:pt x="27" y="333"/>
                  <a:pt x="21" y="321"/>
                  <a:pt x="16" y="308"/>
                </a:cubicBezTo>
                <a:cubicBezTo>
                  <a:pt x="10" y="296"/>
                  <a:pt x="7" y="283"/>
                  <a:pt x="4" y="269"/>
                </a:cubicBezTo>
                <a:cubicBezTo>
                  <a:pt x="1" y="256"/>
                  <a:pt x="0" y="242"/>
                  <a:pt x="0" y="229"/>
                </a:cubicBezTo>
                <a:lnTo>
                  <a:pt x="0" y="206"/>
                </a:lnTo>
                <a:cubicBezTo>
                  <a:pt x="0" y="192"/>
                  <a:pt x="1" y="179"/>
                  <a:pt x="4" y="166"/>
                </a:cubicBezTo>
                <a:cubicBezTo>
                  <a:pt x="7" y="153"/>
                  <a:pt x="10" y="140"/>
                  <a:pt x="16" y="127"/>
                </a:cubicBezTo>
                <a:cubicBezTo>
                  <a:pt x="21" y="115"/>
                  <a:pt x="27" y="103"/>
                  <a:pt x="35" y="92"/>
                </a:cubicBezTo>
                <a:cubicBezTo>
                  <a:pt x="42" y="81"/>
                  <a:pt x="51" y="70"/>
                  <a:pt x="60" y="61"/>
                </a:cubicBezTo>
                <a:cubicBezTo>
                  <a:pt x="70" y="51"/>
                  <a:pt x="80" y="43"/>
                  <a:pt x="91" y="35"/>
                </a:cubicBezTo>
                <a:cubicBezTo>
                  <a:pt x="103" y="28"/>
                  <a:pt x="114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9" y="2"/>
                  <a:pt x="192" y="0"/>
                  <a:pt x="2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3" name=""/>
          <p:cNvSpPr/>
          <p:nvPr/>
        </p:nvSpPr>
        <p:spPr>
          <a:xfrm>
            <a:off x="551880" y="1535760"/>
            <a:ext cx="3749760" cy="164880"/>
          </a:xfrm>
          <a:custGeom>
            <a:avLst/>
            <a:gdLst/>
            <a:ahLst/>
            <a:rect l="0" t="0" r="r" b="b"/>
            <a:pathLst>
              <a:path w="10416" h="458">
                <a:moveTo>
                  <a:pt x="308" y="0"/>
                </a:moveTo>
                <a:lnTo>
                  <a:pt x="354" y="0"/>
                </a:lnTo>
                <a:lnTo>
                  <a:pt x="354" y="23"/>
                </a:lnTo>
                <a:lnTo>
                  <a:pt x="308" y="23"/>
                </a:lnTo>
                <a:lnTo>
                  <a:pt x="308" y="0"/>
                </a:lnTo>
                <a:moveTo>
                  <a:pt x="399" y="0"/>
                </a:moveTo>
                <a:lnTo>
                  <a:pt x="445" y="0"/>
                </a:lnTo>
                <a:lnTo>
                  <a:pt x="445" y="23"/>
                </a:lnTo>
                <a:lnTo>
                  <a:pt x="399" y="23"/>
                </a:lnTo>
                <a:lnTo>
                  <a:pt x="399" y="0"/>
                </a:lnTo>
                <a:moveTo>
                  <a:pt x="491" y="0"/>
                </a:moveTo>
                <a:lnTo>
                  <a:pt x="536" y="0"/>
                </a:lnTo>
                <a:lnTo>
                  <a:pt x="536" y="23"/>
                </a:lnTo>
                <a:lnTo>
                  <a:pt x="491" y="23"/>
                </a:lnTo>
                <a:lnTo>
                  <a:pt x="491" y="0"/>
                </a:lnTo>
                <a:moveTo>
                  <a:pt x="582" y="0"/>
                </a:moveTo>
                <a:lnTo>
                  <a:pt x="628" y="0"/>
                </a:lnTo>
                <a:lnTo>
                  <a:pt x="628" y="23"/>
                </a:lnTo>
                <a:lnTo>
                  <a:pt x="582" y="23"/>
                </a:lnTo>
                <a:lnTo>
                  <a:pt x="582" y="0"/>
                </a:lnTo>
                <a:moveTo>
                  <a:pt x="673" y="0"/>
                </a:moveTo>
                <a:lnTo>
                  <a:pt x="719" y="0"/>
                </a:lnTo>
                <a:lnTo>
                  <a:pt x="719" y="23"/>
                </a:lnTo>
                <a:lnTo>
                  <a:pt x="673" y="23"/>
                </a:lnTo>
                <a:lnTo>
                  <a:pt x="673" y="0"/>
                </a:lnTo>
                <a:moveTo>
                  <a:pt x="765" y="0"/>
                </a:moveTo>
                <a:lnTo>
                  <a:pt x="810" y="0"/>
                </a:lnTo>
                <a:lnTo>
                  <a:pt x="810" y="23"/>
                </a:lnTo>
                <a:lnTo>
                  <a:pt x="765" y="23"/>
                </a:lnTo>
                <a:lnTo>
                  <a:pt x="765" y="0"/>
                </a:lnTo>
                <a:moveTo>
                  <a:pt x="856" y="0"/>
                </a:moveTo>
                <a:lnTo>
                  <a:pt x="902" y="0"/>
                </a:lnTo>
                <a:lnTo>
                  <a:pt x="902" y="23"/>
                </a:lnTo>
                <a:lnTo>
                  <a:pt x="856" y="23"/>
                </a:lnTo>
                <a:lnTo>
                  <a:pt x="856" y="0"/>
                </a:lnTo>
                <a:moveTo>
                  <a:pt x="947" y="0"/>
                </a:moveTo>
                <a:lnTo>
                  <a:pt x="993" y="0"/>
                </a:lnTo>
                <a:lnTo>
                  <a:pt x="993" y="23"/>
                </a:lnTo>
                <a:lnTo>
                  <a:pt x="947" y="23"/>
                </a:lnTo>
                <a:lnTo>
                  <a:pt x="947" y="0"/>
                </a:lnTo>
                <a:moveTo>
                  <a:pt x="1039" y="0"/>
                </a:moveTo>
                <a:lnTo>
                  <a:pt x="1084" y="0"/>
                </a:lnTo>
                <a:lnTo>
                  <a:pt x="1084" y="23"/>
                </a:lnTo>
                <a:lnTo>
                  <a:pt x="1039" y="23"/>
                </a:lnTo>
                <a:lnTo>
                  <a:pt x="1039" y="0"/>
                </a:lnTo>
                <a:moveTo>
                  <a:pt x="1130" y="0"/>
                </a:moveTo>
                <a:lnTo>
                  <a:pt x="1176" y="0"/>
                </a:lnTo>
                <a:lnTo>
                  <a:pt x="1176" y="23"/>
                </a:lnTo>
                <a:lnTo>
                  <a:pt x="1130" y="23"/>
                </a:lnTo>
                <a:lnTo>
                  <a:pt x="1130" y="0"/>
                </a:lnTo>
                <a:moveTo>
                  <a:pt x="1221" y="0"/>
                </a:moveTo>
                <a:lnTo>
                  <a:pt x="1267" y="0"/>
                </a:lnTo>
                <a:lnTo>
                  <a:pt x="1267" y="23"/>
                </a:lnTo>
                <a:lnTo>
                  <a:pt x="1221" y="23"/>
                </a:lnTo>
                <a:lnTo>
                  <a:pt x="1221" y="0"/>
                </a:lnTo>
                <a:moveTo>
                  <a:pt x="1313" y="0"/>
                </a:moveTo>
                <a:lnTo>
                  <a:pt x="1359" y="0"/>
                </a:lnTo>
                <a:lnTo>
                  <a:pt x="1359" y="23"/>
                </a:lnTo>
                <a:lnTo>
                  <a:pt x="1313" y="23"/>
                </a:lnTo>
                <a:lnTo>
                  <a:pt x="1313" y="0"/>
                </a:lnTo>
                <a:moveTo>
                  <a:pt x="1404" y="0"/>
                </a:moveTo>
                <a:lnTo>
                  <a:pt x="1450" y="0"/>
                </a:lnTo>
                <a:lnTo>
                  <a:pt x="1450" y="23"/>
                </a:lnTo>
                <a:lnTo>
                  <a:pt x="1404" y="23"/>
                </a:lnTo>
                <a:lnTo>
                  <a:pt x="1404" y="0"/>
                </a:lnTo>
                <a:moveTo>
                  <a:pt x="1496" y="0"/>
                </a:moveTo>
                <a:lnTo>
                  <a:pt x="1541" y="0"/>
                </a:lnTo>
                <a:lnTo>
                  <a:pt x="1541" y="23"/>
                </a:lnTo>
                <a:lnTo>
                  <a:pt x="1496" y="23"/>
                </a:lnTo>
                <a:lnTo>
                  <a:pt x="1496" y="0"/>
                </a:lnTo>
                <a:moveTo>
                  <a:pt x="1587" y="0"/>
                </a:moveTo>
                <a:lnTo>
                  <a:pt x="1633" y="0"/>
                </a:lnTo>
                <a:lnTo>
                  <a:pt x="1633" y="23"/>
                </a:lnTo>
                <a:lnTo>
                  <a:pt x="1587" y="23"/>
                </a:lnTo>
                <a:lnTo>
                  <a:pt x="1587" y="0"/>
                </a:lnTo>
                <a:moveTo>
                  <a:pt x="1678" y="0"/>
                </a:moveTo>
                <a:lnTo>
                  <a:pt x="1724" y="0"/>
                </a:lnTo>
                <a:lnTo>
                  <a:pt x="1724" y="23"/>
                </a:lnTo>
                <a:lnTo>
                  <a:pt x="1678" y="23"/>
                </a:lnTo>
                <a:lnTo>
                  <a:pt x="1678" y="0"/>
                </a:lnTo>
                <a:moveTo>
                  <a:pt x="1770" y="0"/>
                </a:moveTo>
                <a:lnTo>
                  <a:pt x="1815" y="0"/>
                </a:lnTo>
                <a:lnTo>
                  <a:pt x="1815" y="23"/>
                </a:lnTo>
                <a:lnTo>
                  <a:pt x="1770" y="23"/>
                </a:lnTo>
                <a:lnTo>
                  <a:pt x="1770" y="0"/>
                </a:lnTo>
                <a:moveTo>
                  <a:pt x="1861" y="0"/>
                </a:moveTo>
                <a:lnTo>
                  <a:pt x="1907" y="0"/>
                </a:lnTo>
                <a:lnTo>
                  <a:pt x="1907" y="23"/>
                </a:lnTo>
                <a:lnTo>
                  <a:pt x="1861" y="23"/>
                </a:lnTo>
                <a:lnTo>
                  <a:pt x="1861" y="0"/>
                </a:lnTo>
                <a:moveTo>
                  <a:pt x="1952" y="0"/>
                </a:moveTo>
                <a:lnTo>
                  <a:pt x="1998" y="0"/>
                </a:lnTo>
                <a:lnTo>
                  <a:pt x="1998" y="23"/>
                </a:lnTo>
                <a:lnTo>
                  <a:pt x="1952" y="23"/>
                </a:lnTo>
                <a:lnTo>
                  <a:pt x="1952" y="0"/>
                </a:lnTo>
                <a:moveTo>
                  <a:pt x="2044" y="0"/>
                </a:moveTo>
                <a:lnTo>
                  <a:pt x="2089" y="0"/>
                </a:lnTo>
                <a:lnTo>
                  <a:pt x="2089" y="23"/>
                </a:lnTo>
                <a:lnTo>
                  <a:pt x="2044" y="23"/>
                </a:lnTo>
                <a:lnTo>
                  <a:pt x="2044" y="0"/>
                </a:lnTo>
                <a:moveTo>
                  <a:pt x="2135" y="0"/>
                </a:moveTo>
                <a:lnTo>
                  <a:pt x="2181" y="0"/>
                </a:lnTo>
                <a:lnTo>
                  <a:pt x="2181" y="23"/>
                </a:lnTo>
                <a:lnTo>
                  <a:pt x="2135" y="23"/>
                </a:lnTo>
                <a:lnTo>
                  <a:pt x="2135" y="0"/>
                </a:lnTo>
                <a:moveTo>
                  <a:pt x="2226" y="0"/>
                </a:moveTo>
                <a:lnTo>
                  <a:pt x="2272" y="0"/>
                </a:lnTo>
                <a:lnTo>
                  <a:pt x="2272" y="23"/>
                </a:lnTo>
                <a:lnTo>
                  <a:pt x="2226" y="23"/>
                </a:lnTo>
                <a:lnTo>
                  <a:pt x="2226" y="0"/>
                </a:lnTo>
                <a:moveTo>
                  <a:pt x="2318" y="0"/>
                </a:moveTo>
                <a:lnTo>
                  <a:pt x="2363" y="0"/>
                </a:lnTo>
                <a:lnTo>
                  <a:pt x="2363" y="23"/>
                </a:lnTo>
                <a:lnTo>
                  <a:pt x="2318" y="23"/>
                </a:lnTo>
                <a:lnTo>
                  <a:pt x="2318" y="0"/>
                </a:lnTo>
                <a:moveTo>
                  <a:pt x="2409" y="0"/>
                </a:moveTo>
                <a:lnTo>
                  <a:pt x="2455" y="0"/>
                </a:lnTo>
                <a:lnTo>
                  <a:pt x="2455" y="23"/>
                </a:lnTo>
                <a:lnTo>
                  <a:pt x="2409" y="23"/>
                </a:lnTo>
                <a:lnTo>
                  <a:pt x="2409" y="0"/>
                </a:lnTo>
                <a:moveTo>
                  <a:pt x="2501" y="0"/>
                </a:moveTo>
                <a:lnTo>
                  <a:pt x="2546" y="0"/>
                </a:lnTo>
                <a:lnTo>
                  <a:pt x="2546" y="23"/>
                </a:lnTo>
                <a:lnTo>
                  <a:pt x="2501" y="23"/>
                </a:lnTo>
                <a:lnTo>
                  <a:pt x="2501" y="0"/>
                </a:lnTo>
                <a:moveTo>
                  <a:pt x="2592" y="0"/>
                </a:moveTo>
                <a:lnTo>
                  <a:pt x="2638" y="0"/>
                </a:lnTo>
                <a:lnTo>
                  <a:pt x="2638" y="23"/>
                </a:lnTo>
                <a:lnTo>
                  <a:pt x="2592" y="23"/>
                </a:lnTo>
                <a:lnTo>
                  <a:pt x="2592" y="0"/>
                </a:lnTo>
                <a:moveTo>
                  <a:pt x="2683" y="0"/>
                </a:moveTo>
                <a:lnTo>
                  <a:pt x="2729" y="0"/>
                </a:lnTo>
                <a:lnTo>
                  <a:pt x="2729" y="23"/>
                </a:lnTo>
                <a:lnTo>
                  <a:pt x="2683" y="23"/>
                </a:lnTo>
                <a:lnTo>
                  <a:pt x="2683" y="0"/>
                </a:lnTo>
                <a:moveTo>
                  <a:pt x="2775" y="0"/>
                </a:moveTo>
                <a:lnTo>
                  <a:pt x="2820" y="0"/>
                </a:lnTo>
                <a:lnTo>
                  <a:pt x="2820" y="23"/>
                </a:lnTo>
                <a:lnTo>
                  <a:pt x="2775" y="23"/>
                </a:lnTo>
                <a:lnTo>
                  <a:pt x="2775" y="0"/>
                </a:lnTo>
                <a:moveTo>
                  <a:pt x="2866" y="0"/>
                </a:moveTo>
                <a:lnTo>
                  <a:pt x="2912" y="0"/>
                </a:lnTo>
                <a:lnTo>
                  <a:pt x="2912" y="23"/>
                </a:lnTo>
                <a:lnTo>
                  <a:pt x="2866" y="23"/>
                </a:lnTo>
                <a:lnTo>
                  <a:pt x="2866" y="0"/>
                </a:lnTo>
                <a:moveTo>
                  <a:pt x="2957" y="0"/>
                </a:moveTo>
                <a:lnTo>
                  <a:pt x="3003" y="0"/>
                </a:lnTo>
                <a:lnTo>
                  <a:pt x="3003" y="23"/>
                </a:lnTo>
                <a:lnTo>
                  <a:pt x="2957" y="23"/>
                </a:lnTo>
                <a:lnTo>
                  <a:pt x="2957" y="0"/>
                </a:lnTo>
                <a:moveTo>
                  <a:pt x="3049" y="0"/>
                </a:moveTo>
                <a:lnTo>
                  <a:pt x="3094" y="0"/>
                </a:lnTo>
                <a:lnTo>
                  <a:pt x="3094" y="23"/>
                </a:lnTo>
                <a:lnTo>
                  <a:pt x="3049" y="23"/>
                </a:lnTo>
                <a:lnTo>
                  <a:pt x="3049" y="0"/>
                </a:lnTo>
                <a:moveTo>
                  <a:pt x="3140" y="0"/>
                </a:moveTo>
                <a:lnTo>
                  <a:pt x="3186" y="0"/>
                </a:lnTo>
                <a:lnTo>
                  <a:pt x="3186" y="23"/>
                </a:lnTo>
                <a:lnTo>
                  <a:pt x="3140" y="23"/>
                </a:lnTo>
                <a:lnTo>
                  <a:pt x="3140" y="0"/>
                </a:lnTo>
                <a:moveTo>
                  <a:pt x="3231" y="0"/>
                </a:moveTo>
                <a:lnTo>
                  <a:pt x="3277" y="0"/>
                </a:lnTo>
                <a:lnTo>
                  <a:pt x="3277" y="23"/>
                </a:lnTo>
                <a:lnTo>
                  <a:pt x="3231" y="23"/>
                </a:lnTo>
                <a:lnTo>
                  <a:pt x="3231" y="0"/>
                </a:lnTo>
                <a:moveTo>
                  <a:pt x="3323" y="0"/>
                </a:moveTo>
                <a:lnTo>
                  <a:pt x="3368" y="0"/>
                </a:lnTo>
                <a:lnTo>
                  <a:pt x="3368" y="23"/>
                </a:lnTo>
                <a:lnTo>
                  <a:pt x="3323" y="23"/>
                </a:lnTo>
                <a:lnTo>
                  <a:pt x="3323" y="0"/>
                </a:lnTo>
                <a:moveTo>
                  <a:pt x="3414" y="0"/>
                </a:moveTo>
                <a:lnTo>
                  <a:pt x="3460" y="0"/>
                </a:lnTo>
                <a:lnTo>
                  <a:pt x="3460" y="23"/>
                </a:lnTo>
                <a:lnTo>
                  <a:pt x="3414" y="23"/>
                </a:lnTo>
                <a:lnTo>
                  <a:pt x="3414" y="0"/>
                </a:lnTo>
                <a:moveTo>
                  <a:pt x="3506" y="0"/>
                </a:moveTo>
                <a:lnTo>
                  <a:pt x="3551" y="0"/>
                </a:lnTo>
                <a:lnTo>
                  <a:pt x="3551" y="23"/>
                </a:lnTo>
                <a:lnTo>
                  <a:pt x="3506" y="23"/>
                </a:lnTo>
                <a:lnTo>
                  <a:pt x="3506" y="0"/>
                </a:lnTo>
                <a:moveTo>
                  <a:pt x="3597" y="0"/>
                </a:moveTo>
                <a:lnTo>
                  <a:pt x="3643" y="0"/>
                </a:lnTo>
                <a:lnTo>
                  <a:pt x="3643" y="23"/>
                </a:lnTo>
                <a:lnTo>
                  <a:pt x="3597" y="23"/>
                </a:lnTo>
                <a:lnTo>
                  <a:pt x="3597" y="0"/>
                </a:lnTo>
                <a:moveTo>
                  <a:pt x="3689" y="0"/>
                </a:moveTo>
                <a:lnTo>
                  <a:pt x="3735" y="0"/>
                </a:lnTo>
                <a:lnTo>
                  <a:pt x="3735" y="23"/>
                </a:lnTo>
                <a:lnTo>
                  <a:pt x="3689" y="23"/>
                </a:lnTo>
                <a:lnTo>
                  <a:pt x="3689" y="0"/>
                </a:lnTo>
                <a:moveTo>
                  <a:pt x="3781" y="0"/>
                </a:moveTo>
                <a:lnTo>
                  <a:pt x="3826" y="0"/>
                </a:lnTo>
                <a:lnTo>
                  <a:pt x="3826" y="23"/>
                </a:lnTo>
                <a:lnTo>
                  <a:pt x="3781" y="23"/>
                </a:lnTo>
                <a:lnTo>
                  <a:pt x="3781" y="0"/>
                </a:lnTo>
                <a:moveTo>
                  <a:pt x="3872" y="0"/>
                </a:moveTo>
                <a:lnTo>
                  <a:pt x="3918" y="0"/>
                </a:lnTo>
                <a:lnTo>
                  <a:pt x="3918" y="23"/>
                </a:lnTo>
                <a:lnTo>
                  <a:pt x="3872" y="23"/>
                </a:lnTo>
                <a:lnTo>
                  <a:pt x="3872" y="0"/>
                </a:lnTo>
                <a:moveTo>
                  <a:pt x="3963" y="0"/>
                </a:moveTo>
                <a:lnTo>
                  <a:pt x="4009" y="0"/>
                </a:lnTo>
                <a:lnTo>
                  <a:pt x="4009" y="23"/>
                </a:lnTo>
                <a:lnTo>
                  <a:pt x="3963" y="23"/>
                </a:lnTo>
                <a:lnTo>
                  <a:pt x="3963" y="0"/>
                </a:lnTo>
                <a:moveTo>
                  <a:pt x="4055" y="0"/>
                </a:moveTo>
                <a:lnTo>
                  <a:pt x="4100" y="0"/>
                </a:lnTo>
                <a:lnTo>
                  <a:pt x="4100" y="23"/>
                </a:lnTo>
                <a:lnTo>
                  <a:pt x="4055" y="23"/>
                </a:lnTo>
                <a:lnTo>
                  <a:pt x="4055" y="0"/>
                </a:lnTo>
                <a:moveTo>
                  <a:pt x="4146" y="0"/>
                </a:moveTo>
                <a:lnTo>
                  <a:pt x="4192" y="0"/>
                </a:lnTo>
                <a:lnTo>
                  <a:pt x="4192" y="23"/>
                </a:lnTo>
                <a:lnTo>
                  <a:pt x="4146" y="23"/>
                </a:lnTo>
                <a:lnTo>
                  <a:pt x="4146" y="0"/>
                </a:lnTo>
                <a:moveTo>
                  <a:pt x="4237" y="0"/>
                </a:moveTo>
                <a:lnTo>
                  <a:pt x="4283" y="0"/>
                </a:lnTo>
                <a:lnTo>
                  <a:pt x="4283" y="23"/>
                </a:lnTo>
                <a:lnTo>
                  <a:pt x="4237" y="23"/>
                </a:lnTo>
                <a:lnTo>
                  <a:pt x="4237" y="0"/>
                </a:lnTo>
                <a:moveTo>
                  <a:pt x="4329" y="0"/>
                </a:moveTo>
                <a:lnTo>
                  <a:pt x="4374" y="0"/>
                </a:lnTo>
                <a:lnTo>
                  <a:pt x="4374" y="23"/>
                </a:lnTo>
                <a:lnTo>
                  <a:pt x="4329" y="23"/>
                </a:lnTo>
                <a:lnTo>
                  <a:pt x="4329" y="0"/>
                </a:lnTo>
                <a:moveTo>
                  <a:pt x="4420" y="0"/>
                </a:moveTo>
                <a:lnTo>
                  <a:pt x="4466" y="0"/>
                </a:lnTo>
                <a:lnTo>
                  <a:pt x="4466" y="23"/>
                </a:lnTo>
                <a:lnTo>
                  <a:pt x="4420" y="23"/>
                </a:lnTo>
                <a:lnTo>
                  <a:pt x="4420" y="0"/>
                </a:lnTo>
                <a:moveTo>
                  <a:pt x="4511" y="0"/>
                </a:moveTo>
                <a:lnTo>
                  <a:pt x="4557" y="0"/>
                </a:lnTo>
                <a:lnTo>
                  <a:pt x="4557" y="23"/>
                </a:lnTo>
                <a:lnTo>
                  <a:pt x="4511" y="23"/>
                </a:lnTo>
                <a:lnTo>
                  <a:pt x="4511" y="0"/>
                </a:lnTo>
                <a:moveTo>
                  <a:pt x="4603" y="0"/>
                </a:moveTo>
                <a:lnTo>
                  <a:pt x="4649" y="0"/>
                </a:lnTo>
                <a:lnTo>
                  <a:pt x="4649" y="23"/>
                </a:lnTo>
                <a:lnTo>
                  <a:pt x="4603" y="23"/>
                </a:lnTo>
                <a:lnTo>
                  <a:pt x="4603" y="0"/>
                </a:lnTo>
                <a:moveTo>
                  <a:pt x="4694" y="0"/>
                </a:moveTo>
                <a:lnTo>
                  <a:pt x="4740" y="0"/>
                </a:lnTo>
                <a:lnTo>
                  <a:pt x="4740" y="23"/>
                </a:lnTo>
                <a:lnTo>
                  <a:pt x="4694" y="23"/>
                </a:lnTo>
                <a:lnTo>
                  <a:pt x="4694" y="0"/>
                </a:lnTo>
                <a:moveTo>
                  <a:pt x="4786" y="0"/>
                </a:moveTo>
                <a:lnTo>
                  <a:pt x="4831" y="0"/>
                </a:lnTo>
                <a:lnTo>
                  <a:pt x="4831" y="23"/>
                </a:lnTo>
                <a:lnTo>
                  <a:pt x="4786" y="23"/>
                </a:lnTo>
                <a:lnTo>
                  <a:pt x="4786" y="0"/>
                </a:lnTo>
                <a:moveTo>
                  <a:pt x="4877" y="0"/>
                </a:moveTo>
                <a:lnTo>
                  <a:pt x="4923" y="0"/>
                </a:lnTo>
                <a:lnTo>
                  <a:pt x="4923" y="23"/>
                </a:lnTo>
                <a:lnTo>
                  <a:pt x="4877" y="23"/>
                </a:lnTo>
                <a:lnTo>
                  <a:pt x="4877" y="0"/>
                </a:lnTo>
                <a:moveTo>
                  <a:pt x="4968" y="0"/>
                </a:moveTo>
                <a:lnTo>
                  <a:pt x="5014" y="0"/>
                </a:lnTo>
                <a:lnTo>
                  <a:pt x="5014" y="23"/>
                </a:lnTo>
                <a:lnTo>
                  <a:pt x="4968" y="23"/>
                </a:lnTo>
                <a:lnTo>
                  <a:pt x="4968" y="0"/>
                </a:lnTo>
                <a:moveTo>
                  <a:pt x="5060" y="0"/>
                </a:moveTo>
                <a:lnTo>
                  <a:pt x="5105" y="0"/>
                </a:lnTo>
                <a:lnTo>
                  <a:pt x="5105" y="23"/>
                </a:lnTo>
                <a:lnTo>
                  <a:pt x="5060" y="23"/>
                </a:lnTo>
                <a:lnTo>
                  <a:pt x="5060" y="0"/>
                </a:lnTo>
                <a:moveTo>
                  <a:pt x="5151" y="0"/>
                </a:moveTo>
                <a:lnTo>
                  <a:pt x="5197" y="0"/>
                </a:lnTo>
                <a:lnTo>
                  <a:pt x="5197" y="23"/>
                </a:lnTo>
                <a:lnTo>
                  <a:pt x="5151" y="23"/>
                </a:lnTo>
                <a:lnTo>
                  <a:pt x="5151" y="0"/>
                </a:lnTo>
                <a:moveTo>
                  <a:pt x="5242" y="0"/>
                </a:moveTo>
                <a:lnTo>
                  <a:pt x="5288" y="0"/>
                </a:lnTo>
                <a:lnTo>
                  <a:pt x="5288" y="23"/>
                </a:lnTo>
                <a:lnTo>
                  <a:pt x="5242" y="23"/>
                </a:lnTo>
                <a:lnTo>
                  <a:pt x="5242" y="0"/>
                </a:lnTo>
                <a:moveTo>
                  <a:pt x="5334" y="0"/>
                </a:moveTo>
                <a:lnTo>
                  <a:pt x="5379" y="0"/>
                </a:lnTo>
                <a:lnTo>
                  <a:pt x="5379" y="23"/>
                </a:lnTo>
                <a:lnTo>
                  <a:pt x="5334" y="23"/>
                </a:lnTo>
                <a:lnTo>
                  <a:pt x="5334" y="0"/>
                </a:lnTo>
                <a:moveTo>
                  <a:pt x="5425" y="0"/>
                </a:moveTo>
                <a:lnTo>
                  <a:pt x="5471" y="0"/>
                </a:lnTo>
                <a:lnTo>
                  <a:pt x="5471" y="23"/>
                </a:lnTo>
                <a:lnTo>
                  <a:pt x="5425" y="23"/>
                </a:lnTo>
                <a:lnTo>
                  <a:pt x="5425" y="0"/>
                </a:lnTo>
                <a:moveTo>
                  <a:pt x="5516" y="0"/>
                </a:moveTo>
                <a:lnTo>
                  <a:pt x="5562" y="0"/>
                </a:lnTo>
                <a:lnTo>
                  <a:pt x="5562" y="23"/>
                </a:lnTo>
                <a:lnTo>
                  <a:pt x="5516" y="23"/>
                </a:lnTo>
                <a:lnTo>
                  <a:pt x="5516" y="0"/>
                </a:lnTo>
                <a:moveTo>
                  <a:pt x="5608" y="0"/>
                </a:moveTo>
                <a:lnTo>
                  <a:pt x="5653" y="0"/>
                </a:lnTo>
                <a:lnTo>
                  <a:pt x="5653" y="23"/>
                </a:lnTo>
                <a:lnTo>
                  <a:pt x="5608" y="23"/>
                </a:lnTo>
                <a:lnTo>
                  <a:pt x="5608" y="0"/>
                </a:lnTo>
                <a:moveTo>
                  <a:pt x="5699" y="0"/>
                </a:moveTo>
                <a:lnTo>
                  <a:pt x="5745" y="0"/>
                </a:lnTo>
                <a:lnTo>
                  <a:pt x="5745" y="23"/>
                </a:lnTo>
                <a:lnTo>
                  <a:pt x="5699" y="23"/>
                </a:lnTo>
                <a:lnTo>
                  <a:pt x="5699" y="0"/>
                </a:lnTo>
                <a:moveTo>
                  <a:pt x="5791" y="0"/>
                </a:moveTo>
                <a:lnTo>
                  <a:pt x="5836" y="0"/>
                </a:lnTo>
                <a:lnTo>
                  <a:pt x="5836" y="23"/>
                </a:lnTo>
                <a:lnTo>
                  <a:pt x="5791" y="23"/>
                </a:lnTo>
                <a:lnTo>
                  <a:pt x="5791" y="0"/>
                </a:lnTo>
                <a:moveTo>
                  <a:pt x="5882" y="0"/>
                </a:moveTo>
                <a:lnTo>
                  <a:pt x="5928" y="0"/>
                </a:lnTo>
                <a:lnTo>
                  <a:pt x="5928" y="23"/>
                </a:lnTo>
                <a:lnTo>
                  <a:pt x="5882" y="23"/>
                </a:lnTo>
                <a:lnTo>
                  <a:pt x="5882" y="0"/>
                </a:lnTo>
                <a:moveTo>
                  <a:pt x="5973" y="0"/>
                </a:moveTo>
                <a:lnTo>
                  <a:pt x="6019" y="0"/>
                </a:lnTo>
                <a:lnTo>
                  <a:pt x="6019" y="23"/>
                </a:lnTo>
                <a:lnTo>
                  <a:pt x="5973" y="23"/>
                </a:lnTo>
                <a:lnTo>
                  <a:pt x="5973" y="0"/>
                </a:lnTo>
                <a:moveTo>
                  <a:pt x="6065" y="0"/>
                </a:moveTo>
                <a:lnTo>
                  <a:pt x="6110" y="0"/>
                </a:lnTo>
                <a:lnTo>
                  <a:pt x="6110" y="23"/>
                </a:lnTo>
                <a:lnTo>
                  <a:pt x="6065" y="23"/>
                </a:lnTo>
                <a:lnTo>
                  <a:pt x="6065" y="0"/>
                </a:lnTo>
                <a:moveTo>
                  <a:pt x="6156" y="0"/>
                </a:moveTo>
                <a:lnTo>
                  <a:pt x="6202" y="0"/>
                </a:lnTo>
                <a:lnTo>
                  <a:pt x="6202" y="23"/>
                </a:lnTo>
                <a:lnTo>
                  <a:pt x="6156" y="23"/>
                </a:lnTo>
                <a:lnTo>
                  <a:pt x="6156" y="0"/>
                </a:lnTo>
                <a:moveTo>
                  <a:pt x="6247" y="0"/>
                </a:moveTo>
                <a:lnTo>
                  <a:pt x="6293" y="0"/>
                </a:lnTo>
                <a:lnTo>
                  <a:pt x="6293" y="23"/>
                </a:lnTo>
                <a:lnTo>
                  <a:pt x="6247" y="23"/>
                </a:lnTo>
                <a:lnTo>
                  <a:pt x="6247" y="0"/>
                </a:lnTo>
                <a:moveTo>
                  <a:pt x="6339" y="0"/>
                </a:moveTo>
                <a:lnTo>
                  <a:pt x="6384" y="0"/>
                </a:lnTo>
                <a:lnTo>
                  <a:pt x="6384" y="23"/>
                </a:lnTo>
                <a:lnTo>
                  <a:pt x="6339" y="23"/>
                </a:lnTo>
                <a:lnTo>
                  <a:pt x="6339" y="0"/>
                </a:lnTo>
                <a:moveTo>
                  <a:pt x="6430" y="0"/>
                </a:moveTo>
                <a:lnTo>
                  <a:pt x="6476" y="0"/>
                </a:lnTo>
                <a:lnTo>
                  <a:pt x="6476" y="23"/>
                </a:lnTo>
                <a:lnTo>
                  <a:pt x="6430" y="23"/>
                </a:lnTo>
                <a:lnTo>
                  <a:pt x="6430" y="0"/>
                </a:lnTo>
                <a:moveTo>
                  <a:pt x="6521" y="0"/>
                </a:moveTo>
                <a:lnTo>
                  <a:pt x="6567" y="0"/>
                </a:lnTo>
                <a:lnTo>
                  <a:pt x="6567" y="23"/>
                </a:lnTo>
                <a:lnTo>
                  <a:pt x="6521" y="23"/>
                </a:lnTo>
                <a:lnTo>
                  <a:pt x="6521" y="0"/>
                </a:lnTo>
                <a:moveTo>
                  <a:pt x="6613" y="0"/>
                </a:moveTo>
                <a:lnTo>
                  <a:pt x="6658" y="0"/>
                </a:lnTo>
                <a:lnTo>
                  <a:pt x="6658" y="23"/>
                </a:lnTo>
                <a:lnTo>
                  <a:pt x="6613" y="23"/>
                </a:lnTo>
                <a:lnTo>
                  <a:pt x="6613" y="0"/>
                </a:lnTo>
                <a:moveTo>
                  <a:pt x="6704" y="0"/>
                </a:moveTo>
                <a:lnTo>
                  <a:pt x="6750" y="0"/>
                </a:lnTo>
                <a:lnTo>
                  <a:pt x="6750" y="23"/>
                </a:lnTo>
                <a:lnTo>
                  <a:pt x="6704" y="23"/>
                </a:lnTo>
                <a:lnTo>
                  <a:pt x="6704" y="0"/>
                </a:lnTo>
                <a:moveTo>
                  <a:pt x="6796" y="0"/>
                </a:moveTo>
                <a:lnTo>
                  <a:pt x="6841" y="0"/>
                </a:lnTo>
                <a:lnTo>
                  <a:pt x="6841" y="23"/>
                </a:lnTo>
                <a:lnTo>
                  <a:pt x="6796" y="23"/>
                </a:lnTo>
                <a:lnTo>
                  <a:pt x="6796" y="0"/>
                </a:lnTo>
                <a:moveTo>
                  <a:pt x="6887" y="0"/>
                </a:moveTo>
                <a:lnTo>
                  <a:pt x="6933" y="0"/>
                </a:lnTo>
                <a:lnTo>
                  <a:pt x="6933" y="23"/>
                </a:lnTo>
                <a:lnTo>
                  <a:pt x="6887" y="23"/>
                </a:lnTo>
                <a:lnTo>
                  <a:pt x="6887" y="0"/>
                </a:lnTo>
                <a:moveTo>
                  <a:pt x="6978" y="0"/>
                </a:moveTo>
                <a:lnTo>
                  <a:pt x="7024" y="0"/>
                </a:lnTo>
                <a:lnTo>
                  <a:pt x="7024" y="23"/>
                </a:lnTo>
                <a:lnTo>
                  <a:pt x="6978" y="23"/>
                </a:lnTo>
                <a:lnTo>
                  <a:pt x="6978" y="0"/>
                </a:lnTo>
                <a:moveTo>
                  <a:pt x="7070" y="0"/>
                </a:moveTo>
                <a:lnTo>
                  <a:pt x="7115" y="0"/>
                </a:lnTo>
                <a:lnTo>
                  <a:pt x="7115" y="23"/>
                </a:lnTo>
                <a:lnTo>
                  <a:pt x="7070" y="23"/>
                </a:lnTo>
                <a:lnTo>
                  <a:pt x="7070" y="0"/>
                </a:lnTo>
                <a:moveTo>
                  <a:pt x="7161" y="0"/>
                </a:moveTo>
                <a:lnTo>
                  <a:pt x="7207" y="0"/>
                </a:lnTo>
                <a:lnTo>
                  <a:pt x="7207" y="23"/>
                </a:lnTo>
                <a:lnTo>
                  <a:pt x="7161" y="23"/>
                </a:lnTo>
                <a:lnTo>
                  <a:pt x="7161" y="0"/>
                </a:lnTo>
                <a:moveTo>
                  <a:pt x="7252" y="0"/>
                </a:moveTo>
                <a:lnTo>
                  <a:pt x="7298" y="0"/>
                </a:lnTo>
                <a:lnTo>
                  <a:pt x="7298" y="23"/>
                </a:lnTo>
                <a:lnTo>
                  <a:pt x="7252" y="23"/>
                </a:lnTo>
                <a:lnTo>
                  <a:pt x="7252" y="0"/>
                </a:lnTo>
                <a:moveTo>
                  <a:pt x="7344" y="0"/>
                </a:moveTo>
                <a:lnTo>
                  <a:pt x="7389" y="0"/>
                </a:lnTo>
                <a:lnTo>
                  <a:pt x="7389" y="23"/>
                </a:lnTo>
                <a:lnTo>
                  <a:pt x="7344" y="23"/>
                </a:lnTo>
                <a:lnTo>
                  <a:pt x="7344" y="0"/>
                </a:lnTo>
                <a:moveTo>
                  <a:pt x="7435" y="0"/>
                </a:moveTo>
                <a:lnTo>
                  <a:pt x="7481" y="0"/>
                </a:lnTo>
                <a:lnTo>
                  <a:pt x="7481" y="23"/>
                </a:lnTo>
                <a:lnTo>
                  <a:pt x="7435" y="23"/>
                </a:lnTo>
                <a:lnTo>
                  <a:pt x="7435" y="0"/>
                </a:lnTo>
                <a:moveTo>
                  <a:pt x="7526" y="0"/>
                </a:moveTo>
                <a:lnTo>
                  <a:pt x="7572" y="0"/>
                </a:lnTo>
                <a:lnTo>
                  <a:pt x="7572" y="23"/>
                </a:lnTo>
                <a:lnTo>
                  <a:pt x="7526" y="23"/>
                </a:lnTo>
                <a:lnTo>
                  <a:pt x="7526" y="0"/>
                </a:lnTo>
                <a:moveTo>
                  <a:pt x="7618" y="0"/>
                </a:moveTo>
                <a:lnTo>
                  <a:pt x="7663" y="0"/>
                </a:lnTo>
                <a:lnTo>
                  <a:pt x="7663" y="23"/>
                </a:lnTo>
                <a:lnTo>
                  <a:pt x="7618" y="23"/>
                </a:lnTo>
                <a:lnTo>
                  <a:pt x="7618" y="0"/>
                </a:lnTo>
                <a:moveTo>
                  <a:pt x="7709" y="0"/>
                </a:moveTo>
                <a:lnTo>
                  <a:pt x="7755" y="0"/>
                </a:lnTo>
                <a:lnTo>
                  <a:pt x="7755" y="23"/>
                </a:lnTo>
                <a:lnTo>
                  <a:pt x="7709" y="23"/>
                </a:lnTo>
                <a:lnTo>
                  <a:pt x="7709" y="0"/>
                </a:lnTo>
                <a:moveTo>
                  <a:pt x="7800" y="0"/>
                </a:moveTo>
                <a:lnTo>
                  <a:pt x="7846" y="0"/>
                </a:lnTo>
                <a:lnTo>
                  <a:pt x="7846" y="23"/>
                </a:lnTo>
                <a:lnTo>
                  <a:pt x="7800" y="23"/>
                </a:lnTo>
                <a:lnTo>
                  <a:pt x="7800" y="0"/>
                </a:lnTo>
                <a:moveTo>
                  <a:pt x="7892" y="0"/>
                </a:moveTo>
                <a:lnTo>
                  <a:pt x="7938" y="0"/>
                </a:lnTo>
                <a:lnTo>
                  <a:pt x="7938" y="23"/>
                </a:lnTo>
                <a:lnTo>
                  <a:pt x="7892" y="23"/>
                </a:lnTo>
                <a:lnTo>
                  <a:pt x="7892" y="0"/>
                </a:lnTo>
                <a:moveTo>
                  <a:pt x="7983" y="0"/>
                </a:moveTo>
                <a:lnTo>
                  <a:pt x="8029" y="0"/>
                </a:lnTo>
                <a:lnTo>
                  <a:pt x="8029" y="23"/>
                </a:lnTo>
                <a:lnTo>
                  <a:pt x="7983" y="23"/>
                </a:lnTo>
                <a:lnTo>
                  <a:pt x="7983" y="0"/>
                </a:lnTo>
                <a:moveTo>
                  <a:pt x="8075" y="0"/>
                </a:moveTo>
                <a:lnTo>
                  <a:pt x="8120" y="0"/>
                </a:lnTo>
                <a:lnTo>
                  <a:pt x="8120" y="23"/>
                </a:lnTo>
                <a:lnTo>
                  <a:pt x="8075" y="23"/>
                </a:lnTo>
                <a:lnTo>
                  <a:pt x="8075" y="0"/>
                </a:lnTo>
                <a:moveTo>
                  <a:pt x="8166" y="0"/>
                </a:moveTo>
                <a:lnTo>
                  <a:pt x="8212" y="0"/>
                </a:lnTo>
                <a:lnTo>
                  <a:pt x="8212" y="23"/>
                </a:lnTo>
                <a:lnTo>
                  <a:pt x="8166" y="23"/>
                </a:lnTo>
                <a:lnTo>
                  <a:pt x="8166" y="0"/>
                </a:lnTo>
                <a:moveTo>
                  <a:pt x="8257" y="0"/>
                </a:moveTo>
                <a:lnTo>
                  <a:pt x="8303" y="0"/>
                </a:lnTo>
                <a:lnTo>
                  <a:pt x="8303" y="23"/>
                </a:lnTo>
                <a:lnTo>
                  <a:pt x="8257" y="23"/>
                </a:lnTo>
                <a:lnTo>
                  <a:pt x="8257" y="0"/>
                </a:lnTo>
                <a:moveTo>
                  <a:pt x="8349" y="0"/>
                </a:moveTo>
                <a:lnTo>
                  <a:pt x="8394" y="0"/>
                </a:lnTo>
                <a:lnTo>
                  <a:pt x="8394" y="23"/>
                </a:lnTo>
                <a:lnTo>
                  <a:pt x="8349" y="23"/>
                </a:lnTo>
                <a:lnTo>
                  <a:pt x="8349" y="0"/>
                </a:lnTo>
                <a:moveTo>
                  <a:pt x="8440" y="0"/>
                </a:moveTo>
                <a:lnTo>
                  <a:pt x="8486" y="0"/>
                </a:lnTo>
                <a:lnTo>
                  <a:pt x="8486" y="23"/>
                </a:lnTo>
                <a:lnTo>
                  <a:pt x="8440" y="23"/>
                </a:lnTo>
                <a:lnTo>
                  <a:pt x="8440" y="0"/>
                </a:lnTo>
                <a:moveTo>
                  <a:pt x="8531" y="0"/>
                </a:moveTo>
                <a:lnTo>
                  <a:pt x="8577" y="0"/>
                </a:lnTo>
                <a:lnTo>
                  <a:pt x="8577" y="23"/>
                </a:lnTo>
                <a:lnTo>
                  <a:pt x="8531" y="23"/>
                </a:lnTo>
                <a:lnTo>
                  <a:pt x="8531" y="0"/>
                </a:lnTo>
                <a:moveTo>
                  <a:pt x="8623" y="0"/>
                </a:moveTo>
                <a:lnTo>
                  <a:pt x="8668" y="0"/>
                </a:lnTo>
                <a:lnTo>
                  <a:pt x="8668" y="23"/>
                </a:lnTo>
                <a:lnTo>
                  <a:pt x="8623" y="23"/>
                </a:lnTo>
                <a:lnTo>
                  <a:pt x="8623" y="0"/>
                </a:lnTo>
                <a:moveTo>
                  <a:pt x="8714" y="0"/>
                </a:moveTo>
                <a:lnTo>
                  <a:pt x="8760" y="0"/>
                </a:lnTo>
                <a:lnTo>
                  <a:pt x="8760" y="23"/>
                </a:lnTo>
                <a:lnTo>
                  <a:pt x="8714" y="23"/>
                </a:lnTo>
                <a:lnTo>
                  <a:pt x="8714" y="0"/>
                </a:lnTo>
                <a:moveTo>
                  <a:pt x="8805" y="0"/>
                </a:moveTo>
                <a:lnTo>
                  <a:pt x="8851" y="0"/>
                </a:lnTo>
                <a:lnTo>
                  <a:pt x="8851" y="23"/>
                </a:lnTo>
                <a:lnTo>
                  <a:pt x="8805" y="23"/>
                </a:lnTo>
                <a:lnTo>
                  <a:pt x="8805" y="0"/>
                </a:lnTo>
                <a:moveTo>
                  <a:pt x="8897" y="0"/>
                </a:moveTo>
                <a:lnTo>
                  <a:pt x="8942" y="0"/>
                </a:lnTo>
                <a:lnTo>
                  <a:pt x="8942" y="23"/>
                </a:lnTo>
                <a:lnTo>
                  <a:pt x="8897" y="23"/>
                </a:lnTo>
                <a:lnTo>
                  <a:pt x="8897" y="0"/>
                </a:lnTo>
                <a:moveTo>
                  <a:pt x="8988" y="0"/>
                </a:moveTo>
                <a:lnTo>
                  <a:pt x="9034" y="0"/>
                </a:lnTo>
                <a:lnTo>
                  <a:pt x="9034" y="23"/>
                </a:lnTo>
                <a:lnTo>
                  <a:pt x="8988" y="23"/>
                </a:lnTo>
                <a:lnTo>
                  <a:pt x="8988" y="0"/>
                </a:lnTo>
                <a:moveTo>
                  <a:pt x="9080" y="0"/>
                </a:moveTo>
                <a:lnTo>
                  <a:pt x="9125" y="0"/>
                </a:lnTo>
                <a:lnTo>
                  <a:pt x="9125" y="23"/>
                </a:lnTo>
                <a:lnTo>
                  <a:pt x="9080" y="23"/>
                </a:lnTo>
                <a:lnTo>
                  <a:pt x="9080" y="0"/>
                </a:lnTo>
                <a:moveTo>
                  <a:pt x="9171" y="0"/>
                </a:moveTo>
                <a:lnTo>
                  <a:pt x="9217" y="0"/>
                </a:lnTo>
                <a:lnTo>
                  <a:pt x="9217" y="23"/>
                </a:lnTo>
                <a:lnTo>
                  <a:pt x="9171" y="23"/>
                </a:lnTo>
                <a:lnTo>
                  <a:pt x="9171" y="0"/>
                </a:lnTo>
                <a:moveTo>
                  <a:pt x="9262" y="0"/>
                </a:moveTo>
                <a:lnTo>
                  <a:pt x="9308" y="0"/>
                </a:lnTo>
                <a:lnTo>
                  <a:pt x="9308" y="23"/>
                </a:lnTo>
                <a:lnTo>
                  <a:pt x="9262" y="23"/>
                </a:lnTo>
                <a:lnTo>
                  <a:pt x="9262" y="0"/>
                </a:lnTo>
                <a:moveTo>
                  <a:pt x="9354" y="0"/>
                </a:moveTo>
                <a:lnTo>
                  <a:pt x="9399" y="0"/>
                </a:lnTo>
                <a:lnTo>
                  <a:pt x="9399" y="23"/>
                </a:lnTo>
                <a:lnTo>
                  <a:pt x="9354" y="23"/>
                </a:lnTo>
                <a:lnTo>
                  <a:pt x="9354" y="0"/>
                </a:lnTo>
                <a:moveTo>
                  <a:pt x="9445" y="0"/>
                </a:moveTo>
                <a:lnTo>
                  <a:pt x="9491" y="0"/>
                </a:lnTo>
                <a:lnTo>
                  <a:pt x="9491" y="23"/>
                </a:lnTo>
                <a:lnTo>
                  <a:pt x="9445" y="23"/>
                </a:lnTo>
                <a:lnTo>
                  <a:pt x="9445" y="0"/>
                </a:lnTo>
                <a:moveTo>
                  <a:pt x="9536" y="0"/>
                </a:moveTo>
                <a:lnTo>
                  <a:pt x="9582" y="0"/>
                </a:lnTo>
                <a:lnTo>
                  <a:pt x="9582" y="23"/>
                </a:lnTo>
                <a:lnTo>
                  <a:pt x="9536" y="23"/>
                </a:lnTo>
                <a:lnTo>
                  <a:pt x="9536" y="0"/>
                </a:lnTo>
                <a:moveTo>
                  <a:pt x="9628" y="0"/>
                </a:moveTo>
                <a:lnTo>
                  <a:pt x="9673" y="0"/>
                </a:lnTo>
                <a:lnTo>
                  <a:pt x="9673" y="23"/>
                </a:lnTo>
                <a:lnTo>
                  <a:pt x="9628" y="23"/>
                </a:lnTo>
                <a:lnTo>
                  <a:pt x="9628" y="0"/>
                </a:lnTo>
                <a:moveTo>
                  <a:pt x="9719" y="0"/>
                </a:moveTo>
                <a:lnTo>
                  <a:pt x="9765" y="0"/>
                </a:lnTo>
                <a:lnTo>
                  <a:pt x="9765" y="23"/>
                </a:lnTo>
                <a:lnTo>
                  <a:pt x="9719" y="23"/>
                </a:lnTo>
                <a:lnTo>
                  <a:pt x="9719" y="0"/>
                </a:lnTo>
                <a:moveTo>
                  <a:pt x="9810" y="0"/>
                </a:moveTo>
                <a:lnTo>
                  <a:pt x="9856" y="0"/>
                </a:lnTo>
                <a:lnTo>
                  <a:pt x="9856" y="23"/>
                </a:lnTo>
                <a:lnTo>
                  <a:pt x="9810" y="23"/>
                </a:lnTo>
                <a:lnTo>
                  <a:pt x="9810" y="0"/>
                </a:lnTo>
                <a:moveTo>
                  <a:pt x="9902" y="0"/>
                </a:moveTo>
                <a:lnTo>
                  <a:pt x="9947" y="0"/>
                </a:lnTo>
                <a:lnTo>
                  <a:pt x="9947" y="23"/>
                </a:lnTo>
                <a:lnTo>
                  <a:pt x="9902" y="23"/>
                </a:lnTo>
                <a:lnTo>
                  <a:pt x="9902" y="0"/>
                </a:lnTo>
                <a:moveTo>
                  <a:pt x="9993" y="0"/>
                </a:moveTo>
                <a:lnTo>
                  <a:pt x="10039" y="0"/>
                </a:lnTo>
                <a:lnTo>
                  <a:pt x="10039" y="23"/>
                </a:lnTo>
                <a:lnTo>
                  <a:pt x="9993" y="23"/>
                </a:lnTo>
                <a:lnTo>
                  <a:pt x="9993" y="0"/>
                </a:lnTo>
                <a:moveTo>
                  <a:pt x="10085" y="0"/>
                </a:moveTo>
                <a:lnTo>
                  <a:pt x="10130" y="0"/>
                </a:lnTo>
                <a:lnTo>
                  <a:pt x="10130" y="23"/>
                </a:lnTo>
                <a:lnTo>
                  <a:pt x="10085" y="23"/>
                </a:lnTo>
                <a:lnTo>
                  <a:pt x="10085" y="0"/>
                </a:lnTo>
                <a:moveTo>
                  <a:pt x="10176" y="0"/>
                </a:moveTo>
                <a:lnTo>
                  <a:pt x="10199" y="0"/>
                </a:lnTo>
                <a:cubicBezTo>
                  <a:pt x="10206" y="0"/>
                  <a:pt x="10214" y="0"/>
                  <a:pt x="10222" y="1"/>
                </a:cubicBezTo>
                <a:lnTo>
                  <a:pt x="10219" y="24"/>
                </a:lnTo>
                <a:cubicBezTo>
                  <a:pt x="10213" y="23"/>
                  <a:pt x="10206" y="23"/>
                  <a:pt x="10199" y="23"/>
                </a:cubicBezTo>
                <a:lnTo>
                  <a:pt x="10176" y="23"/>
                </a:lnTo>
                <a:lnTo>
                  <a:pt x="10176" y="0"/>
                </a:lnTo>
                <a:moveTo>
                  <a:pt x="10270" y="12"/>
                </a:moveTo>
                <a:cubicBezTo>
                  <a:pt x="10285" y="17"/>
                  <a:pt x="10300" y="24"/>
                  <a:pt x="10313" y="33"/>
                </a:cubicBezTo>
                <a:lnTo>
                  <a:pt x="10301" y="52"/>
                </a:lnTo>
                <a:cubicBezTo>
                  <a:pt x="10289" y="44"/>
                  <a:pt x="10276" y="38"/>
                  <a:pt x="10262" y="33"/>
                </a:cubicBezTo>
                <a:lnTo>
                  <a:pt x="10270" y="12"/>
                </a:lnTo>
                <a:moveTo>
                  <a:pt x="10352" y="63"/>
                </a:moveTo>
                <a:cubicBezTo>
                  <a:pt x="10363" y="76"/>
                  <a:pt x="10374" y="88"/>
                  <a:pt x="10382" y="102"/>
                </a:cubicBezTo>
                <a:lnTo>
                  <a:pt x="10363" y="114"/>
                </a:lnTo>
                <a:cubicBezTo>
                  <a:pt x="10355" y="102"/>
                  <a:pt x="10346" y="91"/>
                  <a:pt x="10336" y="80"/>
                </a:cubicBezTo>
                <a:lnTo>
                  <a:pt x="10352" y="63"/>
                </a:lnTo>
                <a:moveTo>
                  <a:pt x="10403" y="146"/>
                </a:moveTo>
                <a:cubicBezTo>
                  <a:pt x="10409" y="161"/>
                  <a:pt x="10412" y="177"/>
                  <a:pt x="10414" y="194"/>
                </a:cubicBezTo>
                <a:lnTo>
                  <a:pt x="10392" y="196"/>
                </a:lnTo>
                <a:cubicBezTo>
                  <a:pt x="10390" y="182"/>
                  <a:pt x="10387" y="167"/>
                  <a:pt x="10382" y="153"/>
                </a:cubicBezTo>
                <a:lnTo>
                  <a:pt x="10403" y="146"/>
                </a:lnTo>
                <a:moveTo>
                  <a:pt x="10416" y="240"/>
                </a:moveTo>
                <a:lnTo>
                  <a:pt x="10416" y="241"/>
                </a:lnTo>
                <a:cubicBezTo>
                  <a:pt x="10416" y="256"/>
                  <a:pt x="10414" y="272"/>
                  <a:pt x="10411" y="287"/>
                </a:cubicBezTo>
                <a:lnTo>
                  <a:pt x="10388" y="282"/>
                </a:lnTo>
                <a:cubicBezTo>
                  <a:pt x="10391" y="268"/>
                  <a:pt x="10393" y="255"/>
                  <a:pt x="10393" y="241"/>
                </a:cubicBezTo>
                <a:lnTo>
                  <a:pt x="10393" y="240"/>
                </a:lnTo>
                <a:lnTo>
                  <a:pt x="10416" y="240"/>
                </a:lnTo>
                <a:moveTo>
                  <a:pt x="10395" y="333"/>
                </a:moveTo>
                <a:cubicBezTo>
                  <a:pt x="10388" y="348"/>
                  <a:pt x="10380" y="362"/>
                  <a:pt x="10370" y="375"/>
                </a:cubicBezTo>
                <a:lnTo>
                  <a:pt x="10352" y="360"/>
                </a:lnTo>
                <a:cubicBezTo>
                  <a:pt x="10361" y="349"/>
                  <a:pt x="10368" y="337"/>
                  <a:pt x="10374" y="324"/>
                </a:cubicBezTo>
                <a:lnTo>
                  <a:pt x="10395" y="333"/>
                </a:lnTo>
                <a:moveTo>
                  <a:pt x="10335" y="409"/>
                </a:moveTo>
                <a:cubicBezTo>
                  <a:pt x="10322" y="420"/>
                  <a:pt x="10309" y="428"/>
                  <a:pt x="10294" y="436"/>
                </a:cubicBezTo>
                <a:lnTo>
                  <a:pt x="10284" y="415"/>
                </a:lnTo>
                <a:cubicBezTo>
                  <a:pt x="10297" y="409"/>
                  <a:pt x="10309" y="401"/>
                  <a:pt x="10321" y="392"/>
                </a:cubicBezTo>
                <a:lnTo>
                  <a:pt x="10335" y="409"/>
                </a:lnTo>
                <a:moveTo>
                  <a:pt x="10248" y="452"/>
                </a:moveTo>
                <a:cubicBezTo>
                  <a:pt x="10232" y="456"/>
                  <a:pt x="10217" y="458"/>
                  <a:pt x="10201" y="458"/>
                </a:cubicBezTo>
                <a:lnTo>
                  <a:pt x="10201" y="435"/>
                </a:lnTo>
                <a:cubicBezTo>
                  <a:pt x="10215" y="435"/>
                  <a:pt x="10229" y="433"/>
                  <a:pt x="10243" y="430"/>
                </a:cubicBezTo>
                <a:lnTo>
                  <a:pt x="10248" y="452"/>
                </a:lnTo>
                <a:moveTo>
                  <a:pt x="10155" y="458"/>
                </a:moveTo>
                <a:lnTo>
                  <a:pt x="10109" y="458"/>
                </a:lnTo>
                <a:lnTo>
                  <a:pt x="10109" y="435"/>
                </a:lnTo>
                <a:lnTo>
                  <a:pt x="10155" y="435"/>
                </a:lnTo>
                <a:lnTo>
                  <a:pt x="10155" y="458"/>
                </a:lnTo>
                <a:moveTo>
                  <a:pt x="10064" y="458"/>
                </a:moveTo>
                <a:lnTo>
                  <a:pt x="10018" y="458"/>
                </a:lnTo>
                <a:lnTo>
                  <a:pt x="10018" y="435"/>
                </a:lnTo>
                <a:lnTo>
                  <a:pt x="10064" y="435"/>
                </a:lnTo>
                <a:lnTo>
                  <a:pt x="10064" y="458"/>
                </a:lnTo>
                <a:moveTo>
                  <a:pt x="9972" y="458"/>
                </a:moveTo>
                <a:lnTo>
                  <a:pt x="9927" y="458"/>
                </a:lnTo>
                <a:lnTo>
                  <a:pt x="9927" y="435"/>
                </a:lnTo>
                <a:lnTo>
                  <a:pt x="9972" y="435"/>
                </a:lnTo>
                <a:lnTo>
                  <a:pt x="9972" y="458"/>
                </a:lnTo>
                <a:moveTo>
                  <a:pt x="9881" y="458"/>
                </a:moveTo>
                <a:lnTo>
                  <a:pt x="9835" y="458"/>
                </a:lnTo>
                <a:lnTo>
                  <a:pt x="9835" y="435"/>
                </a:lnTo>
                <a:lnTo>
                  <a:pt x="9881" y="435"/>
                </a:lnTo>
                <a:lnTo>
                  <a:pt x="9881" y="458"/>
                </a:lnTo>
                <a:moveTo>
                  <a:pt x="9790" y="458"/>
                </a:moveTo>
                <a:lnTo>
                  <a:pt x="9744" y="458"/>
                </a:lnTo>
                <a:lnTo>
                  <a:pt x="9744" y="435"/>
                </a:lnTo>
                <a:lnTo>
                  <a:pt x="9790" y="435"/>
                </a:lnTo>
                <a:lnTo>
                  <a:pt x="9790" y="458"/>
                </a:lnTo>
                <a:moveTo>
                  <a:pt x="9698" y="458"/>
                </a:moveTo>
                <a:lnTo>
                  <a:pt x="9653" y="458"/>
                </a:lnTo>
                <a:lnTo>
                  <a:pt x="9653" y="435"/>
                </a:lnTo>
                <a:lnTo>
                  <a:pt x="9698" y="435"/>
                </a:lnTo>
                <a:lnTo>
                  <a:pt x="9698" y="458"/>
                </a:lnTo>
                <a:moveTo>
                  <a:pt x="9607" y="458"/>
                </a:moveTo>
                <a:lnTo>
                  <a:pt x="9561" y="458"/>
                </a:lnTo>
                <a:lnTo>
                  <a:pt x="9561" y="435"/>
                </a:lnTo>
                <a:lnTo>
                  <a:pt x="9607" y="435"/>
                </a:lnTo>
                <a:lnTo>
                  <a:pt x="9607" y="458"/>
                </a:lnTo>
                <a:moveTo>
                  <a:pt x="9516" y="458"/>
                </a:moveTo>
                <a:lnTo>
                  <a:pt x="9470" y="458"/>
                </a:lnTo>
                <a:lnTo>
                  <a:pt x="9470" y="435"/>
                </a:lnTo>
                <a:lnTo>
                  <a:pt x="9516" y="435"/>
                </a:lnTo>
                <a:lnTo>
                  <a:pt x="9516" y="458"/>
                </a:lnTo>
                <a:moveTo>
                  <a:pt x="9424" y="458"/>
                </a:moveTo>
                <a:lnTo>
                  <a:pt x="9379" y="458"/>
                </a:lnTo>
                <a:lnTo>
                  <a:pt x="9379" y="435"/>
                </a:lnTo>
                <a:lnTo>
                  <a:pt x="9424" y="435"/>
                </a:lnTo>
                <a:lnTo>
                  <a:pt x="9424" y="458"/>
                </a:lnTo>
                <a:moveTo>
                  <a:pt x="9333" y="458"/>
                </a:moveTo>
                <a:lnTo>
                  <a:pt x="9287" y="458"/>
                </a:lnTo>
                <a:lnTo>
                  <a:pt x="9287" y="435"/>
                </a:lnTo>
                <a:lnTo>
                  <a:pt x="9333" y="435"/>
                </a:lnTo>
                <a:lnTo>
                  <a:pt x="9333" y="458"/>
                </a:lnTo>
                <a:moveTo>
                  <a:pt x="9242" y="458"/>
                </a:moveTo>
                <a:lnTo>
                  <a:pt x="9196" y="458"/>
                </a:lnTo>
                <a:lnTo>
                  <a:pt x="9196" y="435"/>
                </a:lnTo>
                <a:lnTo>
                  <a:pt x="9242" y="435"/>
                </a:lnTo>
                <a:lnTo>
                  <a:pt x="9242" y="458"/>
                </a:lnTo>
                <a:moveTo>
                  <a:pt x="9150" y="458"/>
                </a:moveTo>
                <a:lnTo>
                  <a:pt x="9104" y="458"/>
                </a:lnTo>
                <a:lnTo>
                  <a:pt x="9104" y="435"/>
                </a:lnTo>
                <a:lnTo>
                  <a:pt x="9150" y="435"/>
                </a:lnTo>
                <a:lnTo>
                  <a:pt x="9150" y="458"/>
                </a:lnTo>
                <a:moveTo>
                  <a:pt x="9059" y="458"/>
                </a:moveTo>
                <a:lnTo>
                  <a:pt x="9013" y="458"/>
                </a:lnTo>
                <a:lnTo>
                  <a:pt x="9013" y="435"/>
                </a:lnTo>
                <a:lnTo>
                  <a:pt x="9059" y="435"/>
                </a:lnTo>
                <a:lnTo>
                  <a:pt x="9059" y="458"/>
                </a:lnTo>
                <a:moveTo>
                  <a:pt x="8967" y="458"/>
                </a:moveTo>
                <a:lnTo>
                  <a:pt x="8922" y="458"/>
                </a:lnTo>
                <a:lnTo>
                  <a:pt x="8922" y="435"/>
                </a:lnTo>
                <a:lnTo>
                  <a:pt x="8967" y="435"/>
                </a:lnTo>
                <a:lnTo>
                  <a:pt x="8967" y="458"/>
                </a:lnTo>
                <a:moveTo>
                  <a:pt x="8876" y="458"/>
                </a:moveTo>
                <a:lnTo>
                  <a:pt x="8830" y="458"/>
                </a:lnTo>
                <a:lnTo>
                  <a:pt x="8830" y="435"/>
                </a:lnTo>
                <a:lnTo>
                  <a:pt x="8876" y="435"/>
                </a:lnTo>
                <a:lnTo>
                  <a:pt x="8876" y="458"/>
                </a:lnTo>
                <a:moveTo>
                  <a:pt x="8785" y="458"/>
                </a:moveTo>
                <a:lnTo>
                  <a:pt x="8739" y="458"/>
                </a:lnTo>
                <a:lnTo>
                  <a:pt x="8739" y="435"/>
                </a:lnTo>
                <a:lnTo>
                  <a:pt x="8785" y="435"/>
                </a:lnTo>
                <a:lnTo>
                  <a:pt x="8785" y="458"/>
                </a:lnTo>
                <a:moveTo>
                  <a:pt x="8693" y="458"/>
                </a:moveTo>
                <a:lnTo>
                  <a:pt x="8648" y="458"/>
                </a:lnTo>
                <a:lnTo>
                  <a:pt x="8648" y="435"/>
                </a:lnTo>
                <a:lnTo>
                  <a:pt x="8693" y="435"/>
                </a:lnTo>
                <a:lnTo>
                  <a:pt x="8693" y="458"/>
                </a:lnTo>
                <a:moveTo>
                  <a:pt x="8602" y="458"/>
                </a:moveTo>
                <a:lnTo>
                  <a:pt x="8556" y="458"/>
                </a:lnTo>
                <a:lnTo>
                  <a:pt x="8556" y="435"/>
                </a:lnTo>
                <a:lnTo>
                  <a:pt x="8602" y="435"/>
                </a:lnTo>
                <a:lnTo>
                  <a:pt x="8602" y="458"/>
                </a:lnTo>
                <a:moveTo>
                  <a:pt x="8511" y="458"/>
                </a:moveTo>
                <a:lnTo>
                  <a:pt x="8465" y="458"/>
                </a:lnTo>
                <a:lnTo>
                  <a:pt x="8465" y="435"/>
                </a:lnTo>
                <a:lnTo>
                  <a:pt x="8511" y="435"/>
                </a:lnTo>
                <a:lnTo>
                  <a:pt x="8511" y="458"/>
                </a:lnTo>
                <a:moveTo>
                  <a:pt x="8419" y="458"/>
                </a:moveTo>
                <a:lnTo>
                  <a:pt x="8374" y="458"/>
                </a:lnTo>
                <a:lnTo>
                  <a:pt x="8374" y="435"/>
                </a:lnTo>
                <a:lnTo>
                  <a:pt x="8419" y="435"/>
                </a:lnTo>
                <a:lnTo>
                  <a:pt x="8419" y="458"/>
                </a:lnTo>
                <a:moveTo>
                  <a:pt x="8328" y="458"/>
                </a:moveTo>
                <a:lnTo>
                  <a:pt x="8282" y="458"/>
                </a:lnTo>
                <a:lnTo>
                  <a:pt x="8282" y="435"/>
                </a:lnTo>
                <a:lnTo>
                  <a:pt x="8328" y="435"/>
                </a:lnTo>
                <a:lnTo>
                  <a:pt x="8328" y="458"/>
                </a:lnTo>
                <a:moveTo>
                  <a:pt x="8237" y="458"/>
                </a:moveTo>
                <a:lnTo>
                  <a:pt x="8191" y="458"/>
                </a:lnTo>
                <a:lnTo>
                  <a:pt x="8191" y="435"/>
                </a:lnTo>
                <a:lnTo>
                  <a:pt x="8237" y="435"/>
                </a:lnTo>
                <a:lnTo>
                  <a:pt x="8237" y="458"/>
                </a:lnTo>
                <a:moveTo>
                  <a:pt x="8145" y="458"/>
                </a:moveTo>
                <a:lnTo>
                  <a:pt x="8100" y="458"/>
                </a:lnTo>
                <a:lnTo>
                  <a:pt x="8100" y="435"/>
                </a:lnTo>
                <a:lnTo>
                  <a:pt x="8145" y="435"/>
                </a:lnTo>
                <a:lnTo>
                  <a:pt x="8145" y="458"/>
                </a:lnTo>
                <a:moveTo>
                  <a:pt x="8054" y="458"/>
                </a:moveTo>
                <a:lnTo>
                  <a:pt x="8008" y="458"/>
                </a:lnTo>
                <a:lnTo>
                  <a:pt x="8008" y="435"/>
                </a:lnTo>
                <a:lnTo>
                  <a:pt x="8054" y="435"/>
                </a:lnTo>
                <a:lnTo>
                  <a:pt x="8054" y="458"/>
                </a:lnTo>
                <a:moveTo>
                  <a:pt x="7962" y="458"/>
                </a:moveTo>
                <a:lnTo>
                  <a:pt x="7917" y="458"/>
                </a:lnTo>
                <a:lnTo>
                  <a:pt x="7917" y="435"/>
                </a:lnTo>
                <a:lnTo>
                  <a:pt x="7962" y="435"/>
                </a:lnTo>
                <a:lnTo>
                  <a:pt x="7962" y="458"/>
                </a:lnTo>
                <a:moveTo>
                  <a:pt x="7871" y="458"/>
                </a:moveTo>
                <a:lnTo>
                  <a:pt x="7825" y="458"/>
                </a:lnTo>
                <a:lnTo>
                  <a:pt x="7825" y="435"/>
                </a:lnTo>
                <a:lnTo>
                  <a:pt x="7871" y="435"/>
                </a:lnTo>
                <a:lnTo>
                  <a:pt x="7871" y="458"/>
                </a:lnTo>
                <a:moveTo>
                  <a:pt x="7780" y="458"/>
                </a:moveTo>
                <a:lnTo>
                  <a:pt x="7734" y="458"/>
                </a:lnTo>
                <a:lnTo>
                  <a:pt x="7734" y="435"/>
                </a:lnTo>
                <a:lnTo>
                  <a:pt x="7780" y="435"/>
                </a:lnTo>
                <a:lnTo>
                  <a:pt x="7780" y="458"/>
                </a:lnTo>
                <a:moveTo>
                  <a:pt x="7688" y="458"/>
                </a:moveTo>
                <a:lnTo>
                  <a:pt x="7643" y="458"/>
                </a:lnTo>
                <a:lnTo>
                  <a:pt x="7643" y="435"/>
                </a:lnTo>
                <a:lnTo>
                  <a:pt x="7688" y="435"/>
                </a:lnTo>
                <a:lnTo>
                  <a:pt x="7688" y="458"/>
                </a:lnTo>
                <a:moveTo>
                  <a:pt x="7597" y="458"/>
                </a:moveTo>
                <a:lnTo>
                  <a:pt x="7551" y="458"/>
                </a:lnTo>
                <a:lnTo>
                  <a:pt x="7551" y="435"/>
                </a:lnTo>
                <a:lnTo>
                  <a:pt x="7597" y="435"/>
                </a:lnTo>
                <a:lnTo>
                  <a:pt x="7597" y="458"/>
                </a:lnTo>
                <a:moveTo>
                  <a:pt x="7506" y="458"/>
                </a:moveTo>
                <a:lnTo>
                  <a:pt x="7460" y="458"/>
                </a:lnTo>
                <a:lnTo>
                  <a:pt x="7460" y="435"/>
                </a:lnTo>
                <a:lnTo>
                  <a:pt x="7506" y="435"/>
                </a:lnTo>
                <a:lnTo>
                  <a:pt x="7506" y="458"/>
                </a:lnTo>
                <a:moveTo>
                  <a:pt x="7414" y="458"/>
                </a:moveTo>
                <a:lnTo>
                  <a:pt x="7369" y="458"/>
                </a:lnTo>
                <a:lnTo>
                  <a:pt x="7369" y="435"/>
                </a:lnTo>
                <a:lnTo>
                  <a:pt x="7414" y="435"/>
                </a:lnTo>
                <a:lnTo>
                  <a:pt x="7414" y="458"/>
                </a:lnTo>
                <a:moveTo>
                  <a:pt x="7323" y="458"/>
                </a:moveTo>
                <a:lnTo>
                  <a:pt x="7277" y="458"/>
                </a:lnTo>
                <a:lnTo>
                  <a:pt x="7277" y="435"/>
                </a:lnTo>
                <a:lnTo>
                  <a:pt x="7323" y="435"/>
                </a:lnTo>
                <a:lnTo>
                  <a:pt x="7323" y="458"/>
                </a:lnTo>
                <a:moveTo>
                  <a:pt x="7232" y="458"/>
                </a:moveTo>
                <a:lnTo>
                  <a:pt x="7186" y="458"/>
                </a:lnTo>
                <a:lnTo>
                  <a:pt x="7186" y="435"/>
                </a:lnTo>
                <a:lnTo>
                  <a:pt x="7232" y="435"/>
                </a:lnTo>
                <a:lnTo>
                  <a:pt x="7232" y="458"/>
                </a:lnTo>
                <a:moveTo>
                  <a:pt x="7140" y="458"/>
                </a:moveTo>
                <a:lnTo>
                  <a:pt x="7095" y="458"/>
                </a:lnTo>
                <a:lnTo>
                  <a:pt x="7095" y="435"/>
                </a:lnTo>
                <a:lnTo>
                  <a:pt x="7140" y="435"/>
                </a:lnTo>
                <a:lnTo>
                  <a:pt x="7140" y="458"/>
                </a:lnTo>
                <a:moveTo>
                  <a:pt x="7049" y="458"/>
                </a:moveTo>
                <a:lnTo>
                  <a:pt x="7003" y="458"/>
                </a:lnTo>
                <a:lnTo>
                  <a:pt x="7003" y="435"/>
                </a:lnTo>
                <a:lnTo>
                  <a:pt x="7049" y="435"/>
                </a:lnTo>
                <a:lnTo>
                  <a:pt x="7049" y="458"/>
                </a:lnTo>
                <a:moveTo>
                  <a:pt x="6957" y="458"/>
                </a:moveTo>
                <a:lnTo>
                  <a:pt x="6912" y="458"/>
                </a:lnTo>
                <a:lnTo>
                  <a:pt x="6912" y="435"/>
                </a:lnTo>
                <a:lnTo>
                  <a:pt x="6957" y="435"/>
                </a:lnTo>
                <a:lnTo>
                  <a:pt x="6957" y="458"/>
                </a:lnTo>
                <a:moveTo>
                  <a:pt x="6866" y="458"/>
                </a:moveTo>
                <a:lnTo>
                  <a:pt x="6820" y="458"/>
                </a:lnTo>
                <a:lnTo>
                  <a:pt x="6820" y="435"/>
                </a:lnTo>
                <a:lnTo>
                  <a:pt x="6866" y="435"/>
                </a:lnTo>
                <a:lnTo>
                  <a:pt x="6866" y="458"/>
                </a:lnTo>
                <a:moveTo>
                  <a:pt x="6775" y="458"/>
                </a:moveTo>
                <a:lnTo>
                  <a:pt x="6729" y="458"/>
                </a:lnTo>
                <a:lnTo>
                  <a:pt x="6729" y="435"/>
                </a:lnTo>
                <a:lnTo>
                  <a:pt x="6775" y="435"/>
                </a:lnTo>
                <a:lnTo>
                  <a:pt x="6775" y="458"/>
                </a:lnTo>
                <a:moveTo>
                  <a:pt x="6683" y="458"/>
                </a:moveTo>
                <a:lnTo>
                  <a:pt x="6638" y="458"/>
                </a:lnTo>
                <a:lnTo>
                  <a:pt x="6638" y="435"/>
                </a:lnTo>
                <a:lnTo>
                  <a:pt x="6683" y="435"/>
                </a:lnTo>
                <a:lnTo>
                  <a:pt x="6683" y="458"/>
                </a:lnTo>
                <a:moveTo>
                  <a:pt x="6592" y="458"/>
                </a:moveTo>
                <a:lnTo>
                  <a:pt x="6546" y="458"/>
                </a:lnTo>
                <a:lnTo>
                  <a:pt x="6546" y="435"/>
                </a:lnTo>
                <a:lnTo>
                  <a:pt x="6592" y="435"/>
                </a:lnTo>
                <a:lnTo>
                  <a:pt x="6592" y="458"/>
                </a:lnTo>
                <a:moveTo>
                  <a:pt x="6501" y="458"/>
                </a:moveTo>
                <a:lnTo>
                  <a:pt x="6455" y="458"/>
                </a:lnTo>
                <a:lnTo>
                  <a:pt x="6455" y="435"/>
                </a:lnTo>
                <a:lnTo>
                  <a:pt x="6501" y="435"/>
                </a:lnTo>
                <a:lnTo>
                  <a:pt x="6501" y="458"/>
                </a:lnTo>
                <a:moveTo>
                  <a:pt x="6409" y="458"/>
                </a:moveTo>
                <a:lnTo>
                  <a:pt x="6364" y="458"/>
                </a:lnTo>
                <a:lnTo>
                  <a:pt x="6364" y="435"/>
                </a:lnTo>
                <a:lnTo>
                  <a:pt x="6409" y="435"/>
                </a:lnTo>
                <a:lnTo>
                  <a:pt x="6409" y="458"/>
                </a:lnTo>
                <a:moveTo>
                  <a:pt x="6318" y="458"/>
                </a:moveTo>
                <a:lnTo>
                  <a:pt x="6272" y="458"/>
                </a:lnTo>
                <a:lnTo>
                  <a:pt x="6272" y="435"/>
                </a:lnTo>
                <a:lnTo>
                  <a:pt x="6318" y="435"/>
                </a:lnTo>
                <a:lnTo>
                  <a:pt x="6318" y="458"/>
                </a:lnTo>
                <a:moveTo>
                  <a:pt x="6227" y="458"/>
                </a:moveTo>
                <a:lnTo>
                  <a:pt x="6181" y="458"/>
                </a:lnTo>
                <a:lnTo>
                  <a:pt x="6181" y="435"/>
                </a:lnTo>
                <a:lnTo>
                  <a:pt x="6227" y="435"/>
                </a:lnTo>
                <a:lnTo>
                  <a:pt x="6227" y="458"/>
                </a:lnTo>
                <a:moveTo>
                  <a:pt x="6135" y="458"/>
                </a:moveTo>
                <a:lnTo>
                  <a:pt x="6090" y="458"/>
                </a:lnTo>
                <a:lnTo>
                  <a:pt x="6090" y="435"/>
                </a:lnTo>
                <a:lnTo>
                  <a:pt x="6135" y="435"/>
                </a:lnTo>
                <a:lnTo>
                  <a:pt x="6135" y="458"/>
                </a:lnTo>
                <a:moveTo>
                  <a:pt x="6044" y="458"/>
                </a:moveTo>
                <a:lnTo>
                  <a:pt x="5998" y="458"/>
                </a:lnTo>
                <a:lnTo>
                  <a:pt x="5998" y="435"/>
                </a:lnTo>
                <a:lnTo>
                  <a:pt x="6044" y="435"/>
                </a:lnTo>
                <a:lnTo>
                  <a:pt x="6044" y="458"/>
                </a:lnTo>
                <a:moveTo>
                  <a:pt x="5953" y="458"/>
                </a:moveTo>
                <a:lnTo>
                  <a:pt x="5907" y="458"/>
                </a:lnTo>
                <a:lnTo>
                  <a:pt x="5907" y="435"/>
                </a:lnTo>
                <a:lnTo>
                  <a:pt x="5953" y="435"/>
                </a:lnTo>
                <a:lnTo>
                  <a:pt x="5953" y="458"/>
                </a:lnTo>
                <a:moveTo>
                  <a:pt x="5861" y="458"/>
                </a:moveTo>
                <a:lnTo>
                  <a:pt x="5815" y="458"/>
                </a:lnTo>
                <a:lnTo>
                  <a:pt x="5815" y="435"/>
                </a:lnTo>
                <a:lnTo>
                  <a:pt x="5861" y="435"/>
                </a:lnTo>
                <a:lnTo>
                  <a:pt x="5861" y="458"/>
                </a:lnTo>
                <a:moveTo>
                  <a:pt x="5770" y="458"/>
                </a:moveTo>
                <a:lnTo>
                  <a:pt x="5724" y="458"/>
                </a:lnTo>
                <a:lnTo>
                  <a:pt x="5724" y="435"/>
                </a:lnTo>
                <a:lnTo>
                  <a:pt x="5770" y="435"/>
                </a:lnTo>
                <a:lnTo>
                  <a:pt x="5770" y="458"/>
                </a:lnTo>
                <a:moveTo>
                  <a:pt x="5678" y="458"/>
                </a:moveTo>
                <a:lnTo>
                  <a:pt x="5633" y="458"/>
                </a:lnTo>
                <a:lnTo>
                  <a:pt x="5633" y="435"/>
                </a:lnTo>
                <a:lnTo>
                  <a:pt x="5678" y="435"/>
                </a:lnTo>
                <a:lnTo>
                  <a:pt x="5678" y="458"/>
                </a:lnTo>
                <a:moveTo>
                  <a:pt x="5587" y="458"/>
                </a:moveTo>
                <a:lnTo>
                  <a:pt x="5541" y="458"/>
                </a:lnTo>
                <a:lnTo>
                  <a:pt x="5541" y="435"/>
                </a:lnTo>
                <a:lnTo>
                  <a:pt x="5587" y="435"/>
                </a:lnTo>
                <a:lnTo>
                  <a:pt x="5587" y="458"/>
                </a:lnTo>
                <a:moveTo>
                  <a:pt x="5496" y="458"/>
                </a:moveTo>
                <a:lnTo>
                  <a:pt x="5450" y="458"/>
                </a:lnTo>
                <a:lnTo>
                  <a:pt x="5450" y="435"/>
                </a:lnTo>
                <a:lnTo>
                  <a:pt x="5496" y="435"/>
                </a:lnTo>
                <a:lnTo>
                  <a:pt x="5496" y="458"/>
                </a:lnTo>
                <a:moveTo>
                  <a:pt x="5404" y="458"/>
                </a:moveTo>
                <a:lnTo>
                  <a:pt x="5359" y="458"/>
                </a:lnTo>
                <a:lnTo>
                  <a:pt x="5359" y="435"/>
                </a:lnTo>
                <a:lnTo>
                  <a:pt x="5404" y="435"/>
                </a:lnTo>
                <a:lnTo>
                  <a:pt x="5404" y="458"/>
                </a:lnTo>
                <a:moveTo>
                  <a:pt x="5313" y="458"/>
                </a:moveTo>
                <a:lnTo>
                  <a:pt x="5267" y="458"/>
                </a:lnTo>
                <a:lnTo>
                  <a:pt x="5267" y="435"/>
                </a:lnTo>
                <a:lnTo>
                  <a:pt x="5313" y="435"/>
                </a:lnTo>
                <a:lnTo>
                  <a:pt x="5313" y="458"/>
                </a:lnTo>
                <a:moveTo>
                  <a:pt x="5222" y="458"/>
                </a:moveTo>
                <a:lnTo>
                  <a:pt x="5176" y="458"/>
                </a:lnTo>
                <a:lnTo>
                  <a:pt x="5176" y="435"/>
                </a:lnTo>
                <a:lnTo>
                  <a:pt x="5222" y="435"/>
                </a:lnTo>
                <a:lnTo>
                  <a:pt x="5222" y="458"/>
                </a:lnTo>
                <a:moveTo>
                  <a:pt x="5130" y="458"/>
                </a:moveTo>
                <a:lnTo>
                  <a:pt x="5085" y="458"/>
                </a:lnTo>
                <a:lnTo>
                  <a:pt x="5085" y="435"/>
                </a:lnTo>
                <a:lnTo>
                  <a:pt x="5130" y="435"/>
                </a:lnTo>
                <a:lnTo>
                  <a:pt x="5130" y="458"/>
                </a:lnTo>
                <a:moveTo>
                  <a:pt x="5039" y="458"/>
                </a:moveTo>
                <a:lnTo>
                  <a:pt x="4993" y="458"/>
                </a:lnTo>
                <a:lnTo>
                  <a:pt x="4993" y="435"/>
                </a:lnTo>
                <a:lnTo>
                  <a:pt x="5039" y="435"/>
                </a:lnTo>
                <a:lnTo>
                  <a:pt x="5039" y="458"/>
                </a:lnTo>
                <a:moveTo>
                  <a:pt x="4948" y="458"/>
                </a:moveTo>
                <a:lnTo>
                  <a:pt x="4902" y="458"/>
                </a:lnTo>
                <a:lnTo>
                  <a:pt x="4902" y="435"/>
                </a:lnTo>
                <a:lnTo>
                  <a:pt x="4948" y="435"/>
                </a:lnTo>
                <a:lnTo>
                  <a:pt x="4948" y="458"/>
                </a:lnTo>
                <a:moveTo>
                  <a:pt x="4856" y="458"/>
                </a:moveTo>
                <a:lnTo>
                  <a:pt x="4811" y="458"/>
                </a:lnTo>
                <a:lnTo>
                  <a:pt x="4811" y="435"/>
                </a:lnTo>
                <a:lnTo>
                  <a:pt x="4856" y="435"/>
                </a:lnTo>
                <a:lnTo>
                  <a:pt x="4856" y="458"/>
                </a:lnTo>
                <a:moveTo>
                  <a:pt x="4765" y="458"/>
                </a:moveTo>
                <a:lnTo>
                  <a:pt x="4719" y="458"/>
                </a:lnTo>
                <a:lnTo>
                  <a:pt x="4719" y="435"/>
                </a:lnTo>
                <a:lnTo>
                  <a:pt x="4765" y="435"/>
                </a:lnTo>
                <a:lnTo>
                  <a:pt x="4765" y="458"/>
                </a:lnTo>
                <a:moveTo>
                  <a:pt x="4673" y="458"/>
                </a:moveTo>
                <a:lnTo>
                  <a:pt x="4628" y="458"/>
                </a:lnTo>
                <a:lnTo>
                  <a:pt x="4628" y="435"/>
                </a:lnTo>
                <a:lnTo>
                  <a:pt x="4673" y="435"/>
                </a:lnTo>
                <a:lnTo>
                  <a:pt x="4673" y="458"/>
                </a:lnTo>
                <a:moveTo>
                  <a:pt x="4582" y="458"/>
                </a:moveTo>
                <a:lnTo>
                  <a:pt x="4536" y="458"/>
                </a:lnTo>
                <a:lnTo>
                  <a:pt x="4536" y="435"/>
                </a:lnTo>
                <a:lnTo>
                  <a:pt x="4582" y="435"/>
                </a:lnTo>
                <a:lnTo>
                  <a:pt x="4582" y="458"/>
                </a:lnTo>
                <a:moveTo>
                  <a:pt x="4491" y="458"/>
                </a:moveTo>
                <a:lnTo>
                  <a:pt x="4445" y="458"/>
                </a:lnTo>
                <a:lnTo>
                  <a:pt x="4445" y="435"/>
                </a:lnTo>
                <a:lnTo>
                  <a:pt x="4491" y="435"/>
                </a:lnTo>
                <a:lnTo>
                  <a:pt x="4491" y="458"/>
                </a:lnTo>
                <a:moveTo>
                  <a:pt x="4399" y="458"/>
                </a:moveTo>
                <a:lnTo>
                  <a:pt x="4354" y="458"/>
                </a:lnTo>
                <a:lnTo>
                  <a:pt x="4354" y="435"/>
                </a:lnTo>
                <a:lnTo>
                  <a:pt x="4399" y="435"/>
                </a:lnTo>
                <a:lnTo>
                  <a:pt x="4399" y="458"/>
                </a:lnTo>
                <a:moveTo>
                  <a:pt x="4308" y="458"/>
                </a:moveTo>
                <a:lnTo>
                  <a:pt x="4262" y="458"/>
                </a:lnTo>
                <a:lnTo>
                  <a:pt x="4262" y="435"/>
                </a:lnTo>
                <a:lnTo>
                  <a:pt x="4308" y="435"/>
                </a:lnTo>
                <a:lnTo>
                  <a:pt x="4308" y="458"/>
                </a:lnTo>
                <a:moveTo>
                  <a:pt x="4217" y="458"/>
                </a:moveTo>
                <a:lnTo>
                  <a:pt x="4171" y="458"/>
                </a:lnTo>
                <a:lnTo>
                  <a:pt x="4171" y="435"/>
                </a:lnTo>
                <a:lnTo>
                  <a:pt x="4217" y="435"/>
                </a:lnTo>
                <a:lnTo>
                  <a:pt x="4217" y="458"/>
                </a:lnTo>
                <a:moveTo>
                  <a:pt x="4125" y="458"/>
                </a:moveTo>
                <a:lnTo>
                  <a:pt x="4080" y="458"/>
                </a:lnTo>
                <a:lnTo>
                  <a:pt x="4080" y="435"/>
                </a:lnTo>
                <a:lnTo>
                  <a:pt x="4125" y="435"/>
                </a:lnTo>
                <a:lnTo>
                  <a:pt x="4125" y="458"/>
                </a:lnTo>
                <a:moveTo>
                  <a:pt x="4034" y="458"/>
                </a:moveTo>
                <a:lnTo>
                  <a:pt x="3988" y="458"/>
                </a:lnTo>
                <a:lnTo>
                  <a:pt x="3988" y="435"/>
                </a:lnTo>
                <a:lnTo>
                  <a:pt x="4034" y="435"/>
                </a:lnTo>
                <a:lnTo>
                  <a:pt x="4034" y="458"/>
                </a:lnTo>
                <a:moveTo>
                  <a:pt x="3943" y="458"/>
                </a:moveTo>
                <a:lnTo>
                  <a:pt x="3897" y="458"/>
                </a:lnTo>
                <a:lnTo>
                  <a:pt x="3897" y="435"/>
                </a:lnTo>
                <a:lnTo>
                  <a:pt x="3943" y="435"/>
                </a:lnTo>
                <a:lnTo>
                  <a:pt x="3943" y="458"/>
                </a:lnTo>
                <a:moveTo>
                  <a:pt x="3851" y="458"/>
                </a:moveTo>
                <a:lnTo>
                  <a:pt x="3806" y="458"/>
                </a:lnTo>
                <a:lnTo>
                  <a:pt x="3806" y="435"/>
                </a:lnTo>
                <a:lnTo>
                  <a:pt x="3851" y="435"/>
                </a:lnTo>
                <a:lnTo>
                  <a:pt x="3851" y="458"/>
                </a:lnTo>
                <a:moveTo>
                  <a:pt x="3760" y="458"/>
                </a:moveTo>
                <a:lnTo>
                  <a:pt x="3714" y="458"/>
                </a:lnTo>
                <a:lnTo>
                  <a:pt x="3714" y="435"/>
                </a:lnTo>
                <a:lnTo>
                  <a:pt x="3760" y="435"/>
                </a:lnTo>
                <a:lnTo>
                  <a:pt x="3760" y="458"/>
                </a:lnTo>
                <a:moveTo>
                  <a:pt x="3667" y="458"/>
                </a:moveTo>
                <a:lnTo>
                  <a:pt x="3622" y="458"/>
                </a:lnTo>
                <a:lnTo>
                  <a:pt x="3622" y="435"/>
                </a:lnTo>
                <a:lnTo>
                  <a:pt x="3667" y="435"/>
                </a:lnTo>
                <a:lnTo>
                  <a:pt x="3667" y="458"/>
                </a:lnTo>
                <a:moveTo>
                  <a:pt x="3576" y="458"/>
                </a:moveTo>
                <a:lnTo>
                  <a:pt x="3530" y="458"/>
                </a:lnTo>
                <a:lnTo>
                  <a:pt x="3530" y="435"/>
                </a:lnTo>
                <a:lnTo>
                  <a:pt x="3576" y="435"/>
                </a:lnTo>
                <a:lnTo>
                  <a:pt x="3576" y="458"/>
                </a:lnTo>
                <a:moveTo>
                  <a:pt x="3485" y="458"/>
                </a:moveTo>
                <a:lnTo>
                  <a:pt x="3439" y="458"/>
                </a:lnTo>
                <a:lnTo>
                  <a:pt x="3439" y="435"/>
                </a:lnTo>
                <a:lnTo>
                  <a:pt x="3485" y="435"/>
                </a:lnTo>
                <a:lnTo>
                  <a:pt x="3485" y="458"/>
                </a:lnTo>
                <a:moveTo>
                  <a:pt x="3393" y="458"/>
                </a:moveTo>
                <a:lnTo>
                  <a:pt x="3348" y="458"/>
                </a:lnTo>
                <a:lnTo>
                  <a:pt x="3348" y="435"/>
                </a:lnTo>
                <a:lnTo>
                  <a:pt x="3393" y="435"/>
                </a:lnTo>
                <a:lnTo>
                  <a:pt x="3393" y="458"/>
                </a:lnTo>
                <a:moveTo>
                  <a:pt x="3302" y="458"/>
                </a:moveTo>
                <a:lnTo>
                  <a:pt x="3256" y="458"/>
                </a:lnTo>
                <a:lnTo>
                  <a:pt x="3256" y="435"/>
                </a:lnTo>
                <a:lnTo>
                  <a:pt x="3302" y="435"/>
                </a:lnTo>
                <a:lnTo>
                  <a:pt x="3302" y="458"/>
                </a:lnTo>
                <a:moveTo>
                  <a:pt x="3211" y="458"/>
                </a:moveTo>
                <a:lnTo>
                  <a:pt x="3165" y="458"/>
                </a:lnTo>
                <a:lnTo>
                  <a:pt x="3165" y="435"/>
                </a:lnTo>
                <a:lnTo>
                  <a:pt x="3211" y="435"/>
                </a:lnTo>
                <a:lnTo>
                  <a:pt x="3211" y="458"/>
                </a:lnTo>
                <a:moveTo>
                  <a:pt x="3119" y="458"/>
                </a:moveTo>
                <a:lnTo>
                  <a:pt x="3074" y="458"/>
                </a:lnTo>
                <a:lnTo>
                  <a:pt x="3074" y="435"/>
                </a:lnTo>
                <a:lnTo>
                  <a:pt x="3119" y="435"/>
                </a:lnTo>
                <a:lnTo>
                  <a:pt x="3119" y="458"/>
                </a:lnTo>
                <a:moveTo>
                  <a:pt x="3028" y="458"/>
                </a:moveTo>
                <a:lnTo>
                  <a:pt x="2982" y="458"/>
                </a:lnTo>
                <a:lnTo>
                  <a:pt x="2982" y="435"/>
                </a:lnTo>
                <a:lnTo>
                  <a:pt x="3028" y="435"/>
                </a:lnTo>
                <a:lnTo>
                  <a:pt x="3028" y="458"/>
                </a:lnTo>
                <a:moveTo>
                  <a:pt x="2937" y="458"/>
                </a:moveTo>
                <a:lnTo>
                  <a:pt x="2891" y="458"/>
                </a:lnTo>
                <a:lnTo>
                  <a:pt x="2891" y="435"/>
                </a:lnTo>
                <a:lnTo>
                  <a:pt x="2937" y="435"/>
                </a:lnTo>
                <a:lnTo>
                  <a:pt x="2937" y="458"/>
                </a:lnTo>
                <a:moveTo>
                  <a:pt x="2845" y="458"/>
                </a:moveTo>
                <a:lnTo>
                  <a:pt x="2800" y="458"/>
                </a:lnTo>
                <a:lnTo>
                  <a:pt x="2800" y="435"/>
                </a:lnTo>
                <a:lnTo>
                  <a:pt x="2845" y="435"/>
                </a:lnTo>
                <a:lnTo>
                  <a:pt x="2845" y="458"/>
                </a:lnTo>
                <a:moveTo>
                  <a:pt x="2754" y="458"/>
                </a:moveTo>
                <a:lnTo>
                  <a:pt x="2708" y="458"/>
                </a:lnTo>
                <a:lnTo>
                  <a:pt x="2708" y="435"/>
                </a:lnTo>
                <a:lnTo>
                  <a:pt x="2754" y="435"/>
                </a:lnTo>
                <a:lnTo>
                  <a:pt x="2754" y="458"/>
                </a:lnTo>
                <a:moveTo>
                  <a:pt x="2663" y="458"/>
                </a:moveTo>
                <a:lnTo>
                  <a:pt x="2617" y="458"/>
                </a:lnTo>
                <a:lnTo>
                  <a:pt x="2617" y="435"/>
                </a:lnTo>
                <a:lnTo>
                  <a:pt x="2663" y="435"/>
                </a:lnTo>
                <a:lnTo>
                  <a:pt x="2663" y="458"/>
                </a:lnTo>
                <a:moveTo>
                  <a:pt x="2571" y="458"/>
                </a:moveTo>
                <a:lnTo>
                  <a:pt x="2525" y="458"/>
                </a:lnTo>
                <a:lnTo>
                  <a:pt x="2525" y="435"/>
                </a:lnTo>
                <a:lnTo>
                  <a:pt x="2571" y="435"/>
                </a:lnTo>
                <a:lnTo>
                  <a:pt x="2571" y="458"/>
                </a:lnTo>
                <a:moveTo>
                  <a:pt x="2480" y="458"/>
                </a:moveTo>
                <a:lnTo>
                  <a:pt x="2434" y="458"/>
                </a:lnTo>
                <a:lnTo>
                  <a:pt x="2434" y="435"/>
                </a:lnTo>
                <a:lnTo>
                  <a:pt x="2480" y="435"/>
                </a:lnTo>
                <a:lnTo>
                  <a:pt x="2480" y="458"/>
                </a:lnTo>
                <a:moveTo>
                  <a:pt x="2388" y="458"/>
                </a:moveTo>
                <a:lnTo>
                  <a:pt x="2343" y="458"/>
                </a:lnTo>
                <a:lnTo>
                  <a:pt x="2343" y="435"/>
                </a:lnTo>
                <a:lnTo>
                  <a:pt x="2388" y="435"/>
                </a:lnTo>
                <a:lnTo>
                  <a:pt x="2388" y="458"/>
                </a:lnTo>
                <a:moveTo>
                  <a:pt x="2297" y="458"/>
                </a:moveTo>
                <a:lnTo>
                  <a:pt x="2251" y="458"/>
                </a:lnTo>
                <a:lnTo>
                  <a:pt x="2251" y="435"/>
                </a:lnTo>
                <a:lnTo>
                  <a:pt x="2297" y="435"/>
                </a:lnTo>
                <a:lnTo>
                  <a:pt x="2297" y="458"/>
                </a:lnTo>
                <a:moveTo>
                  <a:pt x="2206" y="458"/>
                </a:moveTo>
                <a:lnTo>
                  <a:pt x="2160" y="458"/>
                </a:lnTo>
                <a:lnTo>
                  <a:pt x="2160" y="435"/>
                </a:lnTo>
                <a:lnTo>
                  <a:pt x="2206" y="435"/>
                </a:lnTo>
                <a:lnTo>
                  <a:pt x="2206" y="458"/>
                </a:lnTo>
                <a:moveTo>
                  <a:pt x="2114" y="458"/>
                </a:moveTo>
                <a:lnTo>
                  <a:pt x="2069" y="458"/>
                </a:lnTo>
                <a:lnTo>
                  <a:pt x="2069" y="435"/>
                </a:lnTo>
                <a:lnTo>
                  <a:pt x="2114" y="435"/>
                </a:lnTo>
                <a:lnTo>
                  <a:pt x="2114" y="458"/>
                </a:lnTo>
                <a:moveTo>
                  <a:pt x="2023" y="458"/>
                </a:moveTo>
                <a:lnTo>
                  <a:pt x="1977" y="458"/>
                </a:lnTo>
                <a:lnTo>
                  <a:pt x="1977" y="435"/>
                </a:lnTo>
                <a:lnTo>
                  <a:pt x="2023" y="435"/>
                </a:lnTo>
                <a:lnTo>
                  <a:pt x="2023" y="458"/>
                </a:lnTo>
                <a:moveTo>
                  <a:pt x="1932" y="458"/>
                </a:moveTo>
                <a:lnTo>
                  <a:pt x="1886" y="458"/>
                </a:lnTo>
                <a:lnTo>
                  <a:pt x="1886" y="435"/>
                </a:lnTo>
                <a:lnTo>
                  <a:pt x="1932" y="435"/>
                </a:lnTo>
                <a:lnTo>
                  <a:pt x="1932" y="458"/>
                </a:lnTo>
                <a:moveTo>
                  <a:pt x="1840" y="458"/>
                </a:moveTo>
                <a:lnTo>
                  <a:pt x="1795" y="458"/>
                </a:lnTo>
                <a:lnTo>
                  <a:pt x="1795" y="435"/>
                </a:lnTo>
                <a:lnTo>
                  <a:pt x="1840" y="435"/>
                </a:lnTo>
                <a:lnTo>
                  <a:pt x="1840" y="458"/>
                </a:lnTo>
                <a:moveTo>
                  <a:pt x="1749" y="458"/>
                </a:moveTo>
                <a:lnTo>
                  <a:pt x="1703" y="458"/>
                </a:lnTo>
                <a:lnTo>
                  <a:pt x="1703" y="435"/>
                </a:lnTo>
                <a:lnTo>
                  <a:pt x="1749" y="435"/>
                </a:lnTo>
                <a:lnTo>
                  <a:pt x="1749" y="458"/>
                </a:lnTo>
                <a:moveTo>
                  <a:pt x="1658" y="458"/>
                </a:moveTo>
                <a:lnTo>
                  <a:pt x="1612" y="458"/>
                </a:lnTo>
                <a:lnTo>
                  <a:pt x="1612" y="435"/>
                </a:lnTo>
                <a:lnTo>
                  <a:pt x="1658" y="435"/>
                </a:lnTo>
                <a:lnTo>
                  <a:pt x="1658" y="458"/>
                </a:lnTo>
                <a:moveTo>
                  <a:pt x="1566" y="458"/>
                </a:moveTo>
                <a:lnTo>
                  <a:pt x="1521" y="458"/>
                </a:lnTo>
                <a:lnTo>
                  <a:pt x="1521" y="435"/>
                </a:lnTo>
                <a:lnTo>
                  <a:pt x="1566" y="435"/>
                </a:lnTo>
                <a:lnTo>
                  <a:pt x="1566" y="458"/>
                </a:lnTo>
                <a:moveTo>
                  <a:pt x="1475" y="458"/>
                </a:moveTo>
                <a:lnTo>
                  <a:pt x="1429" y="458"/>
                </a:lnTo>
                <a:lnTo>
                  <a:pt x="1429" y="435"/>
                </a:lnTo>
                <a:lnTo>
                  <a:pt x="1475" y="435"/>
                </a:lnTo>
                <a:lnTo>
                  <a:pt x="1475" y="458"/>
                </a:lnTo>
                <a:moveTo>
                  <a:pt x="1383" y="458"/>
                </a:moveTo>
                <a:lnTo>
                  <a:pt x="1338" y="458"/>
                </a:lnTo>
                <a:lnTo>
                  <a:pt x="1338" y="435"/>
                </a:lnTo>
                <a:lnTo>
                  <a:pt x="1383" y="435"/>
                </a:lnTo>
                <a:lnTo>
                  <a:pt x="1383" y="458"/>
                </a:lnTo>
                <a:moveTo>
                  <a:pt x="1292" y="458"/>
                </a:moveTo>
                <a:lnTo>
                  <a:pt x="1246" y="458"/>
                </a:lnTo>
                <a:lnTo>
                  <a:pt x="1246" y="435"/>
                </a:lnTo>
                <a:lnTo>
                  <a:pt x="1292" y="435"/>
                </a:lnTo>
                <a:lnTo>
                  <a:pt x="1292" y="458"/>
                </a:lnTo>
                <a:moveTo>
                  <a:pt x="1201" y="458"/>
                </a:moveTo>
                <a:lnTo>
                  <a:pt x="1155" y="458"/>
                </a:lnTo>
                <a:lnTo>
                  <a:pt x="1155" y="435"/>
                </a:lnTo>
                <a:lnTo>
                  <a:pt x="1201" y="435"/>
                </a:lnTo>
                <a:lnTo>
                  <a:pt x="1201" y="458"/>
                </a:lnTo>
                <a:moveTo>
                  <a:pt x="1109" y="458"/>
                </a:moveTo>
                <a:lnTo>
                  <a:pt x="1064" y="458"/>
                </a:lnTo>
                <a:lnTo>
                  <a:pt x="1064" y="435"/>
                </a:lnTo>
                <a:lnTo>
                  <a:pt x="1109" y="435"/>
                </a:lnTo>
                <a:lnTo>
                  <a:pt x="1109" y="458"/>
                </a:lnTo>
                <a:moveTo>
                  <a:pt x="1018" y="458"/>
                </a:moveTo>
                <a:lnTo>
                  <a:pt x="972" y="458"/>
                </a:lnTo>
                <a:lnTo>
                  <a:pt x="972" y="435"/>
                </a:lnTo>
                <a:lnTo>
                  <a:pt x="1018" y="435"/>
                </a:lnTo>
                <a:lnTo>
                  <a:pt x="1018" y="458"/>
                </a:lnTo>
                <a:moveTo>
                  <a:pt x="927" y="458"/>
                </a:moveTo>
                <a:lnTo>
                  <a:pt x="881" y="458"/>
                </a:lnTo>
                <a:lnTo>
                  <a:pt x="881" y="435"/>
                </a:lnTo>
                <a:lnTo>
                  <a:pt x="927" y="435"/>
                </a:lnTo>
                <a:lnTo>
                  <a:pt x="927" y="458"/>
                </a:lnTo>
                <a:moveTo>
                  <a:pt x="835" y="458"/>
                </a:moveTo>
                <a:lnTo>
                  <a:pt x="790" y="458"/>
                </a:lnTo>
                <a:lnTo>
                  <a:pt x="790" y="435"/>
                </a:lnTo>
                <a:lnTo>
                  <a:pt x="835" y="435"/>
                </a:lnTo>
                <a:lnTo>
                  <a:pt x="835" y="458"/>
                </a:lnTo>
                <a:moveTo>
                  <a:pt x="744" y="458"/>
                </a:moveTo>
                <a:lnTo>
                  <a:pt x="698" y="458"/>
                </a:lnTo>
                <a:lnTo>
                  <a:pt x="698" y="435"/>
                </a:lnTo>
                <a:lnTo>
                  <a:pt x="744" y="435"/>
                </a:lnTo>
                <a:lnTo>
                  <a:pt x="744" y="458"/>
                </a:lnTo>
                <a:moveTo>
                  <a:pt x="653" y="458"/>
                </a:moveTo>
                <a:lnTo>
                  <a:pt x="607" y="458"/>
                </a:lnTo>
                <a:lnTo>
                  <a:pt x="607" y="435"/>
                </a:lnTo>
                <a:lnTo>
                  <a:pt x="653" y="435"/>
                </a:lnTo>
                <a:lnTo>
                  <a:pt x="653" y="458"/>
                </a:lnTo>
                <a:moveTo>
                  <a:pt x="561" y="458"/>
                </a:moveTo>
                <a:lnTo>
                  <a:pt x="516" y="458"/>
                </a:lnTo>
                <a:lnTo>
                  <a:pt x="516" y="435"/>
                </a:lnTo>
                <a:lnTo>
                  <a:pt x="561" y="435"/>
                </a:lnTo>
                <a:lnTo>
                  <a:pt x="561" y="458"/>
                </a:lnTo>
                <a:moveTo>
                  <a:pt x="470" y="458"/>
                </a:moveTo>
                <a:lnTo>
                  <a:pt x="424" y="458"/>
                </a:lnTo>
                <a:lnTo>
                  <a:pt x="424" y="435"/>
                </a:lnTo>
                <a:lnTo>
                  <a:pt x="470" y="435"/>
                </a:lnTo>
                <a:lnTo>
                  <a:pt x="470" y="458"/>
                </a:lnTo>
                <a:moveTo>
                  <a:pt x="378" y="458"/>
                </a:moveTo>
                <a:lnTo>
                  <a:pt x="333" y="458"/>
                </a:lnTo>
                <a:lnTo>
                  <a:pt x="333" y="435"/>
                </a:lnTo>
                <a:lnTo>
                  <a:pt x="378" y="435"/>
                </a:lnTo>
                <a:lnTo>
                  <a:pt x="378" y="458"/>
                </a:lnTo>
                <a:moveTo>
                  <a:pt x="287" y="458"/>
                </a:moveTo>
                <a:lnTo>
                  <a:pt x="241" y="458"/>
                </a:lnTo>
                <a:lnTo>
                  <a:pt x="241" y="435"/>
                </a:lnTo>
                <a:lnTo>
                  <a:pt x="287" y="435"/>
                </a:lnTo>
                <a:lnTo>
                  <a:pt x="287" y="458"/>
                </a:lnTo>
                <a:moveTo>
                  <a:pt x="195" y="457"/>
                </a:moveTo>
                <a:cubicBezTo>
                  <a:pt x="179" y="455"/>
                  <a:pt x="163" y="452"/>
                  <a:pt x="148" y="447"/>
                </a:cubicBezTo>
                <a:lnTo>
                  <a:pt x="155" y="425"/>
                </a:lnTo>
                <a:cubicBezTo>
                  <a:pt x="169" y="430"/>
                  <a:pt x="183" y="433"/>
                  <a:pt x="198" y="434"/>
                </a:cubicBezTo>
                <a:lnTo>
                  <a:pt x="195" y="457"/>
                </a:lnTo>
                <a:moveTo>
                  <a:pt x="104" y="426"/>
                </a:moveTo>
                <a:cubicBezTo>
                  <a:pt x="90" y="418"/>
                  <a:pt x="77" y="408"/>
                  <a:pt x="65" y="396"/>
                </a:cubicBezTo>
                <a:lnTo>
                  <a:pt x="81" y="380"/>
                </a:lnTo>
                <a:cubicBezTo>
                  <a:pt x="92" y="390"/>
                  <a:pt x="103" y="399"/>
                  <a:pt x="116" y="407"/>
                </a:cubicBezTo>
                <a:lnTo>
                  <a:pt x="104" y="426"/>
                </a:lnTo>
                <a:moveTo>
                  <a:pt x="34" y="358"/>
                </a:moveTo>
                <a:cubicBezTo>
                  <a:pt x="25" y="345"/>
                  <a:pt x="18" y="330"/>
                  <a:pt x="13" y="315"/>
                </a:cubicBezTo>
                <a:lnTo>
                  <a:pt x="34" y="307"/>
                </a:lnTo>
                <a:cubicBezTo>
                  <a:pt x="39" y="321"/>
                  <a:pt x="45" y="334"/>
                  <a:pt x="53" y="346"/>
                </a:cubicBezTo>
                <a:lnTo>
                  <a:pt x="34" y="358"/>
                </a:lnTo>
                <a:moveTo>
                  <a:pt x="1" y="267"/>
                </a:moveTo>
                <a:cubicBezTo>
                  <a:pt x="0" y="258"/>
                  <a:pt x="0" y="250"/>
                  <a:pt x="0" y="241"/>
                </a:cubicBezTo>
                <a:lnTo>
                  <a:pt x="0" y="221"/>
                </a:lnTo>
                <a:lnTo>
                  <a:pt x="22" y="221"/>
                </a:lnTo>
                <a:lnTo>
                  <a:pt x="22" y="241"/>
                </a:lnTo>
                <a:cubicBezTo>
                  <a:pt x="22" y="249"/>
                  <a:pt x="23" y="257"/>
                  <a:pt x="24" y="264"/>
                </a:cubicBezTo>
                <a:lnTo>
                  <a:pt x="1" y="267"/>
                </a:lnTo>
                <a:moveTo>
                  <a:pt x="4" y="174"/>
                </a:moveTo>
                <a:cubicBezTo>
                  <a:pt x="7" y="158"/>
                  <a:pt x="12" y="142"/>
                  <a:pt x="19" y="127"/>
                </a:cubicBezTo>
                <a:lnTo>
                  <a:pt x="40" y="137"/>
                </a:lnTo>
                <a:cubicBezTo>
                  <a:pt x="34" y="150"/>
                  <a:pt x="29" y="164"/>
                  <a:pt x="26" y="179"/>
                </a:cubicBezTo>
                <a:lnTo>
                  <a:pt x="4" y="174"/>
                </a:lnTo>
                <a:moveTo>
                  <a:pt x="44" y="86"/>
                </a:moveTo>
                <a:cubicBezTo>
                  <a:pt x="54" y="73"/>
                  <a:pt x="66" y="60"/>
                  <a:pt x="78" y="50"/>
                </a:cubicBezTo>
                <a:lnTo>
                  <a:pt x="93" y="68"/>
                </a:lnTo>
                <a:cubicBezTo>
                  <a:pt x="82" y="78"/>
                  <a:pt x="71" y="88"/>
                  <a:pt x="62" y="100"/>
                </a:cubicBezTo>
                <a:lnTo>
                  <a:pt x="44" y="86"/>
                </a:lnTo>
                <a:moveTo>
                  <a:pt x="119" y="23"/>
                </a:moveTo>
                <a:cubicBezTo>
                  <a:pt x="134" y="16"/>
                  <a:pt x="149" y="10"/>
                  <a:pt x="165" y="6"/>
                </a:cubicBezTo>
                <a:lnTo>
                  <a:pt x="171" y="28"/>
                </a:lnTo>
                <a:cubicBezTo>
                  <a:pt x="156" y="32"/>
                  <a:pt x="142" y="37"/>
                  <a:pt x="129" y="44"/>
                </a:cubicBezTo>
                <a:lnTo>
                  <a:pt x="119" y="23"/>
                </a:lnTo>
                <a:moveTo>
                  <a:pt x="212" y="0"/>
                </a:moveTo>
                <a:cubicBezTo>
                  <a:pt x="214" y="0"/>
                  <a:pt x="215" y="0"/>
                  <a:pt x="217" y="0"/>
                </a:cubicBezTo>
                <a:lnTo>
                  <a:pt x="262" y="0"/>
                </a:lnTo>
                <a:lnTo>
                  <a:pt x="262" y="23"/>
                </a:lnTo>
                <a:lnTo>
                  <a:pt x="217" y="23"/>
                </a:lnTo>
                <a:cubicBezTo>
                  <a:pt x="215" y="23"/>
                  <a:pt x="214" y="23"/>
                  <a:pt x="213" y="23"/>
                </a:cubicBezTo>
                <a:lnTo>
                  <a:pt x="212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6912000" y="131796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5" name=""/>
          <p:cNvSpPr/>
          <p:nvPr/>
        </p:nvSpPr>
        <p:spPr>
          <a:xfrm>
            <a:off x="4500360" y="1326240"/>
            <a:ext cx="12600" cy="419400"/>
          </a:xfrm>
          <a:custGeom>
            <a:avLst/>
            <a:gdLst/>
            <a:ahLst/>
            <a:rect l="0" t="0" r="r" b="b"/>
            <a:pathLst>
              <a:path w="35" h="1165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5"/>
                </a:lnTo>
                <a:lnTo>
                  <a:pt x="0" y="205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2"/>
                </a:lnTo>
                <a:lnTo>
                  <a:pt x="0" y="342"/>
                </a:lnTo>
                <a:lnTo>
                  <a:pt x="0" y="274"/>
                </a:lnTo>
                <a:lnTo>
                  <a:pt x="35" y="274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8"/>
                </a:lnTo>
                <a:lnTo>
                  <a:pt x="0" y="1028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5"/>
                </a:lnTo>
                <a:lnTo>
                  <a:pt x="0" y="1165"/>
                </a:lnTo>
                <a:lnTo>
                  <a:pt x="0" y="1097"/>
                </a:lnTo>
                <a:lnTo>
                  <a:pt x="35" y="109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6" name=""/>
          <p:cNvSpPr/>
          <p:nvPr/>
        </p:nvSpPr>
        <p:spPr>
          <a:xfrm>
            <a:off x="977400" y="1802880"/>
            <a:ext cx="12600" cy="715680"/>
          </a:xfrm>
          <a:custGeom>
            <a:avLst/>
            <a:gdLst/>
            <a:ahLst/>
            <a:rect l="0" t="0" r="r" b="b"/>
            <a:pathLst>
              <a:path w="35" h="19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8"/>
                </a:lnTo>
                <a:lnTo>
                  <a:pt x="0" y="1988"/>
                </a:lnTo>
                <a:lnTo>
                  <a:pt x="0" y="1919"/>
                </a:lnTo>
                <a:lnTo>
                  <a:pt x="35" y="19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977400" y="1802880"/>
            <a:ext cx="12600" cy="1496880"/>
          </a:xfrm>
          <a:custGeom>
            <a:avLst/>
            <a:gdLst/>
            <a:ahLst/>
            <a:rect l="0" t="0" r="r" b="b"/>
            <a:pathLst>
              <a:path w="35" h="415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58"/>
                </a:lnTo>
                <a:lnTo>
                  <a:pt x="0" y="4158"/>
                </a:lnTo>
                <a:lnTo>
                  <a:pt x="0" y="4112"/>
                </a:lnTo>
                <a:lnTo>
                  <a:pt x="35" y="411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977400" y="1802880"/>
            <a:ext cx="12600" cy="2244960"/>
          </a:xfrm>
          <a:custGeom>
            <a:avLst/>
            <a:gdLst/>
            <a:ahLst/>
            <a:rect l="0" t="0" r="r" b="b"/>
            <a:pathLst>
              <a:path w="35" h="6236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977400" y="1802880"/>
            <a:ext cx="12600" cy="3025800"/>
          </a:xfrm>
          <a:custGeom>
            <a:avLst/>
            <a:gdLst/>
            <a:ahLst/>
            <a:rect l="0" t="0" r="r" b="b"/>
            <a:pathLst>
              <a:path w="35" h="8405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5"/>
                </a:moveTo>
                <a:lnTo>
                  <a:pt x="35" y="4454"/>
                </a:lnTo>
                <a:lnTo>
                  <a:pt x="0" y="4454"/>
                </a:lnTo>
                <a:lnTo>
                  <a:pt x="0" y="4385"/>
                </a:lnTo>
                <a:lnTo>
                  <a:pt x="35" y="4385"/>
                </a:lnTo>
                <a:moveTo>
                  <a:pt x="35" y="4522"/>
                </a:moveTo>
                <a:lnTo>
                  <a:pt x="35" y="4591"/>
                </a:lnTo>
                <a:lnTo>
                  <a:pt x="0" y="4591"/>
                </a:lnTo>
                <a:lnTo>
                  <a:pt x="0" y="4522"/>
                </a:lnTo>
                <a:lnTo>
                  <a:pt x="35" y="4522"/>
                </a:lnTo>
                <a:moveTo>
                  <a:pt x="35" y="4659"/>
                </a:moveTo>
                <a:lnTo>
                  <a:pt x="35" y="4728"/>
                </a:lnTo>
                <a:lnTo>
                  <a:pt x="0" y="4728"/>
                </a:lnTo>
                <a:lnTo>
                  <a:pt x="0" y="4659"/>
                </a:lnTo>
                <a:lnTo>
                  <a:pt x="35" y="4659"/>
                </a:lnTo>
                <a:moveTo>
                  <a:pt x="35" y="4796"/>
                </a:moveTo>
                <a:lnTo>
                  <a:pt x="35" y="4865"/>
                </a:lnTo>
                <a:lnTo>
                  <a:pt x="0" y="4865"/>
                </a:lnTo>
                <a:lnTo>
                  <a:pt x="0" y="4796"/>
                </a:lnTo>
                <a:lnTo>
                  <a:pt x="35" y="4796"/>
                </a:lnTo>
                <a:moveTo>
                  <a:pt x="35" y="4933"/>
                </a:moveTo>
                <a:lnTo>
                  <a:pt x="35" y="5002"/>
                </a:lnTo>
                <a:lnTo>
                  <a:pt x="0" y="5002"/>
                </a:lnTo>
                <a:lnTo>
                  <a:pt x="0" y="4933"/>
                </a:lnTo>
                <a:lnTo>
                  <a:pt x="35" y="4933"/>
                </a:lnTo>
                <a:moveTo>
                  <a:pt x="35" y="5070"/>
                </a:moveTo>
                <a:lnTo>
                  <a:pt x="35" y="5139"/>
                </a:lnTo>
                <a:lnTo>
                  <a:pt x="0" y="5139"/>
                </a:lnTo>
                <a:lnTo>
                  <a:pt x="0" y="5070"/>
                </a:lnTo>
                <a:lnTo>
                  <a:pt x="35" y="5070"/>
                </a:lnTo>
                <a:moveTo>
                  <a:pt x="35" y="5207"/>
                </a:moveTo>
                <a:lnTo>
                  <a:pt x="35" y="5276"/>
                </a:lnTo>
                <a:lnTo>
                  <a:pt x="0" y="5276"/>
                </a:lnTo>
                <a:lnTo>
                  <a:pt x="0" y="5207"/>
                </a:lnTo>
                <a:lnTo>
                  <a:pt x="35" y="5207"/>
                </a:lnTo>
                <a:moveTo>
                  <a:pt x="35" y="5344"/>
                </a:moveTo>
                <a:lnTo>
                  <a:pt x="35" y="5413"/>
                </a:lnTo>
                <a:lnTo>
                  <a:pt x="0" y="5413"/>
                </a:lnTo>
                <a:lnTo>
                  <a:pt x="0" y="5344"/>
                </a:lnTo>
                <a:lnTo>
                  <a:pt x="35" y="5344"/>
                </a:lnTo>
                <a:moveTo>
                  <a:pt x="35" y="5481"/>
                </a:moveTo>
                <a:lnTo>
                  <a:pt x="35" y="5550"/>
                </a:lnTo>
                <a:lnTo>
                  <a:pt x="0" y="5550"/>
                </a:lnTo>
                <a:lnTo>
                  <a:pt x="0" y="5481"/>
                </a:lnTo>
                <a:lnTo>
                  <a:pt x="35" y="5481"/>
                </a:lnTo>
                <a:moveTo>
                  <a:pt x="35" y="5618"/>
                </a:moveTo>
                <a:lnTo>
                  <a:pt x="35" y="5687"/>
                </a:lnTo>
                <a:lnTo>
                  <a:pt x="0" y="5687"/>
                </a:lnTo>
                <a:lnTo>
                  <a:pt x="0" y="5618"/>
                </a:lnTo>
                <a:lnTo>
                  <a:pt x="35" y="5618"/>
                </a:lnTo>
                <a:moveTo>
                  <a:pt x="35" y="5755"/>
                </a:moveTo>
                <a:lnTo>
                  <a:pt x="35" y="5824"/>
                </a:lnTo>
                <a:lnTo>
                  <a:pt x="0" y="5824"/>
                </a:lnTo>
                <a:lnTo>
                  <a:pt x="0" y="5755"/>
                </a:lnTo>
                <a:lnTo>
                  <a:pt x="35" y="5755"/>
                </a:lnTo>
                <a:moveTo>
                  <a:pt x="35" y="5892"/>
                </a:moveTo>
                <a:lnTo>
                  <a:pt x="35" y="5961"/>
                </a:lnTo>
                <a:lnTo>
                  <a:pt x="0" y="5961"/>
                </a:lnTo>
                <a:lnTo>
                  <a:pt x="0" y="5892"/>
                </a:lnTo>
                <a:lnTo>
                  <a:pt x="35" y="5892"/>
                </a:lnTo>
                <a:moveTo>
                  <a:pt x="35" y="6029"/>
                </a:moveTo>
                <a:lnTo>
                  <a:pt x="35" y="6098"/>
                </a:lnTo>
                <a:lnTo>
                  <a:pt x="0" y="6098"/>
                </a:lnTo>
                <a:lnTo>
                  <a:pt x="0" y="6029"/>
                </a:lnTo>
                <a:lnTo>
                  <a:pt x="35" y="6029"/>
                </a:lnTo>
                <a:moveTo>
                  <a:pt x="35" y="6166"/>
                </a:moveTo>
                <a:lnTo>
                  <a:pt x="35" y="6235"/>
                </a:lnTo>
                <a:lnTo>
                  <a:pt x="0" y="6235"/>
                </a:lnTo>
                <a:lnTo>
                  <a:pt x="0" y="6166"/>
                </a:lnTo>
                <a:lnTo>
                  <a:pt x="35" y="6166"/>
                </a:lnTo>
                <a:moveTo>
                  <a:pt x="35" y="6303"/>
                </a:moveTo>
                <a:lnTo>
                  <a:pt x="35" y="6372"/>
                </a:lnTo>
                <a:lnTo>
                  <a:pt x="0" y="6372"/>
                </a:lnTo>
                <a:lnTo>
                  <a:pt x="0" y="6303"/>
                </a:lnTo>
                <a:lnTo>
                  <a:pt x="35" y="6303"/>
                </a:lnTo>
                <a:moveTo>
                  <a:pt x="35" y="6440"/>
                </a:moveTo>
                <a:lnTo>
                  <a:pt x="35" y="6509"/>
                </a:lnTo>
                <a:lnTo>
                  <a:pt x="0" y="6509"/>
                </a:lnTo>
                <a:lnTo>
                  <a:pt x="0" y="6440"/>
                </a:lnTo>
                <a:lnTo>
                  <a:pt x="35" y="6440"/>
                </a:lnTo>
                <a:moveTo>
                  <a:pt x="35" y="6577"/>
                </a:moveTo>
                <a:lnTo>
                  <a:pt x="35" y="6646"/>
                </a:lnTo>
                <a:lnTo>
                  <a:pt x="0" y="6646"/>
                </a:lnTo>
                <a:lnTo>
                  <a:pt x="0" y="6577"/>
                </a:lnTo>
                <a:lnTo>
                  <a:pt x="35" y="6577"/>
                </a:lnTo>
                <a:moveTo>
                  <a:pt x="35" y="6714"/>
                </a:moveTo>
                <a:lnTo>
                  <a:pt x="35" y="6783"/>
                </a:lnTo>
                <a:lnTo>
                  <a:pt x="0" y="6783"/>
                </a:lnTo>
                <a:lnTo>
                  <a:pt x="0" y="6714"/>
                </a:lnTo>
                <a:lnTo>
                  <a:pt x="35" y="6714"/>
                </a:lnTo>
                <a:moveTo>
                  <a:pt x="35" y="6852"/>
                </a:moveTo>
                <a:lnTo>
                  <a:pt x="35" y="6920"/>
                </a:lnTo>
                <a:lnTo>
                  <a:pt x="0" y="6920"/>
                </a:lnTo>
                <a:lnTo>
                  <a:pt x="0" y="6852"/>
                </a:lnTo>
                <a:lnTo>
                  <a:pt x="35" y="6852"/>
                </a:lnTo>
                <a:moveTo>
                  <a:pt x="35" y="6989"/>
                </a:moveTo>
                <a:lnTo>
                  <a:pt x="35" y="7057"/>
                </a:lnTo>
                <a:lnTo>
                  <a:pt x="0" y="7057"/>
                </a:lnTo>
                <a:lnTo>
                  <a:pt x="0" y="6989"/>
                </a:lnTo>
                <a:lnTo>
                  <a:pt x="35" y="6989"/>
                </a:lnTo>
                <a:moveTo>
                  <a:pt x="35" y="7126"/>
                </a:moveTo>
                <a:lnTo>
                  <a:pt x="35" y="7194"/>
                </a:lnTo>
                <a:lnTo>
                  <a:pt x="0" y="7194"/>
                </a:lnTo>
                <a:lnTo>
                  <a:pt x="0" y="7126"/>
                </a:lnTo>
                <a:lnTo>
                  <a:pt x="35" y="7126"/>
                </a:lnTo>
                <a:moveTo>
                  <a:pt x="35" y="7263"/>
                </a:moveTo>
                <a:lnTo>
                  <a:pt x="35" y="7331"/>
                </a:lnTo>
                <a:lnTo>
                  <a:pt x="0" y="7331"/>
                </a:lnTo>
                <a:lnTo>
                  <a:pt x="0" y="7263"/>
                </a:lnTo>
                <a:lnTo>
                  <a:pt x="35" y="7263"/>
                </a:lnTo>
                <a:moveTo>
                  <a:pt x="35" y="7400"/>
                </a:moveTo>
                <a:lnTo>
                  <a:pt x="35" y="7468"/>
                </a:lnTo>
                <a:lnTo>
                  <a:pt x="0" y="7468"/>
                </a:lnTo>
                <a:lnTo>
                  <a:pt x="0" y="7400"/>
                </a:lnTo>
                <a:lnTo>
                  <a:pt x="35" y="7400"/>
                </a:lnTo>
                <a:moveTo>
                  <a:pt x="35" y="7537"/>
                </a:moveTo>
                <a:lnTo>
                  <a:pt x="35" y="7606"/>
                </a:lnTo>
                <a:lnTo>
                  <a:pt x="0" y="7606"/>
                </a:lnTo>
                <a:lnTo>
                  <a:pt x="0" y="7537"/>
                </a:lnTo>
                <a:lnTo>
                  <a:pt x="35" y="7537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05"/>
                </a:lnTo>
                <a:lnTo>
                  <a:pt x="0" y="8405"/>
                </a:lnTo>
                <a:lnTo>
                  <a:pt x="0" y="8360"/>
                </a:lnTo>
                <a:lnTo>
                  <a:pt x="35" y="836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977400" y="1802880"/>
            <a:ext cx="12600" cy="3774240"/>
          </a:xfrm>
          <a:custGeom>
            <a:avLst/>
            <a:gdLst/>
            <a:ahLst/>
            <a:rect l="0" t="0" r="r" b="b"/>
            <a:pathLst>
              <a:path w="35" h="10484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5"/>
                </a:moveTo>
                <a:lnTo>
                  <a:pt x="35" y="344"/>
                </a:lnTo>
                <a:lnTo>
                  <a:pt x="0" y="344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1"/>
                </a:lnTo>
                <a:lnTo>
                  <a:pt x="0" y="481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8"/>
                </a:lnTo>
                <a:lnTo>
                  <a:pt x="0" y="618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5"/>
                </a:lnTo>
                <a:lnTo>
                  <a:pt x="0" y="755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2"/>
                </a:lnTo>
                <a:lnTo>
                  <a:pt x="0" y="892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81"/>
                </a:lnTo>
                <a:lnTo>
                  <a:pt x="0" y="4181"/>
                </a:lnTo>
                <a:lnTo>
                  <a:pt x="0" y="4112"/>
                </a:lnTo>
                <a:lnTo>
                  <a:pt x="35" y="4112"/>
                </a:lnTo>
                <a:moveTo>
                  <a:pt x="35" y="4249"/>
                </a:moveTo>
                <a:lnTo>
                  <a:pt x="35" y="4318"/>
                </a:lnTo>
                <a:lnTo>
                  <a:pt x="0" y="4318"/>
                </a:lnTo>
                <a:lnTo>
                  <a:pt x="0" y="4249"/>
                </a:lnTo>
                <a:lnTo>
                  <a:pt x="35" y="4249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moveTo>
                  <a:pt x="35" y="6304"/>
                </a:moveTo>
                <a:lnTo>
                  <a:pt x="35" y="6373"/>
                </a:lnTo>
                <a:lnTo>
                  <a:pt x="0" y="6373"/>
                </a:lnTo>
                <a:lnTo>
                  <a:pt x="0" y="6304"/>
                </a:lnTo>
                <a:lnTo>
                  <a:pt x="35" y="6304"/>
                </a:lnTo>
                <a:moveTo>
                  <a:pt x="35" y="6441"/>
                </a:moveTo>
                <a:lnTo>
                  <a:pt x="35" y="6510"/>
                </a:lnTo>
                <a:lnTo>
                  <a:pt x="0" y="6510"/>
                </a:lnTo>
                <a:lnTo>
                  <a:pt x="0" y="6441"/>
                </a:lnTo>
                <a:lnTo>
                  <a:pt x="35" y="6441"/>
                </a:lnTo>
                <a:moveTo>
                  <a:pt x="35" y="6578"/>
                </a:moveTo>
                <a:lnTo>
                  <a:pt x="35" y="6647"/>
                </a:lnTo>
                <a:lnTo>
                  <a:pt x="0" y="6647"/>
                </a:lnTo>
                <a:lnTo>
                  <a:pt x="0" y="6578"/>
                </a:lnTo>
                <a:lnTo>
                  <a:pt x="35" y="6578"/>
                </a:lnTo>
                <a:moveTo>
                  <a:pt x="35" y="6715"/>
                </a:moveTo>
                <a:lnTo>
                  <a:pt x="35" y="6784"/>
                </a:lnTo>
                <a:lnTo>
                  <a:pt x="0" y="6784"/>
                </a:lnTo>
                <a:lnTo>
                  <a:pt x="0" y="6715"/>
                </a:lnTo>
                <a:lnTo>
                  <a:pt x="35" y="6715"/>
                </a:lnTo>
                <a:moveTo>
                  <a:pt x="35" y="6853"/>
                </a:moveTo>
                <a:lnTo>
                  <a:pt x="35" y="6921"/>
                </a:lnTo>
                <a:lnTo>
                  <a:pt x="0" y="6921"/>
                </a:lnTo>
                <a:lnTo>
                  <a:pt x="0" y="6853"/>
                </a:lnTo>
                <a:lnTo>
                  <a:pt x="35" y="6853"/>
                </a:lnTo>
                <a:moveTo>
                  <a:pt x="35" y="6990"/>
                </a:moveTo>
                <a:lnTo>
                  <a:pt x="35" y="7058"/>
                </a:lnTo>
                <a:lnTo>
                  <a:pt x="0" y="7058"/>
                </a:lnTo>
                <a:lnTo>
                  <a:pt x="0" y="6990"/>
                </a:lnTo>
                <a:lnTo>
                  <a:pt x="35" y="6990"/>
                </a:lnTo>
                <a:moveTo>
                  <a:pt x="35" y="7127"/>
                </a:moveTo>
                <a:lnTo>
                  <a:pt x="35" y="7195"/>
                </a:lnTo>
                <a:lnTo>
                  <a:pt x="0" y="7195"/>
                </a:lnTo>
                <a:lnTo>
                  <a:pt x="0" y="7127"/>
                </a:lnTo>
                <a:lnTo>
                  <a:pt x="35" y="7127"/>
                </a:lnTo>
                <a:moveTo>
                  <a:pt x="35" y="7264"/>
                </a:moveTo>
                <a:lnTo>
                  <a:pt x="35" y="7332"/>
                </a:lnTo>
                <a:lnTo>
                  <a:pt x="0" y="7332"/>
                </a:lnTo>
                <a:lnTo>
                  <a:pt x="0" y="7264"/>
                </a:lnTo>
                <a:lnTo>
                  <a:pt x="35" y="7264"/>
                </a:lnTo>
                <a:moveTo>
                  <a:pt x="35" y="7401"/>
                </a:moveTo>
                <a:lnTo>
                  <a:pt x="35" y="7469"/>
                </a:lnTo>
                <a:lnTo>
                  <a:pt x="0" y="7469"/>
                </a:lnTo>
                <a:lnTo>
                  <a:pt x="0" y="7401"/>
                </a:lnTo>
                <a:lnTo>
                  <a:pt x="35" y="7401"/>
                </a:lnTo>
                <a:moveTo>
                  <a:pt x="35" y="7538"/>
                </a:moveTo>
                <a:lnTo>
                  <a:pt x="35" y="7606"/>
                </a:lnTo>
                <a:lnTo>
                  <a:pt x="0" y="7606"/>
                </a:lnTo>
                <a:lnTo>
                  <a:pt x="0" y="7538"/>
                </a:lnTo>
                <a:lnTo>
                  <a:pt x="35" y="7538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28"/>
                </a:lnTo>
                <a:lnTo>
                  <a:pt x="0" y="8428"/>
                </a:lnTo>
                <a:lnTo>
                  <a:pt x="0" y="8360"/>
                </a:lnTo>
                <a:lnTo>
                  <a:pt x="35" y="8360"/>
                </a:lnTo>
                <a:moveTo>
                  <a:pt x="35" y="8497"/>
                </a:moveTo>
                <a:lnTo>
                  <a:pt x="35" y="8565"/>
                </a:lnTo>
                <a:lnTo>
                  <a:pt x="0" y="8565"/>
                </a:lnTo>
                <a:lnTo>
                  <a:pt x="0" y="8497"/>
                </a:lnTo>
                <a:lnTo>
                  <a:pt x="35" y="8497"/>
                </a:lnTo>
                <a:moveTo>
                  <a:pt x="35" y="8634"/>
                </a:moveTo>
                <a:lnTo>
                  <a:pt x="35" y="8702"/>
                </a:lnTo>
                <a:lnTo>
                  <a:pt x="0" y="8702"/>
                </a:lnTo>
                <a:lnTo>
                  <a:pt x="0" y="8634"/>
                </a:lnTo>
                <a:lnTo>
                  <a:pt x="35" y="8634"/>
                </a:lnTo>
                <a:moveTo>
                  <a:pt x="35" y="8771"/>
                </a:moveTo>
                <a:lnTo>
                  <a:pt x="35" y="8839"/>
                </a:lnTo>
                <a:lnTo>
                  <a:pt x="0" y="8839"/>
                </a:lnTo>
                <a:lnTo>
                  <a:pt x="0" y="8771"/>
                </a:lnTo>
                <a:lnTo>
                  <a:pt x="35" y="8771"/>
                </a:lnTo>
                <a:moveTo>
                  <a:pt x="35" y="8908"/>
                </a:moveTo>
                <a:lnTo>
                  <a:pt x="35" y="8976"/>
                </a:lnTo>
                <a:lnTo>
                  <a:pt x="0" y="8976"/>
                </a:lnTo>
                <a:lnTo>
                  <a:pt x="0" y="8908"/>
                </a:lnTo>
                <a:lnTo>
                  <a:pt x="35" y="8908"/>
                </a:lnTo>
                <a:moveTo>
                  <a:pt x="35" y="9045"/>
                </a:moveTo>
                <a:lnTo>
                  <a:pt x="35" y="9113"/>
                </a:lnTo>
                <a:lnTo>
                  <a:pt x="0" y="9113"/>
                </a:lnTo>
                <a:lnTo>
                  <a:pt x="0" y="9045"/>
                </a:lnTo>
                <a:lnTo>
                  <a:pt x="35" y="9045"/>
                </a:lnTo>
                <a:moveTo>
                  <a:pt x="35" y="9182"/>
                </a:moveTo>
                <a:lnTo>
                  <a:pt x="35" y="9250"/>
                </a:lnTo>
                <a:lnTo>
                  <a:pt x="0" y="9250"/>
                </a:lnTo>
                <a:lnTo>
                  <a:pt x="0" y="9182"/>
                </a:lnTo>
                <a:lnTo>
                  <a:pt x="35" y="9182"/>
                </a:lnTo>
                <a:moveTo>
                  <a:pt x="35" y="9319"/>
                </a:moveTo>
                <a:lnTo>
                  <a:pt x="35" y="9388"/>
                </a:lnTo>
                <a:lnTo>
                  <a:pt x="0" y="9388"/>
                </a:lnTo>
                <a:lnTo>
                  <a:pt x="0" y="9319"/>
                </a:lnTo>
                <a:lnTo>
                  <a:pt x="35" y="9319"/>
                </a:lnTo>
                <a:moveTo>
                  <a:pt x="35" y="9456"/>
                </a:moveTo>
                <a:lnTo>
                  <a:pt x="35" y="9525"/>
                </a:lnTo>
                <a:lnTo>
                  <a:pt x="0" y="9525"/>
                </a:lnTo>
                <a:lnTo>
                  <a:pt x="0" y="9456"/>
                </a:lnTo>
                <a:lnTo>
                  <a:pt x="35" y="9456"/>
                </a:lnTo>
                <a:moveTo>
                  <a:pt x="35" y="9593"/>
                </a:moveTo>
                <a:lnTo>
                  <a:pt x="35" y="9662"/>
                </a:lnTo>
                <a:lnTo>
                  <a:pt x="0" y="9662"/>
                </a:lnTo>
                <a:lnTo>
                  <a:pt x="0" y="9593"/>
                </a:lnTo>
                <a:lnTo>
                  <a:pt x="35" y="9593"/>
                </a:lnTo>
                <a:moveTo>
                  <a:pt x="35" y="9730"/>
                </a:moveTo>
                <a:lnTo>
                  <a:pt x="35" y="9799"/>
                </a:lnTo>
                <a:lnTo>
                  <a:pt x="0" y="9799"/>
                </a:lnTo>
                <a:lnTo>
                  <a:pt x="0" y="9730"/>
                </a:lnTo>
                <a:lnTo>
                  <a:pt x="35" y="9730"/>
                </a:lnTo>
                <a:moveTo>
                  <a:pt x="35" y="9867"/>
                </a:moveTo>
                <a:lnTo>
                  <a:pt x="35" y="9936"/>
                </a:lnTo>
                <a:lnTo>
                  <a:pt x="0" y="9936"/>
                </a:lnTo>
                <a:lnTo>
                  <a:pt x="0" y="9867"/>
                </a:lnTo>
                <a:lnTo>
                  <a:pt x="35" y="9867"/>
                </a:lnTo>
                <a:moveTo>
                  <a:pt x="35" y="10004"/>
                </a:moveTo>
                <a:lnTo>
                  <a:pt x="35" y="10073"/>
                </a:lnTo>
                <a:lnTo>
                  <a:pt x="0" y="10073"/>
                </a:lnTo>
                <a:lnTo>
                  <a:pt x="0" y="10004"/>
                </a:lnTo>
                <a:lnTo>
                  <a:pt x="35" y="10004"/>
                </a:lnTo>
                <a:moveTo>
                  <a:pt x="35" y="10141"/>
                </a:moveTo>
                <a:lnTo>
                  <a:pt x="35" y="10210"/>
                </a:lnTo>
                <a:lnTo>
                  <a:pt x="0" y="10210"/>
                </a:lnTo>
                <a:lnTo>
                  <a:pt x="0" y="10141"/>
                </a:lnTo>
                <a:lnTo>
                  <a:pt x="35" y="10141"/>
                </a:lnTo>
                <a:moveTo>
                  <a:pt x="35" y="10278"/>
                </a:moveTo>
                <a:lnTo>
                  <a:pt x="35" y="10347"/>
                </a:lnTo>
                <a:lnTo>
                  <a:pt x="0" y="10347"/>
                </a:lnTo>
                <a:lnTo>
                  <a:pt x="0" y="10278"/>
                </a:lnTo>
                <a:lnTo>
                  <a:pt x="35" y="10278"/>
                </a:lnTo>
                <a:moveTo>
                  <a:pt x="35" y="10415"/>
                </a:moveTo>
                <a:lnTo>
                  <a:pt x="35" y="10484"/>
                </a:lnTo>
                <a:lnTo>
                  <a:pt x="0" y="10484"/>
                </a:lnTo>
                <a:lnTo>
                  <a:pt x="0" y="10415"/>
                </a:lnTo>
                <a:lnTo>
                  <a:pt x="35" y="104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785880" y="1802880"/>
            <a:ext cx="4786200" cy="534960"/>
          </a:xfrm>
          <a:custGeom>
            <a:avLst/>
            <a:gdLst/>
            <a:ahLst/>
            <a:rect l="0" t="0" r="r" b="b"/>
            <a:pathLst>
              <a:path w="13295" h="1486">
                <a:moveTo>
                  <a:pt x="0" y="0"/>
                </a:moveTo>
                <a:lnTo>
                  <a:pt x="13295" y="0"/>
                </a:lnTo>
                <a:lnTo>
                  <a:pt x="13295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2" name=""/>
          <p:cNvSpPr/>
          <p:nvPr/>
        </p:nvSpPr>
        <p:spPr>
          <a:xfrm>
            <a:off x="781920" y="179892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3"/>
                </a:lnTo>
                <a:lnTo>
                  <a:pt x="3300" y="23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3"/>
                </a:lnTo>
                <a:lnTo>
                  <a:pt x="3483" y="23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1" y="0"/>
                </a:moveTo>
                <a:lnTo>
                  <a:pt x="4146" y="0"/>
                </a:lnTo>
                <a:lnTo>
                  <a:pt x="4146" y="23"/>
                </a:lnTo>
                <a:lnTo>
                  <a:pt x="4031" y="23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3"/>
                </a:lnTo>
                <a:lnTo>
                  <a:pt x="4397" y="23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3"/>
                </a:lnTo>
                <a:lnTo>
                  <a:pt x="10428" y="23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3"/>
                </a:lnTo>
                <a:lnTo>
                  <a:pt x="10610" y="23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3"/>
                </a:lnTo>
                <a:lnTo>
                  <a:pt x="10793" y="23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3"/>
                </a:lnTo>
                <a:lnTo>
                  <a:pt x="11159" y="23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3"/>
                </a:lnTo>
                <a:lnTo>
                  <a:pt x="11341" y="23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3"/>
                </a:lnTo>
                <a:lnTo>
                  <a:pt x="11524" y="23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3"/>
                </a:lnTo>
                <a:lnTo>
                  <a:pt x="11707" y="23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3"/>
                </a:lnTo>
                <a:lnTo>
                  <a:pt x="11889" y="23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3"/>
                </a:lnTo>
                <a:lnTo>
                  <a:pt x="12072" y="23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3"/>
                </a:lnTo>
                <a:lnTo>
                  <a:pt x="12255" y="23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3"/>
                </a:lnTo>
                <a:lnTo>
                  <a:pt x="12438" y="23"/>
                </a:lnTo>
                <a:lnTo>
                  <a:pt x="12438" y="0"/>
                </a:lnTo>
                <a:moveTo>
                  <a:pt x="12620" y="0"/>
                </a:moveTo>
                <a:lnTo>
                  <a:pt x="12735" y="0"/>
                </a:lnTo>
                <a:lnTo>
                  <a:pt x="12735" y="23"/>
                </a:lnTo>
                <a:lnTo>
                  <a:pt x="12620" y="23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3"/>
                </a:lnTo>
                <a:lnTo>
                  <a:pt x="12803" y="23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3"/>
                </a:lnTo>
                <a:lnTo>
                  <a:pt x="12986" y="23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3"/>
                </a:lnTo>
                <a:lnTo>
                  <a:pt x="13168" y="23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40"/>
                </a:moveTo>
                <a:lnTo>
                  <a:pt x="13317" y="355"/>
                </a:lnTo>
                <a:lnTo>
                  <a:pt x="13294" y="355"/>
                </a:lnTo>
                <a:lnTo>
                  <a:pt x="13294" y="240"/>
                </a:lnTo>
                <a:lnTo>
                  <a:pt x="13317" y="240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1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1"/>
                </a:lnTo>
                <a:lnTo>
                  <a:pt x="13317" y="971"/>
                </a:lnTo>
                <a:moveTo>
                  <a:pt x="13317" y="1154"/>
                </a:moveTo>
                <a:lnTo>
                  <a:pt x="13317" y="1268"/>
                </a:lnTo>
                <a:lnTo>
                  <a:pt x="13294" y="1268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5"/>
                </a:lnTo>
                <a:lnTo>
                  <a:pt x="13283" y="1485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5"/>
                </a:lnTo>
                <a:lnTo>
                  <a:pt x="13100" y="1485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5"/>
                </a:lnTo>
                <a:lnTo>
                  <a:pt x="12917" y="1485"/>
                </a:lnTo>
                <a:lnTo>
                  <a:pt x="12917" y="1508"/>
                </a:lnTo>
                <a:moveTo>
                  <a:pt x="12735" y="1508"/>
                </a:moveTo>
                <a:lnTo>
                  <a:pt x="12620" y="1508"/>
                </a:lnTo>
                <a:lnTo>
                  <a:pt x="12620" y="1485"/>
                </a:lnTo>
                <a:lnTo>
                  <a:pt x="12735" y="1485"/>
                </a:lnTo>
                <a:lnTo>
                  <a:pt x="12735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5"/>
                </a:lnTo>
                <a:lnTo>
                  <a:pt x="12552" y="1485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5"/>
                </a:lnTo>
                <a:lnTo>
                  <a:pt x="12369" y="1485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5"/>
                </a:lnTo>
                <a:lnTo>
                  <a:pt x="12186" y="1485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5"/>
                </a:lnTo>
                <a:lnTo>
                  <a:pt x="12004" y="1485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5"/>
                </a:lnTo>
                <a:lnTo>
                  <a:pt x="11821" y="1485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5"/>
                </a:lnTo>
                <a:lnTo>
                  <a:pt x="11638" y="1485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5"/>
                </a:lnTo>
                <a:lnTo>
                  <a:pt x="11455" y="1485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5"/>
                </a:lnTo>
                <a:lnTo>
                  <a:pt x="11273" y="1485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6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6" y="1485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5"/>
                </a:lnTo>
                <a:lnTo>
                  <a:pt x="3963" y="1485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5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5" y="1485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3" name=""/>
          <p:cNvSpPr/>
          <p:nvPr/>
        </p:nvSpPr>
        <p:spPr>
          <a:xfrm>
            <a:off x="540720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/>
          <p:nvPr/>
        </p:nvSpPr>
        <p:spPr>
          <a:xfrm>
            <a:off x="540720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5" name=""/>
          <p:cNvSpPr txBox="1"/>
          <p:nvPr/>
        </p:nvSpPr>
        <p:spPr>
          <a:xfrm>
            <a:off x="621720" y="1563480"/>
            <a:ext cx="307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6" name=""/>
          <p:cNvSpPr txBox="1"/>
          <p:nvPr/>
        </p:nvSpPr>
        <p:spPr>
          <a:xfrm>
            <a:off x="868320" y="185940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7" name=""/>
          <p:cNvSpPr txBox="1"/>
          <p:nvPr/>
        </p:nvSpPr>
        <p:spPr>
          <a:xfrm>
            <a:off x="868320" y="199224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5769000" y="1802880"/>
            <a:ext cx="2779560" cy="534960"/>
          </a:xfrm>
          <a:custGeom>
            <a:avLst/>
            <a:gdLst/>
            <a:ahLst/>
            <a:rect l="0" t="0" r="r" b="b"/>
            <a:pathLst>
              <a:path w="7721" h="1486">
                <a:moveTo>
                  <a:pt x="0" y="0"/>
                </a:moveTo>
                <a:lnTo>
                  <a:pt x="7721" y="0"/>
                </a:lnTo>
                <a:lnTo>
                  <a:pt x="7721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5764680" y="179892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9" y="0"/>
                </a:lnTo>
                <a:lnTo>
                  <a:pt x="5609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3" y="0"/>
                </a:moveTo>
                <a:lnTo>
                  <a:pt x="6157" y="0"/>
                </a:lnTo>
                <a:lnTo>
                  <a:pt x="6157" y="23"/>
                </a:lnTo>
                <a:lnTo>
                  <a:pt x="6043" y="23"/>
                </a:lnTo>
                <a:lnTo>
                  <a:pt x="6043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8" y="0"/>
                </a:lnTo>
                <a:lnTo>
                  <a:pt x="6888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2" y="0"/>
                </a:moveTo>
                <a:lnTo>
                  <a:pt x="7436" y="0"/>
                </a:lnTo>
                <a:lnTo>
                  <a:pt x="7436" y="23"/>
                </a:lnTo>
                <a:lnTo>
                  <a:pt x="7322" y="23"/>
                </a:lnTo>
                <a:lnTo>
                  <a:pt x="7322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3" y="11"/>
                </a:lnTo>
                <a:lnTo>
                  <a:pt x="7733" y="23"/>
                </a:lnTo>
                <a:lnTo>
                  <a:pt x="7687" y="23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2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2"/>
                </a:lnTo>
                <a:lnTo>
                  <a:pt x="7744" y="332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5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5"/>
                </a:lnTo>
                <a:lnTo>
                  <a:pt x="7744" y="1245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5"/>
                </a:lnTo>
                <a:lnTo>
                  <a:pt x="7733" y="1485"/>
                </a:lnTo>
                <a:lnTo>
                  <a:pt x="7733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2" y="1508"/>
                </a:lnTo>
                <a:lnTo>
                  <a:pt x="7322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8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8" y="1485"/>
                </a:lnTo>
                <a:lnTo>
                  <a:pt x="6888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3" y="1508"/>
                </a:lnTo>
                <a:lnTo>
                  <a:pt x="6043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9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9" y="1485"/>
                </a:lnTo>
                <a:lnTo>
                  <a:pt x="5609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8" y="1485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3" y="1508"/>
                </a:lnTo>
                <a:lnTo>
                  <a:pt x="4033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9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9" y="1485"/>
                </a:lnTo>
                <a:lnTo>
                  <a:pt x="3599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9" y="1485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8" y="1485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9" y="1485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838368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1" name=""/>
          <p:cNvSpPr/>
          <p:nvPr/>
        </p:nvSpPr>
        <p:spPr>
          <a:xfrm>
            <a:off x="838368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2" name=""/>
          <p:cNvSpPr txBox="1"/>
          <p:nvPr/>
        </p:nvSpPr>
        <p:spPr>
          <a:xfrm>
            <a:off x="868320" y="214740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3" name=""/>
          <p:cNvSpPr txBox="1"/>
          <p:nvPr/>
        </p:nvSpPr>
        <p:spPr>
          <a:xfrm>
            <a:off x="5851080" y="18594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4" name=""/>
          <p:cNvSpPr txBox="1"/>
          <p:nvPr/>
        </p:nvSpPr>
        <p:spPr>
          <a:xfrm>
            <a:off x="5851080" y="199224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/>
          <p:nvPr/>
        </p:nvSpPr>
        <p:spPr>
          <a:xfrm>
            <a:off x="785880" y="2567520"/>
            <a:ext cx="3692520" cy="534960"/>
          </a:xfrm>
          <a:custGeom>
            <a:avLst/>
            <a:gdLst/>
            <a:ahLst/>
            <a:rect l="0" t="0" r="r" b="b"/>
            <a:pathLst>
              <a:path w="10257" h="1486">
                <a:moveTo>
                  <a:pt x="0" y="0"/>
                </a:moveTo>
                <a:lnTo>
                  <a:pt x="10257" y="0"/>
                </a:lnTo>
                <a:lnTo>
                  <a:pt x="10257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6" name=""/>
          <p:cNvSpPr/>
          <p:nvPr/>
        </p:nvSpPr>
        <p:spPr>
          <a:xfrm>
            <a:off x="781920" y="2563560"/>
            <a:ext cx="3700440" cy="542880"/>
          </a:xfrm>
          <a:custGeom>
            <a:avLst/>
            <a:gdLst/>
            <a:ahLst/>
            <a:rect l="0" t="0" r="r" b="b"/>
            <a:pathLst>
              <a:path w="10279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2"/>
                </a:lnTo>
                <a:lnTo>
                  <a:pt x="10256" y="102"/>
                </a:lnTo>
                <a:lnTo>
                  <a:pt x="10256" y="11"/>
                </a:lnTo>
                <a:lnTo>
                  <a:pt x="10268" y="11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1"/>
                </a:moveTo>
                <a:lnTo>
                  <a:pt x="10279" y="285"/>
                </a:lnTo>
                <a:lnTo>
                  <a:pt x="10256" y="285"/>
                </a:lnTo>
                <a:lnTo>
                  <a:pt x="10256" y="171"/>
                </a:lnTo>
                <a:lnTo>
                  <a:pt x="10279" y="171"/>
                </a:lnTo>
                <a:moveTo>
                  <a:pt x="10279" y="354"/>
                </a:moveTo>
                <a:lnTo>
                  <a:pt x="10279" y="468"/>
                </a:lnTo>
                <a:lnTo>
                  <a:pt x="10256" y="468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6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6"/>
                </a:lnTo>
                <a:lnTo>
                  <a:pt x="10279" y="536"/>
                </a:lnTo>
                <a:moveTo>
                  <a:pt x="10279" y="719"/>
                </a:moveTo>
                <a:lnTo>
                  <a:pt x="10279" y="833"/>
                </a:lnTo>
                <a:lnTo>
                  <a:pt x="10256" y="833"/>
                </a:lnTo>
                <a:lnTo>
                  <a:pt x="10256" y="719"/>
                </a:lnTo>
                <a:lnTo>
                  <a:pt x="10279" y="719"/>
                </a:lnTo>
                <a:moveTo>
                  <a:pt x="10279" y="902"/>
                </a:moveTo>
                <a:lnTo>
                  <a:pt x="10279" y="1016"/>
                </a:lnTo>
                <a:lnTo>
                  <a:pt x="10256" y="1016"/>
                </a:lnTo>
                <a:lnTo>
                  <a:pt x="10256" y="902"/>
                </a:lnTo>
                <a:lnTo>
                  <a:pt x="10279" y="902"/>
                </a:lnTo>
                <a:moveTo>
                  <a:pt x="10279" y="1084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4"/>
                </a:lnTo>
                <a:lnTo>
                  <a:pt x="10279" y="1084"/>
                </a:lnTo>
                <a:moveTo>
                  <a:pt x="10279" y="1268"/>
                </a:moveTo>
                <a:lnTo>
                  <a:pt x="10279" y="1382"/>
                </a:lnTo>
                <a:lnTo>
                  <a:pt x="10256" y="1382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1"/>
                </a:moveTo>
                <a:lnTo>
                  <a:pt x="10279" y="1508"/>
                </a:lnTo>
                <a:lnTo>
                  <a:pt x="10199" y="1508"/>
                </a:lnTo>
                <a:lnTo>
                  <a:pt x="10199" y="1485"/>
                </a:lnTo>
                <a:lnTo>
                  <a:pt x="10268" y="1485"/>
                </a:lnTo>
                <a:lnTo>
                  <a:pt x="10268" y="1497"/>
                </a:lnTo>
                <a:lnTo>
                  <a:pt x="10256" y="1497"/>
                </a:lnTo>
                <a:lnTo>
                  <a:pt x="10256" y="1451"/>
                </a:lnTo>
                <a:lnTo>
                  <a:pt x="10279" y="1451"/>
                </a:lnTo>
                <a:moveTo>
                  <a:pt x="10131" y="1508"/>
                </a:moveTo>
                <a:lnTo>
                  <a:pt x="10017" y="1508"/>
                </a:lnTo>
                <a:lnTo>
                  <a:pt x="10017" y="1485"/>
                </a:lnTo>
                <a:lnTo>
                  <a:pt x="10131" y="1485"/>
                </a:lnTo>
                <a:lnTo>
                  <a:pt x="10131" y="1508"/>
                </a:lnTo>
                <a:moveTo>
                  <a:pt x="9948" y="1508"/>
                </a:moveTo>
                <a:lnTo>
                  <a:pt x="9834" y="1508"/>
                </a:lnTo>
                <a:lnTo>
                  <a:pt x="9834" y="1485"/>
                </a:lnTo>
                <a:lnTo>
                  <a:pt x="9948" y="1485"/>
                </a:lnTo>
                <a:lnTo>
                  <a:pt x="9948" y="1508"/>
                </a:lnTo>
                <a:moveTo>
                  <a:pt x="9765" y="1508"/>
                </a:moveTo>
                <a:lnTo>
                  <a:pt x="9651" y="1508"/>
                </a:lnTo>
                <a:lnTo>
                  <a:pt x="9651" y="1485"/>
                </a:lnTo>
                <a:lnTo>
                  <a:pt x="9765" y="1485"/>
                </a:lnTo>
                <a:lnTo>
                  <a:pt x="9765" y="1508"/>
                </a:lnTo>
                <a:moveTo>
                  <a:pt x="9583" y="1508"/>
                </a:moveTo>
                <a:lnTo>
                  <a:pt x="9468" y="1508"/>
                </a:lnTo>
                <a:lnTo>
                  <a:pt x="9468" y="1485"/>
                </a:lnTo>
                <a:lnTo>
                  <a:pt x="9583" y="1485"/>
                </a:lnTo>
                <a:lnTo>
                  <a:pt x="9583" y="1508"/>
                </a:lnTo>
                <a:moveTo>
                  <a:pt x="9400" y="1508"/>
                </a:moveTo>
                <a:lnTo>
                  <a:pt x="9286" y="1508"/>
                </a:lnTo>
                <a:lnTo>
                  <a:pt x="9286" y="1485"/>
                </a:lnTo>
                <a:lnTo>
                  <a:pt x="9400" y="1485"/>
                </a:lnTo>
                <a:lnTo>
                  <a:pt x="9400" y="1508"/>
                </a:lnTo>
                <a:moveTo>
                  <a:pt x="9217" y="1508"/>
                </a:moveTo>
                <a:lnTo>
                  <a:pt x="9103" y="1508"/>
                </a:lnTo>
                <a:lnTo>
                  <a:pt x="9103" y="1485"/>
                </a:lnTo>
                <a:lnTo>
                  <a:pt x="9217" y="1485"/>
                </a:lnTo>
                <a:lnTo>
                  <a:pt x="9217" y="1508"/>
                </a:lnTo>
                <a:moveTo>
                  <a:pt x="9034" y="1508"/>
                </a:moveTo>
                <a:lnTo>
                  <a:pt x="8920" y="1508"/>
                </a:lnTo>
                <a:lnTo>
                  <a:pt x="8920" y="1485"/>
                </a:lnTo>
                <a:lnTo>
                  <a:pt x="9034" y="1485"/>
                </a:lnTo>
                <a:lnTo>
                  <a:pt x="9034" y="1508"/>
                </a:lnTo>
                <a:moveTo>
                  <a:pt x="8852" y="1508"/>
                </a:moveTo>
                <a:lnTo>
                  <a:pt x="8737" y="1508"/>
                </a:lnTo>
                <a:lnTo>
                  <a:pt x="8737" y="1485"/>
                </a:lnTo>
                <a:lnTo>
                  <a:pt x="8852" y="1485"/>
                </a:lnTo>
                <a:lnTo>
                  <a:pt x="8852" y="1508"/>
                </a:lnTo>
                <a:moveTo>
                  <a:pt x="8669" y="1508"/>
                </a:moveTo>
                <a:lnTo>
                  <a:pt x="8555" y="1508"/>
                </a:lnTo>
                <a:lnTo>
                  <a:pt x="8555" y="1485"/>
                </a:lnTo>
                <a:lnTo>
                  <a:pt x="8669" y="1485"/>
                </a:lnTo>
                <a:lnTo>
                  <a:pt x="8669" y="1508"/>
                </a:lnTo>
                <a:moveTo>
                  <a:pt x="8486" y="1508"/>
                </a:moveTo>
                <a:lnTo>
                  <a:pt x="8372" y="1508"/>
                </a:lnTo>
                <a:lnTo>
                  <a:pt x="8372" y="1485"/>
                </a:lnTo>
                <a:lnTo>
                  <a:pt x="8486" y="1485"/>
                </a:lnTo>
                <a:lnTo>
                  <a:pt x="8486" y="1508"/>
                </a:lnTo>
                <a:moveTo>
                  <a:pt x="8303" y="1508"/>
                </a:moveTo>
                <a:lnTo>
                  <a:pt x="8189" y="1508"/>
                </a:lnTo>
                <a:lnTo>
                  <a:pt x="8189" y="1485"/>
                </a:lnTo>
                <a:lnTo>
                  <a:pt x="8303" y="1485"/>
                </a:lnTo>
                <a:lnTo>
                  <a:pt x="8303" y="1508"/>
                </a:lnTo>
                <a:moveTo>
                  <a:pt x="8121" y="1508"/>
                </a:moveTo>
                <a:lnTo>
                  <a:pt x="8007" y="1508"/>
                </a:lnTo>
                <a:lnTo>
                  <a:pt x="8007" y="1485"/>
                </a:lnTo>
                <a:lnTo>
                  <a:pt x="8121" y="1485"/>
                </a:lnTo>
                <a:lnTo>
                  <a:pt x="8121" y="1508"/>
                </a:lnTo>
                <a:moveTo>
                  <a:pt x="7938" y="1508"/>
                </a:moveTo>
                <a:lnTo>
                  <a:pt x="7824" y="1508"/>
                </a:lnTo>
                <a:lnTo>
                  <a:pt x="7824" y="1485"/>
                </a:lnTo>
                <a:lnTo>
                  <a:pt x="7938" y="1485"/>
                </a:lnTo>
                <a:lnTo>
                  <a:pt x="7938" y="1508"/>
                </a:lnTo>
                <a:moveTo>
                  <a:pt x="7755" y="1508"/>
                </a:moveTo>
                <a:lnTo>
                  <a:pt x="7641" y="1508"/>
                </a:lnTo>
                <a:lnTo>
                  <a:pt x="7641" y="1485"/>
                </a:lnTo>
                <a:lnTo>
                  <a:pt x="7755" y="1485"/>
                </a:lnTo>
                <a:lnTo>
                  <a:pt x="7755" y="1508"/>
                </a:lnTo>
                <a:moveTo>
                  <a:pt x="7573" y="1508"/>
                </a:moveTo>
                <a:lnTo>
                  <a:pt x="7458" y="1508"/>
                </a:lnTo>
                <a:lnTo>
                  <a:pt x="7458" y="1485"/>
                </a:lnTo>
                <a:lnTo>
                  <a:pt x="7573" y="1485"/>
                </a:lnTo>
                <a:lnTo>
                  <a:pt x="7573" y="1508"/>
                </a:lnTo>
                <a:moveTo>
                  <a:pt x="7390" y="1508"/>
                </a:moveTo>
                <a:lnTo>
                  <a:pt x="7276" y="1508"/>
                </a:lnTo>
                <a:lnTo>
                  <a:pt x="7276" y="1485"/>
                </a:lnTo>
                <a:lnTo>
                  <a:pt x="7390" y="1485"/>
                </a:lnTo>
                <a:lnTo>
                  <a:pt x="7390" y="1508"/>
                </a:lnTo>
                <a:moveTo>
                  <a:pt x="7207" y="1508"/>
                </a:moveTo>
                <a:lnTo>
                  <a:pt x="7093" y="1508"/>
                </a:lnTo>
                <a:lnTo>
                  <a:pt x="7093" y="1485"/>
                </a:lnTo>
                <a:lnTo>
                  <a:pt x="7207" y="1485"/>
                </a:lnTo>
                <a:lnTo>
                  <a:pt x="7207" y="1508"/>
                </a:lnTo>
                <a:moveTo>
                  <a:pt x="7024" y="1508"/>
                </a:moveTo>
                <a:lnTo>
                  <a:pt x="6910" y="1508"/>
                </a:lnTo>
                <a:lnTo>
                  <a:pt x="6910" y="1485"/>
                </a:lnTo>
                <a:lnTo>
                  <a:pt x="7024" y="1485"/>
                </a:lnTo>
                <a:lnTo>
                  <a:pt x="7024" y="1508"/>
                </a:lnTo>
                <a:moveTo>
                  <a:pt x="6842" y="1508"/>
                </a:moveTo>
                <a:lnTo>
                  <a:pt x="6728" y="1508"/>
                </a:lnTo>
                <a:lnTo>
                  <a:pt x="6728" y="1485"/>
                </a:lnTo>
                <a:lnTo>
                  <a:pt x="6842" y="1485"/>
                </a:lnTo>
                <a:lnTo>
                  <a:pt x="6842" y="1508"/>
                </a:lnTo>
                <a:moveTo>
                  <a:pt x="6659" y="1508"/>
                </a:moveTo>
                <a:lnTo>
                  <a:pt x="6545" y="1508"/>
                </a:lnTo>
                <a:lnTo>
                  <a:pt x="6545" y="1485"/>
                </a:lnTo>
                <a:lnTo>
                  <a:pt x="6659" y="1485"/>
                </a:lnTo>
                <a:lnTo>
                  <a:pt x="6659" y="1508"/>
                </a:lnTo>
                <a:moveTo>
                  <a:pt x="6476" y="1508"/>
                </a:moveTo>
                <a:lnTo>
                  <a:pt x="6362" y="1508"/>
                </a:lnTo>
                <a:lnTo>
                  <a:pt x="6362" y="1485"/>
                </a:lnTo>
                <a:lnTo>
                  <a:pt x="6476" y="1485"/>
                </a:lnTo>
                <a:lnTo>
                  <a:pt x="6476" y="1508"/>
                </a:lnTo>
                <a:moveTo>
                  <a:pt x="6294" y="1508"/>
                </a:moveTo>
                <a:lnTo>
                  <a:pt x="6179" y="1508"/>
                </a:lnTo>
                <a:lnTo>
                  <a:pt x="6179" y="1485"/>
                </a:lnTo>
                <a:lnTo>
                  <a:pt x="6294" y="1485"/>
                </a:lnTo>
                <a:lnTo>
                  <a:pt x="6294" y="1508"/>
                </a:lnTo>
                <a:moveTo>
                  <a:pt x="6111" y="1508"/>
                </a:moveTo>
                <a:lnTo>
                  <a:pt x="5997" y="1508"/>
                </a:lnTo>
                <a:lnTo>
                  <a:pt x="5997" y="1485"/>
                </a:lnTo>
                <a:lnTo>
                  <a:pt x="6111" y="1485"/>
                </a:lnTo>
                <a:lnTo>
                  <a:pt x="6111" y="1508"/>
                </a:lnTo>
                <a:moveTo>
                  <a:pt x="5928" y="1508"/>
                </a:moveTo>
                <a:lnTo>
                  <a:pt x="5814" y="1508"/>
                </a:lnTo>
                <a:lnTo>
                  <a:pt x="5814" y="1485"/>
                </a:lnTo>
                <a:lnTo>
                  <a:pt x="5928" y="1485"/>
                </a:lnTo>
                <a:lnTo>
                  <a:pt x="5928" y="1508"/>
                </a:lnTo>
                <a:moveTo>
                  <a:pt x="5745" y="1508"/>
                </a:moveTo>
                <a:lnTo>
                  <a:pt x="5631" y="1508"/>
                </a:lnTo>
                <a:lnTo>
                  <a:pt x="5631" y="1485"/>
                </a:lnTo>
                <a:lnTo>
                  <a:pt x="5745" y="1485"/>
                </a:lnTo>
                <a:lnTo>
                  <a:pt x="5745" y="1508"/>
                </a:lnTo>
                <a:moveTo>
                  <a:pt x="5563" y="1508"/>
                </a:moveTo>
                <a:lnTo>
                  <a:pt x="5448" y="1508"/>
                </a:lnTo>
                <a:lnTo>
                  <a:pt x="5448" y="1485"/>
                </a:lnTo>
                <a:lnTo>
                  <a:pt x="5563" y="1485"/>
                </a:lnTo>
                <a:lnTo>
                  <a:pt x="5563" y="1508"/>
                </a:lnTo>
                <a:moveTo>
                  <a:pt x="5380" y="1508"/>
                </a:moveTo>
                <a:lnTo>
                  <a:pt x="5266" y="1508"/>
                </a:lnTo>
                <a:lnTo>
                  <a:pt x="5266" y="1485"/>
                </a:lnTo>
                <a:lnTo>
                  <a:pt x="5380" y="1485"/>
                </a:lnTo>
                <a:lnTo>
                  <a:pt x="5380" y="1508"/>
                </a:lnTo>
                <a:moveTo>
                  <a:pt x="5197" y="1508"/>
                </a:moveTo>
                <a:lnTo>
                  <a:pt x="5083" y="1508"/>
                </a:lnTo>
                <a:lnTo>
                  <a:pt x="5083" y="1485"/>
                </a:lnTo>
                <a:lnTo>
                  <a:pt x="5197" y="1485"/>
                </a:lnTo>
                <a:lnTo>
                  <a:pt x="5197" y="1508"/>
                </a:lnTo>
                <a:moveTo>
                  <a:pt x="5014" y="1508"/>
                </a:moveTo>
                <a:lnTo>
                  <a:pt x="4900" y="1508"/>
                </a:lnTo>
                <a:lnTo>
                  <a:pt x="4900" y="1485"/>
                </a:lnTo>
                <a:lnTo>
                  <a:pt x="5014" y="1485"/>
                </a:lnTo>
                <a:lnTo>
                  <a:pt x="5014" y="1508"/>
                </a:lnTo>
                <a:moveTo>
                  <a:pt x="4832" y="1508"/>
                </a:moveTo>
                <a:lnTo>
                  <a:pt x="4718" y="1508"/>
                </a:lnTo>
                <a:lnTo>
                  <a:pt x="4718" y="1485"/>
                </a:lnTo>
                <a:lnTo>
                  <a:pt x="4832" y="1485"/>
                </a:lnTo>
                <a:lnTo>
                  <a:pt x="4832" y="1508"/>
                </a:lnTo>
                <a:moveTo>
                  <a:pt x="4649" y="1508"/>
                </a:moveTo>
                <a:lnTo>
                  <a:pt x="4535" y="1508"/>
                </a:lnTo>
                <a:lnTo>
                  <a:pt x="4535" y="1485"/>
                </a:lnTo>
                <a:lnTo>
                  <a:pt x="4649" y="1485"/>
                </a:lnTo>
                <a:lnTo>
                  <a:pt x="4649" y="1508"/>
                </a:lnTo>
                <a:moveTo>
                  <a:pt x="4466" y="1508"/>
                </a:moveTo>
                <a:lnTo>
                  <a:pt x="4352" y="1508"/>
                </a:lnTo>
                <a:lnTo>
                  <a:pt x="4352" y="1485"/>
                </a:lnTo>
                <a:lnTo>
                  <a:pt x="4466" y="1485"/>
                </a:lnTo>
                <a:lnTo>
                  <a:pt x="4466" y="1508"/>
                </a:lnTo>
                <a:moveTo>
                  <a:pt x="4284" y="1508"/>
                </a:moveTo>
                <a:lnTo>
                  <a:pt x="4169" y="1508"/>
                </a:lnTo>
                <a:lnTo>
                  <a:pt x="4169" y="1485"/>
                </a:lnTo>
                <a:lnTo>
                  <a:pt x="4284" y="1485"/>
                </a:lnTo>
                <a:lnTo>
                  <a:pt x="4284" y="1508"/>
                </a:lnTo>
                <a:moveTo>
                  <a:pt x="4101" y="1508"/>
                </a:moveTo>
                <a:lnTo>
                  <a:pt x="3987" y="1508"/>
                </a:lnTo>
                <a:lnTo>
                  <a:pt x="3987" y="1485"/>
                </a:lnTo>
                <a:lnTo>
                  <a:pt x="4101" y="1485"/>
                </a:lnTo>
                <a:lnTo>
                  <a:pt x="4101" y="1508"/>
                </a:lnTo>
                <a:moveTo>
                  <a:pt x="3918" y="1508"/>
                </a:moveTo>
                <a:lnTo>
                  <a:pt x="3804" y="1508"/>
                </a:lnTo>
                <a:lnTo>
                  <a:pt x="3804" y="1485"/>
                </a:lnTo>
                <a:lnTo>
                  <a:pt x="3918" y="1485"/>
                </a:lnTo>
                <a:lnTo>
                  <a:pt x="3918" y="1508"/>
                </a:lnTo>
                <a:moveTo>
                  <a:pt x="3735" y="1508"/>
                </a:moveTo>
                <a:lnTo>
                  <a:pt x="3621" y="1508"/>
                </a:lnTo>
                <a:lnTo>
                  <a:pt x="3621" y="1485"/>
                </a:lnTo>
                <a:lnTo>
                  <a:pt x="3735" y="1485"/>
                </a:lnTo>
                <a:lnTo>
                  <a:pt x="3735" y="1508"/>
                </a:lnTo>
                <a:moveTo>
                  <a:pt x="3553" y="1508"/>
                </a:moveTo>
                <a:lnTo>
                  <a:pt x="3439" y="1508"/>
                </a:lnTo>
                <a:lnTo>
                  <a:pt x="3439" y="1485"/>
                </a:lnTo>
                <a:lnTo>
                  <a:pt x="3553" y="1485"/>
                </a:lnTo>
                <a:lnTo>
                  <a:pt x="3553" y="1508"/>
                </a:lnTo>
                <a:moveTo>
                  <a:pt x="3370" y="1508"/>
                </a:moveTo>
                <a:lnTo>
                  <a:pt x="3256" y="1508"/>
                </a:lnTo>
                <a:lnTo>
                  <a:pt x="3256" y="1485"/>
                </a:lnTo>
                <a:lnTo>
                  <a:pt x="3370" y="1485"/>
                </a:lnTo>
                <a:lnTo>
                  <a:pt x="3370" y="1508"/>
                </a:lnTo>
                <a:moveTo>
                  <a:pt x="3187" y="1508"/>
                </a:moveTo>
                <a:lnTo>
                  <a:pt x="3073" y="1508"/>
                </a:lnTo>
                <a:lnTo>
                  <a:pt x="3073" y="1485"/>
                </a:lnTo>
                <a:lnTo>
                  <a:pt x="3187" y="1485"/>
                </a:lnTo>
                <a:lnTo>
                  <a:pt x="3187" y="1508"/>
                </a:lnTo>
                <a:moveTo>
                  <a:pt x="3005" y="1508"/>
                </a:moveTo>
                <a:lnTo>
                  <a:pt x="2889" y="1508"/>
                </a:lnTo>
                <a:lnTo>
                  <a:pt x="2889" y="1485"/>
                </a:lnTo>
                <a:lnTo>
                  <a:pt x="3005" y="1485"/>
                </a:lnTo>
                <a:lnTo>
                  <a:pt x="3005" y="1508"/>
                </a:lnTo>
                <a:moveTo>
                  <a:pt x="2821" y="1508"/>
                </a:moveTo>
                <a:lnTo>
                  <a:pt x="2707" y="1508"/>
                </a:lnTo>
                <a:lnTo>
                  <a:pt x="2707" y="1485"/>
                </a:lnTo>
                <a:lnTo>
                  <a:pt x="2821" y="1485"/>
                </a:lnTo>
                <a:lnTo>
                  <a:pt x="2821" y="1508"/>
                </a:lnTo>
                <a:moveTo>
                  <a:pt x="2638" y="1508"/>
                </a:moveTo>
                <a:lnTo>
                  <a:pt x="2524" y="1508"/>
                </a:lnTo>
                <a:lnTo>
                  <a:pt x="2524" y="1485"/>
                </a:lnTo>
                <a:lnTo>
                  <a:pt x="2638" y="1485"/>
                </a:lnTo>
                <a:lnTo>
                  <a:pt x="2638" y="1508"/>
                </a:lnTo>
                <a:moveTo>
                  <a:pt x="2455" y="1508"/>
                </a:moveTo>
                <a:lnTo>
                  <a:pt x="2341" y="1508"/>
                </a:lnTo>
                <a:lnTo>
                  <a:pt x="2341" y="1485"/>
                </a:lnTo>
                <a:lnTo>
                  <a:pt x="2455" y="1485"/>
                </a:lnTo>
                <a:lnTo>
                  <a:pt x="2455" y="1508"/>
                </a:lnTo>
                <a:moveTo>
                  <a:pt x="2273" y="1508"/>
                </a:moveTo>
                <a:lnTo>
                  <a:pt x="2158" y="1508"/>
                </a:lnTo>
                <a:lnTo>
                  <a:pt x="2158" y="1485"/>
                </a:lnTo>
                <a:lnTo>
                  <a:pt x="2273" y="1485"/>
                </a:lnTo>
                <a:lnTo>
                  <a:pt x="2273" y="1508"/>
                </a:lnTo>
                <a:moveTo>
                  <a:pt x="2090" y="1508"/>
                </a:moveTo>
                <a:lnTo>
                  <a:pt x="1976" y="1508"/>
                </a:lnTo>
                <a:lnTo>
                  <a:pt x="1976" y="1485"/>
                </a:lnTo>
                <a:lnTo>
                  <a:pt x="2090" y="1485"/>
                </a:lnTo>
                <a:lnTo>
                  <a:pt x="2090" y="1508"/>
                </a:lnTo>
                <a:moveTo>
                  <a:pt x="1907" y="1508"/>
                </a:moveTo>
                <a:lnTo>
                  <a:pt x="1793" y="1508"/>
                </a:lnTo>
                <a:lnTo>
                  <a:pt x="1793" y="1485"/>
                </a:lnTo>
                <a:lnTo>
                  <a:pt x="1907" y="1485"/>
                </a:lnTo>
                <a:lnTo>
                  <a:pt x="1907" y="1508"/>
                </a:lnTo>
                <a:moveTo>
                  <a:pt x="1724" y="1508"/>
                </a:moveTo>
                <a:lnTo>
                  <a:pt x="1610" y="1508"/>
                </a:lnTo>
                <a:lnTo>
                  <a:pt x="1610" y="1485"/>
                </a:lnTo>
                <a:lnTo>
                  <a:pt x="1724" y="1485"/>
                </a:lnTo>
                <a:lnTo>
                  <a:pt x="1724" y="1508"/>
                </a:lnTo>
                <a:moveTo>
                  <a:pt x="1542" y="1508"/>
                </a:moveTo>
                <a:lnTo>
                  <a:pt x="1428" y="1508"/>
                </a:lnTo>
                <a:lnTo>
                  <a:pt x="1428" y="1485"/>
                </a:lnTo>
                <a:lnTo>
                  <a:pt x="1542" y="1485"/>
                </a:lnTo>
                <a:lnTo>
                  <a:pt x="1542" y="1508"/>
                </a:lnTo>
                <a:moveTo>
                  <a:pt x="1359" y="1508"/>
                </a:moveTo>
                <a:lnTo>
                  <a:pt x="1245" y="1508"/>
                </a:lnTo>
                <a:lnTo>
                  <a:pt x="1245" y="1485"/>
                </a:lnTo>
                <a:lnTo>
                  <a:pt x="1359" y="1485"/>
                </a:lnTo>
                <a:lnTo>
                  <a:pt x="1359" y="1508"/>
                </a:lnTo>
                <a:moveTo>
                  <a:pt x="1176" y="1508"/>
                </a:moveTo>
                <a:lnTo>
                  <a:pt x="1062" y="1508"/>
                </a:lnTo>
                <a:lnTo>
                  <a:pt x="1062" y="1485"/>
                </a:lnTo>
                <a:lnTo>
                  <a:pt x="1176" y="1485"/>
                </a:lnTo>
                <a:lnTo>
                  <a:pt x="1176" y="1508"/>
                </a:lnTo>
                <a:moveTo>
                  <a:pt x="994" y="1508"/>
                </a:moveTo>
                <a:lnTo>
                  <a:pt x="879" y="1508"/>
                </a:lnTo>
                <a:lnTo>
                  <a:pt x="879" y="1485"/>
                </a:lnTo>
                <a:lnTo>
                  <a:pt x="994" y="1485"/>
                </a:lnTo>
                <a:lnTo>
                  <a:pt x="994" y="1508"/>
                </a:lnTo>
                <a:moveTo>
                  <a:pt x="811" y="1508"/>
                </a:moveTo>
                <a:lnTo>
                  <a:pt x="697" y="1508"/>
                </a:lnTo>
                <a:lnTo>
                  <a:pt x="697" y="1485"/>
                </a:lnTo>
                <a:lnTo>
                  <a:pt x="811" y="1485"/>
                </a:lnTo>
                <a:lnTo>
                  <a:pt x="811" y="1508"/>
                </a:lnTo>
                <a:moveTo>
                  <a:pt x="628" y="1508"/>
                </a:moveTo>
                <a:lnTo>
                  <a:pt x="514" y="1508"/>
                </a:lnTo>
                <a:lnTo>
                  <a:pt x="514" y="1485"/>
                </a:lnTo>
                <a:lnTo>
                  <a:pt x="628" y="1485"/>
                </a:lnTo>
                <a:lnTo>
                  <a:pt x="628" y="1508"/>
                </a:lnTo>
                <a:moveTo>
                  <a:pt x="445" y="1508"/>
                </a:moveTo>
                <a:lnTo>
                  <a:pt x="331" y="1508"/>
                </a:lnTo>
                <a:lnTo>
                  <a:pt x="331" y="1485"/>
                </a:lnTo>
                <a:lnTo>
                  <a:pt x="445" y="1485"/>
                </a:lnTo>
                <a:lnTo>
                  <a:pt x="445" y="1508"/>
                </a:lnTo>
                <a:moveTo>
                  <a:pt x="263" y="1508"/>
                </a:moveTo>
                <a:lnTo>
                  <a:pt x="149" y="1508"/>
                </a:lnTo>
                <a:lnTo>
                  <a:pt x="149" y="1485"/>
                </a:lnTo>
                <a:lnTo>
                  <a:pt x="263" y="1485"/>
                </a:lnTo>
                <a:lnTo>
                  <a:pt x="263" y="1508"/>
                </a:lnTo>
                <a:moveTo>
                  <a:pt x="80" y="1508"/>
                </a:moveTo>
                <a:lnTo>
                  <a:pt x="0" y="1508"/>
                </a:lnTo>
                <a:lnTo>
                  <a:pt x="0" y="1451"/>
                </a:lnTo>
                <a:lnTo>
                  <a:pt x="23" y="1451"/>
                </a:lnTo>
                <a:lnTo>
                  <a:pt x="23" y="1497"/>
                </a:lnTo>
                <a:lnTo>
                  <a:pt x="11" y="1497"/>
                </a:lnTo>
                <a:lnTo>
                  <a:pt x="11" y="1485"/>
                </a:lnTo>
                <a:lnTo>
                  <a:pt x="80" y="1485"/>
                </a:lnTo>
                <a:lnTo>
                  <a:pt x="80" y="1508"/>
                </a:lnTo>
                <a:moveTo>
                  <a:pt x="0" y="1382"/>
                </a:moveTo>
                <a:lnTo>
                  <a:pt x="0" y="1268"/>
                </a:lnTo>
                <a:lnTo>
                  <a:pt x="23" y="1268"/>
                </a:lnTo>
                <a:lnTo>
                  <a:pt x="23" y="1382"/>
                </a:lnTo>
                <a:lnTo>
                  <a:pt x="0" y="1382"/>
                </a:lnTo>
                <a:moveTo>
                  <a:pt x="0" y="1200"/>
                </a:moveTo>
                <a:lnTo>
                  <a:pt x="0" y="1084"/>
                </a:lnTo>
                <a:lnTo>
                  <a:pt x="23" y="1084"/>
                </a:lnTo>
                <a:lnTo>
                  <a:pt x="23" y="1200"/>
                </a:lnTo>
                <a:lnTo>
                  <a:pt x="0" y="1200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6"/>
                </a:lnTo>
                <a:lnTo>
                  <a:pt x="23" y="536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7" name=""/>
          <p:cNvSpPr/>
          <p:nvPr/>
        </p:nvSpPr>
        <p:spPr>
          <a:xfrm>
            <a:off x="4313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8" name=""/>
          <p:cNvSpPr/>
          <p:nvPr/>
        </p:nvSpPr>
        <p:spPr>
          <a:xfrm>
            <a:off x="4313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9" name=""/>
          <p:cNvSpPr txBox="1"/>
          <p:nvPr/>
        </p:nvSpPr>
        <p:spPr>
          <a:xfrm>
            <a:off x="5851080" y="214740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0" name=""/>
          <p:cNvSpPr txBox="1"/>
          <p:nvPr/>
        </p:nvSpPr>
        <p:spPr>
          <a:xfrm>
            <a:off x="868320" y="262404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1" name=""/>
          <p:cNvSpPr txBox="1"/>
          <p:nvPr/>
        </p:nvSpPr>
        <p:spPr>
          <a:xfrm>
            <a:off x="868320" y="275688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4675320" y="256752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3" name=""/>
          <p:cNvSpPr/>
          <p:nvPr/>
        </p:nvSpPr>
        <p:spPr>
          <a:xfrm>
            <a:off x="4671360" y="2563560"/>
            <a:ext cx="3429000" cy="542880"/>
          </a:xfrm>
          <a:custGeom>
            <a:avLst/>
            <a:gdLst/>
            <a:ahLst/>
            <a:rect l="0" t="0" r="r" b="b"/>
            <a:pathLst>
              <a:path w="9525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2" y="0"/>
                </a:lnTo>
                <a:lnTo>
                  <a:pt x="2502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1" y="0"/>
                </a:lnTo>
                <a:lnTo>
                  <a:pt x="3781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60" y="0"/>
                </a:lnTo>
                <a:lnTo>
                  <a:pt x="5060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6" y="0"/>
                </a:moveTo>
                <a:lnTo>
                  <a:pt x="5791" y="0"/>
                </a:lnTo>
                <a:lnTo>
                  <a:pt x="5791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9" y="0"/>
                </a:lnTo>
                <a:lnTo>
                  <a:pt x="8349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5" y="0"/>
                </a:moveTo>
                <a:lnTo>
                  <a:pt x="9080" y="0"/>
                </a:lnTo>
                <a:lnTo>
                  <a:pt x="9080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1"/>
                </a:moveTo>
                <a:lnTo>
                  <a:pt x="9525" y="125"/>
                </a:lnTo>
                <a:lnTo>
                  <a:pt x="9502" y="125"/>
                </a:lnTo>
                <a:lnTo>
                  <a:pt x="9502" y="11"/>
                </a:lnTo>
                <a:lnTo>
                  <a:pt x="9525" y="11"/>
                </a:lnTo>
                <a:moveTo>
                  <a:pt x="9525" y="194"/>
                </a:moveTo>
                <a:lnTo>
                  <a:pt x="9525" y="308"/>
                </a:lnTo>
                <a:lnTo>
                  <a:pt x="9502" y="308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59"/>
                </a:moveTo>
                <a:lnTo>
                  <a:pt x="9525" y="673"/>
                </a:lnTo>
                <a:lnTo>
                  <a:pt x="9502" y="673"/>
                </a:lnTo>
                <a:lnTo>
                  <a:pt x="9502" y="559"/>
                </a:lnTo>
                <a:lnTo>
                  <a:pt x="9525" y="559"/>
                </a:lnTo>
                <a:moveTo>
                  <a:pt x="9525" y="742"/>
                </a:moveTo>
                <a:lnTo>
                  <a:pt x="9525" y="856"/>
                </a:lnTo>
                <a:lnTo>
                  <a:pt x="9502" y="856"/>
                </a:lnTo>
                <a:lnTo>
                  <a:pt x="9502" y="742"/>
                </a:lnTo>
                <a:lnTo>
                  <a:pt x="9525" y="742"/>
                </a:lnTo>
                <a:moveTo>
                  <a:pt x="9525" y="925"/>
                </a:moveTo>
                <a:lnTo>
                  <a:pt x="9525" y="1039"/>
                </a:lnTo>
                <a:lnTo>
                  <a:pt x="9502" y="1039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7"/>
                </a:moveTo>
                <a:lnTo>
                  <a:pt x="9525" y="1223"/>
                </a:lnTo>
                <a:lnTo>
                  <a:pt x="9502" y="1223"/>
                </a:lnTo>
                <a:lnTo>
                  <a:pt x="9502" y="1107"/>
                </a:lnTo>
                <a:lnTo>
                  <a:pt x="9525" y="1107"/>
                </a:lnTo>
                <a:moveTo>
                  <a:pt x="9525" y="1291"/>
                </a:moveTo>
                <a:lnTo>
                  <a:pt x="9525" y="1405"/>
                </a:lnTo>
                <a:lnTo>
                  <a:pt x="9502" y="1405"/>
                </a:lnTo>
                <a:lnTo>
                  <a:pt x="9502" y="1291"/>
                </a:lnTo>
                <a:lnTo>
                  <a:pt x="9525" y="1291"/>
                </a:lnTo>
                <a:moveTo>
                  <a:pt x="9525" y="1474"/>
                </a:moveTo>
                <a:lnTo>
                  <a:pt x="9525" y="1508"/>
                </a:lnTo>
                <a:lnTo>
                  <a:pt x="9422" y="1508"/>
                </a:lnTo>
                <a:lnTo>
                  <a:pt x="9422" y="1485"/>
                </a:lnTo>
                <a:lnTo>
                  <a:pt x="9513" y="1485"/>
                </a:lnTo>
                <a:lnTo>
                  <a:pt x="9513" y="1497"/>
                </a:lnTo>
                <a:lnTo>
                  <a:pt x="9502" y="1497"/>
                </a:lnTo>
                <a:lnTo>
                  <a:pt x="9502" y="1474"/>
                </a:lnTo>
                <a:lnTo>
                  <a:pt x="9525" y="1474"/>
                </a:lnTo>
                <a:moveTo>
                  <a:pt x="9354" y="1508"/>
                </a:moveTo>
                <a:lnTo>
                  <a:pt x="9239" y="1508"/>
                </a:lnTo>
                <a:lnTo>
                  <a:pt x="9239" y="1485"/>
                </a:lnTo>
                <a:lnTo>
                  <a:pt x="9354" y="1485"/>
                </a:lnTo>
                <a:lnTo>
                  <a:pt x="9354" y="1508"/>
                </a:lnTo>
                <a:moveTo>
                  <a:pt x="9171" y="1508"/>
                </a:moveTo>
                <a:lnTo>
                  <a:pt x="9057" y="1508"/>
                </a:lnTo>
                <a:lnTo>
                  <a:pt x="9057" y="1485"/>
                </a:lnTo>
                <a:lnTo>
                  <a:pt x="9171" y="1485"/>
                </a:lnTo>
                <a:lnTo>
                  <a:pt x="9171" y="1508"/>
                </a:lnTo>
                <a:moveTo>
                  <a:pt x="8988" y="1508"/>
                </a:moveTo>
                <a:lnTo>
                  <a:pt x="8874" y="1508"/>
                </a:lnTo>
                <a:lnTo>
                  <a:pt x="8874" y="1485"/>
                </a:lnTo>
                <a:lnTo>
                  <a:pt x="8988" y="1485"/>
                </a:lnTo>
                <a:lnTo>
                  <a:pt x="8988" y="1508"/>
                </a:lnTo>
                <a:moveTo>
                  <a:pt x="8805" y="1508"/>
                </a:moveTo>
                <a:lnTo>
                  <a:pt x="8691" y="1508"/>
                </a:lnTo>
                <a:lnTo>
                  <a:pt x="8691" y="1485"/>
                </a:lnTo>
                <a:lnTo>
                  <a:pt x="8805" y="1485"/>
                </a:lnTo>
                <a:lnTo>
                  <a:pt x="8805" y="1508"/>
                </a:lnTo>
                <a:moveTo>
                  <a:pt x="8623" y="1508"/>
                </a:moveTo>
                <a:lnTo>
                  <a:pt x="8509" y="1508"/>
                </a:lnTo>
                <a:lnTo>
                  <a:pt x="8509" y="1485"/>
                </a:lnTo>
                <a:lnTo>
                  <a:pt x="8623" y="1485"/>
                </a:lnTo>
                <a:lnTo>
                  <a:pt x="8623" y="1508"/>
                </a:lnTo>
                <a:moveTo>
                  <a:pt x="8440" y="1508"/>
                </a:moveTo>
                <a:lnTo>
                  <a:pt x="8326" y="1508"/>
                </a:lnTo>
                <a:lnTo>
                  <a:pt x="8326" y="1485"/>
                </a:lnTo>
                <a:lnTo>
                  <a:pt x="8440" y="1485"/>
                </a:lnTo>
                <a:lnTo>
                  <a:pt x="8440" y="1508"/>
                </a:lnTo>
                <a:moveTo>
                  <a:pt x="8257" y="1508"/>
                </a:moveTo>
                <a:lnTo>
                  <a:pt x="8143" y="1508"/>
                </a:lnTo>
                <a:lnTo>
                  <a:pt x="8143" y="1485"/>
                </a:lnTo>
                <a:lnTo>
                  <a:pt x="8257" y="1485"/>
                </a:lnTo>
                <a:lnTo>
                  <a:pt x="8257" y="1508"/>
                </a:lnTo>
                <a:moveTo>
                  <a:pt x="8075" y="1508"/>
                </a:moveTo>
                <a:lnTo>
                  <a:pt x="7960" y="1508"/>
                </a:lnTo>
                <a:lnTo>
                  <a:pt x="7960" y="1485"/>
                </a:lnTo>
                <a:lnTo>
                  <a:pt x="8075" y="1485"/>
                </a:lnTo>
                <a:lnTo>
                  <a:pt x="8075" y="1508"/>
                </a:lnTo>
                <a:moveTo>
                  <a:pt x="7892" y="1508"/>
                </a:moveTo>
                <a:lnTo>
                  <a:pt x="7778" y="1508"/>
                </a:lnTo>
                <a:lnTo>
                  <a:pt x="7778" y="1485"/>
                </a:lnTo>
                <a:lnTo>
                  <a:pt x="7892" y="1485"/>
                </a:lnTo>
                <a:lnTo>
                  <a:pt x="7892" y="1508"/>
                </a:lnTo>
                <a:moveTo>
                  <a:pt x="7709" y="1508"/>
                </a:moveTo>
                <a:lnTo>
                  <a:pt x="7595" y="1508"/>
                </a:lnTo>
                <a:lnTo>
                  <a:pt x="7595" y="1485"/>
                </a:lnTo>
                <a:lnTo>
                  <a:pt x="7709" y="1485"/>
                </a:lnTo>
                <a:lnTo>
                  <a:pt x="7709" y="1508"/>
                </a:lnTo>
                <a:moveTo>
                  <a:pt x="7526" y="1508"/>
                </a:moveTo>
                <a:lnTo>
                  <a:pt x="7412" y="1508"/>
                </a:lnTo>
                <a:lnTo>
                  <a:pt x="7412" y="1485"/>
                </a:lnTo>
                <a:lnTo>
                  <a:pt x="7526" y="1485"/>
                </a:lnTo>
                <a:lnTo>
                  <a:pt x="7526" y="1508"/>
                </a:lnTo>
                <a:moveTo>
                  <a:pt x="7344" y="1508"/>
                </a:moveTo>
                <a:lnTo>
                  <a:pt x="7229" y="1508"/>
                </a:lnTo>
                <a:lnTo>
                  <a:pt x="7229" y="1485"/>
                </a:lnTo>
                <a:lnTo>
                  <a:pt x="7344" y="1485"/>
                </a:lnTo>
                <a:lnTo>
                  <a:pt x="7344" y="1508"/>
                </a:lnTo>
                <a:moveTo>
                  <a:pt x="7161" y="1508"/>
                </a:moveTo>
                <a:lnTo>
                  <a:pt x="7047" y="1508"/>
                </a:lnTo>
                <a:lnTo>
                  <a:pt x="7047" y="1485"/>
                </a:lnTo>
                <a:lnTo>
                  <a:pt x="7161" y="1485"/>
                </a:lnTo>
                <a:lnTo>
                  <a:pt x="7161" y="1508"/>
                </a:lnTo>
                <a:moveTo>
                  <a:pt x="6978" y="1508"/>
                </a:moveTo>
                <a:lnTo>
                  <a:pt x="6864" y="1508"/>
                </a:lnTo>
                <a:lnTo>
                  <a:pt x="6864" y="1485"/>
                </a:lnTo>
                <a:lnTo>
                  <a:pt x="6978" y="1485"/>
                </a:lnTo>
                <a:lnTo>
                  <a:pt x="6978" y="1508"/>
                </a:lnTo>
                <a:moveTo>
                  <a:pt x="6795" y="1508"/>
                </a:moveTo>
                <a:lnTo>
                  <a:pt x="6681" y="1508"/>
                </a:lnTo>
                <a:lnTo>
                  <a:pt x="6681" y="1485"/>
                </a:lnTo>
                <a:lnTo>
                  <a:pt x="6795" y="1485"/>
                </a:lnTo>
                <a:lnTo>
                  <a:pt x="6795" y="1508"/>
                </a:lnTo>
                <a:moveTo>
                  <a:pt x="6613" y="1508"/>
                </a:moveTo>
                <a:lnTo>
                  <a:pt x="6499" y="1508"/>
                </a:lnTo>
                <a:lnTo>
                  <a:pt x="6499" y="1485"/>
                </a:lnTo>
                <a:lnTo>
                  <a:pt x="6613" y="1485"/>
                </a:lnTo>
                <a:lnTo>
                  <a:pt x="6613" y="1508"/>
                </a:lnTo>
                <a:moveTo>
                  <a:pt x="6430" y="1508"/>
                </a:moveTo>
                <a:lnTo>
                  <a:pt x="6316" y="1508"/>
                </a:lnTo>
                <a:lnTo>
                  <a:pt x="6316" y="1485"/>
                </a:lnTo>
                <a:lnTo>
                  <a:pt x="6430" y="1485"/>
                </a:lnTo>
                <a:lnTo>
                  <a:pt x="6430" y="1508"/>
                </a:lnTo>
                <a:moveTo>
                  <a:pt x="6247" y="1508"/>
                </a:moveTo>
                <a:lnTo>
                  <a:pt x="6133" y="1508"/>
                </a:lnTo>
                <a:lnTo>
                  <a:pt x="6133" y="1485"/>
                </a:lnTo>
                <a:lnTo>
                  <a:pt x="6247" y="1485"/>
                </a:lnTo>
                <a:lnTo>
                  <a:pt x="6247" y="1508"/>
                </a:lnTo>
                <a:moveTo>
                  <a:pt x="6065" y="1508"/>
                </a:moveTo>
                <a:lnTo>
                  <a:pt x="5950" y="1508"/>
                </a:lnTo>
                <a:lnTo>
                  <a:pt x="5950" y="1485"/>
                </a:lnTo>
                <a:lnTo>
                  <a:pt x="6065" y="1485"/>
                </a:lnTo>
                <a:lnTo>
                  <a:pt x="6065" y="1508"/>
                </a:lnTo>
                <a:moveTo>
                  <a:pt x="5882" y="1508"/>
                </a:moveTo>
                <a:lnTo>
                  <a:pt x="5768" y="1508"/>
                </a:lnTo>
                <a:lnTo>
                  <a:pt x="5768" y="1485"/>
                </a:lnTo>
                <a:lnTo>
                  <a:pt x="5882" y="1485"/>
                </a:lnTo>
                <a:lnTo>
                  <a:pt x="5882" y="1508"/>
                </a:lnTo>
                <a:moveTo>
                  <a:pt x="5699" y="1508"/>
                </a:moveTo>
                <a:lnTo>
                  <a:pt x="5585" y="1508"/>
                </a:lnTo>
                <a:lnTo>
                  <a:pt x="5585" y="1485"/>
                </a:lnTo>
                <a:lnTo>
                  <a:pt x="5699" y="1485"/>
                </a:lnTo>
                <a:lnTo>
                  <a:pt x="5699" y="1508"/>
                </a:lnTo>
                <a:moveTo>
                  <a:pt x="5516" y="1508"/>
                </a:moveTo>
                <a:lnTo>
                  <a:pt x="5402" y="1508"/>
                </a:lnTo>
                <a:lnTo>
                  <a:pt x="5402" y="1485"/>
                </a:lnTo>
                <a:lnTo>
                  <a:pt x="5516" y="1485"/>
                </a:lnTo>
                <a:lnTo>
                  <a:pt x="5516" y="1508"/>
                </a:lnTo>
                <a:moveTo>
                  <a:pt x="5334" y="1508"/>
                </a:moveTo>
                <a:lnTo>
                  <a:pt x="5220" y="1508"/>
                </a:lnTo>
                <a:lnTo>
                  <a:pt x="5220" y="1485"/>
                </a:lnTo>
                <a:lnTo>
                  <a:pt x="5334" y="1485"/>
                </a:lnTo>
                <a:lnTo>
                  <a:pt x="5334" y="1508"/>
                </a:lnTo>
                <a:moveTo>
                  <a:pt x="5151" y="1508"/>
                </a:moveTo>
                <a:lnTo>
                  <a:pt x="5037" y="1508"/>
                </a:lnTo>
                <a:lnTo>
                  <a:pt x="5037" y="1485"/>
                </a:lnTo>
                <a:lnTo>
                  <a:pt x="5151" y="1485"/>
                </a:lnTo>
                <a:lnTo>
                  <a:pt x="5151" y="1508"/>
                </a:lnTo>
                <a:moveTo>
                  <a:pt x="4968" y="1508"/>
                </a:moveTo>
                <a:lnTo>
                  <a:pt x="4854" y="1508"/>
                </a:lnTo>
                <a:lnTo>
                  <a:pt x="4854" y="1485"/>
                </a:lnTo>
                <a:lnTo>
                  <a:pt x="4968" y="1485"/>
                </a:lnTo>
                <a:lnTo>
                  <a:pt x="4968" y="1508"/>
                </a:lnTo>
                <a:moveTo>
                  <a:pt x="4786" y="1508"/>
                </a:moveTo>
                <a:lnTo>
                  <a:pt x="4671" y="1508"/>
                </a:lnTo>
                <a:lnTo>
                  <a:pt x="4671" y="1485"/>
                </a:lnTo>
                <a:lnTo>
                  <a:pt x="4786" y="1485"/>
                </a:lnTo>
                <a:lnTo>
                  <a:pt x="4786" y="1508"/>
                </a:lnTo>
                <a:moveTo>
                  <a:pt x="4603" y="1508"/>
                </a:moveTo>
                <a:lnTo>
                  <a:pt x="4489" y="1508"/>
                </a:lnTo>
                <a:lnTo>
                  <a:pt x="4489" y="1485"/>
                </a:lnTo>
                <a:lnTo>
                  <a:pt x="4603" y="1485"/>
                </a:lnTo>
                <a:lnTo>
                  <a:pt x="4603" y="1508"/>
                </a:lnTo>
                <a:moveTo>
                  <a:pt x="4420" y="1508"/>
                </a:moveTo>
                <a:lnTo>
                  <a:pt x="4306" y="1508"/>
                </a:lnTo>
                <a:lnTo>
                  <a:pt x="4306" y="1485"/>
                </a:lnTo>
                <a:lnTo>
                  <a:pt x="4420" y="1485"/>
                </a:lnTo>
                <a:lnTo>
                  <a:pt x="4420" y="1508"/>
                </a:lnTo>
                <a:moveTo>
                  <a:pt x="4237" y="1508"/>
                </a:moveTo>
                <a:lnTo>
                  <a:pt x="4123" y="1508"/>
                </a:lnTo>
                <a:lnTo>
                  <a:pt x="4123" y="1485"/>
                </a:lnTo>
                <a:lnTo>
                  <a:pt x="4237" y="1485"/>
                </a:lnTo>
                <a:lnTo>
                  <a:pt x="4237" y="1508"/>
                </a:lnTo>
                <a:moveTo>
                  <a:pt x="4055" y="1508"/>
                </a:moveTo>
                <a:lnTo>
                  <a:pt x="3940" y="1508"/>
                </a:lnTo>
                <a:lnTo>
                  <a:pt x="3940" y="1485"/>
                </a:lnTo>
                <a:lnTo>
                  <a:pt x="4055" y="1485"/>
                </a:lnTo>
                <a:lnTo>
                  <a:pt x="4055" y="1508"/>
                </a:lnTo>
                <a:moveTo>
                  <a:pt x="3872" y="1508"/>
                </a:moveTo>
                <a:lnTo>
                  <a:pt x="3758" y="1508"/>
                </a:lnTo>
                <a:lnTo>
                  <a:pt x="3758" y="1485"/>
                </a:lnTo>
                <a:lnTo>
                  <a:pt x="3872" y="1485"/>
                </a:lnTo>
                <a:lnTo>
                  <a:pt x="3872" y="1508"/>
                </a:lnTo>
                <a:moveTo>
                  <a:pt x="3689" y="1508"/>
                </a:moveTo>
                <a:lnTo>
                  <a:pt x="3575" y="1508"/>
                </a:lnTo>
                <a:lnTo>
                  <a:pt x="3575" y="1485"/>
                </a:lnTo>
                <a:lnTo>
                  <a:pt x="3689" y="1485"/>
                </a:lnTo>
                <a:lnTo>
                  <a:pt x="3689" y="1508"/>
                </a:lnTo>
                <a:moveTo>
                  <a:pt x="3506" y="1508"/>
                </a:moveTo>
                <a:lnTo>
                  <a:pt x="3392" y="1508"/>
                </a:lnTo>
                <a:lnTo>
                  <a:pt x="3392" y="1485"/>
                </a:lnTo>
                <a:lnTo>
                  <a:pt x="3506" y="1485"/>
                </a:lnTo>
                <a:lnTo>
                  <a:pt x="3506" y="1508"/>
                </a:lnTo>
                <a:moveTo>
                  <a:pt x="3324" y="1508"/>
                </a:moveTo>
                <a:lnTo>
                  <a:pt x="3210" y="1508"/>
                </a:lnTo>
                <a:lnTo>
                  <a:pt x="3210" y="1485"/>
                </a:lnTo>
                <a:lnTo>
                  <a:pt x="3324" y="1485"/>
                </a:lnTo>
                <a:lnTo>
                  <a:pt x="3324" y="1508"/>
                </a:lnTo>
                <a:moveTo>
                  <a:pt x="3141" y="1508"/>
                </a:moveTo>
                <a:lnTo>
                  <a:pt x="3027" y="1508"/>
                </a:lnTo>
                <a:lnTo>
                  <a:pt x="3027" y="1485"/>
                </a:lnTo>
                <a:lnTo>
                  <a:pt x="3141" y="1485"/>
                </a:lnTo>
                <a:lnTo>
                  <a:pt x="3141" y="1508"/>
                </a:lnTo>
                <a:moveTo>
                  <a:pt x="2958" y="1508"/>
                </a:moveTo>
                <a:lnTo>
                  <a:pt x="2844" y="1508"/>
                </a:lnTo>
                <a:lnTo>
                  <a:pt x="2844" y="1485"/>
                </a:lnTo>
                <a:lnTo>
                  <a:pt x="2958" y="1485"/>
                </a:lnTo>
                <a:lnTo>
                  <a:pt x="2958" y="1508"/>
                </a:lnTo>
                <a:moveTo>
                  <a:pt x="2776" y="1508"/>
                </a:moveTo>
                <a:lnTo>
                  <a:pt x="2661" y="1508"/>
                </a:lnTo>
                <a:lnTo>
                  <a:pt x="2661" y="1485"/>
                </a:lnTo>
                <a:lnTo>
                  <a:pt x="2776" y="1485"/>
                </a:lnTo>
                <a:lnTo>
                  <a:pt x="2776" y="1508"/>
                </a:lnTo>
                <a:moveTo>
                  <a:pt x="2593" y="1508"/>
                </a:moveTo>
                <a:lnTo>
                  <a:pt x="2479" y="1508"/>
                </a:lnTo>
                <a:lnTo>
                  <a:pt x="2479" y="1485"/>
                </a:lnTo>
                <a:lnTo>
                  <a:pt x="2593" y="1485"/>
                </a:lnTo>
                <a:lnTo>
                  <a:pt x="2593" y="1508"/>
                </a:lnTo>
                <a:moveTo>
                  <a:pt x="2410" y="1508"/>
                </a:moveTo>
                <a:lnTo>
                  <a:pt x="2296" y="1508"/>
                </a:lnTo>
                <a:lnTo>
                  <a:pt x="2296" y="1485"/>
                </a:lnTo>
                <a:lnTo>
                  <a:pt x="2410" y="1485"/>
                </a:lnTo>
                <a:lnTo>
                  <a:pt x="2410" y="1508"/>
                </a:lnTo>
                <a:moveTo>
                  <a:pt x="2227" y="1508"/>
                </a:moveTo>
                <a:lnTo>
                  <a:pt x="2113" y="1508"/>
                </a:lnTo>
                <a:lnTo>
                  <a:pt x="2113" y="1485"/>
                </a:lnTo>
                <a:lnTo>
                  <a:pt x="2227" y="1485"/>
                </a:lnTo>
                <a:lnTo>
                  <a:pt x="2227" y="1508"/>
                </a:lnTo>
                <a:moveTo>
                  <a:pt x="2045" y="1508"/>
                </a:moveTo>
                <a:lnTo>
                  <a:pt x="1931" y="1508"/>
                </a:lnTo>
                <a:lnTo>
                  <a:pt x="1931" y="1485"/>
                </a:lnTo>
                <a:lnTo>
                  <a:pt x="2045" y="1485"/>
                </a:lnTo>
                <a:lnTo>
                  <a:pt x="2045" y="1508"/>
                </a:lnTo>
                <a:moveTo>
                  <a:pt x="1862" y="1508"/>
                </a:moveTo>
                <a:lnTo>
                  <a:pt x="1748" y="1508"/>
                </a:lnTo>
                <a:lnTo>
                  <a:pt x="1748" y="1485"/>
                </a:lnTo>
                <a:lnTo>
                  <a:pt x="1862" y="1485"/>
                </a:lnTo>
                <a:lnTo>
                  <a:pt x="1862" y="1508"/>
                </a:lnTo>
                <a:moveTo>
                  <a:pt x="1679" y="1508"/>
                </a:moveTo>
                <a:lnTo>
                  <a:pt x="1565" y="1508"/>
                </a:lnTo>
                <a:lnTo>
                  <a:pt x="1565" y="1485"/>
                </a:lnTo>
                <a:lnTo>
                  <a:pt x="1679" y="1485"/>
                </a:lnTo>
                <a:lnTo>
                  <a:pt x="1679" y="1508"/>
                </a:lnTo>
                <a:moveTo>
                  <a:pt x="1497" y="1508"/>
                </a:moveTo>
                <a:lnTo>
                  <a:pt x="1382" y="1508"/>
                </a:lnTo>
                <a:lnTo>
                  <a:pt x="1382" y="1485"/>
                </a:lnTo>
                <a:lnTo>
                  <a:pt x="1497" y="1485"/>
                </a:lnTo>
                <a:lnTo>
                  <a:pt x="1497" y="1508"/>
                </a:lnTo>
                <a:moveTo>
                  <a:pt x="1314" y="1508"/>
                </a:moveTo>
                <a:lnTo>
                  <a:pt x="1199" y="1508"/>
                </a:lnTo>
                <a:lnTo>
                  <a:pt x="1199" y="1485"/>
                </a:lnTo>
                <a:lnTo>
                  <a:pt x="1314" y="1485"/>
                </a:lnTo>
                <a:lnTo>
                  <a:pt x="1314" y="1508"/>
                </a:lnTo>
                <a:moveTo>
                  <a:pt x="1130" y="1508"/>
                </a:moveTo>
                <a:lnTo>
                  <a:pt x="1016" y="1508"/>
                </a:lnTo>
                <a:lnTo>
                  <a:pt x="1016" y="1485"/>
                </a:lnTo>
                <a:lnTo>
                  <a:pt x="1130" y="1485"/>
                </a:lnTo>
                <a:lnTo>
                  <a:pt x="1130" y="1508"/>
                </a:lnTo>
                <a:moveTo>
                  <a:pt x="947" y="1508"/>
                </a:moveTo>
                <a:lnTo>
                  <a:pt x="833" y="1508"/>
                </a:lnTo>
                <a:lnTo>
                  <a:pt x="833" y="1485"/>
                </a:lnTo>
                <a:lnTo>
                  <a:pt x="947" y="1485"/>
                </a:lnTo>
                <a:lnTo>
                  <a:pt x="947" y="1508"/>
                </a:lnTo>
                <a:moveTo>
                  <a:pt x="765" y="1508"/>
                </a:moveTo>
                <a:lnTo>
                  <a:pt x="650" y="1508"/>
                </a:lnTo>
                <a:lnTo>
                  <a:pt x="650" y="1485"/>
                </a:lnTo>
                <a:lnTo>
                  <a:pt x="765" y="1485"/>
                </a:lnTo>
                <a:lnTo>
                  <a:pt x="765" y="1508"/>
                </a:lnTo>
                <a:moveTo>
                  <a:pt x="582" y="1508"/>
                </a:moveTo>
                <a:lnTo>
                  <a:pt x="468" y="1508"/>
                </a:lnTo>
                <a:lnTo>
                  <a:pt x="468" y="1485"/>
                </a:lnTo>
                <a:lnTo>
                  <a:pt x="582" y="1485"/>
                </a:lnTo>
                <a:lnTo>
                  <a:pt x="582" y="1508"/>
                </a:lnTo>
                <a:moveTo>
                  <a:pt x="399" y="1508"/>
                </a:moveTo>
                <a:lnTo>
                  <a:pt x="285" y="1508"/>
                </a:lnTo>
                <a:lnTo>
                  <a:pt x="285" y="1485"/>
                </a:lnTo>
                <a:lnTo>
                  <a:pt x="399" y="1485"/>
                </a:lnTo>
                <a:lnTo>
                  <a:pt x="399" y="1508"/>
                </a:lnTo>
                <a:moveTo>
                  <a:pt x="216" y="1508"/>
                </a:moveTo>
                <a:lnTo>
                  <a:pt x="102" y="1508"/>
                </a:lnTo>
                <a:lnTo>
                  <a:pt x="102" y="1485"/>
                </a:lnTo>
                <a:lnTo>
                  <a:pt x="216" y="1485"/>
                </a:lnTo>
                <a:lnTo>
                  <a:pt x="216" y="1508"/>
                </a:lnTo>
                <a:moveTo>
                  <a:pt x="34" y="1508"/>
                </a:moveTo>
                <a:lnTo>
                  <a:pt x="0" y="1508"/>
                </a:lnTo>
                <a:lnTo>
                  <a:pt x="0" y="1405"/>
                </a:lnTo>
                <a:lnTo>
                  <a:pt x="22" y="1405"/>
                </a:lnTo>
                <a:lnTo>
                  <a:pt x="22" y="1497"/>
                </a:lnTo>
                <a:lnTo>
                  <a:pt x="11" y="1497"/>
                </a:lnTo>
                <a:lnTo>
                  <a:pt x="11" y="1485"/>
                </a:lnTo>
                <a:lnTo>
                  <a:pt x="34" y="1485"/>
                </a:lnTo>
                <a:lnTo>
                  <a:pt x="34" y="1508"/>
                </a:lnTo>
                <a:moveTo>
                  <a:pt x="0" y="1337"/>
                </a:moveTo>
                <a:lnTo>
                  <a:pt x="0" y="1223"/>
                </a:lnTo>
                <a:lnTo>
                  <a:pt x="22" y="1223"/>
                </a:lnTo>
                <a:lnTo>
                  <a:pt x="22" y="1337"/>
                </a:lnTo>
                <a:lnTo>
                  <a:pt x="0" y="1337"/>
                </a:lnTo>
                <a:moveTo>
                  <a:pt x="0" y="1153"/>
                </a:moveTo>
                <a:lnTo>
                  <a:pt x="0" y="1039"/>
                </a:lnTo>
                <a:lnTo>
                  <a:pt x="22" y="1039"/>
                </a:lnTo>
                <a:lnTo>
                  <a:pt x="22" y="1153"/>
                </a:lnTo>
                <a:lnTo>
                  <a:pt x="0" y="1153"/>
                </a:lnTo>
                <a:moveTo>
                  <a:pt x="0" y="970"/>
                </a:moveTo>
                <a:lnTo>
                  <a:pt x="0" y="856"/>
                </a:lnTo>
                <a:lnTo>
                  <a:pt x="22" y="856"/>
                </a:lnTo>
                <a:lnTo>
                  <a:pt x="22" y="970"/>
                </a:lnTo>
                <a:lnTo>
                  <a:pt x="0" y="970"/>
                </a:lnTo>
                <a:moveTo>
                  <a:pt x="0" y="788"/>
                </a:moveTo>
                <a:lnTo>
                  <a:pt x="0" y="673"/>
                </a:lnTo>
                <a:lnTo>
                  <a:pt x="22" y="673"/>
                </a:lnTo>
                <a:lnTo>
                  <a:pt x="22" y="788"/>
                </a:lnTo>
                <a:lnTo>
                  <a:pt x="0" y="788"/>
                </a:lnTo>
                <a:moveTo>
                  <a:pt x="0" y="605"/>
                </a:moveTo>
                <a:lnTo>
                  <a:pt x="0" y="491"/>
                </a:lnTo>
                <a:lnTo>
                  <a:pt x="22" y="491"/>
                </a:lnTo>
                <a:lnTo>
                  <a:pt x="22" y="605"/>
                </a:lnTo>
                <a:lnTo>
                  <a:pt x="0" y="605"/>
                </a:lnTo>
                <a:moveTo>
                  <a:pt x="0" y="422"/>
                </a:moveTo>
                <a:lnTo>
                  <a:pt x="0" y="308"/>
                </a:lnTo>
                <a:lnTo>
                  <a:pt x="22" y="308"/>
                </a:lnTo>
                <a:lnTo>
                  <a:pt x="22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2" y="125"/>
                </a:lnTo>
                <a:lnTo>
                  <a:pt x="22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4" name=""/>
          <p:cNvSpPr/>
          <p:nvPr/>
        </p:nvSpPr>
        <p:spPr>
          <a:xfrm>
            <a:off x="7931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5" name=""/>
          <p:cNvSpPr/>
          <p:nvPr/>
        </p:nvSpPr>
        <p:spPr>
          <a:xfrm>
            <a:off x="7931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 txBox="1"/>
          <p:nvPr/>
        </p:nvSpPr>
        <p:spPr>
          <a:xfrm>
            <a:off x="86832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7" name=""/>
          <p:cNvSpPr txBox="1"/>
          <p:nvPr/>
        </p:nvSpPr>
        <p:spPr>
          <a:xfrm>
            <a:off x="4757400" y="262404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8" name=""/>
          <p:cNvSpPr txBox="1"/>
          <p:nvPr/>
        </p:nvSpPr>
        <p:spPr>
          <a:xfrm>
            <a:off x="4757400" y="275688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9" name=""/>
          <p:cNvSpPr/>
          <p:nvPr/>
        </p:nvSpPr>
        <p:spPr>
          <a:xfrm>
            <a:off x="785880" y="3332160"/>
            <a:ext cx="3840480" cy="534600"/>
          </a:xfrm>
          <a:custGeom>
            <a:avLst/>
            <a:gdLst/>
            <a:ahLst/>
            <a:rect l="0" t="0" r="r" b="b"/>
            <a:pathLst>
              <a:path w="10668" h="1485">
                <a:moveTo>
                  <a:pt x="0" y="0"/>
                </a:moveTo>
                <a:lnTo>
                  <a:pt x="10668" y="0"/>
                </a:lnTo>
                <a:lnTo>
                  <a:pt x="10668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0" name=""/>
          <p:cNvSpPr/>
          <p:nvPr/>
        </p:nvSpPr>
        <p:spPr>
          <a:xfrm>
            <a:off x="781920" y="3328200"/>
            <a:ext cx="3848400" cy="542880"/>
          </a:xfrm>
          <a:custGeom>
            <a:avLst/>
            <a:gdLst/>
            <a:ahLst/>
            <a:rect l="0" t="0" r="r" b="b"/>
            <a:pathLst>
              <a:path w="10690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3" y="0"/>
                </a:lnTo>
                <a:lnTo>
                  <a:pt x="3233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690" y="0"/>
                </a:lnTo>
                <a:lnTo>
                  <a:pt x="10690" y="57"/>
                </a:lnTo>
                <a:lnTo>
                  <a:pt x="10667" y="57"/>
                </a:lnTo>
                <a:lnTo>
                  <a:pt x="10667" y="11"/>
                </a:lnTo>
                <a:lnTo>
                  <a:pt x="10679" y="11"/>
                </a:lnTo>
                <a:lnTo>
                  <a:pt x="10679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690" y="125"/>
                </a:moveTo>
                <a:lnTo>
                  <a:pt x="10690" y="239"/>
                </a:lnTo>
                <a:lnTo>
                  <a:pt x="10667" y="239"/>
                </a:lnTo>
                <a:lnTo>
                  <a:pt x="10667" y="125"/>
                </a:lnTo>
                <a:lnTo>
                  <a:pt x="10690" y="125"/>
                </a:lnTo>
                <a:moveTo>
                  <a:pt x="10690" y="308"/>
                </a:moveTo>
                <a:lnTo>
                  <a:pt x="10690" y="422"/>
                </a:lnTo>
                <a:lnTo>
                  <a:pt x="10667" y="422"/>
                </a:lnTo>
                <a:lnTo>
                  <a:pt x="10667" y="308"/>
                </a:lnTo>
                <a:lnTo>
                  <a:pt x="10690" y="308"/>
                </a:lnTo>
                <a:moveTo>
                  <a:pt x="10690" y="491"/>
                </a:moveTo>
                <a:lnTo>
                  <a:pt x="10690" y="606"/>
                </a:lnTo>
                <a:lnTo>
                  <a:pt x="10667" y="606"/>
                </a:lnTo>
                <a:lnTo>
                  <a:pt x="10667" y="491"/>
                </a:lnTo>
                <a:lnTo>
                  <a:pt x="10690" y="491"/>
                </a:lnTo>
                <a:moveTo>
                  <a:pt x="10690" y="674"/>
                </a:moveTo>
                <a:lnTo>
                  <a:pt x="10690" y="788"/>
                </a:lnTo>
                <a:lnTo>
                  <a:pt x="10667" y="788"/>
                </a:lnTo>
                <a:lnTo>
                  <a:pt x="10667" y="674"/>
                </a:lnTo>
                <a:lnTo>
                  <a:pt x="10690" y="674"/>
                </a:lnTo>
                <a:moveTo>
                  <a:pt x="10690" y="857"/>
                </a:moveTo>
                <a:lnTo>
                  <a:pt x="10690" y="971"/>
                </a:lnTo>
                <a:lnTo>
                  <a:pt x="10667" y="971"/>
                </a:lnTo>
                <a:lnTo>
                  <a:pt x="10667" y="857"/>
                </a:lnTo>
                <a:lnTo>
                  <a:pt x="10690" y="857"/>
                </a:lnTo>
                <a:moveTo>
                  <a:pt x="10690" y="1040"/>
                </a:moveTo>
                <a:lnTo>
                  <a:pt x="10690" y="1154"/>
                </a:lnTo>
                <a:lnTo>
                  <a:pt x="10667" y="1154"/>
                </a:lnTo>
                <a:lnTo>
                  <a:pt x="10667" y="1040"/>
                </a:lnTo>
                <a:lnTo>
                  <a:pt x="10690" y="1040"/>
                </a:lnTo>
                <a:moveTo>
                  <a:pt x="10690" y="1222"/>
                </a:moveTo>
                <a:lnTo>
                  <a:pt x="10690" y="1337"/>
                </a:lnTo>
                <a:lnTo>
                  <a:pt x="10667" y="1337"/>
                </a:lnTo>
                <a:lnTo>
                  <a:pt x="10667" y="1222"/>
                </a:lnTo>
                <a:lnTo>
                  <a:pt x="10690" y="1222"/>
                </a:lnTo>
                <a:moveTo>
                  <a:pt x="10690" y="1405"/>
                </a:moveTo>
                <a:lnTo>
                  <a:pt x="10690" y="1508"/>
                </a:lnTo>
                <a:lnTo>
                  <a:pt x="10656" y="1508"/>
                </a:lnTo>
                <a:lnTo>
                  <a:pt x="10656" y="1485"/>
                </a:lnTo>
                <a:lnTo>
                  <a:pt x="10679" y="1485"/>
                </a:lnTo>
                <a:lnTo>
                  <a:pt x="10679" y="1496"/>
                </a:lnTo>
                <a:lnTo>
                  <a:pt x="10667" y="1496"/>
                </a:lnTo>
                <a:lnTo>
                  <a:pt x="10667" y="1405"/>
                </a:lnTo>
                <a:lnTo>
                  <a:pt x="10690" y="1405"/>
                </a:lnTo>
                <a:moveTo>
                  <a:pt x="10588" y="1508"/>
                </a:moveTo>
                <a:lnTo>
                  <a:pt x="10473" y="1508"/>
                </a:lnTo>
                <a:lnTo>
                  <a:pt x="10473" y="1485"/>
                </a:lnTo>
                <a:lnTo>
                  <a:pt x="10588" y="1485"/>
                </a:lnTo>
                <a:lnTo>
                  <a:pt x="10588" y="1508"/>
                </a:lnTo>
                <a:moveTo>
                  <a:pt x="10405" y="1508"/>
                </a:moveTo>
                <a:lnTo>
                  <a:pt x="10291" y="1508"/>
                </a:lnTo>
                <a:lnTo>
                  <a:pt x="10291" y="1485"/>
                </a:lnTo>
                <a:lnTo>
                  <a:pt x="10405" y="1485"/>
                </a:lnTo>
                <a:lnTo>
                  <a:pt x="10405" y="1508"/>
                </a:lnTo>
                <a:moveTo>
                  <a:pt x="10222" y="1508"/>
                </a:moveTo>
                <a:lnTo>
                  <a:pt x="10108" y="1508"/>
                </a:lnTo>
                <a:lnTo>
                  <a:pt x="10108" y="1485"/>
                </a:lnTo>
                <a:lnTo>
                  <a:pt x="10222" y="1485"/>
                </a:lnTo>
                <a:lnTo>
                  <a:pt x="10222" y="1508"/>
                </a:lnTo>
                <a:moveTo>
                  <a:pt x="10039" y="1508"/>
                </a:moveTo>
                <a:lnTo>
                  <a:pt x="9925" y="1508"/>
                </a:lnTo>
                <a:lnTo>
                  <a:pt x="9925" y="1485"/>
                </a:lnTo>
                <a:lnTo>
                  <a:pt x="10039" y="1485"/>
                </a:lnTo>
                <a:lnTo>
                  <a:pt x="10039" y="1508"/>
                </a:lnTo>
                <a:moveTo>
                  <a:pt x="9857" y="1508"/>
                </a:moveTo>
                <a:lnTo>
                  <a:pt x="9742" y="1508"/>
                </a:lnTo>
                <a:lnTo>
                  <a:pt x="9742" y="1485"/>
                </a:lnTo>
                <a:lnTo>
                  <a:pt x="9857" y="1485"/>
                </a:lnTo>
                <a:lnTo>
                  <a:pt x="9857" y="1508"/>
                </a:lnTo>
                <a:moveTo>
                  <a:pt x="9674" y="1508"/>
                </a:moveTo>
                <a:lnTo>
                  <a:pt x="9560" y="1508"/>
                </a:lnTo>
                <a:lnTo>
                  <a:pt x="9560" y="1485"/>
                </a:lnTo>
                <a:lnTo>
                  <a:pt x="9674" y="1485"/>
                </a:lnTo>
                <a:lnTo>
                  <a:pt x="9674" y="1508"/>
                </a:lnTo>
                <a:moveTo>
                  <a:pt x="9491" y="1508"/>
                </a:moveTo>
                <a:lnTo>
                  <a:pt x="9377" y="1508"/>
                </a:lnTo>
                <a:lnTo>
                  <a:pt x="9377" y="1485"/>
                </a:lnTo>
                <a:lnTo>
                  <a:pt x="9491" y="1485"/>
                </a:lnTo>
                <a:lnTo>
                  <a:pt x="9491" y="1508"/>
                </a:lnTo>
                <a:moveTo>
                  <a:pt x="9308" y="1508"/>
                </a:moveTo>
                <a:lnTo>
                  <a:pt x="9194" y="1508"/>
                </a:lnTo>
                <a:lnTo>
                  <a:pt x="9194" y="1485"/>
                </a:lnTo>
                <a:lnTo>
                  <a:pt x="9308" y="1485"/>
                </a:lnTo>
                <a:lnTo>
                  <a:pt x="9308" y="1508"/>
                </a:lnTo>
                <a:moveTo>
                  <a:pt x="9126" y="1508"/>
                </a:moveTo>
                <a:lnTo>
                  <a:pt x="9012" y="1508"/>
                </a:lnTo>
                <a:lnTo>
                  <a:pt x="9012" y="1485"/>
                </a:lnTo>
                <a:lnTo>
                  <a:pt x="9126" y="1485"/>
                </a:lnTo>
                <a:lnTo>
                  <a:pt x="9126" y="1508"/>
                </a:lnTo>
                <a:moveTo>
                  <a:pt x="8943" y="1508"/>
                </a:moveTo>
                <a:lnTo>
                  <a:pt x="8829" y="1508"/>
                </a:lnTo>
                <a:lnTo>
                  <a:pt x="8829" y="1485"/>
                </a:lnTo>
                <a:lnTo>
                  <a:pt x="8943" y="1485"/>
                </a:lnTo>
                <a:lnTo>
                  <a:pt x="8943" y="1508"/>
                </a:lnTo>
                <a:moveTo>
                  <a:pt x="8760" y="1508"/>
                </a:moveTo>
                <a:lnTo>
                  <a:pt x="8646" y="1508"/>
                </a:lnTo>
                <a:lnTo>
                  <a:pt x="8646" y="1485"/>
                </a:lnTo>
                <a:lnTo>
                  <a:pt x="8760" y="1485"/>
                </a:lnTo>
                <a:lnTo>
                  <a:pt x="8760" y="1508"/>
                </a:lnTo>
                <a:moveTo>
                  <a:pt x="8578" y="1508"/>
                </a:moveTo>
                <a:lnTo>
                  <a:pt x="8463" y="1508"/>
                </a:lnTo>
                <a:lnTo>
                  <a:pt x="8463" y="1485"/>
                </a:lnTo>
                <a:lnTo>
                  <a:pt x="8578" y="1485"/>
                </a:lnTo>
                <a:lnTo>
                  <a:pt x="8578" y="1508"/>
                </a:lnTo>
                <a:moveTo>
                  <a:pt x="8395" y="1508"/>
                </a:moveTo>
                <a:lnTo>
                  <a:pt x="8281" y="1508"/>
                </a:lnTo>
                <a:lnTo>
                  <a:pt x="8281" y="1485"/>
                </a:lnTo>
                <a:lnTo>
                  <a:pt x="8395" y="1485"/>
                </a:lnTo>
                <a:lnTo>
                  <a:pt x="8395" y="1508"/>
                </a:lnTo>
                <a:moveTo>
                  <a:pt x="8212" y="1508"/>
                </a:moveTo>
                <a:lnTo>
                  <a:pt x="8098" y="1508"/>
                </a:lnTo>
                <a:lnTo>
                  <a:pt x="8098" y="1485"/>
                </a:lnTo>
                <a:lnTo>
                  <a:pt x="8212" y="1485"/>
                </a:lnTo>
                <a:lnTo>
                  <a:pt x="8212" y="1508"/>
                </a:lnTo>
                <a:moveTo>
                  <a:pt x="8029" y="1508"/>
                </a:moveTo>
                <a:lnTo>
                  <a:pt x="7915" y="1508"/>
                </a:lnTo>
                <a:lnTo>
                  <a:pt x="7915" y="1485"/>
                </a:lnTo>
                <a:lnTo>
                  <a:pt x="8029" y="1485"/>
                </a:lnTo>
                <a:lnTo>
                  <a:pt x="8029" y="1508"/>
                </a:lnTo>
                <a:moveTo>
                  <a:pt x="7847" y="1508"/>
                </a:moveTo>
                <a:lnTo>
                  <a:pt x="7732" y="1508"/>
                </a:lnTo>
                <a:lnTo>
                  <a:pt x="7732" y="1485"/>
                </a:lnTo>
                <a:lnTo>
                  <a:pt x="7847" y="1485"/>
                </a:lnTo>
                <a:lnTo>
                  <a:pt x="7847" y="1508"/>
                </a:lnTo>
                <a:moveTo>
                  <a:pt x="7664" y="1508"/>
                </a:moveTo>
                <a:lnTo>
                  <a:pt x="7550" y="1508"/>
                </a:lnTo>
                <a:lnTo>
                  <a:pt x="7550" y="1485"/>
                </a:lnTo>
                <a:lnTo>
                  <a:pt x="7664" y="1485"/>
                </a:lnTo>
                <a:lnTo>
                  <a:pt x="7664" y="1508"/>
                </a:lnTo>
                <a:moveTo>
                  <a:pt x="7481" y="1508"/>
                </a:moveTo>
                <a:lnTo>
                  <a:pt x="7367" y="1508"/>
                </a:lnTo>
                <a:lnTo>
                  <a:pt x="7367" y="1485"/>
                </a:lnTo>
                <a:lnTo>
                  <a:pt x="7481" y="1485"/>
                </a:lnTo>
                <a:lnTo>
                  <a:pt x="7481" y="1508"/>
                </a:lnTo>
                <a:moveTo>
                  <a:pt x="7299" y="1508"/>
                </a:moveTo>
                <a:lnTo>
                  <a:pt x="7184" y="1508"/>
                </a:lnTo>
                <a:lnTo>
                  <a:pt x="7184" y="1485"/>
                </a:lnTo>
                <a:lnTo>
                  <a:pt x="7299" y="1485"/>
                </a:lnTo>
                <a:lnTo>
                  <a:pt x="7299" y="1508"/>
                </a:lnTo>
                <a:moveTo>
                  <a:pt x="7116" y="1508"/>
                </a:moveTo>
                <a:lnTo>
                  <a:pt x="7002" y="1508"/>
                </a:lnTo>
                <a:lnTo>
                  <a:pt x="7002" y="1485"/>
                </a:lnTo>
                <a:lnTo>
                  <a:pt x="7116" y="1485"/>
                </a:lnTo>
                <a:lnTo>
                  <a:pt x="7116" y="1508"/>
                </a:lnTo>
                <a:moveTo>
                  <a:pt x="6933" y="1508"/>
                </a:moveTo>
                <a:lnTo>
                  <a:pt x="6819" y="1508"/>
                </a:lnTo>
                <a:lnTo>
                  <a:pt x="6819" y="1485"/>
                </a:lnTo>
                <a:lnTo>
                  <a:pt x="6933" y="1485"/>
                </a:lnTo>
                <a:lnTo>
                  <a:pt x="6933" y="1508"/>
                </a:lnTo>
                <a:moveTo>
                  <a:pt x="6750" y="1508"/>
                </a:moveTo>
                <a:lnTo>
                  <a:pt x="6636" y="1508"/>
                </a:lnTo>
                <a:lnTo>
                  <a:pt x="6636" y="1485"/>
                </a:lnTo>
                <a:lnTo>
                  <a:pt x="6750" y="1485"/>
                </a:lnTo>
                <a:lnTo>
                  <a:pt x="6750" y="1508"/>
                </a:lnTo>
                <a:moveTo>
                  <a:pt x="6568" y="1508"/>
                </a:moveTo>
                <a:lnTo>
                  <a:pt x="6453" y="1508"/>
                </a:lnTo>
                <a:lnTo>
                  <a:pt x="6453" y="1485"/>
                </a:lnTo>
                <a:lnTo>
                  <a:pt x="6568" y="1485"/>
                </a:lnTo>
                <a:lnTo>
                  <a:pt x="6568" y="1508"/>
                </a:lnTo>
                <a:moveTo>
                  <a:pt x="6385" y="1508"/>
                </a:moveTo>
                <a:lnTo>
                  <a:pt x="6271" y="1508"/>
                </a:lnTo>
                <a:lnTo>
                  <a:pt x="6271" y="1485"/>
                </a:lnTo>
                <a:lnTo>
                  <a:pt x="6385" y="1485"/>
                </a:lnTo>
                <a:lnTo>
                  <a:pt x="6385" y="1508"/>
                </a:lnTo>
                <a:moveTo>
                  <a:pt x="6202" y="1508"/>
                </a:moveTo>
                <a:lnTo>
                  <a:pt x="6088" y="1508"/>
                </a:lnTo>
                <a:lnTo>
                  <a:pt x="6088" y="1485"/>
                </a:lnTo>
                <a:lnTo>
                  <a:pt x="6202" y="1485"/>
                </a:lnTo>
                <a:lnTo>
                  <a:pt x="6202" y="1508"/>
                </a:lnTo>
                <a:moveTo>
                  <a:pt x="6019" y="1508"/>
                </a:moveTo>
                <a:lnTo>
                  <a:pt x="5905" y="1508"/>
                </a:lnTo>
                <a:lnTo>
                  <a:pt x="5905" y="1485"/>
                </a:lnTo>
                <a:lnTo>
                  <a:pt x="6019" y="1485"/>
                </a:lnTo>
                <a:lnTo>
                  <a:pt x="6019" y="1508"/>
                </a:lnTo>
                <a:moveTo>
                  <a:pt x="5837" y="1508"/>
                </a:moveTo>
                <a:lnTo>
                  <a:pt x="5723" y="1508"/>
                </a:lnTo>
                <a:lnTo>
                  <a:pt x="5723" y="1485"/>
                </a:lnTo>
                <a:lnTo>
                  <a:pt x="5837" y="1485"/>
                </a:lnTo>
                <a:lnTo>
                  <a:pt x="5837" y="1508"/>
                </a:lnTo>
                <a:moveTo>
                  <a:pt x="5654" y="1508"/>
                </a:moveTo>
                <a:lnTo>
                  <a:pt x="5540" y="1508"/>
                </a:lnTo>
                <a:lnTo>
                  <a:pt x="5540" y="1485"/>
                </a:lnTo>
                <a:lnTo>
                  <a:pt x="5654" y="1485"/>
                </a:lnTo>
                <a:lnTo>
                  <a:pt x="5654" y="1508"/>
                </a:lnTo>
                <a:moveTo>
                  <a:pt x="5471" y="1508"/>
                </a:moveTo>
                <a:lnTo>
                  <a:pt x="5357" y="1508"/>
                </a:lnTo>
                <a:lnTo>
                  <a:pt x="5357" y="1485"/>
                </a:lnTo>
                <a:lnTo>
                  <a:pt x="5471" y="1485"/>
                </a:lnTo>
                <a:lnTo>
                  <a:pt x="5471" y="1508"/>
                </a:lnTo>
                <a:moveTo>
                  <a:pt x="5289" y="1508"/>
                </a:moveTo>
                <a:lnTo>
                  <a:pt x="5174" y="1508"/>
                </a:lnTo>
                <a:lnTo>
                  <a:pt x="5174" y="1485"/>
                </a:lnTo>
                <a:lnTo>
                  <a:pt x="5289" y="1485"/>
                </a:lnTo>
                <a:lnTo>
                  <a:pt x="5289" y="1508"/>
                </a:lnTo>
                <a:moveTo>
                  <a:pt x="5106" y="1508"/>
                </a:moveTo>
                <a:lnTo>
                  <a:pt x="4992" y="1508"/>
                </a:lnTo>
                <a:lnTo>
                  <a:pt x="4992" y="1485"/>
                </a:lnTo>
                <a:lnTo>
                  <a:pt x="5106" y="1485"/>
                </a:lnTo>
                <a:lnTo>
                  <a:pt x="5106" y="1508"/>
                </a:lnTo>
                <a:moveTo>
                  <a:pt x="4923" y="1508"/>
                </a:moveTo>
                <a:lnTo>
                  <a:pt x="4809" y="1508"/>
                </a:lnTo>
                <a:lnTo>
                  <a:pt x="4809" y="1485"/>
                </a:lnTo>
                <a:lnTo>
                  <a:pt x="4923" y="1485"/>
                </a:lnTo>
                <a:lnTo>
                  <a:pt x="4923" y="1508"/>
                </a:lnTo>
                <a:moveTo>
                  <a:pt x="4740" y="1508"/>
                </a:moveTo>
                <a:lnTo>
                  <a:pt x="4626" y="1508"/>
                </a:lnTo>
                <a:lnTo>
                  <a:pt x="4626" y="1485"/>
                </a:lnTo>
                <a:lnTo>
                  <a:pt x="4740" y="1485"/>
                </a:lnTo>
                <a:lnTo>
                  <a:pt x="4740" y="1508"/>
                </a:lnTo>
                <a:moveTo>
                  <a:pt x="4558" y="1508"/>
                </a:moveTo>
                <a:lnTo>
                  <a:pt x="4443" y="1508"/>
                </a:lnTo>
                <a:lnTo>
                  <a:pt x="4443" y="1485"/>
                </a:lnTo>
                <a:lnTo>
                  <a:pt x="4558" y="1485"/>
                </a:lnTo>
                <a:lnTo>
                  <a:pt x="4558" y="1508"/>
                </a:lnTo>
                <a:moveTo>
                  <a:pt x="4375" y="1508"/>
                </a:moveTo>
                <a:lnTo>
                  <a:pt x="4261" y="1508"/>
                </a:lnTo>
                <a:lnTo>
                  <a:pt x="4261" y="1485"/>
                </a:lnTo>
                <a:lnTo>
                  <a:pt x="4375" y="1485"/>
                </a:lnTo>
                <a:lnTo>
                  <a:pt x="4375" y="1508"/>
                </a:lnTo>
                <a:moveTo>
                  <a:pt x="4192" y="1508"/>
                </a:moveTo>
                <a:lnTo>
                  <a:pt x="4078" y="1508"/>
                </a:lnTo>
                <a:lnTo>
                  <a:pt x="4078" y="1485"/>
                </a:lnTo>
                <a:lnTo>
                  <a:pt x="4192" y="1485"/>
                </a:lnTo>
                <a:lnTo>
                  <a:pt x="4192" y="1508"/>
                </a:lnTo>
                <a:moveTo>
                  <a:pt x="4010" y="1508"/>
                </a:moveTo>
                <a:lnTo>
                  <a:pt x="3895" y="1508"/>
                </a:lnTo>
                <a:lnTo>
                  <a:pt x="3895" y="1485"/>
                </a:lnTo>
                <a:lnTo>
                  <a:pt x="4010" y="1485"/>
                </a:lnTo>
                <a:lnTo>
                  <a:pt x="4010" y="1508"/>
                </a:lnTo>
                <a:moveTo>
                  <a:pt x="3827" y="1508"/>
                </a:moveTo>
                <a:lnTo>
                  <a:pt x="3713" y="1508"/>
                </a:lnTo>
                <a:lnTo>
                  <a:pt x="3713" y="1485"/>
                </a:lnTo>
                <a:lnTo>
                  <a:pt x="3827" y="1485"/>
                </a:lnTo>
                <a:lnTo>
                  <a:pt x="3827" y="1508"/>
                </a:lnTo>
                <a:moveTo>
                  <a:pt x="3644" y="1508"/>
                </a:moveTo>
                <a:lnTo>
                  <a:pt x="3530" y="1508"/>
                </a:lnTo>
                <a:lnTo>
                  <a:pt x="3530" y="1485"/>
                </a:lnTo>
                <a:lnTo>
                  <a:pt x="3644" y="1485"/>
                </a:lnTo>
                <a:lnTo>
                  <a:pt x="3644" y="1508"/>
                </a:lnTo>
                <a:moveTo>
                  <a:pt x="3461" y="1508"/>
                </a:moveTo>
                <a:lnTo>
                  <a:pt x="3347" y="1508"/>
                </a:lnTo>
                <a:lnTo>
                  <a:pt x="3347" y="1485"/>
                </a:lnTo>
                <a:lnTo>
                  <a:pt x="3461" y="1485"/>
                </a:lnTo>
                <a:lnTo>
                  <a:pt x="3461" y="1508"/>
                </a:lnTo>
                <a:moveTo>
                  <a:pt x="3279" y="1508"/>
                </a:moveTo>
                <a:lnTo>
                  <a:pt x="3163" y="1508"/>
                </a:lnTo>
                <a:lnTo>
                  <a:pt x="3163" y="1485"/>
                </a:lnTo>
                <a:lnTo>
                  <a:pt x="3279" y="1485"/>
                </a:lnTo>
                <a:lnTo>
                  <a:pt x="3279" y="1508"/>
                </a:lnTo>
                <a:moveTo>
                  <a:pt x="3095" y="1508"/>
                </a:moveTo>
                <a:lnTo>
                  <a:pt x="2981" y="1508"/>
                </a:lnTo>
                <a:lnTo>
                  <a:pt x="2981" y="1485"/>
                </a:lnTo>
                <a:lnTo>
                  <a:pt x="3095" y="1485"/>
                </a:lnTo>
                <a:lnTo>
                  <a:pt x="3095" y="1508"/>
                </a:lnTo>
                <a:moveTo>
                  <a:pt x="2912" y="1508"/>
                </a:moveTo>
                <a:lnTo>
                  <a:pt x="2798" y="1508"/>
                </a:lnTo>
                <a:lnTo>
                  <a:pt x="2798" y="1485"/>
                </a:lnTo>
                <a:lnTo>
                  <a:pt x="2912" y="1485"/>
                </a:lnTo>
                <a:lnTo>
                  <a:pt x="2912" y="1508"/>
                </a:lnTo>
                <a:moveTo>
                  <a:pt x="2729" y="1508"/>
                </a:moveTo>
                <a:lnTo>
                  <a:pt x="2615" y="1508"/>
                </a:lnTo>
                <a:lnTo>
                  <a:pt x="2615" y="1485"/>
                </a:lnTo>
                <a:lnTo>
                  <a:pt x="2729" y="1485"/>
                </a:lnTo>
                <a:lnTo>
                  <a:pt x="2729" y="1508"/>
                </a:lnTo>
                <a:moveTo>
                  <a:pt x="2547" y="1508"/>
                </a:moveTo>
                <a:lnTo>
                  <a:pt x="2433" y="1508"/>
                </a:lnTo>
                <a:lnTo>
                  <a:pt x="2433" y="1485"/>
                </a:lnTo>
                <a:lnTo>
                  <a:pt x="2547" y="1485"/>
                </a:lnTo>
                <a:lnTo>
                  <a:pt x="2547" y="1508"/>
                </a:lnTo>
                <a:moveTo>
                  <a:pt x="2364" y="1508"/>
                </a:moveTo>
                <a:lnTo>
                  <a:pt x="2250" y="1508"/>
                </a:lnTo>
                <a:lnTo>
                  <a:pt x="2250" y="1485"/>
                </a:lnTo>
                <a:lnTo>
                  <a:pt x="2364" y="1485"/>
                </a:lnTo>
                <a:lnTo>
                  <a:pt x="2364" y="1508"/>
                </a:lnTo>
                <a:moveTo>
                  <a:pt x="2181" y="1508"/>
                </a:moveTo>
                <a:lnTo>
                  <a:pt x="2067" y="1508"/>
                </a:lnTo>
                <a:lnTo>
                  <a:pt x="2067" y="1485"/>
                </a:lnTo>
                <a:lnTo>
                  <a:pt x="2181" y="1485"/>
                </a:lnTo>
                <a:lnTo>
                  <a:pt x="2181" y="1508"/>
                </a:lnTo>
                <a:moveTo>
                  <a:pt x="1999" y="1508"/>
                </a:moveTo>
                <a:lnTo>
                  <a:pt x="1884" y="1508"/>
                </a:lnTo>
                <a:lnTo>
                  <a:pt x="1884" y="1485"/>
                </a:lnTo>
                <a:lnTo>
                  <a:pt x="1999" y="1485"/>
                </a:lnTo>
                <a:lnTo>
                  <a:pt x="1999" y="1508"/>
                </a:lnTo>
                <a:moveTo>
                  <a:pt x="1816" y="1508"/>
                </a:moveTo>
                <a:lnTo>
                  <a:pt x="1702" y="1508"/>
                </a:lnTo>
                <a:lnTo>
                  <a:pt x="1702" y="1485"/>
                </a:lnTo>
                <a:lnTo>
                  <a:pt x="1816" y="1485"/>
                </a:lnTo>
                <a:lnTo>
                  <a:pt x="1816" y="1508"/>
                </a:lnTo>
                <a:moveTo>
                  <a:pt x="1633" y="1508"/>
                </a:moveTo>
                <a:lnTo>
                  <a:pt x="1519" y="1508"/>
                </a:lnTo>
                <a:lnTo>
                  <a:pt x="1519" y="1485"/>
                </a:lnTo>
                <a:lnTo>
                  <a:pt x="1633" y="1485"/>
                </a:lnTo>
                <a:lnTo>
                  <a:pt x="1633" y="1508"/>
                </a:lnTo>
                <a:moveTo>
                  <a:pt x="1450" y="1508"/>
                </a:moveTo>
                <a:lnTo>
                  <a:pt x="1336" y="1508"/>
                </a:lnTo>
                <a:lnTo>
                  <a:pt x="1336" y="1485"/>
                </a:lnTo>
                <a:lnTo>
                  <a:pt x="1450" y="1485"/>
                </a:lnTo>
                <a:lnTo>
                  <a:pt x="1450" y="1508"/>
                </a:lnTo>
                <a:moveTo>
                  <a:pt x="1268" y="1508"/>
                </a:moveTo>
                <a:lnTo>
                  <a:pt x="1153" y="1508"/>
                </a:lnTo>
                <a:lnTo>
                  <a:pt x="1153" y="1485"/>
                </a:lnTo>
                <a:lnTo>
                  <a:pt x="1268" y="1485"/>
                </a:lnTo>
                <a:lnTo>
                  <a:pt x="1268" y="1508"/>
                </a:lnTo>
                <a:moveTo>
                  <a:pt x="1085" y="1508"/>
                </a:moveTo>
                <a:lnTo>
                  <a:pt x="971" y="1508"/>
                </a:lnTo>
                <a:lnTo>
                  <a:pt x="971" y="1485"/>
                </a:lnTo>
                <a:lnTo>
                  <a:pt x="1085" y="1485"/>
                </a:lnTo>
                <a:lnTo>
                  <a:pt x="1085" y="1508"/>
                </a:lnTo>
                <a:moveTo>
                  <a:pt x="902" y="1508"/>
                </a:moveTo>
                <a:lnTo>
                  <a:pt x="788" y="1508"/>
                </a:lnTo>
                <a:lnTo>
                  <a:pt x="788" y="1485"/>
                </a:lnTo>
                <a:lnTo>
                  <a:pt x="902" y="1485"/>
                </a:lnTo>
                <a:lnTo>
                  <a:pt x="902" y="1508"/>
                </a:lnTo>
                <a:moveTo>
                  <a:pt x="720" y="1508"/>
                </a:moveTo>
                <a:lnTo>
                  <a:pt x="605" y="1508"/>
                </a:lnTo>
                <a:lnTo>
                  <a:pt x="605" y="1485"/>
                </a:lnTo>
                <a:lnTo>
                  <a:pt x="720" y="1485"/>
                </a:lnTo>
                <a:lnTo>
                  <a:pt x="720" y="1508"/>
                </a:lnTo>
                <a:moveTo>
                  <a:pt x="537" y="1508"/>
                </a:moveTo>
                <a:lnTo>
                  <a:pt x="423" y="1508"/>
                </a:lnTo>
                <a:lnTo>
                  <a:pt x="423" y="1485"/>
                </a:lnTo>
                <a:lnTo>
                  <a:pt x="537" y="1485"/>
                </a:lnTo>
                <a:lnTo>
                  <a:pt x="537" y="1508"/>
                </a:lnTo>
                <a:moveTo>
                  <a:pt x="354" y="1508"/>
                </a:moveTo>
                <a:lnTo>
                  <a:pt x="240" y="1508"/>
                </a:lnTo>
                <a:lnTo>
                  <a:pt x="240" y="1485"/>
                </a:lnTo>
                <a:lnTo>
                  <a:pt x="354" y="1485"/>
                </a:lnTo>
                <a:lnTo>
                  <a:pt x="354" y="1508"/>
                </a:lnTo>
                <a:moveTo>
                  <a:pt x="171" y="1508"/>
                </a:moveTo>
                <a:lnTo>
                  <a:pt x="57" y="1508"/>
                </a:lnTo>
                <a:lnTo>
                  <a:pt x="57" y="1485"/>
                </a:lnTo>
                <a:lnTo>
                  <a:pt x="171" y="1485"/>
                </a:lnTo>
                <a:lnTo>
                  <a:pt x="171" y="1508"/>
                </a:lnTo>
                <a:moveTo>
                  <a:pt x="0" y="1474"/>
                </a:moveTo>
                <a:lnTo>
                  <a:pt x="0" y="1359"/>
                </a:lnTo>
                <a:lnTo>
                  <a:pt x="23" y="1359"/>
                </a:lnTo>
                <a:lnTo>
                  <a:pt x="23" y="1474"/>
                </a:lnTo>
                <a:lnTo>
                  <a:pt x="0" y="1474"/>
                </a:lnTo>
                <a:moveTo>
                  <a:pt x="0" y="1291"/>
                </a:moveTo>
                <a:lnTo>
                  <a:pt x="0" y="1177"/>
                </a:lnTo>
                <a:lnTo>
                  <a:pt x="23" y="1177"/>
                </a:lnTo>
                <a:lnTo>
                  <a:pt x="23" y="1291"/>
                </a:lnTo>
                <a:lnTo>
                  <a:pt x="0" y="1291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6"/>
                </a:moveTo>
                <a:lnTo>
                  <a:pt x="0" y="811"/>
                </a:lnTo>
                <a:lnTo>
                  <a:pt x="23" y="811"/>
                </a:lnTo>
                <a:lnTo>
                  <a:pt x="23" y="926"/>
                </a:lnTo>
                <a:lnTo>
                  <a:pt x="0" y="926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5"/>
                </a:lnTo>
                <a:lnTo>
                  <a:pt x="23" y="445"/>
                </a:lnTo>
                <a:lnTo>
                  <a:pt x="23" y="560"/>
                </a:lnTo>
                <a:lnTo>
                  <a:pt x="0" y="560"/>
                </a:lnTo>
                <a:moveTo>
                  <a:pt x="0" y="376"/>
                </a:moveTo>
                <a:lnTo>
                  <a:pt x="0" y="262"/>
                </a:lnTo>
                <a:lnTo>
                  <a:pt x="23" y="262"/>
                </a:lnTo>
                <a:lnTo>
                  <a:pt x="23" y="376"/>
                </a:lnTo>
                <a:lnTo>
                  <a:pt x="0" y="376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1" name=""/>
          <p:cNvSpPr/>
          <p:nvPr/>
        </p:nvSpPr>
        <p:spPr>
          <a:xfrm>
            <a:off x="446148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2" name=""/>
          <p:cNvSpPr/>
          <p:nvPr/>
        </p:nvSpPr>
        <p:spPr>
          <a:xfrm>
            <a:off x="446148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3" name=""/>
          <p:cNvSpPr txBox="1"/>
          <p:nvPr/>
        </p:nvSpPr>
        <p:spPr>
          <a:xfrm>
            <a:off x="475740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4" name=""/>
          <p:cNvSpPr txBox="1"/>
          <p:nvPr/>
        </p:nvSpPr>
        <p:spPr>
          <a:xfrm>
            <a:off x="868320" y="338868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5" name=""/>
          <p:cNvSpPr txBox="1"/>
          <p:nvPr/>
        </p:nvSpPr>
        <p:spPr>
          <a:xfrm>
            <a:off x="868320" y="352152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6" name=""/>
          <p:cNvSpPr/>
          <p:nvPr/>
        </p:nvSpPr>
        <p:spPr>
          <a:xfrm>
            <a:off x="4823280" y="3332160"/>
            <a:ext cx="2779560" cy="534600"/>
          </a:xfrm>
          <a:custGeom>
            <a:avLst/>
            <a:gdLst/>
            <a:ahLst/>
            <a:rect l="0" t="0" r="r" b="b"/>
            <a:pathLst>
              <a:path w="7721" h="1485">
                <a:moveTo>
                  <a:pt x="0" y="0"/>
                </a:moveTo>
                <a:lnTo>
                  <a:pt x="7721" y="0"/>
                </a:lnTo>
                <a:lnTo>
                  <a:pt x="7721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7" name=""/>
          <p:cNvSpPr/>
          <p:nvPr/>
        </p:nvSpPr>
        <p:spPr>
          <a:xfrm>
            <a:off x="4819320" y="3328200"/>
            <a:ext cx="2787480" cy="542880"/>
          </a:xfrm>
          <a:custGeom>
            <a:avLst/>
            <a:gdLst/>
            <a:ahLst/>
            <a:rect l="0" t="0" r="r" b="b"/>
            <a:pathLst>
              <a:path w="7743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2"/>
                </a:lnTo>
                <a:lnTo>
                  <a:pt x="376" y="22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2"/>
                </a:lnTo>
                <a:lnTo>
                  <a:pt x="559" y="22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7" y="0"/>
                </a:moveTo>
                <a:lnTo>
                  <a:pt x="1222" y="0"/>
                </a:lnTo>
                <a:lnTo>
                  <a:pt x="1222" y="22"/>
                </a:lnTo>
                <a:lnTo>
                  <a:pt x="1107" y="22"/>
                </a:lnTo>
                <a:lnTo>
                  <a:pt x="1107" y="0"/>
                </a:lnTo>
                <a:moveTo>
                  <a:pt x="1290" y="0"/>
                </a:moveTo>
                <a:lnTo>
                  <a:pt x="1404" y="0"/>
                </a:lnTo>
                <a:lnTo>
                  <a:pt x="1404" y="22"/>
                </a:lnTo>
                <a:lnTo>
                  <a:pt x="1290" y="22"/>
                </a:lnTo>
                <a:lnTo>
                  <a:pt x="1290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8" y="0"/>
                </a:moveTo>
                <a:lnTo>
                  <a:pt x="1952" y="0"/>
                </a:lnTo>
                <a:lnTo>
                  <a:pt x="1952" y="22"/>
                </a:lnTo>
                <a:lnTo>
                  <a:pt x="1838" y="22"/>
                </a:lnTo>
                <a:lnTo>
                  <a:pt x="1838" y="0"/>
                </a:lnTo>
                <a:moveTo>
                  <a:pt x="2021" y="0"/>
                </a:moveTo>
                <a:lnTo>
                  <a:pt x="2135" y="0"/>
                </a:lnTo>
                <a:lnTo>
                  <a:pt x="2135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6" y="0"/>
                </a:moveTo>
                <a:lnTo>
                  <a:pt x="2501" y="0"/>
                </a:lnTo>
                <a:lnTo>
                  <a:pt x="2501" y="22"/>
                </a:lnTo>
                <a:lnTo>
                  <a:pt x="2386" y="22"/>
                </a:lnTo>
                <a:lnTo>
                  <a:pt x="2386" y="0"/>
                </a:lnTo>
                <a:moveTo>
                  <a:pt x="2569" y="0"/>
                </a:moveTo>
                <a:lnTo>
                  <a:pt x="2683" y="0"/>
                </a:lnTo>
                <a:lnTo>
                  <a:pt x="2683" y="22"/>
                </a:lnTo>
                <a:lnTo>
                  <a:pt x="2569" y="22"/>
                </a:lnTo>
                <a:lnTo>
                  <a:pt x="2569" y="0"/>
                </a:lnTo>
                <a:moveTo>
                  <a:pt x="2752" y="0"/>
                </a:moveTo>
                <a:lnTo>
                  <a:pt x="2866" y="0"/>
                </a:lnTo>
                <a:lnTo>
                  <a:pt x="2866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7" y="0"/>
                </a:moveTo>
                <a:lnTo>
                  <a:pt x="3232" y="0"/>
                </a:lnTo>
                <a:lnTo>
                  <a:pt x="3232" y="22"/>
                </a:lnTo>
                <a:lnTo>
                  <a:pt x="3117" y="22"/>
                </a:lnTo>
                <a:lnTo>
                  <a:pt x="3117" y="0"/>
                </a:lnTo>
                <a:moveTo>
                  <a:pt x="3300" y="0"/>
                </a:moveTo>
                <a:lnTo>
                  <a:pt x="3414" y="0"/>
                </a:lnTo>
                <a:lnTo>
                  <a:pt x="3414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5" y="0"/>
                </a:moveTo>
                <a:lnTo>
                  <a:pt x="3780" y="0"/>
                </a:lnTo>
                <a:lnTo>
                  <a:pt x="3780" y="22"/>
                </a:lnTo>
                <a:lnTo>
                  <a:pt x="3665" y="22"/>
                </a:lnTo>
                <a:lnTo>
                  <a:pt x="3665" y="0"/>
                </a:lnTo>
                <a:moveTo>
                  <a:pt x="3848" y="0"/>
                </a:moveTo>
                <a:lnTo>
                  <a:pt x="3962" y="0"/>
                </a:lnTo>
                <a:lnTo>
                  <a:pt x="3962" y="22"/>
                </a:lnTo>
                <a:lnTo>
                  <a:pt x="3848" y="22"/>
                </a:lnTo>
                <a:lnTo>
                  <a:pt x="3848" y="0"/>
                </a:lnTo>
                <a:moveTo>
                  <a:pt x="4031" y="0"/>
                </a:moveTo>
                <a:lnTo>
                  <a:pt x="4145" y="0"/>
                </a:lnTo>
                <a:lnTo>
                  <a:pt x="4145" y="22"/>
                </a:lnTo>
                <a:lnTo>
                  <a:pt x="4031" y="22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6" y="0"/>
                </a:moveTo>
                <a:lnTo>
                  <a:pt x="4511" y="0"/>
                </a:lnTo>
                <a:lnTo>
                  <a:pt x="4511" y="22"/>
                </a:lnTo>
                <a:lnTo>
                  <a:pt x="4396" y="22"/>
                </a:lnTo>
                <a:lnTo>
                  <a:pt x="4396" y="0"/>
                </a:lnTo>
                <a:moveTo>
                  <a:pt x="4579" y="0"/>
                </a:moveTo>
                <a:lnTo>
                  <a:pt x="4693" y="0"/>
                </a:lnTo>
                <a:lnTo>
                  <a:pt x="4693" y="22"/>
                </a:lnTo>
                <a:lnTo>
                  <a:pt x="4579" y="22"/>
                </a:lnTo>
                <a:lnTo>
                  <a:pt x="4579" y="0"/>
                </a:lnTo>
                <a:moveTo>
                  <a:pt x="4762" y="0"/>
                </a:moveTo>
                <a:lnTo>
                  <a:pt x="4876" y="0"/>
                </a:lnTo>
                <a:lnTo>
                  <a:pt x="4876" y="22"/>
                </a:lnTo>
                <a:lnTo>
                  <a:pt x="4762" y="22"/>
                </a:lnTo>
                <a:lnTo>
                  <a:pt x="4762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2"/>
                </a:lnTo>
                <a:lnTo>
                  <a:pt x="4945" y="22"/>
                </a:lnTo>
                <a:lnTo>
                  <a:pt x="4945" y="0"/>
                </a:lnTo>
                <a:moveTo>
                  <a:pt x="5127" y="0"/>
                </a:moveTo>
                <a:lnTo>
                  <a:pt x="5241" y="0"/>
                </a:lnTo>
                <a:lnTo>
                  <a:pt x="5241" y="22"/>
                </a:lnTo>
                <a:lnTo>
                  <a:pt x="5127" y="22"/>
                </a:lnTo>
                <a:lnTo>
                  <a:pt x="5127" y="0"/>
                </a:lnTo>
                <a:moveTo>
                  <a:pt x="5310" y="0"/>
                </a:moveTo>
                <a:lnTo>
                  <a:pt x="5424" y="0"/>
                </a:lnTo>
                <a:lnTo>
                  <a:pt x="5424" y="22"/>
                </a:lnTo>
                <a:lnTo>
                  <a:pt x="5310" y="22"/>
                </a:lnTo>
                <a:lnTo>
                  <a:pt x="5310" y="0"/>
                </a:lnTo>
                <a:moveTo>
                  <a:pt x="5493" y="0"/>
                </a:moveTo>
                <a:lnTo>
                  <a:pt x="5607" y="0"/>
                </a:lnTo>
                <a:lnTo>
                  <a:pt x="5607" y="22"/>
                </a:lnTo>
                <a:lnTo>
                  <a:pt x="5493" y="22"/>
                </a:lnTo>
                <a:lnTo>
                  <a:pt x="5493" y="0"/>
                </a:lnTo>
                <a:moveTo>
                  <a:pt x="5675" y="0"/>
                </a:moveTo>
                <a:lnTo>
                  <a:pt x="5790" y="0"/>
                </a:lnTo>
                <a:lnTo>
                  <a:pt x="5790" y="22"/>
                </a:lnTo>
                <a:lnTo>
                  <a:pt x="5675" y="22"/>
                </a:lnTo>
                <a:lnTo>
                  <a:pt x="5675" y="0"/>
                </a:lnTo>
                <a:moveTo>
                  <a:pt x="5858" y="0"/>
                </a:moveTo>
                <a:lnTo>
                  <a:pt x="5973" y="0"/>
                </a:lnTo>
                <a:lnTo>
                  <a:pt x="5973" y="22"/>
                </a:lnTo>
                <a:lnTo>
                  <a:pt x="5858" y="22"/>
                </a:lnTo>
                <a:lnTo>
                  <a:pt x="5858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7" y="0"/>
                </a:moveTo>
                <a:lnTo>
                  <a:pt x="6522" y="0"/>
                </a:lnTo>
                <a:lnTo>
                  <a:pt x="6522" y="22"/>
                </a:lnTo>
                <a:lnTo>
                  <a:pt x="6407" y="22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2"/>
                </a:lnTo>
                <a:lnTo>
                  <a:pt x="6955" y="22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2"/>
                </a:lnTo>
                <a:lnTo>
                  <a:pt x="7138" y="22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6" y="0"/>
                </a:moveTo>
                <a:lnTo>
                  <a:pt x="7743" y="0"/>
                </a:lnTo>
                <a:lnTo>
                  <a:pt x="7743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6" y="22"/>
                </a:lnTo>
                <a:lnTo>
                  <a:pt x="7686" y="0"/>
                </a:lnTo>
                <a:moveTo>
                  <a:pt x="7743" y="148"/>
                </a:moveTo>
                <a:lnTo>
                  <a:pt x="7743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3" y="148"/>
                </a:lnTo>
                <a:moveTo>
                  <a:pt x="7743" y="331"/>
                </a:moveTo>
                <a:lnTo>
                  <a:pt x="7743" y="445"/>
                </a:lnTo>
                <a:lnTo>
                  <a:pt x="7721" y="445"/>
                </a:lnTo>
                <a:lnTo>
                  <a:pt x="7721" y="331"/>
                </a:lnTo>
                <a:lnTo>
                  <a:pt x="7743" y="331"/>
                </a:lnTo>
                <a:moveTo>
                  <a:pt x="7743" y="513"/>
                </a:moveTo>
                <a:lnTo>
                  <a:pt x="7743" y="629"/>
                </a:lnTo>
                <a:lnTo>
                  <a:pt x="7721" y="629"/>
                </a:lnTo>
                <a:lnTo>
                  <a:pt x="7721" y="513"/>
                </a:lnTo>
                <a:lnTo>
                  <a:pt x="7743" y="513"/>
                </a:lnTo>
                <a:moveTo>
                  <a:pt x="7743" y="697"/>
                </a:moveTo>
                <a:lnTo>
                  <a:pt x="7743" y="811"/>
                </a:lnTo>
                <a:lnTo>
                  <a:pt x="7721" y="811"/>
                </a:lnTo>
                <a:lnTo>
                  <a:pt x="7721" y="697"/>
                </a:lnTo>
                <a:lnTo>
                  <a:pt x="7743" y="697"/>
                </a:lnTo>
                <a:moveTo>
                  <a:pt x="7743" y="880"/>
                </a:moveTo>
                <a:lnTo>
                  <a:pt x="7743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3" y="880"/>
                </a:lnTo>
                <a:moveTo>
                  <a:pt x="7743" y="1063"/>
                </a:moveTo>
                <a:lnTo>
                  <a:pt x="7743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3" y="1063"/>
                </a:lnTo>
                <a:moveTo>
                  <a:pt x="7743" y="1245"/>
                </a:moveTo>
                <a:lnTo>
                  <a:pt x="7743" y="1359"/>
                </a:lnTo>
                <a:lnTo>
                  <a:pt x="7721" y="1359"/>
                </a:lnTo>
                <a:lnTo>
                  <a:pt x="7721" y="1245"/>
                </a:lnTo>
                <a:lnTo>
                  <a:pt x="7743" y="1245"/>
                </a:lnTo>
                <a:moveTo>
                  <a:pt x="7743" y="1428"/>
                </a:moveTo>
                <a:lnTo>
                  <a:pt x="7743" y="1508"/>
                </a:lnTo>
                <a:lnTo>
                  <a:pt x="7686" y="1508"/>
                </a:lnTo>
                <a:lnTo>
                  <a:pt x="7686" y="1485"/>
                </a:lnTo>
                <a:lnTo>
                  <a:pt x="7732" y="1485"/>
                </a:lnTo>
                <a:lnTo>
                  <a:pt x="7732" y="1496"/>
                </a:lnTo>
                <a:lnTo>
                  <a:pt x="7721" y="1496"/>
                </a:lnTo>
                <a:lnTo>
                  <a:pt x="7721" y="1428"/>
                </a:lnTo>
                <a:lnTo>
                  <a:pt x="7743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5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5" y="1485"/>
                </a:lnTo>
                <a:lnTo>
                  <a:pt x="7435" y="1508"/>
                </a:lnTo>
                <a:moveTo>
                  <a:pt x="7252" y="1508"/>
                </a:moveTo>
                <a:lnTo>
                  <a:pt x="7138" y="1508"/>
                </a:lnTo>
                <a:lnTo>
                  <a:pt x="7138" y="1485"/>
                </a:lnTo>
                <a:lnTo>
                  <a:pt x="7252" y="1485"/>
                </a:lnTo>
                <a:lnTo>
                  <a:pt x="7252" y="1508"/>
                </a:lnTo>
                <a:moveTo>
                  <a:pt x="7070" y="1508"/>
                </a:moveTo>
                <a:lnTo>
                  <a:pt x="6955" y="1508"/>
                </a:lnTo>
                <a:lnTo>
                  <a:pt x="6955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4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4" y="1485"/>
                </a:lnTo>
                <a:lnTo>
                  <a:pt x="6704" y="1508"/>
                </a:lnTo>
                <a:moveTo>
                  <a:pt x="6522" y="1508"/>
                </a:moveTo>
                <a:lnTo>
                  <a:pt x="6407" y="1508"/>
                </a:lnTo>
                <a:lnTo>
                  <a:pt x="6407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6" y="1485"/>
                </a:lnTo>
                <a:lnTo>
                  <a:pt x="6156" y="1508"/>
                </a:lnTo>
                <a:moveTo>
                  <a:pt x="5973" y="1508"/>
                </a:moveTo>
                <a:lnTo>
                  <a:pt x="5858" y="1508"/>
                </a:lnTo>
                <a:lnTo>
                  <a:pt x="5858" y="1485"/>
                </a:lnTo>
                <a:lnTo>
                  <a:pt x="5973" y="1485"/>
                </a:lnTo>
                <a:lnTo>
                  <a:pt x="5973" y="1508"/>
                </a:lnTo>
                <a:moveTo>
                  <a:pt x="5790" y="1508"/>
                </a:moveTo>
                <a:lnTo>
                  <a:pt x="5675" y="1508"/>
                </a:lnTo>
                <a:lnTo>
                  <a:pt x="5675" y="1485"/>
                </a:lnTo>
                <a:lnTo>
                  <a:pt x="5790" y="1485"/>
                </a:lnTo>
                <a:lnTo>
                  <a:pt x="5790" y="1508"/>
                </a:lnTo>
                <a:moveTo>
                  <a:pt x="5607" y="1508"/>
                </a:moveTo>
                <a:lnTo>
                  <a:pt x="5493" y="1508"/>
                </a:lnTo>
                <a:lnTo>
                  <a:pt x="5493" y="1485"/>
                </a:lnTo>
                <a:lnTo>
                  <a:pt x="5607" y="1485"/>
                </a:lnTo>
                <a:lnTo>
                  <a:pt x="5607" y="1508"/>
                </a:lnTo>
                <a:moveTo>
                  <a:pt x="5424" y="1508"/>
                </a:moveTo>
                <a:lnTo>
                  <a:pt x="5310" y="1508"/>
                </a:lnTo>
                <a:lnTo>
                  <a:pt x="5310" y="1485"/>
                </a:lnTo>
                <a:lnTo>
                  <a:pt x="5424" y="1485"/>
                </a:lnTo>
                <a:lnTo>
                  <a:pt x="5424" y="1508"/>
                </a:lnTo>
                <a:moveTo>
                  <a:pt x="5241" y="1508"/>
                </a:moveTo>
                <a:lnTo>
                  <a:pt x="5127" y="1508"/>
                </a:lnTo>
                <a:lnTo>
                  <a:pt x="5127" y="1485"/>
                </a:lnTo>
                <a:lnTo>
                  <a:pt x="5241" y="1485"/>
                </a:lnTo>
                <a:lnTo>
                  <a:pt x="5241" y="1508"/>
                </a:lnTo>
                <a:moveTo>
                  <a:pt x="5059" y="1508"/>
                </a:moveTo>
                <a:lnTo>
                  <a:pt x="4945" y="1508"/>
                </a:lnTo>
                <a:lnTo>
                  <a:pt x="4945" y="1485"/>
                </a:lnTo>
                <a:lnTo>
                  <a:pt x="5059" y="1485"/>
                </a:lnTo>
                <a:lnTo>
                  <a:pt x="5059" y="1508"/>
                </a:lnTo>
                <a:moveTo>
                  <a:pt x="4876" y="1508"/>
                </a:moveTo>
                <a:lnTo>
                  <a:pt x="4762" y="1508"/>
                </a:lnTo>
                <a:lnTo>
                  <a:pt x="4762" y="1485"/>
                </a:lnTo>
                <a:lnTo>
                  <a:pt x="4876" y="1485"/>
                </a:lnTo>
                <a:lnTo>
                  <a:pt x="4876" y="1508"/>
                </a:lnTo>
                <a:moveTo>
                  <a:pt x="4693" y="1508"/>
                </a:moveTo>
                <a:lnTo>
                  <a:pt x="4579" y="1508"/>
                </a:lnTo>
                <a:lnTo>
                  <a:pt x="4579" y="1485"/>
                </a:lnTo>
                <a:lnTo>
                  <a:pt x="4693" y="1485"/>
                </a:lnTo>
                <a:lnTo>
                  <a:pt x="4693" y="1508"/>
                </a:lnTo>
                <a:moveTo>
                  <a:pt x="4511" y="1508"/>
                </a:moveTo>
                <a:lnTo>
                  <a:pt x="4396" y="1508"/>
                </a:lnTo>
                <a:lnTo>
                  <a:pt x="4396" y="1485"/>
                </a:lnTo>
                <a:lnTo>
                  <a:pt x="4511" y="1485"/>
                </a:lnTo>
                <a:lnTo>
                  <a:pt x="4511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5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5" y="1485"/>
                </a:lnTo>
                <a:lnTo>
                  <a:pt x="4145" y="1508"/>
                </a:lnTo>
                <a:moveTo>
                  <a:pt x="3962" y="1508"/>
                </a:moveTo>
                <a:lnTo>
                  <a:pt x="3848" y="1508"/>
                </a:lnTo>
                <a:lnTo>
                  <a:pt x="3848" y="1485"/>
                </a:lnTo>
                <a:lnTo>
                  <a:pt x="3962" y="1485"/>
                </a:lnTo>
                <a:lnTo>
                  <a:pt x="3962" y="1508"/>
                </a:lnTo>
                <a:moveTo>
                  <a:pt x="3780" y="1508"/>
                </a:moveTo>
                <a:lnTo>
                  <a:pt x="3665" y="1508"/>
                </a:lnTo>
                <a:lnTo>
                  <a:pt x="3665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4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4" y="1485"/>
                </a:lnTo>
                <a:lnTo>
                  <a:pt x="3414" y="1508"/>
                </a:lnTo>
                <a:moveTo>
                  <a:pt x="3232" y="1508"/>
                </a:moveTo>
                <a:lnTo>
                  <a:pt x="3117" y="1508"/>
                </a:lnTo>
                <a:lnTo>
                  <a:pt x="3117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6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6" y="1485"/>
                </a:lnTo>
                <a:lnTo>
                  <a:pt x="2866" y="1508"/>
                </a:lnTo>
                <a:moveTo>
                  <a:pt x="2683" y="1508"/>
                </a:moveTo>
                <a:lnTo>
                  <a:pt x="2569" y="1508"/>
                </a:lnTo>
                <a:lnTo>
                  <a:pt x="2569" y="1485"/>
                </a:lnTo>
                <a:lnTo>
                  <a:pt x="2683" y="1485"/>
                </a:lnTo>
                <a:lnTo>
                  <a:pt x="2683" y="1508"/>
                </a:lnTo>
                <a:moveTo>
                  <a:pt x="2501" y="1508"/>
                </a:moveTo>
                <a:lnTo>
                  <a:pt x="2386" y="1508"/>
                </a:lnTo>
                <a:lnTo>
                  <a:pt x="2386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5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5" y="1485"/>
                </a:lnTo>
                <a:lnTo>
                  <a:pt x="2135" y="1508"/>
                </a:lnTo>
                <a:moveTo>
                  <a:pt x="1952" y="1508"/>
                </a:moveTo>
                <a:lnTo>
                  <a:pt x="1838" y="1508"/>
                </a:lnTo>
                <a:lnTo>
                  <a:pt x="1838" y="1485"/>
                </a:lnTo>
                <a:lnTo>
                  <a:pt x="1952" y="1485"/>
                </a:lnTo>
                <a:lnTo>
                  <a:pt x="1952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4" y="1508"/>
                </a:moveTo>
                <a:lnTo>
                  <a:pt x="1290" y="1508"/>
                </a:lnTo>
                <a:lnTo>
                  <a:pt x="1290" y="1485"/>
                </a:lnTo>
                <a:lnTo>
                  <a:pt x="1404" y="1485"/>
                </a:lnTo>
                <a:lnTo>
                  <a:pt x="1404" y="1508"/>
                </a:lnTo>
                <a:moveTo>
                  <a:pt x="1222" y="1508"/>
                </a:moveTo>
                <a:lnTo>
                  <a:pt x="1107" y="1508"/>
                </a:lnTo>
                <a:lnTo>
                  <a:pt x="1107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6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6" y="1485"/>
                </a:lnTo>
                <a:lnTo>
                  <a:pt x="856" y="1508"/>
                </a:lnTo>
                <a:moveTo>
                  <a:pt x="673" y="1508"/>
                </a:moveTo>
                <a:lnTo>
                  <a:pt x="559" y="1508"/>
                </a:lnTo>
                <a:lnTo>
                  <a:pt x="559" y="1485"/>
                </a:lnTo>
                <a:lnTo>
                  <a:pt x="673" y="1485"/>
                </a:lnTo>
                <a:lnTo>
                  <a:pt x="673" y="1508"/>
                </a:lnTo>
                <a:moveTo>
                  <a:pt x="491" y="1508"/>
                </a:moveTo>
                <a:lnTo>
                  <a:pt x="376" y="1508"/>
                </a:lnTo>
                <a:lnTo>
                  <a:pt x="376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5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5" y="1485"/>
                </a:lnTo>
                <a:lnTo>
                  <a:pt x="125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2" y="1314"/>
                </a:lnTo>
                <a:lnTo>
                  <a:pt x="22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2" y="1131"/>
                </a:lnTo>
                <a:lnTo>
                  <a:pt x="22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8"/>
                </a:lnTo>
                <a:lnTo>
                  <a:pt x="22" y="948"/>
                </a:lnTo>
                <a:lnTo>
                  <a:pt x="22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2" y="766"/>
                </a:lnTo>
                <a:lnTo>
                  <a:pt x="22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2" y="583"/>
                </a:lnTo>
                <a:lnTo>
                  <a:pt x="22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2" y="399"/>
                </a:lnTo>
                <a:lnTo>
                  <a:pt x="22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2" y="217"/>
                </a:lnTo>
                <a:lnTo>
                  <a:pt x="22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2" y="34"/>
                </a:lnTo>
                <a:lnTo>
                  <a:pt x="22" y="148"/>
                </a:lnTo>
                <a:lnTo>
                  <a:pt x="0" y="148"/>
                </a:lnTo>
                <a:moveTo>
                  <a:pt x="11" y="0"/>
                </a:moveTo>
                <a:lnTo>
                  <a:pt x="125" y="0"/>
                </a:lnTo>
                <a:lnTo>
                  <a:pt x="125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8" name=""/>
          <p:cNvSpPr/>
          <p:nvPr/>
        </p:nvSpPr>
        <p:spPr>
          <a:xfrm>
            <a:off x="743796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9" name=""/>
          <p:cNvSpPr/>
          <p:nvPr/>
        </p:nvSpPr>
        <p:spPr>
          <a:xfrm>
            <a:off x="743796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0" name=""/>
          <p:cNvSpPr txBox="1"/>
          <p:nvPr/>
        </p:nvSpPr>
        <p:spPr>
          <a:xfrm>
            <a:off x="868320" y="3676320"/>
            <a:ext cx="163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1" name=""/>
          <p:cNvSpPr txBox="1"/>
          <p:nvPr/>
        </p:nvSpPr>
        <p:spPr>
          <a:xfrm>
            <a:off x="4905720" y="338868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2" name=""/>
          <p:cNvSpPr txBox="1"/>
          <p:nvPr/>
        </p:nvSpPr>
        <p:spPr>
          <a:xfrm>
            <a:off x="4905720" y="3521520"/>
            <a:ext cx="2163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3" name=""/>
          <p:cNvSpPr/>
          <p:nvPr/>
        </p:nvSpPr>
        <p:spPr>
          <a:xfrm>
            <a:off x="785880" y="4096800"/>
            <a:ext cx="3996720" cy="534600"/>
          </a:xfrm>
          <a:custGeom>
            <a:avLst/>
            <a:gdLst/>
            <a:ahLst/>
            <a:rect l="0" t="0" r="r" b="b"/>
            <a:pathLst>
              <a:path w="11102" h="1485">
                <a:moveTo>
                  <a:pt x="0" y="0"/>
                </a:moveTo>
                <a:lnTo>
                  <a:pt x="11102" y="0"/>
                </a:lnTo>
                <a:lnTo>
                  <a:pt x="11102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4" name=""/>
          <p:cNvSpPr/>
          <p:nvPr/>
        </p:nvSpPr>
        <p:spPr>
          <a:xfrm>
            <a:off x="781920" y="4092840"/>
            <a:ext cx="4004640" cy="542880"/>
          </a:xfrm>
          <a:custGeom>
            <a:avLst/>
            <a:gdLst/>
            <a:ahLst/>
            <a:rect l="0" t="0" r="r" b="b"/>
            <a:pathLst>
              <a:path w="11124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6" y="0"/>
                </a:lnTo>
                <a:lnTo>
                  <a:pt x="3416" y="22"/>
                </a:lnTo>
                <a:lnTo>
                  <a:pt x="3300" y="22"/>
                </a:lnTo>
                <a:lnTo>
                  <a:pt x="3300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24" y="57"/>
                </a:moveTo>
                <a:lnTo>
                  <a:pt x="11124" y="171"/>
                </a:lnTo>
                <a:lnTo>
                  <a:pt x="11101" y="171"/>
                </a:lnTo>
                <a:lnTo>
                  <a:pt x="11101" y="57"/>
                </a:lnTo>
                <a:lnTo>
                  <a:pt x="11124" y="57"/>
                </a:lnTo>
                <a:moveTo>
                  <a:pt x="11124" y="239"/>
                </a:moveTo>
                <a:lnTo>
                  <a:pt x="11124" y="353"/>
                </a:lnTo>
                <a:lnTo>
                  <a:pt x="11101" y="353"/>
                </a:lnTo>
                <a:lnTo>
                  <a:pt x="11101" y="239"/>
                </a:lnTo>
                <a:lnTo>
                  <a:pt x="11124" y="239"/>
                </a:lnTo>
                <a:moveTo>
                  <a:pt x="11124" y="422"/>
                </a:moveTo>
                <a:lnTo>
                  <a:pt x="11124" y="536"/>
                </a:lnTo>
                <a:lnTo>
                  <a:pt x="11101" y="536"/>
                </a:lnTo>
                <a:lnTo>
                  <a:pt x="11101" y="422"/>
                </a:lnTo>
                <a:lnTo>
                  <a:pt x="11124" y="422"/>
                </a:lnTo>
                <a:moveTo>
                  <a:pt x="11124" y="605"/>
                </a:moveTo>
                <a:lnTo>
                  <a:pt x="11124" y="719"/>
                </a:lnTo>
                <a:lnTo>
                  <a:pt x="11101" y="719"/>
                </a:lnTo>
                <a:lnTo>
                  <a:pt x="11101" y="605"/>
                </a:lnTo>
                <a:lnTo>
                  <a:pt x="11124" y="605"/>
                </a:lnTo>
                <a:moveTo>
                  <a:pt x="11124" y="787"/>
                </a:moveTo>
                <a:lnTo>
                  <a:pt x="11124" y="902"/>
                </a:lnTo>
                <a:lnTo>
                  <a:pt x="11101" y="902"/>
                </a:lnTo>
                <a:lnTo>
                  <a:pt x="11101" y="787"/>
                </a:lnTo>
                <a:lnTo>
                  <a:pt x="11124" y="787"/>
                </a:lnTo>
                <a:moveTo>
                  <a:pt x="11124" y="970"/>
                </a:moveTo>
                <a:lnTo>
                  <a:pt x="11124" y="1084"/>
                </a:lnTo>
                <a:lnTo>
                  <a:pt x="11101" y="1084"/>
                </a:lnTo>
                <a:lnTo>
                  <a:pt x="11101" y="970"/>
                </a:lnTo>
                <a:lnTo>
                  <a:pt x="11124" y="970"/>
                </a:lnTo>
                <a:moveTo>
                  <a:pt x="11124" y="1153"/>
                </a:moveTo>
                <a:lnTo>
                  <a:pt x="11124" y="1267"/>
                </a:lnTo>
                <a:lnTo>
                  <a:pt x="11101" y="1267"/>
                </a:lnTo>
                <a:lnTo>
                  <a:pt x="11101" y="1153"/>
                </a:lnTo>
                <a:lnTo>
                  <a:pt x="11124" y="1153"/>
                </a:lnTo>
                <a:moveTo>
                  <a:pt x="11124" y="1336"/>
                </a:moveTo>
                <a:lnTo>
                  <a:pt x="11124" y="1451"/>
                </a:lnTo>
                <a:lnTo>
                  <a:pt x="11101" y="1451"/>
                </a:lnTo>
                <a:lnTo>
                  <a:pt x="11101" y="1336"/>
                </a:lnTo>
                <a:lnTo>
                  <a:pt x="11124" y="1336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8" y="1485"/>
                </a:lnTo>
                <a:lnTo>
                  <a:pt x="3598" y="1508"/>
                </a:lnTo>
                <a:moveTo>
                  <a:pt x="3416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7"/>
                </a:moveTo>
                <a:lnTo>
                  <a:pt x="0" y="1313"/>
                </a:lnTo>
                <a:lnTo>
                  <a:pt x="23" y="1313"/>
                </a:lnTo>
                <a:lnTo>
                  <a:pt x="23" y="1427"/>
                </a:lnTo>
                <a:lnTo>
                  <a:pt x="0" y="1427"/>
                </a:lnTo>
                <a:moveTo>
                  <a:pt x="0" y="1244"/>
                </a:moveTo>
                <a:lnTo>
                  <a:pt x="0" y="1130"/>
                </a:lnTo>
                <a:lnTo>
                  <a:pt x="23" y="1130"/>
                </a:lnTo>
                <a:lnTo>
                  <a:pt x="23" y="1244"/>
                </a:lnTo>
                <a:lnTo>
                  <a:pt x="0" y="1244"/>
                </a:lnTo>
                <a:moveTo>
                  <a:pt x="0" y="1061"/>
                </a:moveTo>
                <a:lnTo>
                  <a:pt x="0" y="947"/>
                </a:lnTo>
                <a:lnTo>
                  <a:pt x="23" y="947"/>
                </a:lnTo>
                <a:lnTo>
                  <a:pt x="23" y="1061"/>
                </a:lnTo>
                <a:lnTo>
                  <a:pt x="0" y="1061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6"/>
                </a:moveTo>
                <a:lnTo>
                  <a:pt x="0" y="582"/>
                </a:lnTo>
                <a:lnTo>
                  <a:pt x="23" y="582"/>
                </a:lnTo>
                <a:lnTo>
                  <a:pt x="23" y="696"/>
                </a:lnTo>
                <a:lnTo>
                  <a:pt x="0" y="696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6"/>
                </a:lnTo>
                <a:lnTo>
                  <a:pt x="23" y="216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5" name=""/>
          <p:cNvSpPr/>
          <p:nvPr/>
        </p:nvSpPr>
        <p:spPr>
          <a:xfrm>
            <a:off x="4617720" y="4162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6" name=""/>
          <p:cNvSpPr/>
          <p:nvPr/>
        </p:nvSpPr>
        <p:spPr>
          <a:xfrm>
            <a:off x="4617720" y="4191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7" name=""/>
          <p:cNvSpPr txBox="1"/>
          <p:nvPr/>
        </p:nvSpPr>
        <p:spPr>
          <a:xfrm>
            <a:off x="4905720" y="3676320"/>
            <a:ext cx="1934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8" name=""/>
          <p:cNvSpPr txBox="1"/>
          <p:nvPr/>
        </p:nvSpPr>
        <p:spPr>
          <a:xfrm>
            <a:off x="868320" y="4153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9" name=""/>
          <p:cNvSpPr txBox="1"/>
          <p:nvPr/>
        </p:nvSpPr>
        <p:spPr>
          <a:xfrm>
            <a:off x="868320" y="4286160"/>
            <a:ext cx="335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1" name=""/>
          <p:cNvSpPr txBox="1"/>
          <p:nvPr/>
        </p:nvSpPr>
        <p:spPr>
          <a:xfrm>
            <a:off x="868320" y="4440960"/>
            <a:ext cx="1598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79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1" name=""/>
          <p:cNvSpPr/>
          <p:nvPr/>
        </p:nvSpPr>
        <p:spPr>
          <a:xfrm>
            <a:off x="457200" y="-2297160"/>
            <a:ext cx="33480" cy="5955120"/>
          </a:xfrm>
          <a:custGeom>
            <a:avLst/>
            <a:gdLst/>
            <a:ahLst/>
            <a:rect l="0" t="0" r="r" b="b"/>
            <a:pathLst>
              <a:path w="93" h="16542">
                <a:moveTo>
                  <a:pt x="0" y="0"/>
                </a:moveTo>
                <a:lnTo>
                  <a:pt x="93" y="0"/>
                </a:lnTo>
                <a:lnTo>
                  <a:pt x="93" y="16542"/>
                </a:lnTo>
                <a:lnTo>
                  <a:pt x="0" y="16542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977400" y="-1293840"/>
            <a:ext cx="12600" cy="3027240"/>
          </a:xfrm>
          <a:custGeom>
            <a:avLst/>
            <a:gdLst/>
            <a:ahLst/>
            <a:rect l="0" t="0" r="r" b="b"/>
            <a:pathLst>
              <a:path w="35" h="8409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5"/>
                </a:moveTo>
                <a:lnTo>
                  <a:pt x="35" y="7883"/>
                </a:lnTo>
                <a:lnTo>
                  <a:pt x="0" y="7883"/>
                </a:lnTo>
                <a:lnTo>
                  <a:pt x="0" y="7815"/>
                </a:lnTo>
                <a:lnTo>
                  <a:pt x="35" y="7815"/>
                </a:lnTo>
                <a:moveTo>
                  <a:pt x="35" y="7952"/>
                </a:moveTo>
                <a:lnTo>
                  <a:pt x="35" y="8020"/>
                </a:lnTo>
                <a:lnTo>
                  <a:pt x="0" y="8020"/>
                </a:lnTo>
                <a:lnTo>
                  <a:pt x="0" y="7952"/>
                </a:lnTo>
                <a:lnTo>
                  <a:pt x="35" y="7952"/>
                </a:lnTo>
                <a:moveTo>
                  <a:pt x="35" y="8089"/>
                </a:moveTo>
                <a:lnTo>
                  <a:pt x="35" y="8157"/>
                </a:lnTo>
                <a:lnTo>
                  <a:pt x="0" y="8157"/>
                </a:lnTo>
                <a:lnTo>
                  <a:pt x="0" y="8089"/>
                </a:lnTo>
                <a:lnTo>
                  <a:pt x="35" y="8089"/>
                </a:lnTo>
                <a:moveTo>
                  <a:pt x="35" y="8226"/>
                </a:moveTo>
                <a:lnTo>
                  <a:pt x="35" y="8294"/>
                </a:lnTo>
                <a:lnTo>
                  <a:pt x="0" y="8294"/>
                </a:lnTo>
                <a:lnTo>
                  <a:pt x="0" y="8226"/>
                </a:lnTo>
                <a:lnTo>
                  <a:pt x="35" y="8226"/>
                </a:lnTo>
                <a:moveTo>
                  <a:pt x="35" y="8363"/>
                </a:moveTo>
                <a:lnTo>
                  <a:pt x="35" y="8409"/>
                </a:lnTo>
                <a:lnTo>
                  <a:pt x="0" y="8409"/>
                </a:lnTo>
                <a:lnTo>
                  <a:pt x="0" y="8363"/>
                </a:lnTo>
                <a:lnTo>
                  <a:pt x="35" y="83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3" name=""/>
          <p:cNvSpPr/>
          <p:nvPr/>
        </p:nvSpPr>
        <p:spPr>
          <a:xfrm>
            <a:off x="977400" y="-1293840"/>
            <a:ext cx="12600" cy="3775680"/>
          </a:xfrm>
          <a:custGeom>
            <a:avLst/>
            <a:gdLst/>
            <a:ahLst/>
            <a:rect l="0" t="0" r="r" b="b"/>
            <a:pathLst>
              <a:path w="35" h="104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4"/>
                </a:moveTo>
                <a:lnTo>
                  <a:pt x="35" y="7882"/>
                </a:lnTo>
                <a:lnTo>
                  <a:pt x="0" y="7882"/>
                </a:lnTo>
                <a:lnTo>
                  <a:pt x="0" y="7814"/>
                </a:lnTo>
                <a:lnTo>
                  <a:pt x="35" y="7814"/>
                </a:lnTo>
                <a:moveTo>
                  <a:pt x="35" y="7951"/>
                </a:moveTo>
                <a:lnTo>
                  <a:pt x="35" y="8019"/>
                </a:lnTo>
                <a:lnTo>
                  <a:pt x="0" y="8019"/>
                </a:lnTo>
                <a:lnTo>
                  <a:pt x="0" y="7951"/>
                </a:lnTo>
                <a:lnTo>
                  <a:pt x="35" y="7951"/>
                </a:lnTo>
                <a:moveTo>
                  <a:pt x="35" y="8088"/>
                </a:moveTo>
                <a:lnTo>
                  <a:pt x="35" y="8156"/>
                </a:lnTo>
                <a:lnTo>
                  <a:pt x="0" y="8156"/>
                </a:lnTo>
                <a:lnTo>
                  <a:pt x="0" y="8088"/>
                </a:lnTo>
                <a:lnTo>
                  <a:pt x="35" y="8088"/>
                </a:lnTo>
                <a:moveTo>
                  <a:pt x="35" y="8225"/>
                </a:moveTo>
                <a:lnTo>
                  <a:pt x="35" y="8293"/>
                </a:lnTo>
                <a:lnTo>
                  <a:pt x="0" y="8293"/>
                </a:lnTo>
                <a:lnTo>
                  <a:pt x="0" y="8225"/>
                </a:lnTo>
                <a:lnTo>
                  <a:pt x="35" y="8225"/>
                </a:lnTo>
                <a:moveTo>
                  <a:pt x="35" y="8362"/>
                </a:moveTo>
                <a:lnTo>
                  <a:pt x="35" y="8430"/>
                </a:lnTo>
                <a:lnTo>
                  <a:pt x="0" y="8430"/>
                </a:lnTo>
                <a:lnTo>
                  <a:pt x="0" y="8362"/>
                </a:lnTo>
                <a:lnTo>
                  <a:pt x="35" y="8362"/>
                </a:lnTo>
                <a:moveTo>
                  <a:pt x="35" y="8499"/>
                </a:moveTo>
                <a:lnTo>
                  <a:pt x="35" y="8568"/>
                </a:lnTo>
                <a:lnTo>
                  <a:pt x="0" y="8568"/>
                </a:lnTo>
                <a:lnTo>
                  <a:pt x="0" y="8499"/>
                </a:lnTo>
                <a:lnTo>
                  <a:pt x="35" y="8499"/>
                </a:lnTo>
                <a:moveTo>
                  <a:pt x="35" y="8636"/>
                </a:moveTo>
                <a:lnTo>
                  <a:pt x="35" y="8705"/>
                </a:lnTo>
                <a:lnTo>
                  <a:pt x="0" y="8705"/>
                </a:lnTo>
                <a:lnTo>
                  <a:pt x="0" y="8636"/>
                </a:lnTo>
                <a:lnTo>
                  <a:pt x="35" y="8636"/>
                </a:lnTo>
                <a:moveTo>
                  <a:pt x="35" y="8773"/>
                </a:moveTo>
                <a:lnTo>
                  <a:pt x="35" y="8843"/>
                </a:lnTo>
                <a:lnTo>
                  <a:pt x="0" y="8843"/>
                </a:lnTo>
                <a:lnTo>
                  <a:pt x="0" y="8773"/>
                </a:lnTo>
                <a:lnTo>
                  <a:pt x="35" y="8773"/>
                </a:lnTo>
                <a:moveTo>
                  <a:pt x="35" y="8911"/>
                </a:moveTo>
                <a:lnTo>
                  <a:pt x="35" y="8980"/>
                </a:lnTo>
                <a:lnTo>
                  <a:pt x="0" y="8980"/>
                </a:lnTo>
                <a:lnTo>
                  <a:pt x="0" y="8911"/>
                </a:lnTo>
                <a:lnTo>
                  <a:pt x="35" y="8911"/>
                </a:lnTo>
                <a:moveTo>
                  <a:pt x="35" y="9048"/>
                </a:moveTo>
                <a:lnTo>
                  <a:pt x="35" y="9117"/>
                </a:lnTo>
                <a:lnTo>
                  <a:pt x="0" y="9117"/>
                </a:lnTo>
                <a:lnTo>
                  <a:pt x="0" y="9048"/>
                </a:lnTo>
                <a:lnTo>
                  <a:pt x="35" y="9048"/>
                </a:lnTo>
                <a:moveTo>
                  <a:pt x="35" y="9185"/>
                </a:moveTo>
                <a:lnTo>
                  <a:pt x="35" y="9254"/>
                </a:lnTo>
                <a:lnTo>
                  <a:pt x="0" y="9254"/>
                </a:lnTo>
                <a:lnTo>
                  <a:pt x="0" y="9185"/>
                </a:lnTo>
                <a:lnTo>
                  <a:pt x="35" y="9185"/>
                </a:lnTo>
                <a:moveTo>
                  <a:pt x="35" y="9322"/>
                </a:moveTo>
                <a:lnTo>
                  <a:pt x="35" y="9391"/>
                </a:lnTo>
                <a:lnTo>
                  <a:pt x="0" y="9391"/>
                </a:lnTo>
                <a:lnTo>
                  <a:pt x="0" y="9322"/>
                </a:lnTo>
                <a:lnTo>
                  <a:pt x="35" y="9322"/>
                </a:lnTo>
                <a:moveTo>
                  <a:pt x="35" y="9460"/>
                </a:moveTo>
                <a:lnTo>
                  <a:pt x="35" y="9528"/>
                </a:lnTo>
                <a:lnTo>
                  <a:pt x="0" y="9528"/>
                </a:lnTo>
                <a:lnTo>
                  <a:pt x="0" y="9460"/>
                </a:lnTo>
                <a:lnTo>
                  <a:pt x="35" y="9460"/>
                </a:lnTo>
                <a:moveTo>
                  <a:pt x="35" y="9597"/>
                </a:moveTo>
                <a:lnTo>
                  <a:pt x="35" y="9665"/>
                </a:lnTo>
                <a:lnTo>
                  <a:pt x="0" y="9665"/>
                </a:lnTo>
                <a:lnTo>
                  <a:pt x="0" y="9597"/>
                </a:lnTo>
                <a:lnTo>
                  <a:pt x="35" y="9597"/>
                </a:lnTo>
                <a:moveTo>
                  <a:pt x="35" y="9734"/>
                </a:moveTo>
                <a:lnTo>
                  <a:pt x="35" y="9802"/>
                </a:lnTo>
                <a:lnTo>
                  <a:pt x="0" y="9802"/>
                </a:lnTo>
                <a:lnTo>
                  <a:pt x="0" y="9734"/>
                </a:lnTo>
                <a:lnTo>
                  <a:pt x="35" y="9734"/>
                </a:lnTo>
                <a:moveTo>
                  <a:pt x="35" y="9871"/>
                </a:moveTo>
                <a:lnTo>
                  <a:pt x="35" y="9939"/>
                </a:lnTo>
                <a:lnTo>
                  <a:pt x="0" y="9939"/>
                </a:lnTo>
                <a:lnTo>
                  <a:pt x="0" y="9871"/>
                </a:lnTo>
                <a:lnTo>
                  <a:pt x="35" y="9871"/>
                </a:lnTo>
                <a:moveTo>
                  <a:pt x="35" y="10008"/>
                </a:moveTo>
                <a:lnTo>
                  <a:pt x="35" y="10076"/>
                </a:lnTo>
                <a:lnTo>
                  <a:pt x="0" y="10076"/>
                </a:lnTo>
                <a:lnTo>
                  <a:pt x="0" y="10008"/>
                </a:lnTo>
                <a:lnTo>
                  <a:pt x="35" y="10008"/>
                </a:lnTo>
                <a:moveTo>
                  <a:pt x="35" y="10145"/>
                </a:moveTo>
                <a:lnTo>
                  <a:pt x="35" y="10213"/>
                </a:lnTo>
                <a:lnTo>
                  <a:pt x="0" y="10213"/>
                </a:lnTo>
                <a:lnTo>
                  <a:pt x="0" y="10145"/>
                </a:lnTo>
                <a:lnTo>
                  <a:pt x="35" y="10145"/>
                </a:lnTo>
                <a:moveTo>
                  <a:pt x="35" y="10282"/>
                </a:moveTo>
                <a:lnTo>
                  <a:pt x="35" y="10351"/>
                </a:lnTo>
                <a:lnTo>
                  <a:pt x="0" y="10351"/>
                </a:lnTo>
                <a:lnTo>
                  <a:pt x="0" y="10282"/>
                </a:lnTo>
                <a:lnTo>
                  <a:pt x="35" y="10282"/>
                </a:lnTo>
                <a:moveTo>
                  <a:pt x="35" y="10419"/>
                </a:moveTo>
                <a:lnTo>
                  <a:pt x="35" y="10488"/>
                </a:lnTo>
                <a:lnTo>
                  <a:pt x="0" y="10488"/>
                </a:lnTo>
                <a:lnTo>
                  <a:pt x="0" y="10419"/>
                </a:lnTo>
                <a:lnTo>
                  <a:pt x="35" y="104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4" name=""/>
          <p:cNvSpPr/>
          <p:nvPr/>
        </p:nvSpPr>
        <p:spPr>
          <a:xfrm>
            <a:off x="786240" y="1765800"/>
            <a:ext cx="4785480" cy="534960"/>
          </a:xfrm>
          <a:custGeom>
            <a:avLst/>
            <a:gdLst/>
            <a:ahLst/>
            <a:rect l="0" t="0" r="r" b="b"/>
            <a:pathLst>
              <a:path w="13293" h="1486">
                <a:moveTo>
                  <a:pt x="0" y="0"/>
                </a:moveTo>
                <a:lnTo>
                  <a:pt x="13293" y="0"/>
                </a:lnTo>
                <a:lnTo>
                  <a:pt x="13293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5" name=""/>
          <p:cNvSpPr/>
          <p:nvPr/>
        </p:nvSpPr>
        <p:spPr>
          <a:xfrm>
            <a:off x="781920" y="176184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2"/>
                </a:lnTo>
                <a:lnTo>
                  <a:pt x="743" y="22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2"/>
                </a:lnTo>
                <a:lnTo>
                  <a:pt x="2022" y="22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2"/>
                </a:lnTo>
                <a:lnTo>
                  <a:pt x="2753" y="22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2"/>
                </a:lnTo>
                <a:lnTo>
                  <a:pt x="3301" y="22"/>
                </a:lnTo>
                <a:lnTo>
                  <a:pt x="3301" y="0"/>
                </a:lnTo>
                <a:moveTo>
                  <a:pt x="3483" y="0"/>
                </a:moveTo>
                <a:lnTo>
                  <a:pt x="3598" y="0"/>
                </a:lnTo>
                <a:lnTo>
                  <a:pt x="3598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2"/>
                </a:lnTo>
                <a:lnTo>
                  <a:pt x="4032" y="22"/>
                </a:lnTo>
                <a:lnTo>
                  <a:pt x="4032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2"/>
                </a:lnTo>
                <a:lnTo>
                  <a:pt x="4397" y="22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2"/>
                </a:lnTo>
                <a:lnTo>
                  <a:pt x="5312" y="22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2"/>
                </a:lnTo>
                <a:lnTo>
                  <a:pt x="6591" y="22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620" y="0"/>
                </a:moveTo>
                <a:lnTo>
                  <a:pt x="12734" y="0"/>
                </a:lnTo>
                <a:lnTo>
                  <a:pt x="12734" y="22"/>
                </a:lnTo>
                <a:lnTo>
                  <a:pt x="12620" y="22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2"/>
                </a:lnTo>
                <a:lnTo>
                  <a:pt x="12803" y="22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2"/>
                </a:lnTo>
                <a:lnTo>
                  <a:pt x="12986" y="22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2"/>
                </a:lnTo>
                <a:lnTo>
                  <a:pt x="13168" y="22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39"/>
                </a:moveTo>
                <a:lnTo>
                  <a:pt x="13317" y="354"/>
                </a:lnTo>
                <a:lnTo>
                  <a:pt x="13294" y="354"/>
                </a:lnTo>
                <a:lnTo>
                  <a:pt x="13294" y="239"/>
                </a:lnTo>
                <a:lnTo>
                  <a:pt x="13317" y="239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2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2"/>
                </a:lnTo>
                <a:lnTo>
                  <a:pt x="13317" y="972"/>
                </a:lnTo>
                <a:moveTo>
                  <a:pt x="13317" y="1154"/>
                </a:moveTo>
                <a:lnTo>
                  <a:pt x="13317" y="1269"/>
                </a:lnTo>
                <a:lnTo>
                  <a:pt x="13294" y="1269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6"/>
                </a:lnTo>
                <a:lnTo>
                  <a:pt x="13283" y="1486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6"/>
                </a:lnTo>
                <a:lnTo>
                  <a:pt x="13100" y="1486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6"/>
                </a:lnTo>
                <a:lnTo>
                  <a:pt x="12917" y="1486"/>
                </a:lnTo>
                <a:lnTo>
                  <a:pt x="12917" y="1508"/>
                </a:lnTo>
                <a:moveTo>
                  <a:pt x="12734" y="1508"/>
                </a:moveTo>
                <a:lnTo>
                  <a:pt x="12620" y="1508"/>
                </a:lnTo>
                <a:lnTo>
                  <a:pt x="12620" y="1486"/>
                </a:lnTo>
                <a:lnTo>
                  <a:pt x="12734" y="1486"/>
                </a:lnTo>
                <a:lnTo>
                  <a:pt x="12734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6"/>
                </a:lnTo>
                <a:lnTo>
                  <a:pt x="12552" y="1486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6"/>
                </a:lnTo>
                <a:lnTo>
                  <a:pt x="12369" y="1486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6"/>
                </a:lnTo>
                <a:lnTo>
                  <a:pt x="12186" y="1486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6"/>
                </a:lnTo>
                <a:lnTo>
                  <a:pt x="12004" y="1486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6"/>
                </a:lnTo>
                <a:lnTo>
                  <a:pt x="11821" y="1486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6"/>
                </a:lnTo>
                <a:lnTo>
                  <a:pt x="11638" y="1486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6"/>
                </a:lnTo>
                <a:lnTo>
                  <a:pt x="11455" y="1486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6"/>
                </a:lnTo>
                <a:lnTo>
                  <a:pt x="11273" y="1486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6"/>
                </a:lnTo>
                <a:lnTo>
                  <a:pt x="11090" y="1486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6"/>
                </a:lnTo>
                <a:lnTo>
                  <a:pt x="10907" y="1486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6"/>
                </a:lnTo>
                <a:lnTo>
                  <a:pt x="10725" y="1486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6"/>
                </a:lnTo>
                <a:lnTo>
                  <a:pt x="10542" y="1486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6"/>
                </a:lnTo>
                <a:lnTo>
                  <a:pt x="10359" y="1486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6"/>
                </a:lnTo>
                <a:lnTo>
                  <a:pt x="10176" y="1486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6"/>
                </a:lnTo>
                <a:lnTo>
                  <a:pt x="9994" y="1486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6"/>
                </a:lnTo>
                <a:lnTo>
                  <a:pt x="9811" y="1486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6"/>
                </a:lnTo>
                <a:lnTo>
                  <a:pt x="9628" y="1486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6"/>
                </a:lnTo>
                <a:lnTo>
                  <a:pt x="9446" y="1486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6"/>
                </a:lnTo>
                <a:lnTo>
                  <a:pt x="9263" y="1486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6"/>
                </a:lnTo>
                <a:lnTo>
                  <a:pt x="9080" y="1486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6"/>
                </a:lnTo>
                <a:lnTo>
                  <a:pt x="8897" y="1486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6"/>
                </a:lnTo>
                <a:lnTo>
                  <a:pt x="8715" y="1486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6"/>
                </a:lnTo>
                <a:lnTo>
                  <a:pt x="8532" y="1486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6"/>
                </a:lnTo>
                <a:lnTo>
                  <a:pt x="8349" y="1486"/>
                </a:lnTo>
                <a:lnTo>
                  <a:pt x="8349" y="1508"/>
                </a:lnTo>
                <a:moveTo>
                  <a:pt x="8167" y="1508"/>
                </a:moveTo>
                <a:lnTo>
                  <a:pt x="8052" y="1508"/>
                </a:lnTo>
                <a:lnTo>
                  <a:pt x="8052" y="1486"/>
                </a:lnTo>
                <a:lnTo>
                  <a:pt x="8167" y="1486"/>
                </a:lnTo>
                <a:lnTo>
                  <a:pt x="8167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6"/>
                </a:lnTo>
                <a:lnTo>
                  <a:pt x="7984" y="1486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6"/>
                </a:lnTo>
                <a:lnTo>
                  <a:pt x="7801" y="1486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7" y="1486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8" y="1486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6"/>
                </a:lnTo>
                <a:lnTo>
                  <a:pt x="4328" y="1486"/>
                </a:lnTo>
                <a:lnTo>
                  <a:pt x="4328" y="1508"/>
                </a:lnTo>
                <a:moveTo>
                  <a:pt x="4146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6" y="1486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6"/>
                </a:lnTo>
                <a:lnTo>
                  <a:pt x="3963" y="1486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6"/>
                </a:lnTo>
                <a:lnTo>
                  <a:pt x="3780" y="1486"/>
                </a:lnTo>
                <a:lnTo>
                  <a:pt x="3780" y="1508"/>
                </a:lnTo>
                <a:moveTo>
                  <a:pt x="3598" y="1508"/>
                </a:moveTo>
                <a:lnTo>
                  <a:pt x="3483" y="1508"/>
                </a:lnTo>
                <a:lnTo>
                  <a:pt x="3483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5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5" y="1486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9" y="1486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40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40" y="1486"/>
                </a:lnTo>
                <a:lnTo>
                  <a:pt x="1040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6" name=""/>
          <p:cNvSpPr/>
          <p:nvPr/>
        </p:nvSpPr>
        <p:spPr>
          <a:xfrm>
            <a:off x="540720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540720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8" name=""/>
          <p:cNvSpPr txBox="1"/>
          <p:nvPr/>
        </p:nvSpPr>
        <p:spPr>
          <a:xfrm>
            <a:off x="457200" y="1379880"/>
            <a:ext cx="7372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2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9" name=""/>
          <p:cNvSpPr txBox="1"/>
          <p:nvPr/>
        </p:nvSpPr>
        <p:spPr>
          <a:xfrm>
            <a:off x="868680" y="18223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0" name=""/>
          <p:cNvSpPr txBox="1"/>
          <p:nvPr/>
        </p:nvSpPr>
        <p:spPr>
          <a:xfrm>
            <a:off x="868680" y="19551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1" name=""/>
          <p:cNvSpPr/>
          <p:nvPr/>
        </p:nvSpPr>
        <p:spPr>
          <a:xfrm>
            <a:off x="5769000" y="1765800"/>
            <a:ext cx="2779200" cy="534960"/>
          </a:xfrm>
          <a:custGeom>
            <a:avLst/>
            <a:gdLst/>
            <a:ahLst/>
            <a:rect l="0" t="0" r="r" b="b"/>
            <a:pathLst>
              <a:path w="7720" h="1486">
                <a:moveTo>
                  <a:pt x="0" y="0"/>
                </a:moveTo>
                <a:lnTo>
                  <a:pt x="7720" y="0"/>
                </a:lnTo>
                <a:lnTo>
                  <a:pt x="7720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2" name=""/>
          <p:cNvSpPr/>
          <p:nvPr/>
        </p:nvSpPr>
        <p:spPr>
          <a:xfrm>
            <a:off x="5764680" y="176184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7" y="22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1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1"/>
                </a:lnTo>
                <a:lnTo>
                  <a:pt x="7744" y="331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6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6"/>
                </a:lnTo>
                <a:lnTo>
                  <a:pt x="7744" y="1246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6"/>
                </a:lnTo>
                <a:lnTo>
                  <a:pt x="7732" y="1486"/>
                </a:lnTo>
                <a:lnTo>
                  <a:pt x="7732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6" y="1486"/>
                </a:lnTo>
                <a:lnTo>
                  <a:pt x="6156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7" y="1486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6"/>
                </a:lnTo>
                <a:lnTo>
                  <a:pt x="4329" y="1486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7" y="1486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6"/>
                </a:lnTo>
                <a:lnTo>
                  <a:pt x="3964" y="1486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6"/>
                </a:lnTo>
                <a:lnTo>
                  <a:pt x="3781" y="1486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6" y="1486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8" y="1486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39" y="1486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838368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838368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5" name=""/>
          <p:cNvSpPr txBox="1"/>
          <p:nvPr/>
        </p:nvSpPr>
        <p:spPr>
          <a:xfrm>
            <a:off x="868680" y="211032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6" name=""/>
          <p:cNvSpPr txBox="1"/>
          <p:nvPr/>
        </p:nvSpPr>
        <p:spPr>
          <a:xfrm>
            <a:off x="5851080" y="182232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7" name=""/>
          <p:cNvSpPr txBox="1"/>
          <p:nvPr/>
        </p:nvSpPr>
        <p:spPr>
          <a:xfrm>
            <a:off x="5851080" y="195516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786240" y="2530800"/>
            <a:ext cx="3692160" cy="534960"/>
          </a:xfrm>
          <a:custGeom>
            <a:avLst/>
            <a:gdLst/>
            <a:ahLst/>
            <a:rect l="0" t="0" r="r" b="b"/>
            <a:pathLst>
              <a:path w="10256" h="1486">
                <a:moveTo>
                  <a:pt x="0" y="0"/>
                </a:moveTo>
                <a:lnTo>
                  <a:pt x="10256" y="0"/>
                </a:lnTo>
                <a:lnTo>
                  <a:pt x="10256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781920" y="2526480"/>
            <a:ext cx="3700440" cy="543240"/>
          </a:xfrm>
          <a:custGeom>
            <a:avLst/>
            <a:gdLst/>
            <a:ahLst/>
            <a:rect l="0" t="0" r="r" b="b"/>
            <a:pathLst>
              <a:path w="10279" h="1509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2" y="0"/>
                </a:moveTo>
                <a:lnTo>
                  <a:pt x="3416" y="0"/>
                </a:lnTo>
                <a:lnTo>
                  <a:pt x="3416" y="23"/>
                </a:lnTo>
                <a:lnTo>
                  <a:pt x="3302" y="23"/>
                </a:lnTo>
                <a:lnTo>
                  <a:pt x="3302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3"/>
                </a:lnTo>
                <a:lnTo>
                  <a:pt x="10256" y="103"/>
                </a:lnTo>
                <a:lnTo>
                  <a:pt x="10256" y="12"/>
                </a:lnTo>
                <a:lnTo>
                  <a:pt x="10268" y="12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2"/>
                </a:moveTo>
                <a:lnTo>
                  <a:pt x="10279" y="286"/>
                </a:lnTo>
                <a:lnTo>
                  <a:pt x="10256" y="286"/>
                </a:lnTo>
                <a:lnTo>
                  <a:pt x="10256" y="172"/>
                </a:lnTo>
                <a:lnTo>
                  <a:pt x="10279" y="172"/>
                </a:lnTo>
                <a:moveTo>
                  <a:pt x="10279" y="354"/>
                </a:moveTo>
                <a:lnTo>
                  <a:pt x="10279" y="469"/>
                </a:lnTo>
                <a:lnTo>
                  <a:pt x="10256" y="469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7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7"/>
                </a:lnTo>
                <a:lnTo>
                  <a:pt x="10279" y="537"/>
                </a:lnTo>
                <a:moveTo>
                  <a:pt x="10279" y="720"/>
                </a:moveTo>
                <a:lnTo>
                  <a:pt x="10279" y="834"/>
                </a:lnTo>
                <a:lnTo>
                  <a:pt x="10256" y="834"/>
                </a:lnTo>
                <a:lnTo>
                  <a:pt x="10256" y="720"/>
                </a:lnTo>
                <a:lnTo>
                  <a:pt x="10279" y="720"/>
                </a:lnTo>
                <a:moveTo>
                  <a:pt x="10279" y="903"/>
                </a:moveTo>
                <a:lnTo>
                  <a:pt x="10279" y="1017"/>
                </a:lnTo>
                <a:lnTo>
                  <a:pt x="10256" y="1017"/>
                </a:lnTo>
                <a:lnTo>
                  <a:pt x="10256" y="903"/>
                </a:lnTo>
                <a:lnTo>
                  <a:pt x="10279" y="903"/>
                </a:lnTo>
                <a:moveTo>
                  <a:pt x="10279" y="1085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5"/>
                </a:lnTo>
                <a:lnTo>
                  <a:pt x="10279" y="1085"/>
                </a:lnTo>
                <a:moveTo>
                  <a:pt x="10279" y="1268"/>
                </a:moveTo>
                <a:lnTo>
                  <a:pt x="10279" y="1383"/>
                </a:lnTo>
                <a:lnTo>
                  <a:pt x="10256" y="1383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2"/>
                </a:moveTo>
                <a:lnTo>
                  <a:pt x="10279" y="1509"/>
                </a:lnTo>
                <a:lnTo>
                  <a:pt x="10199" y="1509"/>
                </a:lnTo>
                <a:lnTo>
                  <a:pt x="10199" y="1486"/>
                </a:lnTo>
                <a:lnTo>
                  <a:pt x="10268" y="1486"/>
                </a:lnTo>
                <a:lnTo>
                  <a:pt x="10268" y="1498"/>
                </a:lnTo>
                <a:lnTo>
                  <a:pt x="10256" y="1498"/>
                </a:lnTo>
                <a:lnTo>
                  <a:pt x="10256" y="1452"/>
                </a:lnTo>
                <a:lnTo>
                  <a:pt x="10279" y="1452"/>
                </a:lnTo>
                <a:moveTo>
                  <a:pt x="10131" y="1509"/>
                </a:moveTo>
                <a:lnTo>
                  <a:pt x="10017" y="1509"/>
                </a:lnTo>
                <a:lnTo>
                  <a:pt x="10017" y="1486"/>
                </a:lnTo>
                <a:lnTo>
                  <a:pt x="10131" y="1486"/>
                </a:lnTo>
                <a:lnTo>
                  <a:pt x="10131" y="1509"/>
                </a:lnTo>
                <a:moveTo>
                  <a:pt x="9948" y="1509"/>
                </a:moveTo>
                <a:lnTo>
                  <a:pt x="9834" y="1509"/>
                </a:lnTo>
                <a:lnTo>
                  <a:pt x="9834" y="1486"/>
                </a:lnTo>
                <a:lnTo>
                  <a:pt x="9948" y="1486"/>
                </a:lnTo>
                <a:lnTo>
                  <a:pt x="9948" y="1509"/>
                </a:lnTo>
                <a:moveTo>
                  <a:pt x="9765" y="1509"/>
                </a:moveTo>
                <a:lnTo>
                  <a:pt x="9651" y="1509"/>
                </a:lnTo>
                <a:lnTo>
                  <a:pt x="9651" y="1486"/>
                </a:lnTo>
                <a:lnTo>
                  <a:pt x="9765" y="1486"/>
                </a:lnTo>
                <a:lnTo>
                  <a:pt x="9765" y="1509"/>
                </a:lnTo>
                <a:moveTo>
                  <a:pt x="9583" y="1509"/>
                </a:moveTo>
                <a:lnTo>
                  <a:pt x="9468" y="1509"/>
                </a:lnTo>
                <a:lnTo>
                  <a:pt x="9468" y="1486"/>
                </a:lnTo>
                <a:lnTo>
                  <a:pt x="9583" y="1486"/>
                </a:lnTo>
                <a:lnTo>
                  <a:pt x="9583" y="1509"/>
                </a:lnTo>
                <a:moveTo>
                  <a:pt x="9400" y="1509"/>
                </a:moveTo>
                <a:lnTo>
                  <a:pt x="9286" y="1509"/>
                </a:lnTo>
                <a:lnTo>
                  <a:pt x="9286" y="1486"/>
                </a:lnTo>
                <a:lnTo>
                  <a:pt x="9400" y="1486"/>
                </a:lnTo>
                <a:lnTo>
                  <a:pt x="9400" y="1509"/>
                </a:lnTo>
                <a:moveTo>
                  <a:pt x="9217" y="1509"/>
                </a:moveTo>
                <a:lnTo>
                  <a:pt x="9103" y="1509"/>
                </a:lnTo>
                <a:lnTo>
                  <a:pt x="9103" y="1486"/>
                </a:lnTo>
                <a:lnTo>
                  <a:pt x="9217" y="1486"/>
                </a:lnTo>
                <a:lnTo>
                  <a:pt x="9217" y="1509"/>
                </a:lnTo>
                <a:moveTo>
                  <a:pt x="9034" y="1509"/>
                </a:moveTo>
                <a:lnTo>
                  <a:pt x="8920" y="1509"/>
                </a:lnTo>
                <a:lnTo>
                  <a:pt x="8920" y="1486"/>
                </a:lnTo>
                <a:lnTo>
                  <a:pt x="9034" y="1486"/>
                </a:lnTo>
                <a:lnTo>
                  <a:pt x="9034" y="1509"/>
                </a:lnTo>
                <a:moveTo>
                  <a:pt x="8852" y="1509"/>
                </a:moveTo>
                <a:lnTo>
                  <a:pt x="8738" y="1509"/>
                </a:lnTo>
                <a:lnTo>
                  <a:pt x="8738" y="1486"/>
                </a:lnTo>
                <a:lnTo>
                  <a:pt x="8852" y="1486"/>
                </a:lnTo>
                <a:lnTo>
                  <a:pt x="8852" y="1509"/>
                </a:lnTo>
                <a:moveTo>
                  <a:pt x="8669" y="1509"/>
                </a:moveTo>
                <a:lnTo>
                  <a:pt x="8555" y="1509"/>
                </a:lnTo>
                <a:lnTo>
                  <a:pt x="8555" y="1486"/>
                </a:lnTo>
                <a:lnTo>
                  <a:pt x="8669" y="1486"/>
                </a:lnTo>
                <a:lnTo>
                  <a:pt x="8669" y="1509"/>
                </a:lnTo>
                <a:moveTo>
                  <a:pt x="8486" y="1509"/>
                </a:moveTo>
                <a:lnTo>
                  <a:pt x="8372" y="1509"/>
                </a:lnTo>
                <a:lnTo>
                  <a:pt x="8372" y="1486"/>
                </a:lnTo>
                <a:lnTo>
                  <a:pt x="8486" y="1486"/>
                </a:lnTo>
                <a:lnTo>
                  <a:pt x="8486" y="1509"/>
                </a:lnTo>
                <a:moveTo>
                  <a:pt x="8304" y="1509"/>
                </a:moveTo>
                <a:lnTo>
                  <a:pt x="8189" y="1509"/>
                </a:lnTo>
                <a:lnTo>
                  <a:pt x="8189" y="1486"/>
                </a:lnTo>
                <a:lnTo>
                  <a:pt x="8304" y="1486"/>
                </a:lnTo>
                <a:lnTo>
                  <a:pt x="8304" y="1509"/>
                </a:lnTo>
                <a:moveTo>
                  <a:pt x="8121" y="1509"/>
                </a:moveTo>
                <a:lnTo>
                  <a:pt x="8007" y="1509"/>
                </a:lnTo>
                <a:lnTo>
                  <a:pt x="8007" y="1486"/>
                </a:lnTo>
                <a:lnTo>
                  <a:pt x="8121" y="1486"/>
                </a:lnTo>
                <a:lnTo>
                  <a:pt x="8121" y="1509"/>
                </a:lnTo>
                <a:moveTo>
                  <a:pt x="7938" y="1509"/>
                </a:moveTo>
                <a:lnTo>
                  <a:pt x="7824" y="1509"/>
                </a:lnTo>
                <a:lnTo>
                  <a:pt x="7824" y="1486"/>
                </a:lnTo>
                <a:lnTo>
                  <a:pt x="7938" y="1486"/>
                </a:lnTo>
                <a:lnTo>
                  <a:pt x="7938" y="1509"/>
                </a:lnTo>
                <a:moveTo>
                  <a:pt x="7755" y="1509"/>
                </a:moveTo>
                <a:lnTo>
                  <a:pt x="7641" y="1509"/>
                </a:lnTo>
                <a:lnTo>
                  <a:pt x="7641" y="1486"/>
                </a:lnTo>
                <a:lnTo>
                  <a:pt x="7755" y="1486"/>
                </a:lnTo>
                <a:lnTo>
                  <a:pt x="7755" y="1509"/>
                </a:lnTo>
                <a:moveTo>
                  <a:pt x="7573" y="1509"/>
                </a:moveTo>
                <a:lnTo>
                  <a:pt x="7458" y="1509"/>
                </a:lnTo>
                <a:lnTo>
                  <a:pt x="7458" y="1486"/>
                </a:lnTo>
                <a:lnTo>
                  <a:pt x="7573" y="1486"/>
                </a:lnTo>
                <a:lnTo>
                  <a:pt x="7573" y="1509"/>
                </a:lnTo>
                <a:moveTo>
                  <a:pt x="7390" y="1509"/>
                </a:moveTo>
                <a:lnTo>
                  <a:pt x="7276" y="1509"/>
                </a:lnTo>
                <a:lnTo>
                  <a:pt x="7276" y="1486"/>
                </a:lnTo>
                <a:lnTo>
                  <a:pt x="7390" y="1486"/>
                </a:lnTo>
                <a:lnTo>
                  <a:pt x="7390" y="1509"/>
                </a:lnTo>
                <a:moveTo>
                  <a:pt x="7207" y="1509"/>
                </a:moveTo>
                <a:lnTo>
                  <a:pt x="7093" y="1509"/>
                </a:lnTo>
                <a:lnTo>
                  <a:pt x="7093" y="1486"/>
                </a:lnTo>
                <a:lnTo>
                  <a:pt x="7207" y="1486"/>
                </a:lnTo>
                <a:lnTo>
                  <a:pt x="7207" y="1509"/>
                </a:lnTo>
                <a:moveTo>
                  <a:pt x="7025" y="1509"/>
                </a:moveTo>
                <a:lnTo>
                  <a:pt x="6910" y="1509"/>
                </a:lnTo>
                <a:lnTo>
                  <a:pt x="6910" y="1486"/>
                </a:lnTo>
                <a:lnTo>
                  <a:pt x="7025" y="1486"/>
                </a:lnTo>
                <a:lnTo>
                  <a:pt x="7025" y="1509"/>
                </a:lnTo>
                <a:moveTo>
                  <a:pt x="6842" y="1509"/>
                </a:moveTo>
                <a:lnTo>
                  <a:pt x="6728" y="1509"/>
                </a:lnTo>
                <a:lnTo>
                  <a:pt x="6728" y="1486"/>
                </a:lnTo>
                <a:lnTo>
                  <a:pt x="6842" y="1486"/>
                </a:lnTo>
                <a:lnTo>
                  <a:pt x="6842" y="1509"/>
                </a:lnTo>
                <a:moveTo>
                  <a:pt x="6659" y="1509"/>
                </a:moveTo>
                <a:lnTo>
                  <a:pt x="6545" y="1509"/>
                </a:lnTo>
                <a:lnTo>
                  <a:pt x="6545" y="1486"/>
                </a:lnTo>
                <a:lnTo>
                  <a:pt x="6659" y="1486"/>
                </a:lnTo>
                <a:lnTo>
                  <a:pt x="6659" y="1509"/>
                </a:lnTo>
                <a:moveTo>
                  <a:pt x="6476" y="1509"/>
                </a:moveTo>
                <a:lnTo>
                  <a:pt x="6362" y="1509"/>
                </a:lnTo>
                <a:lnTo>
                  <a:pt x="6362" y="1486"/>
                </a:lnTo>
                <a:lnTo>
                  <a:pt x="6476" y="1486"/>
                </a:lnTo>
                <a:lnTo>
                  <a:pt x="6476" y="1509"/>
                </a:lnTo>
                <a:moveTo>
                  <a:pt x="6294" y="1509"/>
                </a:moveTo>
                <a:lnTo>
                  <a:pt x="6179" y="1509"/>
                </a:lnTo>
                <a:lnTo>
                  <a:pt x="6179" y="1486"/>
                </a:lnTo>
                <a:lnTo>
                  <a:pt x="6294" y="1486"/>
                </a:lnTo>
                <a:lnTo>
                  <a:pt x="6294" y="1509"/>
                </a:lnTo>
                <a:moveTo>
                  <a:pt x="6111" y="1509"/>
                </a:moveTo>
                <a:lnTo>
                  <a:pt x="5997" y="1509"/>
                </a:lnTo>
                <a:lnTo>
                  <a:pt x="5997" y="1486"/>
                </a:lnTo>
                <a:lnTo>
                  <a:pt x="6111" y="1486"/>
                </a:lnTo>
                <a:lnTo>
                  <a:pt x="6111" y="1509"/>
                </a:lnTo>
                <a:moveTo>
                  <a:pt x="5928" y="1509"/>
                </a:moveTo>
                <a:lnTo>
                  <a:pt x="5814" y="1509"/>
                </a:lnTo>
                <a:lnTo>
                  <a:pt x="5814" y="1486"/>
                </a:lnTo>
                <a:lnTo>
                  <a:pt x="5928" y="1486"/>
                </a:lnTo>
                <a:lnTo>
                  <a:pt x="5928" y="1509"/>
                </a:lnTo>
                <a:moveTo>
                  <a:pt x="5746" y="1509"/>
                </a:moveTo>
                <a:lnTo>
                  <a:pt x="5631" y="1509"/>
                </a:lnTo>
                <a:lnTo>
                  <a:pt x="5631" y="1486"/>
                </a:lnTo>
                <a:lnTo>
                  <a:pt x="5746" y="1486"/>
                </a:lnTo>
                <a:lnTo>
                  <a:pt x="5746" y="1509"/>
                </a:lnTo>
                <a:moveTo>
                  <a:pt x="5563" y="1509"/>
                </a:moveTo>
                <a:lnTo>
                  <a:pt x="5449" y="1509"/>
                </a:lnTo>
                <a:lnTo>
                  <a:pt x="5449" y="1486"/>
                </a:lnTo>
                <a:lnTo>
                  <a:pt x="5563" y="1486"/>
                </a:lnTo>
                <a:lnTo>
                  <a:pt x="5563" y="1509"/>
                </a:lnTo>
                <a:moveTo>
                  <a:pt x="5380" y="1509"/>
                </a:moveTo>
                <a:lnTo>
                  <a:pt x="5266" y="1509"/>
                </a:lnTo>
                <a:lnTo>
                  <a:pt x="5266" y="1486"/>
                </a:lnTo>
                <a:lnTo>
                  <a:pt x="5380" y="1486"/>
                </a:lnTo>
                <a:lnTo>
                  <a:pt x="5380" y="1509"/>
                </a:lnTo>
                <a:moveTo>
                  <a:pt x="5197" y="1509"/>
                </a:moveTo>
                <a:lnTo>
                  <a:pt x="5083" y="1509"/>
                </a:lnTo>
                <a:lnTo>
                  <a:pt x="5083" y="1486"/>
                </a:lnTo>
                <a:lnTo>
                  <a:pt x="5197" y="1486"/>
                </a:lnTo>
                <a:lnTo>
                  <a:pt x="5197" y="1509"/>
                </a:lnTo>
                <a:moveTo>
                  <a:pt x="5015" y="1509"/>
                </a:moveTo>
                <a:lnTo>
                  <a:pt x="4900" y="1509"/>
                </a:lnTo>
                <a:lnTo>
                  <a:pt x="4900" y="1486"/>
                </a:lnTo>
                <a:lnTo>
                  <a:pt x="5015" y="1486"/>
                </a:lnTo>
                <a:lnTo>
                  <a:pt x="5015" y="1509"/>
                </a:lnTo>
                <a:moveTo>
                  <a:pt x="4832" y="1509"/>
                </a:moveTo>
                <a:lnTo>
                  <a:pt x="4718" y="1509"/>
                </a:lnTo>
                <a:lnTo>
                  <a:pt x="4718" y="1486"/>
                </a:lnTo>
                <a:lnTo>
                  <a:pt x="4832" y="1486"/>
                </a:lnTo>
                <a:lnTo>
                  <a:pt x="4832" y="1509"/>
                </a:lnTo>
                <a:moveTo>
                  <a:pt x="4649" y="1509"/>
                </a:moveTo>
                <a:lnTo>
                  <a:pt x="4535" y="1509"/>
                </a:lnTo>
                <a:lnTo>
                  <a:pt x="4535" y="1486"/>
                </a:lnTo>
                <a:lnTo>
                  <a:pt x="4649" y="1486"/>
                </a:lnTo>
                <a:lnTo>
                  <a:pt x="4649" y="1509"/>
                </a:lnTo>
                <a:moveTo>
                  <a:pt x="4466" y="1509"/>
                </a:moveTo>
                <a:lnTo>
                  <a:pt x="4352" y="1509"/>
                </a:lnTo>
                <a:lnTo>
                  <a:pt x="4352" y="1486"/>
                </a:lnTo>
                <a:lnTo>
                  <a:pt x="4466" y="1486"/>
                </a:lnTo>
                <a:lnTo>
                  <a:pt x="4466" y="1509"/>
                </a:lnTo>
                <a:moveTo>
                  <a:pt x="4284" y="1509"/>
                </a:moveTo>
                <a:lnTo>
                  <a:pt x="4170" y="1509"/>
                </a:lnTo>
                <a:lnTo>
                  <a:pt x="4170" y="1486"/>
                </a:lnTo>
                <a:lnTo>
                  <a:pt x="4284" y="1486"/>
                </a:lnTo>
                <a:lnTo>
                  <a:pt x="4284" y="1509"/>
                </a:lnTo>
                <a:moveTo>
                  <a:pt x="4101" y="1509"/>
                </a:moveTo>
                <a:lnTo>
                  <a:pt x="3987" y="1509"/>
                </a:lnTo>
                <a:lnTo>
                  <a:pt x="3987" y="1486"/>
                </a:lnTo>
                <a:lnTo>
                  <a:pt x="4101" y="1486"/>
                </a:lnTo>
                <a:lnTo>
                  <a:pt x="4101" y="1509"/>
                </a:lnTo>
                <a:moveTo>
                  <a:pt x="3918" y="1509"/>
                </a:moveTo>
                <a:lnTo>
                  <a:pt x="3804" y="1509"/>
                </a:lnTo>
                <a:lnTo>
                  <a:pt x="3804" y="1486"/>
                </a:lnTo>
                <a:lnTo>
                  <a:pt x="3918" y="1486"/>
                </a:lnTo>
                <a:lnTo>
                  <a:pt x="3918" y="1509"/>
                </a:lnTo>
                <a:moveTo>
                  <a:pt x="3736" y="1509"/>
                </a:moveTo>
                <a:lnTo>
                  <a:pt x="3621" y="1509"/>
                </a:lnTo>
                <a:lnTo>
                  <a:pt x="3621" y="1486"/>
                </a:lnTo>
                <a:lnTo>
                  <a:pt x="3736" y="1486"/>
                </a:lnTo>
                <a:lnTo>
                  <a:pt x="3736" y="1509"/>
                </a:lnTo>
                <a:moveTo>
                  <a:pt x="3553" y="1509"/>
                </a:moveTo>
                <a:lnTo>
                  <a:pt x="3439" y="1509"/>
                </a:lnTo>
                <a:lnTo>
                  <a:pt x="3439" y="1486"/>
                </a:lnTo>
                <a:lnTo>
                  <a:pt x="3553" y="1486"/>
                </a:lnTo>
                <a:lnTo>
                  <a:pt x="3553" y="1509"/>
                </a:lnTo>
                <a:moveTo>
                  <a:pt x="3370" y="1509"/>
                </a:moveTo>
                <a:lnTo>
                  <a:pt x="3256" y="1509"/>
                </a:lnTo>
                <a:lnTo>
                  <a:pt x="3256" y="1486"/>
                </a:lnTo>
                <a:lnTo>
                  <a:pt x="3370" y="1486"/>
                </a:lnTo>
                <a:lnTo>
                  <a:pt x="3370" y="1509"/>
                </a:lnTo>
                <a:moveTo>
                  <a:pt x="3187" y="1509"/>
                </a:moveTo>
                <a:lnTo>
                  <a:pt x="3073" y="1509"/>
                </a:lnTo>
                <a:lnTo>
                  <a:pt x="3073" y="1486"/>
                </a:lnTo>
                <a:lnTo>
                  <a:pt x="3187" y="1486"/>
                </a:lnTo>
                <a:lnTo>
                  <a:pt x="3187" y="1509"/>
                </a:lnTo>
                <a:moveTo>
                  <a:pt x="3005" y="1509"/>
                </a:moveTo>
                <a:lnTo>
                  <a:pt x="2890" y="1509"/>
                </a:lnTo>
                <a:lnTo>
                  <a:pt x="2890" y="1486"/>
                </a:lnTo>
                <a:lnTo>
                  <a:pt x="3005" y="1486"/>
                </a:lnTo>
                <a:lnTo>
                  <a:pt x="3005" y="1509"/>
                </a:lnTo>
                <a:moveTo>
                  <a:pt x="2821" y="1509"/>
                </a:moveTo>
                <a:lnTo>
                  <a:pt x="2707" y="1509"/>
                </a:lnTo>
                <a:lnTo>
                  <a:pt x="2707" y="1486"/>
                </a:lnTo>
                <a:lnTo>
                  <a:pt x="2821" y="1486"/>
                </a:lnTo>
                <a:lnTo>
                  <a:pt x="2821" y="1509"/>
                </a:lnTo>
                <a:moveTo>
                  <a:pt x="2638" y="1509"/>
                </a:moveTo>
                <a:lnTo>
                  <a:pt x="2524" y="1509"/>
                </a:lnTo>
                <a:lnTo>
                  <a:pt x="2524" y="1486"/>
                </a:lnTo>
                <a:lnTo>
                  <a:pt x="2638" y="1486"/>
                </a:lnTo>
                <a:lnTo>
                  <a:pt x="2638" y="1509"/>
                </a:lnTo>
                <a:moveTo>
                  <a:pt x="2456" y="1509"/>
                </a:moveTo>
                <a:lnTo>
                  <a:pt x="2341" y="1509"/>
                </a:lnTo>
                <a:lnTo>
                  <a:pt x="2341" y="1486"/>
                </a:lnTo>
                <a:lnTo>
                  <a:pt x="2456" y="1486"/>
                </a:lnTo>
                <a:lnTo>
                  <a:pt x="2456" y="1509"/>
                </a:lnTo>
                <a:moveTo>
                  <a:pt x="2273" y="1509"/>
                </a:moveTo>
                <a:lnTo>
                  <a:pt x="2159" y="1509"/>
                </a:lnTo>
                <a:lnTo>
                  <a:pt x="2159" y="1486"/>
                </a:lnTo>
                <a:lnTo>
                  <a:pt x="2273" y="1486"/>
                </a:lnTo>
                <a:lnTo>
                  <a:pt x="2273" y="1509"/>
                </a:lnTo>
                <a:moveTo>
                  <a:pt x="2090" y="1509"/>
                </a:moveTo>
                <a:lnTo>
                  <a:pt x="1976" y="1509"/>
                </a:lnTo>
                <a:lnTo>
                  <a:pt x="1976" y="1486"/>
                </a:lnTo>
                <a:lnTo>
                  <a:pt x="2090" y="1486"/>
                </a:lnTo>
                <a:lnTo>
                  <a:pt x="2090" y="1509"/>
                </a:lnTo>
                <a:moveTo>
                  <a:pt x="1907" y="1509"/>
                </a:moveTo>
                <a:lnTo>
                  <a:pt x="1793" y="1509"/>
                </a:lnTo>
                <a:lnTo>
                  <a:pt x="1793" y="1486"/>
                </a:lnTo>
                <a:lnTo>
                  <a:pt x="1907" y="1486"/>
                </a:lnTo>
                <a:lnTo>
                  <a:pt x="1907" y="1509"/>
                </a:lnTo>
                <a:moveTo>
                  <a:pt x="1725" y="1509"/>
                </a:moveTo>
                <a:lnTo>
                  <a:pt x="1611" y="1509"/>
                </a:lnTo>
                <a:lnTo>
                  <a:pt x="1611" y="1486"/>
                </a:lnTo>
                <a:lnTo>
                  <a:pt x="1725" y="1486"/>
                </a:lnTo>
                <a:lnTo>
                  <a:pt x="1725" y="1509"/>
                </a:lnTo>
                <a:moveTo>
                  <a:pt x="1542" y="1509"/>
                </a:moveTo>
                <a:lnTo>
                  <a:pt x="1428" y="1509"/>
                </a:lnTo>
                <a:lnTo>
                  <a:pt x="1428" y="1486"/>
                </a:lnTo>
                <a:lnTo>
                  <a:pt x="1542" y="1486"/>
                </a:lnTo>
                <a:lnTo>
                  <a:pt x="1542" y="1509"/>
                </a:lnTo>
                <a:moveTo>
                  <a:pt x="1359" y="1509"/>
                </a:moveTo>
                <a:lnTo>
                  <a:pt x="1245" y="1509"/>
                </a:lnTo>
                <a:lnTo>
                  <a:pt x="1245" y="1486"/>
                </a:lnTo>
                <a:lnTo>
                  <a:pt x="1359" y="1486"/>
                </a:lnTo>
                <a:lnTo>
                  <a:pt x="1359" y="1509"/>
                </a:lnTo>
                <a:moveTo>
                  <a:pt x="1177" y="1509"/>
                </a:moveTo>
                <a:lnTo>
                  <a:pt x="1062" y="1509"/>
                </a:lnTo>
                <a:lnTo>
                  <a:pt x="1062" y="1486"/>
                </a:lnTo>
                <a:lnTo>
                  <a:pt x="1177" y="1486"/>
                </a:lnTo>
                <a:lnTo>
                  <a:pt x="1177" y="1509"/>
                </a:lnTo>
                <a:moveTo>
                  <a:pt x="994" y="1509"/>
                </a:moveTo>
                <a:lnTo>
                  <a:pt x="880" y="1509"/>
                </a:lnTo>
                <a:lnTo>
                  <a:pt x="880" y="1486"/>
                </a:lnTo>
                <a:lnTo>
                  <a:pt x="994" y="1486"/>
                </a:lnTo>
                <a:lnTo>
                  <a:pt x="994" y="1509"/>
                </a:lnTo>
                <a:moveTo>
                  <a:pt x="811" y="1509"/>
                </a:moveTo>
                <a:lnTo>
                  <a:pt x="697" y="1509"/>
                </a:lnTo>
                <a:lnTo>
                  <a:pt x="697" y="1486"/>
                </a:lnTo>
                <a:lnTo>
                  <a:pt x="811" y="1486"/>
                </a:lnTo>
                <a:lnTo>
                  <a:pt x="811" y="1509"/>
                </a:lnTo>
                <a:moveTo>
                  <a:pt x="628" y="1509"/>
                </a:moveTo>
                <a:lnTo>
                  <a:pt x="514" y="1509"/>
                </a:lnTo>
                <a:lnTo>
                  <a:pt x="514" y="1486"/>
                </a:lnTo>
                <a:lnTo>
                  <a:pt x="628" y="1486"/>
                </a:lnTo>
                <a:lnTo>
                  <a:pt x="628" y="1509"/>
                </a:lnTo>
                <a:moveTo>
                  <a:pt x="446" y="1509"/>
                </a:moveTo>
                <a:lnTo>
                  <a:pt x="331" y="1509"/>
                </a:lnTo>
                <a:lnTo>
                  <a:pt x="331" y="1486"/>
                </a:lnTo>
                <a:lnTo>
                  <a:pt x="446" y="1486"/>
                </a:lnTo>
                <a:lnTo>
                  <a:pt x="446" y="1509"/>
                </a:lnTo>
                <a:moveTo>
                  <a:pt x="263" y="1509"/>
                </a:moveTo>
                <a:lnTo>
                  <a:pt x="149" y="1509"/>
                </a:lnTo>
                <a:lnTo>
                  <a:pt x="149" y="1486"/>
                </a:lnTo>
                <a:lnTo>
                  <a:pt x="263" y="1486"/>
                </a:lnTo>
                <a:lnTo>
                  <a:pt x="263" y="1509"/>
                </a:lnTo>
                <a:moveTo>
                  <a:pt x="80" y="1509"/>
                </a:moveTo>
                <a:lnTo>
                  <a:pt x="0" y="1509"/>
                </a:lnTo>
                <a:lnTo>
                  <a:pt x="0" y="1452"/>
                </a:lnTo>
                <a:lnTo>
                  <a:pt x="23" y="1452"/>
                </a:lnTo>
                <a:lnTo>
                  <a:pt x="23" y="1498"/>
                </a:lnTo>
                <a:lnTo>
                  <a:pt x="12" y="1498"/>
                </a:lnTo>
                <a:lnTo>
                  <a:pt x="12" y="1486"/>
                </a:lnTo>
                <a:lnTo>
                  <a:pt x="80" y="1486"/>
                </a:lnTo>
                <a:lnTo>
                  <a:pt x="80" y="1509"/>
                </a:lnTo>
                <a:moveTo>
                  <a:pt x="0" y="1383"/>
                </a:moveTo>
                <a:lnTo>
                  <a:pt x="0" y="1268"/>
                </a:lnTo>
                <a:lnTo>
                  <a:pt x="23" y="1268"/>
                </a:lnTo>
                <a:lnTo>
                  <a:pt x="23" y="1383"/>
                </a:lnTo>
                <a:lnTo>
                  <a:pt x="0" y="1383"/>
                </a:lnTo>
                <a:moveTo>
                  <a:pt x="0" y="1200"/>
                </a:moveTo>
                <a:lnTo>
                  <a:pt x="0" y="1085"/>
                </a:lnTo>
                <a:lnTo>
                  <a:pt x="23" y="1085"/>
                </a:lnTo>
                <a:lnTo>
                  <a:pt x="23" y="1200"/>
                </a:lnTo>
                <a:lnTo>
                  <a:pt x="0" y="1200"/>
                </a:lnTo>
                <a:moveTo>
                  <a:pt x="0" y="1017"/>
                </a:moveTo>
                <a:lnTo>
                  <a:pt x="0" y="903"/>
                </a:lnTo>
                <a:lnTo>
                  <a:pt x="23" y="903"/>
                </a:lnTo>
                <a:lnTo>
                  <a:pt x="23" y="1017"/>
                </a:lnTo>
                <a:lnTo>
                  <a:pt x="0" y="1017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9"/>
                </a:moveTo>
                <a:lnTo>
                  <a:pt x="0" y="354"/>
                </a:lnTo>
                <a:lnTo>
                  <a:pt x="23" y="354"/>
                </a:lnTo>
                <a:lnTo>
                  <a:pt x="23" y="469"/>
                </a:lnTo>
                <a:lnTo>
                  <a:pt x="0" y="469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0" name=""/>
          <p:cNvSpPr/>
          <p:nvPr/>
        </p:nvSpPr>
        <p:spPr>
          <a:xfrm>
            <a:off x="4313520" y="25963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/>
          <p:nvPr/>
        </p:nvSpPr>
        <p:spPr>
          <a:xfrm>
            <a:off x="4313520" y="26251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2" name=""/>
          <p:cNvSpPr txBox="1"/>
          <p:nvPr/>
        </p:nvSpPr>
        <p:spPr>
          <a:xfrm>
            <a:off x="5851080" y="21103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3" name=""/>
          <p:cNvSpPr txBox="1"/>
          <p:nvPr/>
        </p:nvSpPr>
        <p:spPr>
          <a:xfrm>
            <a:off x="868680" y="2587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4" name=""/>
          <p:cNvSpPr txBox="1"/>
          <p:nvPr/>
        </p:nvSpPr>
        <p:spPr>
          <a:xfrm>
            <a:off x="868680" y="272016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5" name=""/>
          <p:cNvSpPr/>
          <p:nvPr/>
        </p:nvSpPr>
        <p:spPr>
          <a:xfrm>
            <a:off x="4675320" y="253080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4671360" y="2526480"/>
            <a:ext cx="3429000" cy="543240"/>
          </a:xfrm>
          <a:custGeom>
            <a:avLst/>
            <a:gdLst/>
            <a:ahLst/>
            <a:rect l="0" t="0" r="r" b="b"/>
            <a:pathLst>
              <a:path w="9525" h="150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4" y="0"/>
                </a:moveTo>
                <a:lnTo>
                  <a:pt x="4329" y="0"/>
                </a:lnTo>
                <a:lnTo>
                  <a:pt x="4329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3" y="0"/>
                </a:moveTo>
                <a:lnTo>
                  <a:pt x="5608" y="0"/>
                </a:lnTo>
                <a:lnTo>
                  <a:pt x="5608" y="23"/>
                </a:lnTo>
                <a:lnTo>
                  <a:pt x="5493" y="23"/>
                </a:lnTo>
                <a:lnTo>
                  <a:pt x="5493" y="0"/>
                </a:lnTo>
                <a:moveTo>
                  <a:pt x="5676" y="0"/>
                </a:moveTo>
                <a:lnTo>
                  <a:pt x="5790" y="0"/>
                </a:lnTo>
                <a:lnTo>
                  <a:pt x="5790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2" y="0"/>
                </a:moveTo>
                <a:lnTo>
                  <a:pt x="6887" y="0"/>
                </a:lnTo>
                <a:lnTo>
                  <a:pt x="6887" y="23"/>
                </a:lnTo>
                <a:lnTo>
                  <a:pt x="6772" y="23"/>
                </a:lnTo>
                <a:lnTo>
                  <a:pt x="6772" y="0"/>
                </a:lnTo>
                <a:moveTo>
                  <a:pt x="6955" y="0"/>
                </a:moveTo>
                <a:lnTo>
                  <a:pt x="7069" y="0"/>
                </a:lnTo>
                <a:lnTo>
                  <a:pt x="7069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3" y="0"/>
                </a:moveTo>
                <a:lnTo>
                  <a:pt x="7618" y="0"/>
                </a:lnTo>
                <a:lnTo>
                  <a:pt x="7618" y="23"/>
                </a:lnTo>
                <a:lnTo>
                  <a:pt x="7503" y="23"/>
                </a:lnTo>
                <a:lnTo>
                  <a:pt x="7503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8" y="0"/>
                </a:lnTo>
                <a:lnTo>
                  <a:pt x="8348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2" y="0"/>
                </a:moveTo>
                <a:lnTo>
                  <a:pt x="8897" y="0"/>
                </a:lnTo>
                <a:lnTo>
                  <a:pt x="8897" y="23"/>
                </a:lnTo>
                <a:lnTo>
                  <a:pt x="8782" y="23"/>
                </a:lnTo>
                <a:lnTo>
                  <a:pt x="8782" y="0"/>
                </a:lnTo>
                <a:moveTo>
                  <a:pt x="8965" y="0"/>
                </a:moveTo>
                <a:lnTo>
                  <a:pt x="9079" y="0"/>
                </a:lnTo>
                <a:lnTo>
                  <a:pt x="9079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2"/>
                </a:moveTo>
                <a:lnTo>
                  <a:pt x="9525" y="126"/>
                </a:lnTo>
                <a:lnTo>
                  <a:pt x="9502" y="126"/>
                </a:lnTo>
                <a:lnTo>
                  <a:pt x="9502" y="12"/>
                </a:lnTo>
                <a:lnTo>
                  <a:pt x="9525" y="12"/>
                </a:lnTo>
                <a:moveTo>
                  <a:pt x="9525" y="194"/>
                </a:moveTo>
                <a:lnTo>
                  <a:pt x="9525" y="309"/>
                </a:lnTo>
                <a:lnTo>
                  <a:pt x="9502" y="309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60"/>
                </a:moveTo>
                <a:lnTo>
                  <a:pt x="9525" y="674"/>
                </a:lnTo>
                <a:lnTo>
                  <a:pt x="9502" y="674"/>
                </a:lnTo>
                <a:lnTo>
                  <a:pt x="9502" y="560"/>
                </a:lnTo>
                <a:lnTo>
                  <a:pt x="9525" y="560"/>
                </a:lnTo>
                <a:moveTo>
                  <a:pt x="9525" y="743"/>
                </a:moveTo>
                <a:lnTo>
                  <a:pt x="9525" y="857"/>
                </a:lnTo>
                <a:lnTo>
                  <a:pt x="9502" y="857"/>
                </a:lnTo>
                <a:lnTo>
                  <a:pt x="9502" y="743"/>
                </a:lnTo>
                <a:lnTo>
                  <a:pt x="9525" y="743"/>
                </a:lnTo>
                <a:moveTo>
                  <a:pt x="9525" y="925"/>
                </a:moveTo>
                <a:lnTo>
                  <a:pt x="9525" y="1040"/>
                </a:lnTo>
                <a:lnTo>
                  <a:pt x="9502" y="1040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8"/>
                </a:moveTo>
                <a:lnTo>
                  <a:pt x="9525" y="1222"/>
                </a:lnTo>
                <a:lnTo>
                  <a:pt x="9502" y="1222"/>
                </a:lnTo>
                <a:lnTo>
                  <a:pt x="9502" y="1108"/>
                </a:lnTo>
                <a:lnTo>
                  <a:pt x="9525" y="1108"/>
                </a:lnTo>
                <a:moveTo>
                  <a:pt x="9525" y="1292"/>
                </a:moveTo>
                <a:lnTo>
                  <a:pt x="9525" y="1406"/>
                </a:lnTo>
                <a:lnTo>
                  <a:pt x="9502" y="1406"/>
                </a:lnTo>
                <a:lnTo>
                  <a:pt x="9502" y="1292"/>
                </a:lnTo>
                <a:lnTo>
                  <a:pt x="9525" y="1292"/>
                </a:lnTo>
                <a:moveTo>
                  <a:pt x="9525" y="1475"/>
                </a:moveTo>
                <a:lnTo>
                  <a:pt x="9525" y="1509"/>
                </a:lnTo>
                <a:lnTo>
                  <a:pt x="9422" y="1509"/>
                </a:lnTo>
                <a:lnTo>
                  <a:pt x="9422" y="1486"/>
                </a:lnTo>
                <a:lnTo>
                  <a:pt x="9513" y="1486"/>
                </a:lnTo>
                <a:lnTo>
                  <a:pt x="9513" y="1498"/>
                </a:lnTo>
                <a:lnTo>
                  <a:pt x="9502" y="1498"/>
                </a:lnTo>
                <a:lnTo>
                  <a:pt x="9502" y="1475"/>
                </a:lnTo>
                <a:lnTo>
                  <a:pt x="9525" y="1475"/>
                </a:lnTo>
                <a:moveTo>
                  <a:pt x="9353" y="1509"/>
                </a:moveTo>
                <a:lnTo>
                  <a:pt x="9239" y="1509"/>
                </a:lnTo>
                <a:lnTo>
                  <a:pt x="9239" y="1486"/>
                </a:lnTo>
                <a:lnTo>
                  <a:pt x="9353" y="1486"/>
                </a:lnTo>
                <a:lnTo>
                  <a:pt x="9353" y="1509"/>
                </a:lnTo>
                <a:moveTo>
                  <a:pt x="9171" y="1509"/>
                </a:moveTo>
                <a:lnTo>
                  <a:pt x="9056" y="1509"/>
                </a:lnTo>
                <a:lnTo>
                  <a:pt x="9056" y="1486"/>
                </a:lnTo>
                <a:lnTo>
                  <a:pt x="9171" y="1486"/>
                </a:lnTo>
                <a:lnTo>
                  <a:pt x="9171" y="1509"/>
                </a:lnTo>
                <a:moveTo>
                  <a:pt x="8988" y="1509"/>
                </a:moveTo>
                <a:lnTo>
                  <a:pt x="8874" y="1509"/>
                </a:lnTo>
                <a:lnTo>
                  <a:pt x="8874" y="1486"/>
                </a:lnTo>
                <a:lnTo>
                  <a:pt x="8988" y="1486"/>
                </a:lnTo>
                <a:lnTo>
                  <a:pt x="8988" y="1509"/>
                </a:lnTo>
                <a:moveTo>
                  <a:pt x="8805" y="1509"/>
                </a:moveTo>
                <a:lnTo>
                  <a:pt x="8691" y="1509"/>
                </a:lnTo>
                <a:lnTo>
                  <a:pt x="8691" y="1486"/>
                </a:lnTo>
                <a:lnTo>
                  <a:pt x="8805" y="1486"/>
                </a:lnTo>
                <a:lnTo>
                  <a:pt x="8805" y="1509"/>
                </a:lnTo>
                <a:moveTo>
                  <a:pt x="8622" y="1509"/>
                </a:moveTo>
                <a:lnTo>
                  <a:pt x="8508" y="1509"/>
                </a:lnTo>
                <a:lnTo>
                  <a:pt x="8508" y="1486"/>
                </a:lnTo>
                <a:lnTo>
                  <a:pt x="8622" y="1486"/>
                </a:lnTo>
                <a:lnTo>
                  <a:pt x="8622" y="1509"/>
                </a:lnTo>
                <a:moveTo>
                  <a:pt x="8440" y="1509"/>
                </a:moveTo>
                <a:lnTo>
                  <a:pt x="8326" y="1509"/>
                </a:lnTo>
                <a:lnTo>
                  <a:pt x="8326" y="1486"/>
                </a:lnTo>
                <a:lnTo>
                  <a:pt x="8440" y="1486"/>
                </a:lnTo>
                <a:lnTo>
                  <a:pt x="8440" y="1509"/>
                </a:lnTo>
                <a:moveTo>
                  <a:pt x="8257" y="1509"/>
                </a:moveTo>
                <a:lnTo>
                  <a:pt x="8143" y="1509"/>
                </a:lnTo>
                <a:lnTo>
                  <a:pt x="8143" y="1486"/>
                </a:lnTo>
                <a:lnTo>
                  <a:pt x="8257" y="1486"/>
                </a:lnTo>
                <a:lnTo>
                  <a:pt x="8257" y="1509"/>
                </a:lnTo>
                <a:moveTo>
                  <a:pt x="8074" y="1509"/>
                </a:moveTo>
                <a:lnTo>
                  <a:pt x="7960" y="1509"/>
                </a:lnTo>
                <a:lnTo>
                  <a:pt x="7960" y="1486"/>
                </a:lnTo>
                <a:lnTo>
                  <a:pt x="8074" y="1486"/>
                </a:lnTo>
                <a:lnTo>
                  <a:pt x="8074" y="1509"/>
                </a:lnTo>
                <a:moveTo>
                  <a:pt x="7892" y="1509"/>
                </a:moveTo>
                <a:lnTo>
                  <a:pt x="7777" y="1509"/>
                </a:lnTo>
                <a:lnTo>
                  <a:pt x="7777" y="1486"/>
                </a:lnTo>
                <a:lnTo>
                  <a:pt x="7892" y="1486"/>
                </a:lnTo>
                <a:lnTo>
                  <a:pt x="7892" y="1509"/>
                </a:lnTo>
                <a:moveTo>
                  <a:pt x="7709" y="1509"/>
                </a:moveTo>
                <a:lnTo>
                  <a:pt x="7595" y="1509"/>
                </a:lnTo>
                <a:lnTo>
                  <a:pt x="7595" y="1486"/>
                </a:lnTo>
                <a:lnTo>
                  <a:pt x="7709" y="1486"/>
                </a:lnTo>
                <a:lnTo>
                  <a:pt x="7709" y="1509"/>
                </a:lnTo>
                <a:moveTo>
                  <a:pt x="7526" y="1509"/>
                </a:moveTo>
                <a:lnTo>
                  <a:pt x="7412" y="1509"/>
                </a:lnTo>
                <a:lnTo>
                  <a:pt x="7412" y="1486"/>
                </a:lnTo>
                <a:lnTo>
                  <a:pt x="7526" y="1486"/>
                </a:lnTo>
                <a:lnTo>
                  <a:pt x="7526" y="1509"/>
                </a:lnTo>
                <a:moveTo>
                  <a:pt x="7343" y="1509"/>
                </a:moveTo>
                <a:lnTo>
                  <a:pt x="7229" y="1509"/>
                </a:lnTo>
                <a:lnTo>
                  <a:pt x="7229" y="1486"/>
                </a:lnTo>
                <a:lnTo>
                  <a:pt x="7343" y="1486"/>
                </a:lnTo>
                <a:lnTo>
                  <a:pt x="7343" y="1509"/>
                </a:lnTo>
                <a:moveTo>
                  <a:pt x="7161" y="1509"/>
                </a:moveTo>
                <a:lnTo>
                  <a:pt x="7047" y="1509"/>
                </a:lnTo>
                <a:lnTo>
                  <a:pt x="7047" y="1486"/>
                </a:lnTo>
                <a:lnTo>
                  <a:pt x="7161" y="1486"/>
                </a:lnTo>
                <a:lnTo>
                  <a:pt x="7161" y="1509"/>
                </a:lnTo>
                <a:moveTo>
                  <a:pt x="6978" y="1509"/>
                </a:moveTo>
                <a:lnTo>
                  <a:pt x="6864" y="1509"/>
                </a:lnTo>
                <a:lnTo>
                  <a:pt x="6864" y="1486"/>
                </a:lnTo>
                <a:lnTo>
                  <a:pt x="6978" y="1486"/>
                </a:lnTo>
                <a:lnTo>
                  <a:pt x="6978" y="1509"/>
                </a:lnTo>
                <a:moveTo>
                  <a:pt x="6795" y="1509"/>
                </a:moveTo>
                <a:lnTo>
                  <a:pt x="6681" y="1509"/>
                </a:lnTo>
                <a:lnTo>
                  <a:pt x="6681" y="1486"/>
                </a:lnTo>
                <a:lnTo>
                  <a:pt x="6795" y="1486"/>
                </a:lnTo>
                <a:lnTo>
                  <a:pt x="6795" y="1509"/>
                </a:lnTo>
                <a:moveTo>
                  <a:pt x="6613" y="1509"/>
                </a:moveTo>
                <a:lnTo>
                  <a:pt x="6498" y="1509"/>
                </a:lnTo>
                <a:lnTo>
                  <a:pt x="6498" y="1486"/>
                </a:lnTo>
                <a:lnTo>
                  <a:pt x="6613" y="1486"/>
                </a:lnTo>
                <a:lnTo>
                  <a:pt x="6613" y="1509"/>
                </a:lnTo>
                <a:moveTo>
                  <a:pt x="6430" y="1509"/>
                </a:moveTo>
                <a:lnTo>
                  <a:pt x="6316" y="1509"/>
                </a:lnTo>
                <a:lnTo>
                  <a:pt x="6316" y="1486"/>
                </a:lnTo>
                <a:lnTo>
                  <a:pt x="6430" y="1486"/>
                </a:lnTo>
                <a:lnTo>
                  <a:pt x="6430" y="1509"/>
                </a:lnTo>
                <a:moveTo>
                  <a:pt x="6247" y="1509"/>
                </a:moveTo>
                <a:lnTo>
                  <a:pt x="6133" y="1509"/>
                </a:lnTo>
                <a:lnTo>
                  <a:pt x="6133" y="1486"/>
                </a:lnTo>
                <a:lnTo>
                  <a:pt x="6247" y="1486"/>
                </a:lnTo>
                <a:lnTo>
                  <a:pt x="6247" y="1509"/>
                </a:lnTo>
                <a:moveTo>
                  <a:pt x="6064" y="1509"/>
                </a:moveTo>
                <a:lnTo>
                  <a:pt x="5950" y="1509"/>
                </a:lnTo>
                <a:lnTo>
                  <a:pt x="5950" y="1486"/>
                </a:lnTo>
                <a:lnTo>
                  <a:pt x="6064" y="1486"/>
                </a:lnTo>
                <a:lnTo>
                  <a:pt x="6064" y="1509"/>
                </a:lnTo>
                <a:moveTo>
                  <a:pt x="5882" y="1509"/>
                </a:moveTo>
                <a:lnTo>
                  <a:pt x="5768" y="1509"/>
                </a:lnTo>
                <a:lnTo>
                  <a:pt x="5768" y="1486"/>
                </a:lnTo>
                <a:lnTo>
                  <a:pt x="5882" y="1486"/>
                </a:lnTo>
                <a:lnTo>
                  <a:pt x="5882" y="1509"/>
                </a:lnTo>
                <a:moveTo>
                  <a:pt x="5699" y="1509"/>
                </a:moveTo>
                <a:lnTo>
                  <a:pt x="5585" y="1509"/>
                </a:lnTo>
                <a:lnTo>
                  <a:pt x="5585" y="1486"/>
                </a:lnTo>
                <a:lnTo>
                  <a:pt x="5699" y="1486"/>
                </a:lnTo>
                <a:lnTo>
                  <a:pt x="5699" y="1509"/>
                </a:lnTo>
                <a:moveTo>
                  <a:pt x="5516" y="1509"/>
                </a:moveTo>
                <a:lnTo>
                  <a:pt x="5402" y="1509"/>
                </a:lnTo>
                <a:lnTo>
                  <a:pt x="5402" y="1486"/>
                </a:lnTo>
                <a:lnTo>
                  <a:pt x="5516" y="1486"/>
                </a:lnTo>
                <a:lnTo>
                  <a:pt x="5516" y="1509"/>
                </a:lnTo>
                <a:moveTo>
                  <a:pt x="5334" y="1509"/>
                </a:moveTo>
                <a:lnTo>
                  <a:pt x="5219" y="1509"/>
                </a:lnTo>
                <a:lnTo>
                  <a:pt x="5219" y="1486"/>
                </a:lnTo>
                <a:lnTo>
                  <a:pt x="5334" y="1486"/>
                </a:lnTo>
                <a:lnTo>
                  <a:pt x="5334" y="1509"/>
                </a:lnTo>
                <a:moveTo>
                  <a:pt x="5151" y="1509"/>
                </a:moveTo>
                <a:lnTo>
                  <a:pt x="5037" y="1509"/>
                </a:lnTo>
                <a:lnTo>
                  <a:pt x="5037" y="1486"/>
                </a:lnTo>
                <a:lnTo>
                  <a:pt x="5151" y="1486"/>
                </a:lnTo>
                <a:lnTo>
                  <a:pt x="5151" y="1509"/>
                </a:lnTo>
                <a:moveTo>
                  <a:pt x="4968" y="1509"/>
                </a:moveTo>
                <a:lnTo>
                  <a:pt x="4854" y="1509"/>
                </a:lnTo>
                <a:lnTo>
                  <a:pt x="4854" y="1486"/>
                </a:lnTo>
                <a:lnTo>
                  <a:pt x="4968" y="1486"/>
                </a:lnTo>
                <a:lnTo>
                  <a:pt x="4968" y="1509"/>
                </a:lnTo>
                <a:moveTo>
                  <a:pt x="4785" y="1509"/>
                </a:moveTo>
                <a:lnTo>
                  <a:pt x="4671" y="1509"/>
                </a:lnTo>
                <a:lnTo>
                  <a:pt x="4671" y="1486"/>
                </a:lnTo>
                <a:lnTo>
                  <a:pt x="4785" y="1486"/>
                </a:lnTo>
                <a:lnTo>
                  <a:pt x="4785" y="1509"/>
                </a:lnTo>
                <a:moveTo>
                  <a:pt x="4603" y="1509"/>
                </a:moveTo>
                <a:lnTo>
                  <a:pt x="4489" y="1509"/>
                </a:lnTo>
                <a:lnTo>
                  <a:pt x="4489" y="1486"/>
                </a:lnTo>
                <a:lnTo>
                  <a:pt x="4603" y="1486"/>
                </a:lnTo>
                <a:lnTo>
                  <a:pt x="4603" y="1509"/>
                </a:lnTo>
                <a:moveTo>
                  <a:pt x="4420" y="1509"/>
                </a:moveTo>
                <a:lnTo>
                  <a:pt x="4306" y="1509"/>
                </a:lnTo>
                <a:lnTo>
                  <a:pt x="4306" y="1486"/>
                </a:lnTo>
                <a:lnTo>
                  <a:pt x="4420" y="1486"/>
                </a:lnTo>
                <a:lnTo>
                  <a:pt x="4420" y="1509"/>
                </a:lnTo>
                <a:moveTo>
                  <a:pt x="4237" y="1509"/>
                </a:moveTo>
                <a:lnTo>
                  <a:pt x="4123" y="1509"/>
                </a:lnTo>
                <a:lnTo>
                  <a:pt x="4123" y="1486"/>
                </a:lnTo>
                <a:lnTo>
                  <a:pt x="4237" y="1486"/>
                </a:lnTo>
                <a:lnTo>
                  <a:pt x="4237" y="1509"/>
                </a:lnTo>
                <a:moveTo>
                  <a:pt x="4055" y="1509"/>
                </a:moveTo>
                <a:lnTo>
                  <a:pt x="3940" y="1509"/>
                </a:lnTo>
                <a:lnTo>
                  <a:pt x="3940" y="1486"/>
                </a:lnTo>
                <a:lnTo>
                  <a:pt x="4055" y="1486"/>
                </a:lnTo>
                <a:lnTo>
                  <a:pt x="4055" y="1509"/>
                </a:lnTo>
                <a:moveTo>
                  <a:pt x="3872" y="1509"/>
                </a:moveTo>
                <a:lnTo>
                  <a:pt x="3758" y="1509"/>
                </a:lnTo>
                <a:lnTo>
                  <a:pt x="3758" y="1486"/>
                </a:lnTo>
                <a:lnTo>
                  <a:pt x="3872" y="1486"/>
                </a:lnTo>
                <a:lnTo>
                  <a:pt x="3872" y="1509"/>
                </a:lnTo>
                <a:moveTo>
                  <a:pt x="3689" y="1509"/>
                </a:moveTo>
                <a:lnTo>
                  <a:pt x="3575" y="1509"/>
                </a:lnTo>
                <a:lnTo>
                  <a:pt x="3575" y="1486"/>
                </a:lnTo>
                <a:lnTo>
                  <a:pt x="3689" y="1486"/>
                </a:lnTo>
                <a:lnTo>
                  <a:pt x="3689" y="1509"/>
                </a:lnTo>
                <a:moveTo>
                  <a:pt x="3506" y="1509"/>
                </a:moveTo>
                <a:lnTo>
                  <a:pt x="3392" y="1509"/>
                </a:lnTo>
                <a:lnTo>
                  <a:pt x="3392" y="1486"/>
                </a:lnTo>
                <a:lnTo>
                  <a:pt x="3506" y="1486"/>
                </a:lnTo>
                <a:lnTo>
                  <a:pt x="3506" y="1509"/>
                </a:lnTo>
                <a:moveTo>
                  <a:pt x="3324" y="1509"/>
                </a:moveTo>
                <a:lnTo>
                  <a:pt x="3209" y="1509"/>
                </a:lnTo>
                <a:lnTo>
                  <a:pt x="3209" y="1486"/>
                </a:lnTo>
                <a:lnTo>
                  <a:pt x="3324" y="1486"/>
                </a:lnTo>
                <a:lnTo>
                  <a:pt x="3324" y="1509"/>
                </a:lnTo>
                <a:moveTo>
                  <a:pt x="3141" y="1509"/>
                </a:moveTo>
                <a:lnTo>
                  <a:pt x="3027" y="1509"/>
                </a:lnTo>
                <a:lnTo>
                  <a:pt x="3027" y="1486"/>
                </a:lnTo>
                <a:lnTo>
                  <a:pt x="3141" y="1486"/>
                </a:lnTo>
                <a:lnTo>
                  <a:pt x="3141" y="1509"/>
                </a:lnTo>
                <a:moveTo>
                  <a:pt x="2958" y="1509"/>
                </a:moveTo>
                <a:lnTo>
                  <a:pt x="2844" y="1509"/>
                </a:lnTo>
                <a:lnTo>
                  <a:pt x="2844" y="1486"/>
                </a:lnTo>
                <a:lnTo>
                  <a:pt x="2958" y="1486"/>
                </a:lnTo>
                <a:lnTo>
                  <a:pt x="2958" y="1509"/>
                </a:lnTo>
                <a:moveTo>
                  <a:pt x="2776" y="1509"/>
                </a:moveTo>
                <a:lnTo>
                  <a:pt x="2661" y="1509"/>
                </a:lnTo>
                <a:lnTo>
                  <a:pt x="2661" y="1486"/>
                </a:lnTo>
                <a:lnTo>
                  <a:pt x="2776" y="1486"/>
                </a:lnTo>
                <a:lnTo>
                  <a:pt x="2776" y="1509"/>
                </a:lnTo>
                <a:moveTo>
                  <a:pt x="2593" y="1509"/>
                </a:moveTo>
                <a:lnTo>
                  <a:pt x="2479" y="1509"/>
                </a:lnTo>
                <a:lnTo>
                  <a:pt x="2479" y="1486"/>
                </a:lnTo>
                <a:lnTo>
                  <a:pt x="2593" y="1486"/>
                </a:lnTo>
                <a:lnTo>
                  <a:pt x="2593" y="1509"/>
                </a:lnTo>
                <a:moveTo>
                  <a:pt x="2410" y="1509"/>
                </a:moveTo>
                <a:lnTo>
                  <a:pt x="2296" y="1509"/>
                </a:lnTo>
                <a:lnTo>
                  <a:pt x="2296" y="1486"/>
                </a:lnTo>
                <a:lnTo>
                  <a:pt x="2410" y="1486"/>
                </a:lnTo>
                <a:lnTo>
                  <a:pt x="2410" y="1509"/>
                </a:lnTo>
                <a:moveTo>
                  <a:pt x="2227" y="1509"/>
                </a:moveTo>
                <a:lnTo>
                  <a:pt x="2113" y="1509"/>
                </a:lnTo>
                <a:lnTo>
                  <a:pt x="2113" y="1486"/>
                </a:lnTo>
                <a:lnTo>
                  <a:pt x="2227" y="1486"/>
                </a:lnTo>
                <a:lnTo>
                  <a:pt x="2227" y="1509"/>
                </a:lnTo>
                <a:moveTo>
                  <a:pt x="2045" y="1509"/>
                </a:moveTo>
                <a:lnTo>
                  <a:pt x="1930" y="1509"/>
                </a:lnTo>
                <a:lnTo>
                  <a:pt x="1930" y="1486"/>
                </a:lnTo>
                <a:lnTo>
                  <a:pt x="2045" y="1486"/>
                </a:lnTo>
                <a:lnTo>
                  <a:pt x="2045" y="1509"/>
                </a:lnTo>
                <a:moveTo>
                  <a:pt x="1862" y="1509"/>
                </a:moveTo>
                <a:lnTo>
                  <a:pt x="1748" y="1509"/>
                </a:lnTo>
                <a:lnTo>
                  <a:pt x="1748" y="1486"/>
                </a:lnTo>
                <a:lnTo>
                  <a:pt x="1862" y="1486"/>
                </a:lnTo>
                <a:lnTo>
                  <a:pt x="1862" y="1509"/>
                </a:lnTo>
                <a:moveTo>
                  <a:pt x="1679" y="1509"/>
                </a:moveTo>
                <a:lnTo>
                  <a:pt x="1565" y="1509"/>
                </a:lnTo>
                <a:lnTo>
                  <a:pt x="1565" y="1486"/>
                </a:lnTo>
                <a:lnTo>
                  <a:pt x="1679" y="1486"/>
                </a:lnTo>
                <a:lnTo>
                  <a:pt x="1679" y="1509"/>
                </a:lnTo>
                <a:moveTo>
                  <a:pt x="1497" y="1509"/>
                </a:moveTo>
                <a:lnTo>
                  <a:pt x="1382" y="1509"/>
                </a:lnTo>
                <a:lnTo>
                  <a:pt x="1382" y="1486"/>
                </a:lnTo>
                <a:lnTo>
                  <a:pt x="1497" y="1486"/>
                </a:lnTo>
                <a:lnTo>
                  <a:pt x="1497" y="1509"/>
                </a:lnTo>
                <a:moveTo>
                  <a:pt x="1314" y="1509"/>
                </a:moveTo>
                <a:lnTo>
                  <a:pt x="1199" y="1509"/>
                </a:lnTo>
                <a:lnTo>
                  <a:pt x="1199" y="1486"/>
                </a:lnTo>
                <a:lnTo>
                  <a:pt x="1314" y="1486"/>
                </a:lnTo>
                <a:lnTo>
                  <a:pt x="1314" y="1509"/>
                </a:lnTo>
                <a:moveTo>
                  <a:pt x="1130" y="1509"/>
                </a:moveTo>
                <a:lnTo>
                  <a:pt x="1016" y="1509"/>
                </a:lnTo>
                <a:lnTo>
                  <a:pt x="1016" y="1486"/>
                </a:lnTo>
                <a:lnTo>
                  <a:pt x="1130" y="1486"/>
                </a:lnTo>
                <a:lnTo>
                  <a:pt x="1130" y="1509"/>
                </a:lnTo>
                <a:moveTo>
                  <a:pt x="947" y="1509"/>
                </a:moveTo>
                <a:lnTo>
                  <a:pt x="833" y="1509"/>
                </a:lnTo>
                <a:lnTo>
                  <a:pt x="833" y="1486"/>
                </a:lnTo>
                <a:lnTo>
                  <a:pt x="947" y="1486"/>
                </a:lnTo>
                <a:lnTo>
                  <a:pt x="947" y="1509"/>
                </a:lnTo>
                <a:moveTo>
                  <a:pt x="765" y="1509"/>
                </a:moveTo>
                <a:lnTo>
                  <a:pt x="650" y="1509"/>
                </a:lnTo>
                <a:lnTo>
                  <a:pt x="650" y="1486"/>
                </a:lnTo>
                <a:lnTo>
                  <a:pt x="765" y="1486"/>
                </a:lnTo>
                <a:lnTo>
                  <a:pt x="765" y="1509"/>
                </a:lnTo>
                <a:moveTo>
                  <a:pt x="582" y="1509"/>
                </a:moveTo>
                <a:lnTo>
                  <a:pt x="468" y="1509"/>
                </a:lnTo>
                <a:lnTo>
                  <a:pt x="468" y="1486"/>
                </a:lnTo>
                <a:lnTo>
                  <a:pt x="582" y="1486"/>
                </a:lnTo>
                <a:lnTo>
                  <a:pt x="582" y="1509"/>
                </a:lnTo>
                <a:moveTo>
                  <a:pt x="399" y="1509"/>
                </a:moveTo>
                <a:lnTo>
                  <a:pt x="285" y="1509"/>
                </a:lnTo>
                <a:lnTo>
                  <a:pt x="285" y="1486"/>
                </a:lnTo>
                <a:lnTo>
                  <a:pt x="399" y="1486"/>
                </a:lnTo>
                <a:lnTo>
                  <a:pt x="399" y="1509"/>
                </a:lnTo>
                <a:moveTo>
                  <a:pt x="216" y="1509"/>
                </a:moveTo>
                <a:lnTo>
                  <a:pt x="102" y="1509"/>
                </a:lnTo>
                <a:lnTo>
                  <a:pt x="102" y="1486"/>
                </a:lnTo>
                <a:lnTo>
                  <a:pt x="216" y="1486"/>
                </a:lnTo>
                <a:lnTo>
                  <a:pt x="216" y="1509"/>
                </a:lnTo>
                <a:moveTo>
                  <a:pt x="34" y="1509"/>
                </a:moveTo>
                <a:lnTo>
                  <a:pt x="0" y="1509"/>
                </a:lnTo>
                <a:lnTo>
                  <a:pt x="0" y="1406"/>
                </a:lnTo>
                <a:lnTo>
                  <a:pt x="22" y="1406"/>
                </a:lnTo>
                <a:lnTo>
                  <a:pt x="22" y="1498"/>
                </a:lnTo>
                <a:lnTo>
                  <a:pt x="11" y="1498"/>
                </a:lnTo>
                <a:lnTo>
                  <a:pt x="11" y="1486"/>
                </a:lnTo>
                <a:lnTo>
                  <a:pt x="34" y="1486"/>
                </a:lnTo>
                <a:lnTo>
                  <a:pt x="34" y="1509"/>
                </a:lnTo>
                <a:moveTo>
                  <a:pt x="0" y="1338"/>
                </a:moveTo>
                <a:lnTo>
                  <a:pt x="0" y="1222"/>
                </a:lnTo>
                <a:lnTo>
                  <a:pt x="22" y="1222"/>
                </a:lnTo>
                <a:lnTo>
                  <a:pt x="22" y="1338"/>
                </a:lnTo>
                <a:lnTo>
                  <a:pt x="0" y="1338"/>
                </a:lnTo>
                <a:moveTo>
                  <a:pt x="0" y="1154"/>
                </a:moveTo>
                <a:lnTo>
                  <a:pt x="0" y="1040"/>
                </a:lnTo>
                <a:lnTo>
                  <a:pt x="22" y="1040"/>
                </a:lnTo>
                <a:lnTo>
                  <a:pt x="22" y="1154"/>
                </a:lnTo>
                <a:lnTo>
                  <a:pt x="0" y="1154"/>
                </a:lnTo>
                <a:moveTo>
                  <a:pt x="0" y="971"/>
                </a:moveTo>
                <a:lnTo>
                  <a:pt x="0" y="857"/>
                </a:lnTo>
                <a:lnTo>
                  <a:pt x="22" y="857"/>
                </a:lnTo>
                <a:lnTo>
                  <a:pt x="22" y="971"/>
                </a:lnTo>
                <a:lnTo>
                  <a:pt x="0" y="971"/>
                </a:lnTo>
                <a:moveTo>
                  <a:pt x="0" y="788"/>
                </a:moveTo>
                <a:lnTo>
                  <a:pt x="0" y="674"/>
                </a:lnTo>
                <a:lnTo>
                  <a:pt x="22" y="674"/>
                </a:lnTo>
                <a:lnTo>
                  <a:pt x="22" y="788"/>
                </a:lnTo>
                <a:lnTo>
                  <a:pt x="0" y="788"/>
                </a:lnTo>
                <a:moveTo>
                  <a:pt x="0" y="606"/>
                </a:moveTo>
                <a:lnTo>
                  <a:pt x="0" y="491"/>
                </a:lnTo>
                <a:lnTo>
                  <a:pt x="22" y="491"/>
                </a:lnTo>
                <a:lnTo>
                  <a:pt x="22" y="606"/>
                </a:lnTo>
                <a:lnTo>
                  <a:pt x="0" y="606"/>
                </a:lnTo>
                <a:moveTo>
                  <a:pt x="0" y="423"/>
                </a:moveTo>
                <a:lnTo>
                  <a:pt x="0" y="309"/>
                </a:lnTo>
                <a:lnTo>
                  <a:pt x="22" y="309"/>
                </a:lnTo>
                <a:lnTo>
                  <a:pt x="22" y="423"/>
                </a:lnTo>
                <a:lnTo>
                  <a:pt x="0" y="423"/>
                </a:lnTo>
                <a:moveTo>
                  <a:pt x="0" y="240"/>
                </a:moveTo>
                <a:lnTo>
                  <a:pt x="0" y="126"/>
                </a:lnTo>
                <a:lnTo>
                  <a:pt x="22" y="126"/>
                </a:lnTo>
                <a:lnTo>
                  <a:pt x="22" y="240"/>
                </a:lnTo>
                <a:lnTo>
                  <a:pt x="0" y="240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7931160" y="2596320"/>
            <a:ext cx="99360" cy="82800"/>
          </a:xfrm>
          <a:custGeom>
            <a:avLst/>
            <a:gdLst/>
            <a:ahLst/>
            <a:rect l="0" t="0" r="r" b="b"/>
            <a:pathLst>
              <a:path w="276" h="230">
                <a:moveTo>
                  <a:pt x="0" y="0"/>
                </a:moveTo>
                <a:lnTo>
                  <a:pt x="276" y="0"/>
                </a:lnTo>
                <a:lnTo>
                  <a:pt x="27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7931160" y="2625120"/>
            <a:ext cx="9900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9" name=""/>
          <p:cNvSpPr txBox="1"/>
          <p:nvPr/>
        </p:nvSpPr>
        <p:spPr>
          <a:xfrm>
            <a:off x="86868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0" name=""/>
          <p:cNvSpPr txBox="1"/>
          <p:nvPr/>
        </p:nvSpPr>
        <p:spPr>
          <a:xfrm>
            <a:off x="4757760" y="258732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1" name=""/>
          <p:cNvSpPr txBox="1"/>
          <p:nvPr/>
        </p:nvSpPr>
        <p:spPr>
          <a:xfrm>
            <a:off x="4757760" y="272016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2" name=""/>
          <p:cNvSpPr txBox="1"/>
          <p:nvPr/>
        </p:nvSpPr>
        <p:spPr>
          <a:xfrm>
            <a:off x="475776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3" name=""/>
          <p:cNvSpPr txBox="1"/>
          <p:nvPr/>
        </p:nvSpPr>
        <p:spPr>
          <a:xfrm>
            <a:off x="555840" y="3139560"/>
            <a:ext cx="7130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4" name=""/>
          <p:cNvSpPr txBox="1"/>
          <p:nvPr/>
        </p:nvSpPr>
        <p:spPr>
          <a:xfrm>
            <a:off x="555840" y="3295800"/>
            <a:ext cx="7059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5" name=""/>
          <p:cNvSpPr txBox="1"/>
          <p:nvPr/>
        </p:nvSpPr>
        <p:spPr>
          <a:xfrm>
            <a:off x="555840" y="3452040"/>
            <a:ext cx="634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7" name=""/>
          <p:cNvSpPr txBox="1"/>
          <p:nvPr/>
        </p:nvSpPr>
        <p:spPr>
          <a:xfrm>
            <a:off x="2400120" y="373788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25" name=""/>
          <p:cNvSpPr txBox="1"/>
          <p:nvPr/>
        </p:nvSpPr>
        <p:spPr>
          <a:xfrm>
            <a:off x="439920" y="60588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6" name=""/>
          <p:cNvSpPr/>
          <p:nvPr/>
        </p:nvSpPr>
        <p:spPr>
          <a:xfrm>
            <a:off x="456840" y="1466640"/>
            <a:ext cx="4229640" cy="2314800"/>
          </a:xfrm>
          <a:custGeom>
            <a:avLst/>
            <a:gdLst/>
            <a:ahLst/>
            <a:rect l="0" t="0" r="r" b="b"/>
            <a:pathLst>
              <a:path w="11749" h="6430">
                <a:moveTo>
                  <a:pt x="0" y="0"/>
                </a:moveTo>
                <a:lnTo>
                  <a:pt x="11749" y="0"/>
                </a:lnTo>
                <a:lnTo>
                  <a:pt x="11749" y="6430"/>
                </a:lnTo>
                <a:lnTo>
                  <a:pt x="0" y="64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7" name=""/>
          <p:cNvSpPr/>
          <p:nvPr/>
        </p:nvSpPr>
        <p:spPr>
          <a:xfrm>
            <a:off x="456840" y="146664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456840" y="3771720"/>
            <a:ext cx="4229640" cy="9720"/>
          </a:xfrm>
          <a:custGeom>
            <a:avLst/>
            <a:gdLst/>
            <a:ahLst/>
            <a:rect l="0" t="0" r="r" b="b"/>
            <a:pathLst>
              <a:path w="11749" h="27">
                <a:moveTo>
                  <a:pt x="0" y="0"/>
                </a:moveTo>
                <a:lnTo>
                  <a:pt x="11749" y="0"/>
                </a:lnTo>
                <a:lnTo>
                  <a:pt x="117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4676760" y="1466640"/>
            <a:ext cx="9720" cy="2314800"/>
          </a:xfrm>
          <a:custGeom>
            <a:avLst/>
            <a:gdLst/>
            <a:ahLst/>
            <a:rect l="0" t="0" r="r" b="b"/>
            <a:pathLst>
              <a:path w="27" h="6430">
                <a:moveTo>
                  <a:pt x="0" y="106"/>
                </a:moveTo>
                <a:lnTo>
                  <a:pt x="0" y="6430"/>
                </a:lnTo>
                <a:lnTo>
                  <a:pt x="27" y="643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456840" y="1466640"/>
            <a:ext cx="10080" cy="2314800"/>
          </a:xfrm>
          <a:custGeom>
            <a:avLst/>
            <a:gdLst/>
            <a:ahLst/>
            <a:rect l="0" t="0" r="r" b="b"/>
            <a:pathLst>
              <a:path w="28" h="6430">
                <a:moveTo>
                  <a:pt x="0" y="0"/>
                </a:moveTo>
                <a:lnTo>
                  <a:pt x="0" y="6430"/>
                </a:lnTo>
                <a:lnTo>
                  <a:pt x="28" y="643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1" name=""/>
          <p:cNvSpPr/>
          <p:nvPr/>
        </p:nvSpPr>
        <p:spPr>
          <a:xfrm>
            <a:off x="456840" y="389556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2" name=""/>
          <p:cNvSpPr/>
          <p:nvPr/>
        </p:nvSpPr>
        <p:spPr>
          <a:xfrm>
            <a:off x="456840" y="389556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3" name=""/>
          <p:cNvSpPr/>
          <p:nvPr/>
        </p:nvSpPr>
        <p:spPr>
          <a:xfrm>
            <a:off x="456840" y="4324320"/>
            <a:ext cx="4229640" cy="9720"/>
          </a:xfrm>
          <a:custGeom>
            <a:avLst/>
            <a:gdLst/>
            <a:ahLst/>
            <a:rect l="0" t="0" r="r" b="b"/>
            <a:pathLst>
              <a:path w="11749" h="27">
                <a:moveTo>
                  <a:pt x="0" y="0"/>
                </a:moveTo>
                <a:lnTo>
                  <a:pt x="11749" y="0"/>
                </a:lnTo>
                <a:lnTo>
                  <a:pt x="117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4" name=""/>
          <p:cNvSpPr/>
          <p:nvPr/>
        </p:nvSpPr>
        <p:spPr>
          <a:xfrm>
            <a:off x="4676760" y="38955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5" name=""/>
          <p:cNvSpPr/>
          <p:nvPr/>
        </p:nvSpPr>
        <p:spPr>
          <a:xfrm>
            <a:off x="456840" y="38955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6" name=""/>
          <p:cNvSpPr txBox="1"/>
          <p:nvPr/>
        </p:nvSpPr>
        <p:spPr>
          <a:xfrm>
            <a:off x="457200" y="119412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3232080" y="325476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2"/>
                  <a:pt x="2810" y="1018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8" name=""/>
          <p:cNvSpPr/>
          <p:nvPr/>
        </p:nvSpPr>
        <p:spPr>
          <a:xfrm>
            <a:off x="3232080" y="325476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2"/>
                  <a:pt x="2810" y="1018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9" name=""/>
          <p:cNvSpPr txBox="1"/>
          <p:nvPr/>
        </p:nvSpPr>
        <p:spPr>
          <a:xfrm>
            <a:off x="603720" y="164160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886680" y="325476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2"/>
                  <a:pt x="2619" y="1018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886680" y="325476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2"/>
                  <a:pt x="2619" y="1018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8"/>
                  <a:pt x="6" y="1012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2" name=""/>
          <p:cNvSpPr txBox="1"/>
          <p:nvPr/>
        </p:nvSpPr>
        <p:spPr>
          <a:xfrm>
            <a:off x="3330000" y="339408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3739320" y="231408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>
            <a:off x="3232080" y="1941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10"/>
                  <a:pt x="2806" y="14"/>
                </a:cubicBezTo>
                <a:cubicBezTo>
                  <a:pt x="2810" y="19"/>
                  <a:pt x="2814" y="24"/>
                  <a:pt x="2816" y="30"/>
                </a:cubicBezTo>
                <a:cubicBezTo>
                  <a:pt x="2819" y="35"/>
                  <a:pt x="2820" y="42"/>
                  <a:pt x="2820" y="48"/>
                </a:cubicBezTo>
                <a:lnTo>
                  <a:pt x="2820" y="989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3232080" y="1941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10"/>
                  <a:pt x="2806" y="14"/>
                </a:cubicBezTo>
                <a:cubicBezTo>
                  <a:pt x="2810" y="19"/>
                  <a:pt x="2814" y="24"/>
                  <a:pt x="2816" y="30"/>
                </a:cubicBezTo>
                <a:cubicBezTo>
                  <a:pt x="2819" y="35"/>
                  <a:pt x="2820" y="42"/>
                  <a:pt x="2820" y="48"/>
                </a:cubicBezTo>
                <a:lnTo>
                  <a:pt x="2820" y="989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6" name=""/>
          <p:cNvSpPr txBox="1"/>
          <p:nvPr/>
        </p:nvSpPr>
        <p:spPr>
          <a:xfrm>
            <a:off x="983520" y="339408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1359720" y="2314080"/>
            <a:ext cx="0" cy="940680"/>
          </a:xfrm>
          <a:prstGeom prst="line">
            <a:avLst/>
          </a:prstGeom>
          <a:ln w="11160">
            <a:solidFill>
              <a:srgbClr val="3d68ec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8" name=""/>
          <p:cNvSpPr/>
          <p:nvPr/>
        </p:nvSpPr>
        <p:spPr>
          <a:xfrm>
            <a:off x="886680" y="1941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10"/>
                  <a:pt x="2615" y="14"/>
                </a:cubicBezTo>
                <a:cubicBezTo>
                  <a:pt x="2619" y="19"/>
                  <a:pt x="2623" y="24"/>
                  <a:pt x="2625" y="30"/>
                </a:cubicBezTo>
                <a:cubicBezTo>
                  <a:pt x="2628" y="35"/>
                  <a:pt x="2629" y="42"/>
                  <a:pt x="2629" y="48"/>
                </a:cubicBezTo>
                <a:lnTo>
                  <a:pt x="2629" y="989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9" name=""/>
          <p:cNvSpPr/>
          <p:nvPr/>
        </p:nvSpPr>
        <p:spPr>
          <a:xfrm>
            <a:off x="886680" y="1941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10"/>
                  <a:pt x="2615" y="14"/>
                </a:cubicBezTo>
                <a:cubicBezTo>
                  <a:pt x="2619" y="19"/>
                  <a:pt x="2623" y="24"/>
                  <a:pt x="2625" y="30"/>
                </a:cubicBezTo>
                <a:cubicBezTo>
                  <a:pt x="2628" y="35"/>
                  <a:pt x="2629" y="42"/>
                  <a:pt x="2629" y="48"/>
                </a:cubicBezTo>
                <a:lnTo>
                  <a:pt x="2629" y="989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9"/>
                </a:cubicBezTo>
                <a:lnTo>
                  <a:pt x="0" y="48"/>
                </a:lnTo>
                <a:cubicBezTo>
                  <a:pt x="0" y="42"/>
                  <a:pt x="1" y="35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 txBox="1"/>
          <p:nvPr/>
        </p:nvSpPr>
        <p:spPr>
          <a:xfrm>
            <a:off x="3330000" y="208116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1" name=""/>
          <p:cNvSpPr txBox="1"/>
          <p:nvPr/>
        </p:nvSpPr>
        <p:spPr>
          <a:xfrm>
            <a:off x="983520" y="208116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2" name=""/>
          <p:cNvSpPr/>
          <p:nvPr/>
        </p:nvSpPr>
        <p:spPr>
          <a:xfrm>
            <a:off x="1365480" y="258948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3" name=""/>
          <p:cNvSpPr/>
          <p:nvPr/>
        </p:nvSpPr>
        <p:spPr>
          <a:xfrm>
            <a:off x="3665520" y="256068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4" name=""/>
          <p:cNvSpPr txBox="1"/>
          <p:nvPr/>
        </p:nvSpPr>
        <p:spPr>
          <a:xfrm>
            <a:off x="2024640" y="243108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 flipH="1">
            <a:off x="1382760" y="2864880"/>
            <a:ext cx="2350800" cy="0"/>
          </a:xfrm>
          <a:prstGeom prst="line">
            <a:avLst/>
          </a:prstGeom>
          <a:ln w="8280">
            <a:solidFill>
              <a:srgbClr val="1b2a6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6" name=""/>
          <p:cNvSpPr/>
          <p:nvPr/>
        </p:nvSpPr>
        <p:spPr>
          <a:xfrm>
            <a:off x="1370520" y="283608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7" name=""/>
          <p:cNvSpPr txBox="1"/>
          <p:nvPr/>
        </p:nvSpPr>
        <p:spPr>
          <a:xfrm>
            <a:off x="2118240" y="270648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8" name=""/>
          <p:cNvSpPr/>
          <p:nvPr/>
        </p:nvSpPr>
        <p:spPr>
          <a:xfrm>
            <a:off x="1365480" y="313560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1b2a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3665520" y="311112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1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1b2a6b"/>
          </a:solidFill>
          <a:ln w="5400">
            <a:solidFill>
              <a:srgbClr val="1b2a6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0" name=""/>
          <p:cNvSpPr txBox="1"/>
          <p:nvPr/>
        </p:nvSpPr>
        <p:spPr>
          <a:xfrm>
            <a:off x="1677240" y="298152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1257120" y="4019400"/>
            <a:ext cx="1857600" cy="219240"/>
          </a:xfrm>
          <a:custGeom>
            <a:avLst/>
            <a:gdLst/>
            <a:ahLst/>
            <a:rect l="0" t="0" r="r" b="b"/>
            <a:pathLst>
              <a:path w="5160" h="609">
                <a:moveTo>
                  <a:pt x="0" y="504"/>
                </a:moveTo>
                <a:lnTo>
                  <a:pt x="0" y="107"/>
                </a:lnTo>
                <a:cubicBezTo>
                  <a:pt x="0" y="93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3"/>
                  <a:pt x="5119" y="21"/>
                  <a:pt x="5129" y="31"/>
                </a:cubicBezTo>
                <a:cubicBezTo>
                  <a:pt x="5139" y="41"/>
                  <a:pt x="5147" y="52"/>
                  <a:pt x="5152" y="65"/>
                </a:cubicBezTo>
                <a:cubicBezTo>
                  <a:pt x="5158" y="78"/>
                  <a:pt x="5160" y="93"/>
                  <a:pt x="5160" y="107"/>
                </a:cubicBezTo>
                <a:lnTo>
                  <a:pt x="5160" y="504"/>
                </a:lnTo>
                <a:cubicBezTo>
                  <a:pt x="5160" y="518"/>
                  <a:pt x="5158" y="531"/>
                  <a:pt x="5152" y="544"/>
                </a:cubicBezTo>
                <a:cubicBezTo>
                  <a:pt x="5147" y="557"/>
                  <a:pt x="5139" y="569"/>
                  <a:pt x="5129" y="578"/>
                </a:cubicBezTo>
                <a:cubicBezTo>
                  <a:pt x="5119" y="588"/>
                  <a:pt x="5108" y="596"/>
                  <a:pt x="5095" y="601"/>
                </a:cubicBezTo>
                <a:cubicBezTo>
                  <a:pt x="5082" y="607"/>
                  <a:pt x="5069" y="609"/>
                  <a:pt x="5055" y="609"/>
                </a:cubicBezTo>
                <a:lnTo>
                  <a:pt x="106" y="609"/>
                </a:lnTo>
                <a:cubicBezTo>
                  <a:pt x="92" y="609"/>
                  <a:pt x="78" y="607"/>
                  <a:pt x="65" y="601"/>
                </a:cubicBezTo>
                <a:cubicBezTo>
                  <a:pt x="52" y="596"/>
                  <a:pt x="41" y="588"/>
                  <a:pt x="31" y="578"/>
                </a:cubicBezTo>
                <a:cubicBezTo>
                  <a:pt x="21" y="569"/>
                  <a:pt x="13" y="557"/>
                  <a:pt x="8" y="544"/>
                </a:cubicBezTo>
                <a:cubicBezTo>
                  <a:pt x="3" y="531"/>
                  <a:pt x="0" y="518"/>
                  <a:pt x="0" y="504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2" name=""/>
          <p:cNvSpPr txBox="1"/>
          <p:nvPr/>
        </p:nvSpPr>
        <p:spPr>
          <a:xfrm>
            <a:off x="603720" y="403812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3" name=""/>
          <p:cNvSpPr txBox="1"/>
          <p:nvPr/>
        </p:nvSpPr>
        <p:spPr>
          <a:xfrm>
            <a:off x="1316160" y="405504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4" name=""/>
          <p:cNvSpPr/>
          <p:nvPr/>
        </p:nvSpPr>
        <p:spPr>
          <a:xfrm>
            <a:off x="4848120" y="146664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4848120" y="146664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6" name=""/>
          <p:cNvSpPr/>
          <p:nvPr/>
        </p:nvSpPr>
        <p:spPr>
          <a:xfrm>
            <a:off x="4848120" y="3609720"/>
            <a:ext cx="4029480" cy="10080"/>
          </a:xfrm>
          <a:custGeom>
            <a:avLst/>
            <a:gdLst/>
            <a:ahLst/>
            <a:rect l="0" t="0" r="r" b="b"/>
            <a:pathLst>
              <a:path w="11193" h="28">
                <a:moveTo>
                  <a:pt x="0" y="0"/>
                </a:moveTo>
                <a:lnTo>
                  <a:pt x="11193" y="0"/>
                </a:lnTo>
                <a:lnTo>
                  <a:pt x="111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7" name=""/>
          <p:cNvSpPr/>
          <p:nvPr/>
        </p:nvSpPr>
        <p:spPr>
          <a:xfrm>
            <a:off x="8867520" y="146664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8" name=""/>
          <p:cNvSpPr/>
          <p:nvPr/>
        </p:nvSpPr>
        <p:spPr>
          <a:xfrm>
            <a:off x="4848120" y="146664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9" name=""/>
          <p:cNvSpPr/>
          <p:nvPr/>
        </p:nvSpPr>
        <p:spPr>
          <a:xfrm>
            <a:off x="5005080" y="1890360"/>
            <a:ext cx="3724920" cy="1610280"/>
          </a:xfrm>
          <a:custGeom>
            <a:avLst/>
            <a:gdLst/>
            <a:ahLst/>
            <a:rect l="0" t="0" r="r" b="b"/>
            <a:pathLst>
              <a:path w="10347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5"/>
                  <a:pt x="10248" y="8"/>
                  <a:pt x="10257" y="12"/>
                </a:cubicBezTo>
                <a:cubicBezTo>
                  <a:pt x="10266" y="15"/>
                  <a:pt x="10274" y="20"/>
                  <a:pt x="10282" y="25"/>
                </a:cubicBezTo>
                <a:cubicBezTo>
                  <a:pt x="10290" y="30"/>
                  <a:pt x="10297" y="36"/>
                  <a:pt x="10304" y="43"/>
                </a:cubicBezTo>
                <a:cubicBezTo>
                  <a:pt x="10311" y="50"/>
                  <a:pt x="10317" y="57"/>
                  <a:pt x="10322" y="65"/>
                </a:cubicBezTo>
                <a:cubicBezTo>
                  <a:pt x="10327" y="73"/>
                  <a:pt x="10332" y="81"/>
                  <a:pt x="10335" y="90"/>
                </a:cubicBezTo>
                <a:cubicBezTo>
                  <a:pt x="10339" y="99"/>
                  <a:pt x="10342" y="108"/>
                  <a:pt x="10344" y="118"/>
                </a:cubicBezTo>
                <a:cubicBezTo>
                  <a:pt x="10346" y="127"/>
                  <a:pt x="10347" y="136"/>
                  <a:pt x="10347" y="146"/>
                </a:cubicBezTo>
                <a:lnTo>
                  <a:pt x="10347" y="4327"/>
                </a:lnTo>
                <a:cubicBezTo>
                  <a:pt x="10347" y="4337"/>
                  <a:pt x="10346" y="4346"/>
                  <a:pt x="10344" y="4356"/>
                </a:cubicBezTo>
                <a:cubicBezTo>
                  <a:pt x="10342" y="4365"/>
                  <a:pt x="10339" y="4374"/>
                  <a:pt x="10335" y="4383"/>
                </a:cubicBezTo>
                <a:cubicBezTo>
                  <a:pt x="10332" y="4392"/>
                  <a:pt x="10327" y="4400"/>
                  <a:pt x="10322" y="4408"/>
                </a:cubicBezTo>
                <a:cubicBezTo>
                  <a:pt x="10317" y="4416"/>
                  <a:pt x="10311" y="4424"/>
                  <a:pt x="10304" y="4430"/>
                </a:cubicBezTo>
                <a:cubicBezTo>
                  <a:pt x="10297" y="4437"/>
                  <a:pt x="10290" y="4443"/>
                  <a:pt x="10282" y="4448"/>
                </a:cubicBezTo>
                <a:cubicBezTo>
                  <a:pt x="10274" y="4454"/>
                  <a:pt x="10266" y="4458"/>
                  <a:pt x="10257" y="4462"/>
                </a:cubicBezTo>
                <a:cubicBezTo>
                  <a:pt x="10248" y="4466"/>
                  <a:pt x="10239" y="4468"/>
                  <a:pt x="10229" y="4470"/>
                </a:cubicBezTo>
                <a:cubicBezTo>
                  <a:pt x="10220" y="4472"/>
                  <a:pt x="10211" y="4473"/>
                  <a:pt x="10201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6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4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0" name=""/>
          <p:cNvSpPr/>
          <p:nvPr/>
        </p:nvSpPr>
        <p:spPr>
          <a:xfrm>
            <a:off x="5005080" y="1890360"/>
            <a:ext cx="3724920" cy="1610280"/>
          </a:xfrm>
          <a:custGeom>
            <a:avLst/>
            <a:gdLst/>
            <a:ahLst/>
            <a:rect l="0" t="0" r="r" b="b"/>
            <a:pathLst>
              <a:path w="10347" h="4473">
                <a:moveTo>
                  <a:pt x="0" y="4327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5"/>
                  <a:pt x="10248" y="8"/>
                  <a:pt x="10257" y="12"/>
                </a:cubicBezTo>
                <a:cubicBezTo>
                  <a:pt x="10266" y="15"/>
                  <a:pt x="10274" y="20"/>
                  <a:pt x="10282" y="25"/>
                </a:cubicBezTo>
                <a:cubicBezTo>
                  <a:pt x="10290" y="30"/>
                  <a:pt x="10297" y="36"/>
                  <a:pt x="10304" y="43"/>
                </a:cubicBezTo>
                <a:cubicBezTo>
                  <a:pt x="10311" y="50"/>
                  <a:pt x="10317" y="57"/>
                  <a:pt x="10322" y="65"/>
                </a:cubicBezTo>
                <a:cubicBezTo>
                  <a:pt x="10327" y="73"/>
                  <a:pt x="10332" y="81"/>
                  <a:pt x="10335" y="90"/>
                </a:cubicBezTo>
                <a:cubicBezTo>
                  <a:pt x="10339" y="99"/>
                  <a:pt x="10342" y="108"/>
                  <a:pt x="10344" y="118"/>
                </a:cubicBezTo>
                <a:cubicBezTo>
                  <a:pt x="10346" y="127"/>
                  <a:pt x="10347" y="136"/>
                  <a:pt x="10347" y="146"/>
                </a:cubicBezTo>
                <a:lnTo>
                  <a:pt x="10347" y="4327"/>
                </a:lnTo>
                <a:cubicBezTo>
                  <a:pt x="10347" y="4337"/>
                  <a:pt x="10346" y="4346"/>
                  <a:pt x="10344" y="4356"/>
                </a:cubicBezTo>
                <a:cubicBezTo>
                  <a:pt x="10342" y="4365"/>
                  <a:pt x="10339" y="4374"/>
                  <a:pt x="10335" y="4383"/>
                </a:cubicBezTo>
                <a:cubicBezTo>
                  <a:pt x="10332" y="4392"/>
                  <a:pt x="10327" y="4400"/>
                  <a:pt x="10322" y="4408"/>
                </a:cubicBezTo>
                <a:cubicBezTo>
                  <a:pt x="10317" y="4416"/>
                  <a:pt x="10311" y="4424"/>
                  <a:pt x="10304" y="4430"/>
                </a:cubicBezTo>
                <a:cubicBezTo>
                  <a:pt x="10297" y="4437"/>
                  <a:pt x="10290" y="4443"/>
                  <a:pt x="10282" y="4448"/>
                </a:cubicBezTo>
                <a:cubicBezTo>
                  <a:pt x="10274" y="4454"/>
                  <a:pt x="10266" y="4458"/>
                  <a:pt x="10257" y="4462"/>
                </a:cubicBezTo>
                <a:cubicBezTo>
                  <a:pt x="10248" y="4466"/>
                  <a:pt x="10239" y="4468"/>
                  <a:pt x="10229" y="4470"/>
                </a:cubicBezTo>
                <a:cubicBezTo>
                  <a:pt x="10220" y="4472"/>
                  <a:pt x="10211" y="4473"/>
                  <a:pt x="10201" y="4473"/>
                </a:cubicBezTo>
                <a:lnTo>
                  <a:pt x="146" y="4473"/>
                </a:lnTo>
                <a:cubicBezTo>
                  <a:pt x="136" y="4473"/>
                  <a:pt x="127" y="4472"/>
                  <a:pt x="117" y="4470"/>
                </a:cubicBezTo>
                <a:cubicBezTo>
                  <a:pt x="108" y="4468"/>
                  <a:pt x="99" y="4466"/>
                  <a:pt x="90" y="4462"/>
                </a:cubicBezTo>
                <a:cubicBezTo>
                  <a:pt x="81" y="4458"/>
                  <a:pt x="73" y="4454"/>
                  <a:pt x="65" y="4448"/>
                </a:cubicBezTo>
                <a:cubicBezTo>
                  <a:pt x="57" y="4443"/>
                  <a:pt x="50" y="4437"/>
                  <a:pt x="43" y="4430"/>
                </a:cubicBezTo>
                <a:cubicBezTo>
                  <a:pt x="36" y="4424"/>
                  <a:pt x="30" y="4416"/>
                  <a:pt x="25" y="4408"/>
                </a:cubicBezTo>
                <a:cubicBezTo>
                  <a:pt x="20" y="4400"/>
                  <a:pt x="15" y="4392"/>
                  <a:pt x="11" y="4383"/>
                </a:cubicBezTo>
                <a:cubicBezTo>
                  <a:pt x="8" y="4374"/>
                  <a:pt x="5" y="4365"/>
                  <a:pt x="3" y="4356"/>
                </a:cubicBezTo>
                <a:cubicBezTo>
                  <a:pt x="1" y="4346"/>
                  <a:pt x="0" y="4337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1" name=""/>
          <p:cNvSpPr txBox="1"/>
          <p:nvPr/>
        </p:nvSpPr>
        <p:spPr>
          <a:xfrm>
            <a:off x="3200040" y="405504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 txBox="1"/>
          <p:nvPr/>
        </p:nvSpPr>
        <p:spPr>
          <a:xfrm>
            <a:off x="4998240" y="164160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3" name=""/>
          <p:cNvSpPr txBox="1"/>
          <p:nvPr/>
        </p:nvSpPr>
        <p:spPr>
          <a:xfrm>
            <a:off x="5114160" y="198864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4" name=""/>
          <p:cNvSpPr txBox="1"/>
          <p:nvPr/>
        </p:nvSpPr>
        <p:spPr>
          <a:xfrm>
            <a:off x="5114160" y="212220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5" name=""/>
          <p:cNvSpPr txBox="1"/>
          <p:nvPr/>
        </p:nvSpPr>
        <p:spPr>
          <a:xfrm>
            <a:off x="5114160" y="226512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 txBox="1"/>
          <p:nvPr/>
        </p:nvSpPr>
        <p:spPr>
          <a:xfrm>
            <a:off x="5114160" y="240804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7" name=""/>
          <p:cNvSpPr txBox="1"/>
          <p:nvPr/>
        </p:nvSpPr>
        <p:spPr>
          <a:xfrm>
            <a:off x="5114160" y="255060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8" name=""/>
          <p:cNvSpPr txBox="1"/>
          <p:nvPr/>
        </p:nvSpPr>
        <p:spPr>
          <a:xfrm>
            <a:off x="5114160" y="269352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9" name=""/>
          <p:cNvSpPr txBox="1"/>
          <p:nvPr/>
        </p:nvSpPr>
        <p:spPr>
          <a:xfrm>
            <a:off x="5114160" y="283644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0" name=""/>
          <p:cNvSpPr txBox="1"/>
          <p:nvPr/>
        </p:nvSpPr>
        <p:spPr>
          <a:xfrm>
            <a:off x="5114160" y="297936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1" name=""/>
          <p:cNvSpPr txBox="1"/>
          <p:nvPr/>
        </p:nvSpPr>
        <p:spPr>
          <a:xfrm>
            <a:off x="5114160" y="312228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2" name=""/>
          <p:cNvSpPr txBox="1"/>
          <p:nvPr/>
        </p:nvSpPr>
        <p:spPr>
          <a:xfrm>
            <a:off x="5114160" y="325548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4" name=""/>
          <p:cNvSpPr txBox="1"/>
          <p:nvPr/>
        </p:nvSpPr>
        <p:spPr>
          <a:xfrm>
            <a:off x="2981160" y="4476240"/>
            <a:ext cx="390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Zo loopt elke lijn op de hoofdplaat straks naar een bericht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9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92" name=""/>
          <p:cNvSpPr txBox="1"/>
          <p:nvPr/>
        </p:nvSpPr>
        <p:spPr>
          <a:xfrm>
            <a:off x="439920" y="815400"/>
            <a:ext cx="3882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Zo hangt het samen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3" name=""/>
          <p:cNvSpPr/>
          <p:nvPr/>
        </p:nvSpPr>
        <p:spPr>
          <a:xfrm>
            <a:off x="461880" y="1704960"/>
            <a:ext cx="1419480" cy="814680"/>
          </a:xfrm>
          <a:custGeom>
            <a:avLst/>
            <a:gdLst/>
            <a:ahLst/>
            <a:rect l="0" t="0" r="r" b="b"/>
            <a:pathLst>
              <a:path w="3943" h="2263">
                <a:moveTo>
                  <a:pt x="0" y="195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5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4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6"/>
                  <a:pt x="3791" y="34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89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5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1958"/>
                </a:lnTo>
                <a:cubicBezTo>
                  <a:pt x="3943" y="1978"/>
                  <a:pt x="3941" y="1998"/>
                  <a:pt x="3937" y="2018"/>
                </a:cubicBezTo>
                <a:cubicBezTo>
                  <a:pt x="3933" y="2037"/>
                  <a:pt x="3928" y="2056"/>
                  <a:pt x="3920" y="2075"/>
                </a:cubicBezTo>
                <a:cubicBezTo>
                  <a:pt x="3912" y="2093"/>
                  <a:pt x="3903" y="2111"/>
                  <a:pt x="3892" y="2128"/>
                </a:cubicBezTo>
                <a:cubicBezTo>
                  <a:pt x="3881" y="2144"/>
                  <a:pt x="3868" y="2159"/>
                  <a:pt x="3854" y="2174"/>
                </a:cubicBezTo>
                <a:cubicBezTo>
                  <a:pt x="3840" y="2188"/>
                  <a:pt x="3824" y="2200"/>
                  <a:pt x="3808" y="2211"/>
                </a:cubicBezTo>
                <a:cubicBezTo>
                  <a:pt x="3791" y="2223"/>
                  <a:pt x="3774" y="2232"/>
                  <a:pt x="3755" y="2240"/>
                </a:cubicBezTo>
                <a:cubicBezTo>
                  <a:pt x="3737" y="2247"/>
                  <a:pt x="3718" y="2253"/>
                  <a:pt x="3698" y="2257"/>
                </a:cubicBezTo>
                <a:cubicBezTo>
                  <a:pt x="3679" y="2261"/>
                  <a:pt x="3659" y="2263"/>
                  <a:pt x="3639" y="2263"/>
                </a:cubicBezTo>
                <a:lnTo>
                  <a:pt x="304" y="2263"/>
                </a:lnTo>
                <a:cubicBezTo>
                  <a:pt x="284" y="2263"/>
                  <a:pt x="264" y="2261"/>
                  <a:pt x="245" y="2257"/>
                </a:cubicBezTo>
                <a:cubicBezTo>
                  <a:pt x="225" y="2253"/>
                  <a:pt x="206" y="2247"/>
                  <a:pt x="188" y="2240"/>
                </a:cubicBezTo>
                <a:cubicBezTo>
                  <a:pt x="169" y="2232"/>
                  <a:pt x="152" y="2223"/>
                  <a:pt x="135" y="2211"/>
                </a:cubicBezTo>
                <a:cubicBezTo>
                  <a:pt x="118" y="2200"/>
                  <a:pt x="103" y="2188"/>
                  <a:pt x="89" y="2174"/>
                </a:cubicBezTo>
                <a:cubicBezTo>
                  <a:pt x="75" y="2159"/>
                  <a:pt x="62" y="2144"/>
                  <a:pt x="51" y="2128"/>
                </a:cubicBezTo>
                <a:cubicBezTo>
                  <a:pt x="40" y="2111"/>
                  <a:pt x="31" y="2093"/>
                  <a:pt x="23" y="2075"/>
                </a:cubicBezTo>
                <a:cubicBezTo>
                  <a:pt x="15" y="2056"/>
                  <a:pt x="9" y="2037"/>
                  <a:pt x="6" y="2018"/>
                </a:cubicBezTo>
                <a:cubicBezTo>
                  <a:pt x="2" y="1998"/>
                  <a:pt x="0" y="1978"/>
                  <a:pt x="0" y="19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4" name=""/>
          <p:cNvSpPr/>
          <p:nvPr/>
        </p:nvSpPr>
        <p:spPr>
          <a:xfrm>
            <a:off x="45684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5" name=""/>
          <p:cNvSpPr/>
          <p:nvPr/>
        </p:nvSpPr>
        <p:spPr>
          <a:xfrm>
            <a:off x="45684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6" name=""/>
          <p:cNvSpPr/>
          <p:nvPr/>
        </p:nvSpPr>
        <p:spPr>
          <a:xfrm>
            <a:off x="45684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7" name=""/>
          <p:cNvSpPr/>
          <p:nvPr/>
        </p:nvSpPr>
        <p:spPr>
          <a:xfrm>
            <a:off x="45684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8" name=""/>
          <p:cNvSpPr/>
          <p:nvPr/>
        </p:nvSpPr>
        <p:spPr>
          <a:xfrm>
            <a:off x="1071360" y="181440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556"/>
                </a:moveTo>
                <a:lnTo>
                  <a:pt x="517" y="556"/>
                </a:lnTo>
                <a:lnTo>
                  <a:pt x="517" y="457"/>
                </a:lnTo>
                <a:cubicBezTo>
                  <a:pt x="517" y="444"/>
                  <a:pt x="514" y="431"/>
                  <a:pt x="509" y="419"/>
                </a:cubicBezTo>
                <a:cubicBezTo>
                  <a:pt x="504" y="407"/>
                  <a:pt x="497" y="396"/>
                  <a:pt x="488" y="387"/>
                </a:cubicBezTo>
                <a:cubicBezTo>
                  <a:pt x="479" y="378"/>
                  <a:pt x="468" y="371"/>
                  <a:pt x="456" y="366"/>
                </a:cubicBezTo>
                <a:cubicBezTo>
                  <a:pt x="444" y="361"/>
                  <a:pt x="431" y="358"/>
                  <a:pt x="418" y="358"/>
                </a:cubicBezTo>
                <a:lnTo>
                  <a:pt x="418" y="318"/>
                </a:lnTo>
                <a:cubicBezTo>
                  <a:pt x="436" y="318"/>
                  <a:pt x="454" y="322"/>
                  <a:pt x="471" y="329"/>
                </a:cubicBezTo>
                <a:cubicBezTo>
                  <a:pt x="488" y="336"/>
                  <a:pt x="503" y="346"/>
                  <a:pt x="516" y="359"/>
                </a:cubicBezTo>
                <a:cubicBezTo>
                  <a:pt x="529" y="372"/>
                  <a:pt x="539" y="387"/>
                  <a:pt x="546" y="404"/>
                </a:cubicBezTo>
                <a:cubicBezTo>
                  <a:pt x="553" y="421"/>
                  <a:pt x="557" y="439"/>
                  <a:pt x="557" y="457"/>
                </a:cubicBezTo>
                <a:lnTo>
                  <a:pt x="557" y="556"/>
                </a:lnTo>
                <a:moveTo>
                  <a:pt x="398" y="556"/>
                </a:moveTo>
                <a:lnTo>
                  <a:pt x="358" y="556"/>
                </a:lnTo>
                <a:lnTo>
                  <a:pt x="358" y="457"/>
                </a:lnTo>
                <a:cubicBezTo>
                  <a:pt x="358" y="444"/>
                  <a:pt x="356" y="431"/>
                  <a:pt x="351" y="419"/>
                </a:cubicBezTo>
                <a:cubicBezTo>
                  <a:pt x="346" y="407"/>
                  <a:pt x="338" y="396"/>
                  <a:pt x="329" y="387"/>
                </a:cubicBezTo>
                <a:cubicBezTo>
                  <a:pt x="320" y="378"/>
                  <a:pt x="309" y="371"/>
                  <a:pt x="297" y="366"/>
                </a:cubicBezTo>
                <a:cubicBezTo>
                  <a:pt x="285" y="361"/>
                  <a:pt x="272" y="358"/>
                  <a:pt x="259" y="358"/>
                </a:cubicBezTo>
                <a:lnTo>
                  <a:pt x="140" y="358"/>
                </a:lnTo>
                <a:cubicBezTo>
                  <a:pt x="127" y="358"/>
                  <a:pt x="114" y="361"/>
                  <a:pt x="102" y="366"/>
                </a:cubicBezTo>
                <a:cubicBezTo>
                  <a:pt x="90" y="371"/>
                  <a:pt x="79" y="378"/>
                  <a:pt x="69" y="387"/>
                </a:cubicBezTo>
                <a:cubicBezTo>
                  <a:pt x="60" y="396"/>
                  <a:pt x="52" y="407"/>
                  <a:pt x="47" y="419"/>
                </a:cubicBezTo>
                <a:cubicBezTo>
                  <a:pt x="42" y="431"/>
                  <a:pt x="40" y="444"/>
                  <a:pt x="40" y="457"/>
                </a:cubicBezTo>
                <a:lnTo>
                  <a:pt x="40" y="556"/>
                </a:lnTo>
                <a:lnTo>
                  <a:pt x="0" y="556"/>
                </a:lnTo>
                <a:lnTo>
                  <a:pt x="0" y="457"/>
                </a:lnTo>
                <a:cubicBezTo>
                  <a:pt x="0" y="439"/>
                  <a:pt x="4" y="421"/>
                  <a:pt x="11" y="404"/>
                </a:cubicBezTo>
                <a:cubicBezTo>
                  <a:pt x="18" y="387"/>
                  <a:pt x="28" y="372"/>
                  <a:pt x="41" y="359"/>
                </a:cubicBezTo>
                <a:cubicBezTo>
                  <a:pt x="54" y="346"/>
                  <a:pt x="69" y="336"/>
                  <a:pt x="87" y="329"/>
                </a:cubicBezTo>
                <a:cubicBezTo>
                  <a:pt x="104" y="322"/>
                  <a:pt x="122" y="318"/>
                  <a:pt x="140" y="318"/>
                </a:cubicBezTo>
                <a:lnTo>
                  <a:pt x="259" y="318"/>
                </a:lnTo>
                <a:cubicBezTo>
                  <a:pt x="277" y="318"/>
                  <a:pt x="295" y="322"/>
                  <a:pt x="312" y="329"/>
                </a:cubicBezTo>
                <a:cubicBezTo>
                  <a:pt x="329" y="336"/>
                  <a:pt x="344" y="346"/>
                  <a:pt x="357" y="359"/>
                </a:cubicBezTo>
                <a:cubicBezTo>
                  <a:pt x="370" y="372"/>
                  <a:pt x="380" y="387"/>
                  <a:pt x="387" y="404"/>
                </a:cubicBezTo>
                <a:cubicBezTo>
                  <a:pt x="394" y="421"/>
                  <a:pt x="398" y="439"/>
                  <a:pt x="398" y="457"/>
                </a:cubicBezTo>
                <a:lnTo>
                  <a:pt x="398" y="556"/>
                </a:lnTo>
                <a:moveTo>
                  <a:pt x="358" y="0"/>
                </a:moveTo>
                <a:lnTo>
                  <a:pt x="358" y="39"/>
                </a:lnTo>
                <a:cubicBezTo>
                  <a:pt x="371" y="39"/>
                  <a:pt x="384" y="42"/>
                  <a:pt x="396" y="47"/>
                </a:cubicBezTo>
                <a:cubicBezTo>
                  <a:pt x="408" y="52"/>
                  <a:pt x="419" y="59"/>
                  <a:pt x="428" y="69"/>
                </a:cubicBezTo>
                <a:cubicBezTo>
                  <a:pt x="438" y="78"/>
                  <a:pt x="445" y="89"/>
                  <a:pt x="450" y="101"/>
                </a:cubicBezTo>
                <a:cubicBezTo>
                  <a:pt x="455" y="113"/>
                  <a:pt x="457" y="126"/>
                  <a:pt x="457" y="139"/>
                </a:cubicBezTo>
                <a:cubicBezTo>
                  <a:pt x="457" y="152"/>
                  <a:pt x="455" y="165"/>
                  <a:pt x="450" y="177"/>
                </a:cubicBezTo>
                <a:cubicBezTo>
                  <a:pt x="445" y="189"/>
                  <a:pt x="438" y="200"/>
                  <a:pt x="428" y="209"/>
                </a:cubicBezTo>
                <a:cubicBezTo>
                  <a:pt x="419" y="218"/>
                  <a:pt x="408" y="225"/>
                  <a:pt x="396" y="230"/>
                </a:cubicBezTo>
                <a:cubicBezTo>
                  <a:pt x="384" y="236"/>
                  <a:pt x="371" y="239"/>
                  <a:pt x="358" y="239"/>
                </a:cubicBezTo>
                <a:lnTo>
                  <a:pt x="358" y="279"/>
                </a:lnTo>
                <a:cubicBezTo>
                  <a:pt x="377" y="279"/>
                  <a:pt x="394" y="275"/>
                  <a:pt x="411" y="268"/>
                </a:cubicBezTo>
                <a:cubicBezTo>
                  <a:pt x="428" y="261"/>
                  <a:pt x="443" y="251"/>
                  <a:pt x="456" y="238"/>
                </a:cubicBezTo>
                <a:cubicBezTo>
                  <a:pt x="469" y="224"/>
                  <a:pt x="480" y="209"/>
                  <a:pt x="487" y="192"/>
                </a:cubicBezTo>
                <a:cubicBezTo>
                  <a:pt x="494" y="175"/>
                  <a:pt x="497" y="157"/>
                  <a:pt x="497" y="139"/>
                </a:cubicBezTo>
                <a:cubicBezTo>
                  <a:pt x="497" y="120"/>
                  <a:pt x="494" y="103"/>
                  <a:pt x="487" y="86"/>
                </a:cubicBezTo>
                <a:cubicBezTo>
                  <a:pt x="480" y="69"/>
                  <a:pt x="469" y="54"/>
                  <a:pt x="456" y="40"/>
                </a:cubicBezTo>
                <a:cubicBezTo>
                  <a:pt x="443" y="27"/>
                  <a:pt x="428" y="17"/>
                  <a:pt x="411" y="10"/>
                </a:cubicBezTo>
                <a:cubicBezTo>
                  <a:pt x="394" y="3"/>
                  <a:pt x="377" y="0"/>
                  <a:pt x="358" y="0"/>
                </a:cubicBezTo>
                <a:moveTo>
                  <a:pt x="199" y="39"/>
                </a:moveTo>
                <a:cubicBezTo>
                  <a:pt x="213" y="39"/>
                  <a:pt x="225" y="42"/>
                  <a:pt x="237" y="47"/>
                </a:cubicBezTo>
                <a:cubicBezTo>
                  <a:pt x="250" y="52"/>
                  <a:pt x="260" y="59"/>
                  <a:pt x="270" y="69"/>
                </a:cubicBezTo>
                <a:cubicBezTo>
                  <a:pt x="279" y="78"/>
                  <a:pt x="286" y="89"/>
                  <a:pt x="291" y="101"/>
                </a:cubicBezTo>
                <a:cubicBezTo>
                  <a:pt x="296" y="113"/>
                  <a:pt x="299" y="126"/>
                  <a:pt x="299" y="139"/>
                </a:cubicBezTo>
                <a:cubicBezTo>
                  <a:pt x="299" y="152"/>
                  <a:pt x="296" y="165"/>
                  <a:pt x="291" y="177"/>
                </a:cubicBezTo>
                <a:cubicBezTo>
                  <a:pt x="286" y="189"/>
                  <a:pt x="279" y="200"/>
                  <a:pt x="270" y="209"/>
                </a:cubicBezTo>
                <a:cubicBezTo>
                  <a:pt x="260" y="218"/>
                  <a:pt x="250" y="225"/>
                  <a:pt x="237" y="230"/>
                </a:cubicBezTo>
                <a:cubicBezTo>
                  <a:pt x="225" y="236"/>
                  <a:pt x="213" y="239"/>
                  <a:pt x="199" y="239"/>
                </a:cubicBezTo>
                <a:cubicBezTo>
                  <a:pt x="186" y="239"/>
                  <a:pt x="174" y="236"/>
                  <a:pt x="162" y="230"/>
                </a:cubicBezTo>
                <a:cubicBezTo>
                  <a:pt x="149" y="225"/>
                  <a:pt x="139" y="218"/>
                  <a:pt x="129" y="209"/>
                </a:cubicBezTo>
                <a:cubicBezTo>
                  <a:pt x="120" y="200"/>
                  <a:pt x="113" y="189"/>
                  <a:pt x="108" y="177"/>
                </a:cubicBezTo>
                <a:cubicBezTo>
                  <a:pt x="103" y="165"/>
                  <a:pt x="100" y="152"/>
                  <a:pt x="100" y="139"/>
                </a:cubicBezTo>
                <a:cubicBezTo>
                  <a:pt x="100" y="126"/>
                  <a:pt x="103" y="113"/>
                  <a:pt x="108" y="101"/>
                </a:cubicBezTo>
                <a:cubicBezTo>
                  <a:pt x="113" y="89"/>
                  <a:pt x="120" y="78"/>
                  <a:pt x="129" y="69"/>
                </a:cubicBezTo>
                <a:cubicBezTo>
                  <a:pt x="139" y="59"/>
                  <a:pt x="149" y="52"/>
                  <a:pt x="162" y="47"/>
                </a:cubicBezTo>
                <a:cubicBezTo>
                  <a:pt x="174" y="42"/>
                  <a:pt x="186" y="39"/>
                  <a:pt x="199" y="39"/>
                </a:cubicBezTo>
                <a:moveTo>
                  <a:pt x="199" y="0"/>
                </a:moveTo>
                <a:cubicBezTo>
                  <a:pt x="181" y="0"/>
                  <a:pt x="163" y="3"/>
                  <a:pt x="146" y="10"/>
                </a:cubicBezTo>
                <a:cubicBezTo>
                  <a:pt x="129" y="17"/>
                  <a:pt x="114" y="27"/>
                  <a:pt x="101" y="40"/>
                </a:cubicBezTo>
                <a:cubicBezTo>
                  <a:pt x="88" y="54"/>
                  <a:pt x="78" y="69"/>
                  <a:pt x="70" y="86"/>
                </a:cubicBezTo>
                <a:cubicBezTo>
                  <a:pt x="63" y="103"/>
                  <a:pt x="60" y="120"/>
                  <a:pt x="60" y="139"/>
                </a:cubicBezTo>
                <a:cubicBezTo>
                  <a:pt x="60" y="157"/>
                  <a:pt x="63" y="175"/>
                  <a:pt x="70" y="192"/>
                </a:cubicBezTo>
                <a:cubicBezTo>
                  <a:pt x="78" y="209"/>
                  <a:pt x="88" y="224"/>
                  <a:pt x="101" y="238"/>
                </a:cubicBezTo>
                <a:cubicBezTo>
                  <a:pt x="114" y="251"/>
                  <a:pt x="129" y="261"/>
                  <a:pt x="146" y="268"/>
                </a:cubicBezTo>
                <a:cubicBezTo>
                  <a:pt x="163" y="275"/>
                  <a:pt x="181" y="279"/>
                  <a:pt x="199" y="279"/>
                </a:cubicBezTo>
                <a:cubicBezTo>
                  <a:pt x="218" y="279"/>
                  <a:pt x="236" y="275"/>
                  <a:pt x="253" y="268"/>
                </a:cubicBezTo>
                <a:cubicBezTo>
                  <a:pt x="270" y="261"/>
                  <a:pt x="285" y="251"/>
                  <a:pt x="298" y="238"/>
                </a:cubicBezTo>
                <a:cubicBezTo>
                  <a:pt x="311" y="224"/>
                  <a:pt x="321" y="209"/>
                  <a:pt x="328" y="192"/>
                </a:cubicBezTo>
                <a:cubicBezTo>
                  <a:pt x="335" y="175"/>
                  <a:pt x="338" y="157"/>
                  <a:pt x="338" y="139"/>
                </a:cubicBezTo>
                <a:cubicBezTo>
                  <a:pt x="338" y="120"/>
                  <a:pt x="335" y="103"/>
                  <a:pt x="328" y="86"/>
                </a:cubicBezTo>
                <a:cubicBezTo>
                  <a:pt x="321" y="69"/>
                  <a:pt x="311" y="54"/>
                  <a:pt x="298" y="40"/>
                </a:cubicBezTo>
                <a:cubicBezTo>
                  <a:pt x="285" y="27"/>
                  <a:pt x="270" y="17"/>
                  <a:pt x="253" y="10"/>
                </a:cubicBezTo>
                <a:cubicBezTo>
                  <a:pt x="236" y="3"/>
                  <a:pt x="218" y="0"/>
                  <a:pt x="19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9" name=""/>
          <p:cNvSpPr txBox="1"/>
          <p:nvPr/>
        </p:nvSpPr>
        <p:spPr>
          <a:xfrm>
            <a:off x="457200" y="1403640"/>
            <a:ext cx="4213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route, met wat er vandaag per stap ligt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0" name=""/>
          <p:cNvSpPr txBox="1"/>
          <p:nvPr/>
        </p:nvSpPr>
        <p:spPr>
          <a:xfrm>
            <a:off x="840600" y="2077560"/>
            <a:ext cx="785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1" name=""/>
          <p:cNvSpPr txBox="1"/>
          <p:nvPr/>
        </p:nvSpPr>
        <p:spPr>
          <a:xfrm>
            <a:off x="697680" y="2288880"/>
            <a:ext cx="1052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requirementsboom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2" name=""/>
          <p:cNvSpPr/>
          <p:nvPr/>
        </p:nvSpPr>
        <p:spPr>
          <a:xfrm>
            <a:off x="2205000" y="1704960"/>
            <a:ext cx="1428840" cy="814680"/>
          </a:xfrm>
          <a:custGeom>
            <a:avLst/>
            <a:gdLst/>
            <a:ahLst/>
            <a:rect l="0" t="0" r="r" b="b"/>
            <a:pathLst>
              <a:path w="3969" h="2263">
                <a:moveTo>
                  <a:pt x="0" y="1958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5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4"/>
                  <a:pt x="169" y="26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6"/>
                  <a:pt x="3818" y="34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89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5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1958"/>
                </a:lnTo>
                <a:cubicBezTo>
                  <a:pt x="3969" y="1978"/>
                  <a:pt x="3967" y="1998"/>
                  <a:pt x="3964" y="2018"/>
                </a:cubicBezTo>
                <a:cubicBezTo>
                  <a:pt x="3960" y="2037"/>
                  <a:pt x="3954" y="2056"/>
                  <a:pt x="3946" y="2075"/>
                </a:cubicBezTo>
                <a:cubicBezTo>
                  <a:pt x="3939" y="2093"/>
                  <a:pt x="3929" y="2111"/>
                  <a:pt x="3918" y="2128"/>
                </a:cubicBezTo>
                <a:cubicBezTo>
                  <a:pt x="3907" y="2144"/>
                  <a:pt x="3894" y="2159"/>
                  <a:pt x="3880" y="2174"/>
                </a:cubicBezTo>
                <a:cubicBezTo>
                  <a:pt x="3866" y="2188"/>
                  <a:pt x="3851" y="2200"/>
                  <a:pt x="3834" y="2211"/>
                </a:cubicBezTo>
                <a:cubicBezTo>
                  <a:pt x="3818" y="2223"/>
                  <a:pt x="3800" y="2232"/>
                  <a:pt x="3781" y="2240"/>
                </a:cubicBezTo>
                <a:cubicBezTo>
                  <a:pt x="3762" y="2247"/>
                  <a:pt x="3743" y="2253"/>
                  <a:pt x="3723" y="2257"/>
                </a:cubicBezTo>
                <a:cubicBezTo>
                  <a:pt x="3704" y="2261"/>
                  <a:pt x="3684" y="2263"/>
                  <a:pt x="3664" y="2263"/>
                </a:cubicBezTo>
                <a:lnTo>
                  <a:pt x="304" y="2263"/>
                </a:lnTo>
                <a:cubicBezTo>
                  <a:pt x="284" y="2263"/>
                  <a:pt x="264" y="2261"/>
                  <a:pt x="245" y="2257"/>
                </a:cubicBezTo>
                <a:cubicBezTo>
                  <a:pt x="225" y="2253"/>
                  <a:pt x="206" y="2247"/>
                  <a:pt x="187" y="2240"/>
                </a:cubicBezTo>
                <a:cubicBezTo>
                  <a:pt x="169" y="2232"/>
                  <a:pt x="151" y="2223"/>
                  <a:pt x="135" y="2211"/>
                </a:cubicBezTo>
                <a:cubicBezTo>
                  <a:pt x="118" y="2200"/>
                  <a:pt x="103" y="2188"/>
                  <a:pt x="89" y="2174"/>
                </a:cubicBezTo>
                <a:cubicBezTo>
                  <a:pt x="75" y="2159"/>
                  <a:pt x="62" y="2144"/>
                  <a:pt x="51" y="2128"/>
                </a:cubicBezTo>
                <a:cubicBezTo>
                  <a:pt x="40" y="2111"/>
                  <a:pt x="30" y="2093"/>
                  <a:pt x="23" y="2075"/>
                </a:cubicBezTo>
                <a:cubicBezTo>
                  <a:pt x="15" y="2056"/>
                  <a:pt x="9" y="2037"/>
                  <a:pt x="5" y="2018"/>
                </a:cubicBezTo>
                <a:cubicBezTo>
                  <a:pt x="2" y="1998"/>
                  <a:pt x="0" y="1978"/>
                  <a:pt x="0" y="19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3" name=""/>
          <p:cNvSpPr/>
          <p:nvPr/>
        </p:nvSpPr>
        <p:spPr>
          <a:xfrm>
            <a:off x="2199960" y="1685880"/>
            <a:ext cx="1438920" cy="838440"/>
          </a:xfrm>
          <a:custGeom>
            <a:avLst/>
            <a:gdLst/>
            <a:ahLst/>
            <a:rect l="0" t="0" r="r" b="b"/>
            <a:pathLst>
              <a:path w="3997" h="2329">
                <a:moveTo>
                  <a:pt x="0" y="0"/>
                </a:moveTo>
                <a:lnTo>
                  <a:pt x="3997" y="0"/>
                </a:lnTo>
                <a:lnTo>
                  <a:pt x="3997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4" name=""/>
          <p:cNvSpPr/>
          <p:nvPr/>
        </p:nvSpPr>
        <p:spPr>
          <a:xfrm>
            <a:off x="2199960" y="1685880"/>
            <a:ext cx="1438920" cy="838440"/>
          </a:xfrm>
          <a:custGeom>
            <a:avLst/>
            <a:gdLst/>
            <a:ahLst/>
            <a:rect l="0" t="0" r="r" b="b"/>
            <a:pathLst>
              <a:path w="3997" h="2329">
                <a:moveTo>
                  <a:pt x="0" y="0"/>
                </a:moveTo>
                <a:lnTo>
                  <a:pt x="3997" y="0"/>
                </a:lnTo>
                <a:lnTo>
                  <a:pt x="3997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5" name=""/>
          <p:cNvSpPr/>
          <p:nvPr/>
        </p:nvSpPr>
        <p:spPr>
          <a:xfrm>
            <a:off x="2199960" y="1685880"/>
            <a:ext cx="1438920" cy="838440"/>
          </a:xfrm>
          <a:custGeom>
            <a:avLst/>
            <a:gdLst/>
            <a:ahLst/>
            <a:rect l="0" t="0" r="r" b="b"/>
            <a:pathLst>
              <a:path w="3997" h="2329">
                <a:moveTo>
                  <a:pt x="0" y="0"/>
                </a:moveTo>
                <a:lnTo>
                  <a:pt x="3997" y="0"/>
                </a:lnTo>
                <a:lnTo>
                  <a:pt x="3997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6" name=""/>
          <p:cNvSpPr/>
          <p:nvPr/>
        </p:nvSpPr>
        <p:spPr>
          <a:xfrm>
            <a:off x="2199960" y="1685880"/>
            <a:ext cx="1438920" cy="838440"/>
          </a:xfrm>
          <a:custGeom>
            <a:avLst/>
            <a:gdLst/>
            <a:ahLst/>
            <a:rect l="0" t="0" r="r" b="b"/>
            <a:pathLst>
              <a:path w="3997" h="2329">
                <a:moveTo>
                  <a:pt x="0" y="0"/>
                </a:moveTo>
                <a:lnTo>
                  <a:pt x="3997" y="0"/>
                </a:lnTo>
                <a:lnTo>
                  <a:pt x="3997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7" name=""/>
          <p:cNvSpPr/>
          <p:nvPr/>
        </p:nvSpPr>
        <p:spPr>
          <a:xfrm>
            <a:off x="2823840" y="1814400"/>
            <a:ext cx="199800" cy="200160"/>
          </a:xfrm>
          <a:custGeom>
            <a:avLst/>
            <a:gdLst/>
            <a:ahLst/>
            <a:rect l="0" t="0" r="r" b="b"/>
            <a:pathLst>
              <a:path w="555" h="556">
                <a:moveTo>
                  <a:pt x="384" y="57"/>
                </a:moveTo>
                <a:lnTo>
                  <a:pt x="295" y="4"/>
                </a:lnTo>
                <a:cubicBezTo>
                  <a:pt x="289" y="2"/>
                  <a:pt x="285" y="0"/>
                  <a:pt x="279" y="0"/>
                </a:cubicBezTo>
                <a:cubicBezTo>
                  <a:pt x="273" y="0"/>
                  <a:pt x="269" y="2"/>
                  <a:pt x="265" y="4"/>
                </a:cubicBezTo>
                <a:lnTo>
                  <a:pt x="175" y="57"/>
                </a:lnTo>
                <a:cubicBezTo>
                  <a:pt x="165" y="63"/>
                  <a:pt x="159" y="73"/>
                  <a:pt x="159" y="83"/>
                </a:cubicBezTo>
                <a:lnTo>
                  <a:pt x="159" y="194"/>
                </a:lnTo>
                <a:cubicBezTo>
                  <a:pt x="159" y="204"/>
                  <a:pt x="165" y="214"/>
                  <a:pt x="173" y="220"/>
                </a:cubicBezTo>
                <a:lnTo>
                  <a:pt x="263" y="275"/>
                </a:lnTo>
                <a:cubicBezTo>
                  <a:pt x="267" y="277"/>
                  <a:pt x="273" y="279"/>
                  <a:pt x="277" y="279"/>
                </a:cubicBezTo>
                <a:cubicBezTo>
                  <a:pt x="281" y="279"/>
                  <a:pt x="287" y="277"/>
                  <a:pt x="291" y="275"/>
                </a:cubicBezTo>
                <a:lnTo>
                  <a:pt x="380" y="220"/>
                </a:lnTo>
                <a:cubicBezTo>
                  <a:pt x="388" y="214"/>
                  <a:pt x="394" y="206"/>
                  <a:pt x="394" y="194"/>
                </a:cubicBezTo>
                <a:lnTo>
                  <a:pt x="394" y="83"/>
                </a:lnTo>
                <a:cubicBezTo>
                  <a:pt x="398" y="73"/>
                  <a:pt x="392" y="63"/>
                  <a:pt x="384" y="57"/>
                </a:cubicBezTo>
                <a:moveTo>
                  <a:pt x="359" y="188"/>
                </a:moveTo>
                <a:lnTo>
                  <a:pt x="279" y="237"/>
                </a:lnTo>
                <a:lnTo>
                  <a:pt x="200" y="188"/>
                </a:lnTo>
                <a:lnTo>
                  <a:pt x="200" y="89"/>
                </a:lnTo>
                <a:lnTo>
                  <a:pt x="279" y="41"/>
                </a:lnTo>
                <a:lnTo>
                  <a:pt x="359" y="89"/>
                </a:lnTo>
                <a:lnTo>
                  <a:pt x="359" y="188"/>
                </a:lnTo>
                <a:moveTo>
                  <a:pt x="543" y="336"/>
                </a:moveTo>
                <a:lnTo>
                  <a:pt x="454" y="283"/>
                </a:lnTo>
                <a:cubicBezTo>
                  <a:pt x="448" y="281"/>
                  <a:pt x="444" y="279"/>
                  <a:pt x="438" y="279"/>
                </a:cubicBezTo>
                <a:cubicBezTo>
                  <a:pt x="432" y="279"/>
                  <a:pt x="428" y="281"/>
                  <a:pt x="424" y="283"/>
                </a:cubicBezTo>
                <a:lnTo>
                  <a:pt x="335" y="336"/>
                </a:lnTo>
                <a:cubicBezTo>
                  <a:pt x="327" y="342"/>
                  <a:pt x="321" y="350"/>
                  <a:pt x="321" y="362"/>
                </a:cubicBezTo>
                <a:lnTo>
                  <a:pt x="321" y="473"/>
                </a:lnTo>
                <a:cubicBezTo>
                  <a:pt x="321" y="483"/>
                  <a:pt x="327" y="493"/>
                  <a:pt x="335" y="499"/>
                </a:cubicBezTo>
                <a:lnTo>
                  <a:pt x="424" y="552"/>
                </a:lnTo>
                <a:cubicBezTo>
                  <a:pt x="428" y="554"/>
                  <a:pt x="434" y="556"/>
                  <a:pt x="438" y="556"/>
                </a:cubicBezTo>
                <a:cubicBezTo>
                  <a:pt x="442" y="556"/>
                  <a:pt x="448" y="554"/>
                  <a:pt x="452" y="552"/>
                </a:cubicBezTo>
                <a:lnTo>
                  <a:pt x="541" y="499"/>
                </a:lnTo>
                <a:cubicBezTo>
                  <a:pt x="549" y="493"/>
                  <a:pt x="555" y="485"/>
                  <a:pt x="555" y="473"/>
                </a:cubicBezTo>
                <a:lnTo>
                  <a:pt x="555" y="362"/>
                </a:lnTo>
                <a:cubicBezTo>
                  <a:pt x="557" y="352"/>
                  <a:pt x="551" y="342"/>
                  <a:pt x="543" y="336"/>
                </a:cubicBezTo>
                <a:moveTo>
                  <a:pt x="517" y="467"/>
                </a:moveTo>
                <a:lnTo>
                  <a:pt x="438" y="515"/>
                </a:lnTo>
                <a:lnTo>
                  <a:pt x="359" y="467"/>
                </a:lnTo>
                <a:lnTo>
                  <a:pt x="359" y="368"/>
                </a:lnTo>
                <a:lnTo>
                  <a:pt x="438" y="320"/>
                </a:lnTo>
                <a:lnTo>
                  <a:pt x="517" y="368"/>
                </a:lnTo>
                <a:lnTo>
                  <a:pt x="517" y="467"/>
                </a:lnTo>
                <a:moveTo>
                  <a:pt x="226" y="336"/>
                </a:moveTo>
                <a:lnTo>
                  <a:pt x="135" y="283"/>
                </a:lnTo>
                <a:cubicBezTo>
                  <a:pt x="129" y="281"/>
                  <a:pt x="125" y="279"/>
                  <a:pt x="119" y="279"/>
                </a:cubicBezTo>
                <a:cubicBezTo>
                  <a:pt x="114" y="279"/>
                  <a:pt x="110" y="281"/>
                  <a:pt x="106" y="283"/>
                </a:cubicBezTo>
                <a:lnTo>
                  <a:pt x="16" y="336"/>
                </a:lnTo>
                <a:cubicBezTo>
                  <a:pt x="6" y="342"/>
                  <a:pt x="0" y="352"/>
                  <a:pt x="0" y="362"/>
                </a:cubicBezTo>
                <a:lnTo>
                  <a:pt x="0" y="473"/>
                </a:lnTo>
                <a:cubicBezTo>
                  <a:pt x="0" y="483"/>
                  <a:pt x="6" y="493"/>
                  <a:pt x="14" y="499"/>
                </a:cubicBezTo>
                <a:lnTo>
                  <a:pt x="104" y="552"/>
                </a:lnTo>
                <a:cubicBezTo>
                  <a:pt x="110" y="554"/>
                  <a:pt x="114" y="556"/>
                  <a:pt x="119" y="556"/>
                </a:cubicBezTo>
                <a:cubicBezTo>
                  <a:pt x="125" y="556"/>
                  <a:pt x="129" y="554"/>
                  <a:pt x="133" y="552"/>
                </a:cubicBezTo>
                <a:lnTo>
                  <a:pt x="224" y="499"/>
                </a:lnTo>
                <a:cubicBezTo>
                  <a:pt x="232" y="493"/>
                  <a:pt x="238" y="485"/>
                  <a:pt x="238" y="473"/>
                </a:cubicBezTo>
                <a:lnTo>
                  <a:pt x="238" y="362"/>
                </a:lnTo>
                <a:cubicBezTo>
                  <a:pt x="240" y="352"/>
                  <a:pt x="234" y="342"/>
                  <a:pt x="226" y="336"/>
                </a:cubicBezTo>
                <a:moveTo>
                  <a:pt x="200" y="467"/>
                </a:moveTo>
                <a:lnTo>
                  <a:pt x="119" y="515"/>
                </a:lnTo>
                <a:lnTo>
                  <a:pt x="40" y="467"/>
                </a:lnTo>
                <a:lnTo>
                  <a:pt x="40" y="368"/>
                </a:lnTo>
                <a:lnTo>
                  <a:pt x="119" y="320"/>
                </a:lnTo>
                <a:lnTo>
                  <a:pt x="200" y="368"/>
                </a:lnTo>
                <a:lnTo>
                  <a:pt x="200" y="46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8" name=""/>
          <p:cNvSpPr txBox="1"/>
          <p:nvPr/>
        </p:nvSpPr>
        <p:spPr>
          <a:xfrm>
            <a:off x="1951560" y="197856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9" name=""/>
          <p:cNvSpPr txBox="1"/>
          <p:nvPr/>
        </p:nvSpPr>
        <p:spPr>
          <a:xfrm>
            <a:off x="2530080" y="2077560"/>
            <a:ext cx="91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0" name=""/>
          <p:cNvSpPr txBox="1"/>
          <p:nvPr/>
        </p:nvSpPr>
        <p:spPr>
          <a:xfrm>
            <a:off x="2430000" y="2288880"/>
            <a:ext cx="1072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koppelvlakdiensten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1" name=""/>
          <p:cNvSpPr/>
          <p:nvPr/>
        </p:nvSpPr>
        <p:spPr>
          <a:xfrm>
            <a:off x="3957480" y="1704960"/>
            <a:ext cx="1419480" cy="814680"/>
          </a:xfrm>
          <a:custGeom>
            <a:avLst/>
            <a:gdLst/>
            <a:ahLst/>
            <a:rect l="0" t="0" r="r" b="b"/>
            <a:pathLst>
              <a:path w="3943" h="2263">
                <a:moveTo>
                  <a:pt x="0" y="195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5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4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6"/>
                  <a:pt x="3791" y="34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89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5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1958"/>
                </a:lnTo>
                <a:cubicBezTo>
                  <a:pt x="3943" y="1978"/>
                  <a:pt x="3941" y="1998"/>
                  <a:pt x="3937" y="2018"/>
                </a:cubicBezTo>
                <a:cubicBezTo>
                  <a:pt x="3933" y="2037"/>
                  <a:pt x="3928" y="2056"/>
                  <a:pt x="3920" y="2075"/>
                </a:cubicBezTo>
                <a:cubicBezTo>
                  <a:pt x="3912" y="2093"/>
                  <a:pt x="3903" y="2111"/>
                  <a:pt x="3892" y="2128"/>
                </a:cubicBezTo>
                <a:cubicBezTo>
                  <a:pt x="3881" y="2144"/>
                  <a:pt x="3868" y="2159"/>
                  <a:pt x="3854" y="2174"/>
                </a:cubicBezTo>
                <a:cubicBezTo>
                  <a:pt x="3840" y="2188"/>
                  <a:pt x="3825" y="2200"/>
                  <a:pt x="3808" y="2211"/>
                </a:cubicBezTo>
                <a:cubicBezTo>
                  <a:pt x="3791" y="2223"/>
                  <a:pt x="3774" y="2232"/>
                  <a:pt x="3755" y="2240"/>
                </a:cubicBezTo>
                <a:cubicBezTo>
                  <a:pt x="3737" y="2247"/>
                  <a:pt x="3718" y="2253"/>
                  <a:pt x="3698" y="2257"/>
                </a:cubicBezTo>
                <a:cubicBezTo>
                  <a:pt x="3679" y="2261"/>
                  <a:pt x="3659" y="2263"/>
                  <a:pt x="3639" y="2263"/>
                </a:cubicBezTo>
                <a:lnTo>
                  <a:pt x="304" y="2263"/>
                </a:lnTo>
                <a:cubicBezTo>
                  <a:pt x="284" y="2263"/>
                  <a:pt x="264" y="2261"/>
                  <a:pt x="245" y="2257"/>
                </a:cubicBezTo>
                <a:cubicBezTo>
                  <a:pt x="225" y="2253"/>
                  <a:pt x="206" y="2247"/>
                  <a:pt x="188" y="2240"/>
                </a:cubicBezTo>
                <a:cubicBezTo>
                  <a:pt x="169" y="2232"/>
                  <a:pt x="152" y="2223"/>
                  <a:pt x="135" y="2211"/>
                </a:cubicBezTo>
                <a:cubicBezTo>
                  <a:pt x="119" y="2200"/>
                  <a:pt x="103" y="2188"/>
                  <a:pt x="89" y="2174"/>
                </a:cubicBezTo>
                <a:cubicBezTo>
                  <a:pt x="75" y="2159"/>
                  <a:pt x="62" y="2144"/>
                  <a:pt x="51" y="2128"/>
                </a:cubicBezTo>
                <a:cubicBezTo>
                  <a:pt x="40" y="2111"/>
                  <a:pt x="31" y="2093"/>
                  <a:pt x="23" y="2075"/>
                </a:cubicBezTo>
                <a:cubicBezTo>
                  <a:pt x="15" y="2056"/>
                  <a:pt x="10" y="2037"/>
                  <a:pt x="6" y="2018"/>
                </a:cubicBezTo>
                <a:cubicBezTo>
                  <a:pt x="2" y="1998"/>
                  <a:pt x="0" y="1978"/>
                  <a:pt x="0" y="19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2" name=""/>
          <p:cNvSpPr/>
          <p:nvPr/>
        </p:nvSpPr>
        <p:spPr>
          <a:xfrm>
            <a:off x="3952800" y="1685880"/>
            <a:ext cx="1428840" cy="838440"/>
          </a:xfrm>
          <a:custGeom>
            <a:avLst/>
            <a:gdLst/>
            <a:ahLst/>
            <a:rect l="0" t="0" r="r" b="b"/>
            <a:pathLst>
              <a:path w="3969" h="2329">
                <a:moveTo>
                  <a:pt x="0" y="0"/>
                </a:moveTo>
                <a:lnTo>
                  <a:pt x="3969" y="0"/>
                </a:lnTo>
                <a:lnTo>
                  <a:pt x="3969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3" name=""/>
          <p:cNvSpPr/>
          <p:nvPr/>
        </p:nvSpPr>
        <p:spPr>
          <a:xfrm>
            <a:off x="3952800" y="1685880"/>
            <a:ext cx="1428840" cy="838440"/>
          </a:xfrm>
          <a:custGeom>
            <a:avLst/>
            <a:gdLst/>
            <a:ahLst/>
            <a:rect l="0" t="0" r="r" b="b"/>
            <a:pathLst>
              <a:path w="3969" h="2329">
                <a:moveTo>
                  <a:pt x="0" y="0"/>
                </a:moveTo>
                <a:lnTo>
                  <a:pt x="3969" y="0"/>
                </a:lnTo>
                <a:lnTo>
                  <a:pt x="3969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4" name=""/>
          <p:cNvSpPr/>
          <p:nvPr/>
        </p:nvSpPr>
        <p:spPr>
          <a:xfrm>
            <a:off x="3952800" y="1685880"/>
            <a:ext cx="1428840" cy="838440"/>
          </a:xfrm>
          <a:custGeom>
            <a:avLst/>
            <a:gdLst/>
            <a:ahLst/>
            <a:rect l="0" t="0" r="r" b="b"/>
            <a:pathLst>
              <a:path w="3969" h="2329">
                <a:moveTo>
                  <a:pt x="0" y="0"/>
                </a:moveTo>
                <a:lnTo>
                  <a:pt x="3969" y="0"/>
                </a:lnTo>
                <a:lnTo>
                  <a:pt x="3969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5" name=""/>
          <p:cNvSpPr/>
          <p:nvPr/>
        </p:nvSpPr>
        <p:spPr>
          <a:xfrm>
            <a:off x="3952800" y="1685880"/>
            <a:ext cx="1428840" cy="838440"/>
          </a:xfrm>
          <a:custGeom>
            <a:avLst/>
            <a:gdLst/>
            <a:ahLst/>
            <a:rect l="0" t="0" r="r" b="b"/>
            <a:pathLst>
              <a:path w="3969" h="2329">
                <a:moveTo>
                  <a:pt x="0" y="0"/>
                </a:moveTo>
                <a:lnTo>
                  <a:pt x="3969" y="0"/>
                </a:lnTo>
                <a:lnTo>
                  <a:pt x="3969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6" name=""/>
          <p:cNvSpPr/>
          <p:nvPr/>
        </p:nvSpPr>
        <p:spPr>
          <a:xfrm>
            <a:off x="4595760" y="1871640"/>
            <a:ext cx="143280" cy="86040"/>
          </a:xfrm>
          <a:custGeom>
            <a:avLst/>
            <a:gdLst/>
            <a:ahLst/>
            <a:rect l="0" t="0" r="r" b="b"/>
            <a:pathLst>
              <a:path w="398" h="239">
                <a:moveTo>
                  <a:pt x="259" y="0"/>
                </a:moveTo>
                <a:lnTo>
                  <a:pt x="398" y="0"/>
                </a:lnTo>
                <a:lnTo>
                  <a:pt x="398" y="39"/>
                </a:lnTo>
                <a:lnTo>
                  <a:pt x="259" y="39"/>
                </a:lnTo>
                <a:lnTo>
                  <a:pt x="259" y="0"/>
                </a:lnTo>
                <a:moveTo>
                  <a:pt x="259" y="99"/>
                </a:moveTo>
                <a:lnTo>
                  <a:pt x="398" y="99"/>
                </a:lnTo>
                <a:lnTo>
                  <a:pt x="398" y="138"/>
                </a:lnTo>
                <a:lnTo>
                  <a:pt x="259" y="138"/>
                </a:lnTo>
                <a:lnTo>
                  <a:pt x="259" y="99"/>
                </a:lnTo>
                <a:moveTo>
                  <a:pt x="259" y="199"/>
                </a:moveTo>
                <a:lnTo>
                  <a:pt x="398" y="199"/>
                </a:lnTo>
                <a:lnTo>
                  <a:pt x="398" y="239"/>
                </a:lnTo>
                <a:lnTo>
                  <a:pt x="259" y="239"/>
                </a:lnTo>
                <a:lnTo>
                  <a:pt x="259" y="199"/>
                </a:lnTo>
                <a:moveTo>
                  <a:pt x="0" y="0"/>
                </a:moveTo>
                <a:lnTo>
                  <a:pt x="140" y="0"/>
                </a:lnTo>
                <a:lnTo>
                  <a:pt x="140" y="39"/>
                </a:lnTo>
                <a:lnTo>
                  <a:pt x="0" y="39"/>
                </a:lnTo>
                <a:lnTo>
                  <a:pt x="0" y="0"/>
                </a:lnTo>
                <a:moveTo>
                  <a:pt x="0" y="99"/>
                </a:moveTo>
                <a:lnTo>
                  <a:pt x="140" y="99"/>
                </a:lnTo>
                <a:lnTo>
                  <a:pt x="140" y="138"/>
                </a:lnTo>
                <a:lnTo>
                  <a:pt x="0" y="138"/>
                </a:lnTo>
                <a:lnTo>
                  <a:pt x="0" y="99"/>
                </a:lnTo>
                <a:moveTo>
                  <a:pt x="0" y="199"/>
                </a:moveTo>
                <a:lnTo>
                  <a:pt x="140" y="199"/>
                </a:lnTo>
                <a:lnTo>
                  <a:pt x="140" y="239"/>
                </a:lnTo>
                <a:lnTo>
                  <a:pt x="0" y="239"/>
                </a:lnTo>
                <a:lnTo>
                  <a:pt x="0" y="19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7" name=""/>
          <p:cNvSpPr/>
          <p:nvPr/>
        </p:nvSpPr>
        <p:spPr>
          <a:xfrm>
            <a:off x="4566960" y="1835640"/>
            <a:ext cx="200520" cy="157680"/>
          </a:xfrm>
          <a:custGeom>
            <a:avLst/>
            <a:gdLst/>
            <a:ahLst/>
            <a:rect l="0" t="0" r="r" b="b"/>
            <a:pathLst>
              <a:path w="557" h="438">
                <a:moveTo>
                  <a:pt x="517" y="0"/>
                </a:moveTo>
                <a:lnTo>
                  <a:pt x="40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6"/>
                  <a:pt x="5" y="20"/>
                  <a:pt x="3" y="25"/>
                </a:cubicBezTo>
                <a:cubicBezTo>
                  <a:pt x="1" y="30"/>
                  <a:pt x="0" y="35"/>
                  <a:pt x="0" y="40"/>
                </a:cubicBezTo>
                <a:lnTo>
                  <a:pt x="0" y="398"/>
                </a:lnTo>
                <a:cubicBezTo>
                  <a:pt x="0" y="403"/>
                  <a:pt x="1" y="409"/>
                  <a:pt x="3" y="413"/>
                </a:cubicBezTo>
                <a:cubicBezTo>
                  <a:pt x="5" y="418"/>
                  <a:pt x="8" y="423"/>
                  <a:pt x="12" y="426"/>
                </a:cubicBezTo>
                <a:cubicBezTo>
                  <a:pt x="16" y="430"/>
                  <a:pt x="20" y="433"/>
                  <a:pt x="25" y="435"/>
                </a:cubicBezTo>
                <a:cubicBezTo>
                  <a:pt x="30" y="437"/>
                  <a:pt x="35" y="438"/>
                  <a:pt x="40" y="438"/>
                </a:cubicBezTo>
                <a:lnTo>
                  <a:pt x="517" y="438"/>
                </a:lnTo>
                <a:cubicBezTo>
                  <a:pt x="522" y="438"/>
                  <a:pt x="528" y="437"/>
                  <a:pt x="532" y="435"/>
                </a:cubicBezTo>
                <a:cubicBezTo>
                  <a:pt x="537" y="433"/>
                  <a:pt x="542" y="430"/>
                  <a:pt x="545" y="426"/>
                </a:cubicBezTo>
                <a:cubicBezTo>
                  <a:pt x="549" y="423"/>
                  <a:pt x="552" y="418"/>
                  <a:pt x="554" y="413"/>
                </a:cubicBezTo>
                <a:cubicBezTo>
                  <a:pt x="556" y="409"/>
                  <a:pt x="557" y="403"/>
                  <a:pt x="557" y="398"/>
                </a:cubicBezTo>
                <a:lnTo>
                  <a:pt x="557" y="40"/>
                </a:lnTo>
                <a:cubicBezTo>
                  <a:pt x="557" y="35"/>
                  <a:pt x="556" y="30"/>
                  <a:pt x="554" y="25"/>
                </a:cubicBezTo>
                <a:cubicBezTo>
                  <a:pt x="552" y="20"/>
                  <a:pt x="549" y="16"/>
                  <a:pt x="545" y="12"/>
                </a:cubicBezTo>
                <a:cubicBezTo>
                  <a:pt x="542" y="8"/>
                  <a:pt x="537" y="5"/>
                  <a:pt x="532" y="3"/>
                </a:cubicBezTo>
                <a:cubicBezTo>
                  <a:pt x="528" y="1"/>
                  <a:pt x="522" y="0"/>
                  <a:pt x="517" y="0"/>
                </a:cubicBezTo>
                <a:moveTo>
                  <a:pt x="40" y="40"/>
                </a:moveTo>
                <a:lnTo>
                  <a:pt x="258" y="40"/>
                </a:lnTo>
                <a:lnTo>
                  <a:pt x="258" y="398"/>
                </a:lnTo>
                <a:lnTo>
                  <a:pt x="40" y="398"/>
                </a:lnTo>
                <a:lnTo>
                  <a:pt x="40" y="40"/>
                </a:lnTo>
                <a:moveTo>
                  <a:pt x="298" y="398"/>
                </a:moveTo>
                <a:lnTo>
                  <a:pt x="298" y="40"/>
                </a:lnTo>
                <a:lnTo>
                  <a:pt x="517" y="40"/>
                </a:lnTo>
                <a:lnTo>
                  <a:pt x="517" y="398"/>
                </a:lnTo>
                <a:lnTo>
                  <a:pt x="298" y="39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8" name=""/>
          <p:cNvSpPr txBox="1"/>
          <p:nvPr/>
        </p:nvSpPr>
        <p:spPr>
          <a:xfrm>
            <a:off x="3698280" y="197856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9" name=""/>
          <p:cNvSpPr txBox="1"/>
          <p:nvPr/>
        </p:nvSpPr>
        <p:spPr>
          <a:xfrm>
            <a:off x="4371840" y="2077560"/>
            <a:ext cx="706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0" name=""/>
          <p:cNvSpPr txBox="1"/>
          <p:nvPr/>
        </p:nvSpPr>
        <p:spPr>
          <a:xfrm>
            <a:off x="4205160" y="2288880"/>
            <a:ext cx="102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begrippenlijst v0.2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1" name=""/>
          <p:cNvSpPr/>
          <p:nvPr/>
        </p:nvSpPr>
        <p:spPr>
          <a:xfrm>
            <a:off x="5700600" y="1704960"/>
            <a:ext cx="1429200" cy="814680"/>
          </a:xfrm>
          <a:custGeom>
            <a:avLst/>
            <a:gdLst/>
            <a:ahLst/>
            <a:rect l="0" t="0" r="r" b="b"/>
            <a:pathLst>
              <a:path w="3970" h="2263">
                <a:moveTo>
                  <a:pt x="0" y="195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5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4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6"/>
                  <a:pt x="3818" y="34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89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5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1958"/>
                </a:lnTo>
                <a:cubicBezTo>
                  <a:pt x="3970" y="1978"/>
                  <a:pt x="3968" y="1998"/>
                  <a:pt x="3964" y="2018"/>
                </a:cubicBezTo>
                <a:cubicBezTo>
                  <a:pt x="3960" y="2037"/>
                  <a:pt x="3954" y="2056"/>
                  <a:pt x="3946" y="2075"/>
                </a:cubicBezTo>
                <a:cubicBezTo>
                  <a:pt x="3939" y="2093"/>
                  <a:pt x="3929" y="2111"/>
                  <a:pt x="3918" y="2128"/>
                </a:cubicBezTo>
                <a:cubicBezTo>
                  <a:pt x="3907" y="2144"/>
                  <a:pt x="3895" y="2159"/>
                  <a:pt x="3880" y="2174"/>
                </a:cubicBezTo>
                <a:cubicBezTo>
                  <a:pt x="3866" y="2188"/>
                  <a:pt x="3851" y="2200"/>
                  <a:pt x="3834" y="2211"/>
                </a:cubicBezTo>
                <a:cubicBezTo>
                  <a:pt x="3818" y="2223"/>
                  <a:pt x="3800" y="2232"/>
                  <a:pt x="3782" y="2240"/>
                </a:cubicBezTo>
                <a:cubicBezTo>
                  <a:pt x="3763" y="2247"/>
                  <a:pt x="3744" y="2253"/>
                  <a:pt x="3725" y="2257"/>
                </a:cubicBezTo>
                <a:cubicBezTo>
                  <a:pt x="3705" y="2261"/>
                  <a:pt x="3685" y="2263"/>
                  <a:pt x="3665" y="2263"/>
                </a:cubicBezTo>
                <a:lnTo>
                  <a:pt x="304" y="2263"/>
                </a:lnTo>
                <a:cubicBezTo>
                  <a:pt x="284" y="2263"/>
                  <a:pt x="264" y="2261"/>
                  <a:pt x="245" y="2257"/>
                </a:cubicBezTo>
                <a:cubicBezTo>
                  <a:pt x="225" y="2253"/>
                  <a:pt x="206" y="2247"/>
                  <a:pt x="188" y="2240"/>
                </a:cubicBezTo>
                <a:cubicBezTo>
                  <a:pt x="169" y="2232"/>
                  <a:pt x="152" y="2223"/>
                  <a:pt x="135" y="2211"/>
                </a:cubicBezTo>
                <a:cubicBezTo>
                  <a:pt x="118" y="2200"/>
                  <a:pt x="103" y="2188"/>
                  <a:pt x="89" y="2174"/>
                </a:cubicBezTo>
                <a:cubicBezTo>
                  <a:pt x="75" y="2159"/>
                  <a:pt x="62" y="2144"/>
                  <a:pt x="51" y="2128"/>
                </a:cubicBezTo>
                <a:cubicBezTo>
                  <a:pt x="40" y="2111"/>
                  <a:pt x="31" y="2093"/>
                  <a:pt x="23" y="2075"/>
                </a:cubicBezTo>
                <a:cubicBezTo>
                  <a:pt x="15" y="2056"/>
                  <a:pt x="10" y="2037"/>
                  <a:pt x="6" y="2018"/>
                </a:cubicBezTo>
                <a:cubicBezTo>
                  <a:pt x="2" y="1998"/>
                  <a:pt x="0" y="1978"/>
                  <a:pt x="0" y="19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2" name=""/>
          <p:cNvSpPr/>
          <p:nvPr/>
        </p:nvSpPr>
        <p:spPr>
          <a:xfrm>
            <a:off x="5695920" y="1685880"/>
            <a:ext cx="1438560" cy="838440"/>
          </a:xfrm>
          <a:custGeom>
            <a:avLst/>
            <a:gdLst/>
            <a:ahLst/>
            <a:rect l="0" t="0" r="r" b="b"/>
            <a:pathLst>
              <a:path w="3996" h="2329">
                <a:moveTo>
                  <a:pt x="0" y="0"/>
                </a:moveTo>
                <a:lnTo>
                  <a:pt x="3996" y="0"/>
                </a:lnTo>
                <a:lnTo>
                  <a:pt x="3996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3" name=""/>
          <p:cNvSpPr/>
          <p:nvPr/>
        </p:nvSpPr>
        <p:spPr>
          <a:xfrm>
            <a:off x="5695920" y="1685880"/>
            <a:ext cx="1438560" cy="838440"/>
          </a:xfrm>
          <a:custGeom>
            <a:avLst/>
            <a:gdLst/>
            <a:ahLst/>
            <a:rect l="0" t="0" r="r" b="b"/>
            <a:pathLst>
              <a:path w="3996" h="2329">
                <a:moveTo>
                  <a:pt x="0" y="0"/>
                </a:moveTo>
                <a:lnTo>
                  <a:pt x="3996" y="0"/>
                </a:lnTo>
                <a:lnTo>
                  <a:pt x="3996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4" name=""/>
          <p:cNvSpPr/>
          <p:nvPr/>
        </p:nvSpPr>
        <p:spPr>
          <a:xfrm>
            <a:off x="5695920" y="1685880"/>
            <a:ext cx="1438560" cy="838440"/>
          </a:xfrm>
          <a:custGeom>
            <a:avLst/>
            <a:gdLst/>
            <a:ahLst/>
            <a:rect l="0" t="0" r="r" b="b"/>
            <a:pathLst>
              <a:path w="3996" h="2329">
                <a:moveTo>
                  <a:pt x="0" y="0"/>
                </a:moveTo>
                <a:lnTo>
                  <a:pt x="3996" y="0"/>
                </a:lnTo>
                <a:lnTo>
                  <a:pt x="3996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5" name=""/>
          <p:cNvSpPr/>
          <p:nvPr/>
        </p:nvSpPr>
        <p:spPr>
          <a:xfrm>
            <a:off x="5695920" y="1685880"/>
            <a:ext cx="1438560" cy="838440"/>
          </a:xfrm>
          <a:custGeom>
            <a:avLst/>
            <a:gdLst/>
            <a:ahLst/>
            <a:rect l="0" t="0" r="r" b="b"/>
            <a:pathLst>
              <a:path w="3996" h="2329">
                <a:moveTo>
                  <a:pt x="0" y="0"/>
                </a:moveTo>
                <a:lnTo>
                  <a:pt x="3996" y="0"/>
                </a:lnTo>
                <a:lnTo>
                  <a:pt x="3996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6" name=""/>
          <p:cNvSpPr/>
          <p:nvPr/>
        </p:nvSpPr>
        <p:spPr>
          <a:xfrm>
            <a:off x="6310080" y="181440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496" y="338"/>
                </a:moveTo>
                <a:cubicBezTo>
                  <a:pt x="530" y="338"/>
                  <a:pt x="557" y="311"/>
                  <a:pt x="557" y="279"/>
                </a:cubicBezTo>
                <a:cubicBezTo>
                  <a:pt x="557" y="246"/>
                  <a:pt x="530" y="218"/>
                  <a:pt x="496" y="218"/>
                </a:cubicBezTo>
                <a:cubicBezTo>
                  <a:pt x="484" y="218"/>
                  <a:pt x="472" y="222"/>
                  <a:pt x="462" y="229"/>
                </a:cubicBezTo>
                <a:cubicBezTo>
                  <a:pt x="452" y="237"/>
                  <a:pt x="445" y="247"/>
                  <a:pt x="440" y="259"/>
                </a:cubicBezTo>
                <a:lnTo>
                  <a:pt x="326" y="259"/>
                </a:lnTo>
                <a:lnTo>
                  <a:pt x="471" y="113"/>
                </a:lnTo>
                <a:cubicBezTo>
                  <a:pt x="478" y="117"/>
                  <a:pt x="487" y="119"/>
                  <a:pt x="496" y="119"/>
                </a:cubicBezTo>
                <a:cubicBezTo>
                  <a:pt x="530" y="119"/>
                  <a:pt x="557" y="92"/>
                  <a:pt x="557" y="59"/>
                </a:cubicBezTo>
                <a:cubicBezTo>
                  <a:pt x="557" y="27"/>
                  <a:pt x="530" y="0"/>
                  <a:pt x="496" y="0"/>
                </a:cubicBezTo>
                <a:cubicBezTo>
                  <a:pt x="463" y="0"/>
                  <a:pt x="437" y="27"/>
                  <a:pt x="437" y="59"/>
                </a:cubicBezTo>
                <a:cubicBezTo>
                  <a:pt x="437" y="69"/>
                  <a:pt x="439" y="77"/>
                  <a:pt x="443" y="85"/>
                </a:cubicBezTo>
                <a:lnTo>
                  <a:pt x="278" y="251"/>
                </a:lnTo>
                <a:lnTo>
                  <a:pt x="278" y="119"/>
                </a:lnTo>
                <a:cubicBezTo>
                  <a:pt x="278" y="97"/>
                  <a:pt x="296" y="79"/>
                  <a:pt x="318" y="79"/>
                </a:cubicBezTo>
                <a:lnTo>
                  <a:pt x="357" y="79"/>
                </a:lnTo>
                <a:lnTo>
                  <a:pt x="357" y="39"/>
                </a:lnTo>
                <a:lnTo>
                  <a:pt x="318" y="39"/>
                </a:lnTo>
                <a:cubicBezTo>
                  <a:pt x="294" y="39"/>
                  <a:pt x="273" y="50"/>
                  <a:pt x="258" y="67"/>
                </a:cubicBezTo>
                <a:cubicBezTo>
                  <a:pt x="242" y="49"/>
                  <a:pt x="223" y="40"/>
                  <a:pt x="199" y="39"/>
                </a:cubicBezTo>
                <a:lnTo>
                  <a:pt x="179" y="39"/>
                </a:lnTo>
                <a:cubicBezTo>
                  <a:pt x="80" y="39"/>
                  <a:pt x="0" y="120"/>
                  <a:pt x="0" y="218"/>
                </a:cubicBezTo>
                <a:lnTo>
                  <a:pt x="0" y="338"/>
                </a:lnTo>
                <a:cubicBezTo>
                  <a:pt x="0" y="437"/>
                  <a:pt x="80" y="517"/>
                  <a:pt x="179" y="517"/>
                </a:cubicBezTo>
                <a:lnTo>
                  <a:pt x="199" y="517"/>
                </a:lnTo>
                <a:cubicBezTo>
                  <a:pt x="222" y="517"/>
                  <a:pt x="244" y="506"/>
                  <a:pt x="258" y="489"/>
                </a:cubicBezTo>
                <a:cubicBezTo>
                  <a:pt x="273" y="506"/>
                  <a:pt x="294" y="517"/>
                  <a:pt x="318" y="517"/>
                </a:cubicBezTo>
                <a:lnTo>
                  <a:pt x="357" y="517"/>
                </a:lnTo>
                <a:lnTo>
                  <a:pt x="357" y="477"/>
                </a:lnTo>
                <a:lnTo>
                  <a:pt x="318" y="477"/>
                </a:lnTo>
                <a:cubicBezTo>
                  <a:pt x="296" y="477"/>
                  <a:pt x="278" y="459"/>
                  <a:pt x="278" y="437"/>
                </a:cubicBezTo>
                <a:lnTo>
                  <a:pt x="278" y="307"/>
                </a:lnTo>
                <a:lnTo>
                  <a:pt x="443" y="471"/>
                </a:lnTo>
                <a:cubicBezTo>
                  <a:pt x="439" y="479"/>
                  <a:pt x="437" y="488"/>
                  <a:pt x="437" y="497"/>
                </a:cubicBezTo>
                <a:cubicBezTo>
                  <a:pt x="437" y="530"/>
                  <a:pt x="463" y="556"/>
                  <a:pt x="496" y="556"/>
                </a:cubicBezTo>
                <a:cubicBezTo>
                  <a:pt x="530" y="556"/>
                  <a:pt x="557" y="530"/>
                  <a:pt x="557" y="497"/>
                </a:cubicBezTo>
                <a:cubicBezTo>
                  <a:pt x="557" y="464"/>
                  <a:pt x="530" y="437"/>
                  <a:pt x="496" y="437"/>
                </a:cubicBezTo>
                <a:cubicBezTo>
                  <a:pt x="487" y="437"/>
                  <a:pt x="479" y="439"/>
                  <a:pt x="471" y="443"/>
                </a:cubicBezTo>
                <a:lnTo>
                  <a:pt x="326" y="298"/>
                </a:lnTo>
                <a:lnTo>
                  <a:pt x="440" y="298"/>
                </a:lnTo>
                <a:cubicBezTo>
                  <a:pt x="445" y="310"/>
                  <a:pt x="452" y="320"/>
                  <a:pt x="462" y="327"/>
                </a:cubicBezTo>
                <a:cubicBezTo>
                  <a:pt x="472" y="334"/>
                  <a:pt x="484" y="338"/>
                  <a:pt x="496" y="338"/>
                </a:cubicBezTo>
                <a:moveTo>
                  <a:pt x="496" y="259"/>
                </a:moveTo>
                <a:cubicBezTo>
                  <a:pt x="502" y="259"/>
                  <a:pt x="506" y="261"/>
                  <a:pt x="511" y="265"/>
                </a:cubicBezTo>
                <a:cubicBezTo>
                  <a:pt x="515" y="268"/>
                  <a:pt x="517" y="273"/>
                  <a:pt x="517" y="279"/>
                </a:cubicBezTo>
                <a:cubicBezTo>
                  <a:pt x="517" y="284"/>
                  <a:pt x="515" y="289"/>
                  <a:pt x="511" y="293"/>
                </a:cubicBezTo>
                <a:cubicBezTo>
                  <a:pt x="506" y="297"/>
                  <a:pt x="502" y="298"/>
                  <a:pt x="496" y="298"/>
                </a:cubicBezTo>
                <a:cubicBezTo>
                  <a:pt x="491" y="298"/>
                  <a:pt x="486" y="297"/>
                  <a:pt x="482" y="293"/>
                </a:cubicBezTo>
                <a:cubicBezTo>
                  <a:pt x="478" y="289"/>
                  <a:pt x="476" y="284"/>
                  <a:pt x="476" y="279"/>
                </a:cubicBezTo>
                <a:cubicBezTo>
                  <a:pt x="476" y="273"/>
                  <a:pt x="478" y="268"/>
                  <a:pt x="482" y="265"/>
                </a:cubicBezTo>
                <a:cubicBezTo>
                  <a:pt x="486" y="261"/>
                  <a:pt x="491" y="259"/>
                  <a:pt x="496" y="259"/>
                </a:cubicBezTo>
                <a:moveTo>
                  <a:pt x="496" y="39"/>
                </a:moveTo>
                <a:cubicBezTo>
                  <a:pt x="502" y="40"/>
                  <a:pt x="506" y="42"/>
                  <a:pt x="511" y="46"/>
                </a:cubicBezTo>
                <a:cubicBezTo>
                  <a:pt x="514" y="49"/>
                  <a:pt x="516" y="54"/>
                  <a:pt x="516" y="59"/>
                </a:cubicBezTo>
                <a:cubicBezTo>
                  <a:pt x="516" y="65"/>
                  <a:pt x="514" y="69"/>
                  <a:pt x="511" y="73"/>
                </a:cubicBezTo>
                <a:cubicBezTo>
                  <a:pt x="506" y="77"/>
                  <a:pt x="502" y="79"/>
                  <a:pt x="496" y="79"/>
                </a:cubicBezTo>
                <a:cubicBezTo>
                  <a:pt x="491" y="79"/>
                  <a:pt x="486" y="77"/>
                  <a:pt x="482" y="73"/>
                </a:cubicBezTo>
                <a:cubicBezTo>
                  <a:pt x="478" y="70"/>
                  <a:pt x="476" y="65"/>
                  <a:pt x="476" y="59"/>
                </a:cubicBezTo>
                <a:cubicBezTo>
                  <a:pt x="476" y="54"/>
                  <a:pt x="478" y="49"/>
                  <a:pt x="482" y="45"/>
                </a:cubicBezTo>
                <a:cubicBezTo>
                  <a:pt x="486" y="41"/>
                  <a:pt x="491" y="39"/>
                  <a:pt x="496" y="39"/>
                </a:cubicBezTo>
                <a:moveTo>
                  <a:pt x="238" y="198"/>
                </a:moveTo>
                <a:lnTo>
                  <a:pt x="199" y="198"/>
                </a:lnTo>
                <a:lnTo>
                  <a:pt x="199" y="239"/>
                </a:lnTo>
                <a:lnTo>
                  <a:pt x="238" y="239"/>
                </a:lnTo>
                <a:lnTo>
                  <a:pt x="238" y="318"/>
                </a:lnTo>
                <a:lnTo>
                  <a:pt x="199" y="318"/>
                </a:lnTo>
                <a:cubicBezTo>
                  <a:pt x="166" y="318"/>
                  <a:pt x="139" y="345"/>
                  <a:pt x="139" y="378"/>
                </a:cubicBezTo>
                <a:lnTo>
                  <a:pt x="139" y="418"/>
                </a:lnTo>
                <a:lnTo>
                  <a:pt x="179" y="418"/>
                </a:lnTo>
                <a:lnTo>
                  <a:pt x="179" y="378"/>
                </a:lnTo>
                <a:cubicBezTo>
                  <a:pt x="179" y="372"/>
                  <a:pt x="181" y="368"/>
                  <a:pt x="185" y="364"/>
                </a:cubicBezTo>
                <a:cubicBezTo>
                  <a:pt x="188" y="360"/>
                  <a:pt x="193" y="358"/>
                  <a:pt x="199" y="358"/>
                </a:cubicBezTo>
                <a:lnTo>
                  <a:pt x="238" y="358"/>
                </a:lnTo>
                <a:lnTo>
                  <a:pt x="238" y="437"/>
                </a:lnTo>
                <a:cubicBezTo>
                  <a:pt x="238" y="459"/>
                  <a:pt x="220" y="477"/>
                  <a:pt x="199" y="477"/>
                </a:cubicBezTo>
                <a:lnTo>
                  <a:pt x="179" y="477"/>
                </a:lnTo>
                <a:cubicBezTo>
                  <a:pt x="109" y="477"/>
                  <a:pt x="51" y="425"/>
                  <a:pt x="41" y="358"/>
                </a:cubicBezTo>
                <a:lnTo>
                  <a:pt x="80" y="358"/>
                </a:lnTo>
                <a:lnTo>
                  <a:pt x="80" y="318"/>
                </a:lnTo>
                <a:lnTo>
                  <a:pt x="40" y="318"/>
                </a:lnTo>
                <a:lnTo>
                  <a:pt x="40" y="239"/>
                </a:lnTo>
                <a:lnTo>
                  <a:pt x="99" y="239"/>
                </a:lnTo>
                <a:cubicBezTo>
                  <a:pt x="132" y="239"/>
                  <a:pt x="159" y="211"/>
                  <a:pt x="159" y="178"/>
                </a:cubicBezTo>
                <a:lnTo>
                  <a:pt x="159" y="139"/>
                </a:lnTo>
                <a:lnTo>
                  <a:pt x="119" y="139"/>
                </a:lnTo>
                <a:lnTo>
                  <a:pt x="119" y="178"/>
                </a:lnTo>
                <a:cubicBezTo>
                  <a:pt x="119" y="184"/>
                  <a:pt x="117" y="189"/>
                  <a:pt x="113" y="192"/>
                </a:cubicBezTo>
                <a:cubicBezTo>
                  <a:pt x="110" y="196"/>
                  <a:pt x="105" y="198"/>
                  <a:pt x="99" y="198"/>
                </a:cubicBezTo>
                <a:lnTo>
                  <a:pt x="41" y="198"/>
                </a:lnTo>
                <a:cubicBezTo>
                  <a:pt x="51" y="131"/>
                  <a:pt x="109" y="79"/>
                  <a:pt x="179" y="79"/>
                </a:cubicBezTo>
                <a:lnTo>
                  <a:pt x="199" y="79"/>
                </a:lnTo>
                <a:cubicBezTo>
                  <a:pt x="220" y="79"/>
                  <a:pt x="238" y="97"/>
                  <a:pt x="238" y="119"/>
                </a:cubicBezTo>
                <a:lnTo>
                  <a:pt x="238" y="198"/>
                </a:lnTo>
                <a:moveTo>
                  <a:pt x="517" y="497"/>
                </a:moveTo>
                <a:cubicBezTo>
                  <a:pt x="517" y="502"/>
                  <a:pt x="515" y="507"/>
                  <a:pt x="511" y="510"/>
                </a:cubicBezTo>
                <a:cubicBezTo>
                  <a:pt x="506" y="514"/>
                  <a:pt x="502" y="516"/>
                  <a:pt x="496" y="516"/>
                </a:cubicBezTo>
                <a:cubicBezTo>
                  <a:pt x="491" y="516"/>
                  <a:pt x="486" y="514"/>
                  <a:pt x="483" y="510"/>
                </a:cubicBezTo>
                <a:cubicBezTo>
                  <a:pt x="479" y="507"/>
                  <a:pt x="477" y="502"/>
                  <a:pt x="476" y="497"/>
                </a:cubicBezTo>
                <a:cubicBezTo>
                  <a:pt x="476" y="486"/>
                  <a:pt x="485" y="477"/>
                  <a:pt x="496" y="477"/>
                </a:cubicBezTo>
                <a:cubicBezTo>
                  <a:pt x="507" y="477"/>
                  <a:pt x="517" y="486"/>
                  <a:pt x="517" y="49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7" name=""/>
          <p:cNvSpPr txBox="1"/>
          <p:nvPr/>
        </p:nvSpPr>
        <p:spPr>
          <a:xfrm>
            <a:off x="5445000" y="197856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8" name=""/>
          <p:cNvSpPr txBox="1"/>
          <p:nvPr/>
        </p:nvSpPr>
        <p:spPr>
          <a:xfrm>
            <a:off x="5928120" y="2077560"/>
            <a:ext cx="114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9" name=""/>
          <p:cNvSpPr txBox="1"/>
          <p:nvPr/>
        </p:nvSpPr>
        <p:spPr>
          <a:xfrm>
            <a:off x="5928120" y="2288880"/>
            <a:ext cx="1140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v0.1, 66 objecttypen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0" name=""/>
          <p:cNvSpPr/>
          <p:nvPr/>
        </p:nvSpPr>
        <p:spPr>
          <a:xfrm>
            <a:off x="7453080" y="1704960"/>
            <a:ext cx="1419480" cy="814680"/>
          </a:xfrm>
          <a:custGeom>
            <a:avLst/>
            <a:gdLst/>
            <a:ahLst/>
            <a:rect l="0" t="0" r="r" b="b"/>
            <a:pathLst>
              <a:path w="3943" h="2263">
                <a:moveTo>
                  <a:pt x="0" y="195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5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4"/>
                  <a:pt x="170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6"/>
                  <a:pt x="3792" y="34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89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5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1958"/>
                </a:lnTo>
                <a:cubicBezTo>
                  <a:pt x="3943" y="1978"/>
                  <a:pt x="3941" y="1998"/>
                  <a:pt x="3938" y="2018"/>
                </a:cubicBezTo>
                <a:cubicBezTo>
                  <a:pt x="3934" y="2037"/>
                  <a:pt x="3928" y="2056"/>
                  <a:pt x="3920" y="2075"/>
                </a:cubicBezTo>
                <a:cubicBezTo>
                  <a:pt x="3913" y="2093"/>
                  <a:pt x="3903" y="2111"/>
                  <a:pt x="3892" y="2128"/>
                </a:cubicBezTo>
                <a:cubicBezTo>
                  <a:pt x="3881" y="2144"/>
                  <a:pt x="3868" y="2159"/>
                  <a:pt x="3854" y="2174"/>
                </a:cubicBezTo>
                <a:cubicBezTo>
                  <a:pt x="3840" y="2188"/>
                  <a:pt x="3825" y="2200"/>
                  <a:pt x="3808" y="2211"/>
                </a:cubicBezTo>
                <a:cubicBezTo>
                  <a:pt x="3792" y="2223"/>
                  <a:pt x="3774" y="2232"/>
                  <a:pt x="3756" y="2240"/>
                </a:cubicBezTo>
                <a:cubicBezTo>
                  <a:pt x="3737" y="2247"/>
                  <a:pt x="3718" y="2253"/>
                  <a:pt x="3699" y="2257"/>
                </a:cubicBezTo>
                <a:cubicBezTo>
                  <a:pt x="3679" y="2261"/>
                  <a:pt x="3659" y="2263"/>
                  <a:pt x="3639" y="2263"/>
                </a:cubicBezTo>
                <a:lnTo>
                  <a:pt x="304" y="2263"/>
                </a:lnTo>
                <a:cubicBezTo>
                  <a:pt x="284" y="2263"/>
                  <a:pt x="265" y="2261"/>
                  <a:pt x="245" y="2257"/>
                </a:cubicBezTo>
                <a:cubicBezTo>
                  <a:pt x="225" y="2253"/>
                  <a:pt x="206" y="2247"/>
                  <a:pt x="188" y="2240"/>
                </a:cubicBezTo>
                <a:cubicBezTo>
                  <a:pt x="170" y="2232"/>
                  <a:pt x="152" y="2223"/>
                  <a:pt x="135" y="2211"/>
                </a:cubicBezTo>
                <a:cubicBezTo>
                  <a:pt x="119" y="2200"/>
                  <a:pt x="103" y="2188"/>
                  <a:pt x="89" y="2174"/>
                </a:cubicBezTo>
                <a:cubicBezTo>
                  <a:pt x="75" y="2159"/>
                  <a:pt x="63" y="2144"/>
                  <a:pt x="51" y="2128"/>
                </a:cubicBezTo>
                <a:cubicBezTo>
                  <a:pt x="40" y="2111"/>
                  <a:pt x="31" y="2093"/>
                  <a:pt x="23" y="2075"/>
                </a:cubicBezTo>
                <a:cubicBezTo>
                  <a:pt x="16" y="2056"/>
                  <a:pt x="10" y="2037"/>
                  <a:pt x="6" y="2018"/>
                </a:cubicBezTo>
                <a:cubicBezTo>
                  <a:pt x="2" y="1998"/>
                  <a:pt x="0" y="1978"/>
                  <a:pt x="0" y="19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1" name=""/>
          <p:cNvSpPr/>
          <p:nvPr/>
        </p:nvSpPr>
        <p:spPr>
          <a:xfrm>
            <a:off x="744840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2" name=""/>
          <p:cNvSpPr/>
          <p:nvPr/>
        </p:nvSpPr>
        <p:spPr>
          <a:xfrm>
            <a:off x="744840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3" name=""/>
          <p:cNvSpPr/>
          <p:nvPr/>
        </p:nvSpPr>
        <p:spPr>
          <a:xfrm>
            <a:off x="744840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4" name=""/>
          <p:cNvSpPr/>
          <p:nvPr/>
        </p:nvSpPr>
        <p:spPr>
          <a:xfrm>
            <a:off x="7448400" y="1685880"/>
            <a:ext cx="1429200" cy="838440"/>
          </a:xfrm>
          <a:custGeom>
            <a:avLst/>
            <a:gdLst/>
            <a:ahLst/>
            <a:rect l="0" t="0" r="r" b="b"/>
            <a:pathLst>
              <a:path w="3970" h="2329">
                <a:moveTo>
                  <a:pt x="0" y="0"/>
                </a:moveTo>
                <a:lnTo>
                  <a:pt x="3970" y="0"/>
                </a:lnTo>
                <a:lnTo>
                  <a:pt x="3970" y="2329"/>
                </a:lnTo>
                <a:lnTo>
                  <a:pt x="0" y="23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5" name=""/>
          <p:cNvSpPr/>
          <p:nvPr/>
        </p:nvSpPr>
        <p:spPr>
          <a:xfrm>
            <a:off x="8062560" y="1907280"/>
            <a:ext cx="200520" cy="107280"/>
          </a:xfrm>
          <a:custGeom>
            <a:avLst/>
            <a:gdLst/>
            <a:ahLst/>
            <a:rect l="0" t="0" r="r" b="b"/>
            <a:pathLst>
              <a:path w="557" h="298">
                <a:moveTo>
                  <a:pt x="557" y="298"/>
                </a:moveTo>
                <a:lnTo>
                  <a:pt x="398" y="298"/>
                </a:lnTo>
                <a:lnTo>
                  <a:pt x="398" y="139"/>
                </a:lnTo>
                <a:lnTo>
                  <a:pt x="557" y="139"/>
                </a:lnTo>
                <a:lnTo>
                  <a:pt x="557" y="298"/>
                </a:lnTo>
                <a:moveTo>
                  <a:pt x="438" y="259"/>
                </a:moveTo>
                <a:lnTo>
                  <a:pt x="517" y="259"/>
                </a:lnTo>
                <a:lnTo>
                  <a:pt x="517" y="178"/>
                </a:lnTo>
                <a:lnTo>
                  <a:pt x="438" y="178"/>
                </a:lnTo>
                <a:lnTo>
                  <a:pt x="438" y="259"/>
                </a:lnTo>
                <a:moveTo>
                  <a:pt x="359" y="239"/>
                </a:moveTo>
                <a:lnTo>
                  <a:pt x="121" y="239"/>
                </a:lnTo>
                <a:cubicBezTo>
                  <a:pt x="105" y="239"/>
                  <a:pt x="90" y="236"/>
                  <a:pt x="74" y="230"/>
                </a:cubicBezTo>
                <a:cubicBezTo>
                  <a:pt x="59" y="224"/>
                  <a:pt x="47" y="215"/>
                  <a:pt x="35" y="204"/>
                </a:cubicBezTo>
                <a:cubicBezTo>
                  <a:pt x="24" y="192"/>
                  <a:pt x="16" y="179"/>
                  <a:pt x="10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10" y="73"/>
                </a:cubicBezTo>
                <a:cubicBezTo>
                  <a:pt x="16" y="59"/>
                  <a:pt x="24" y="46"/>
                  <a:pt x="35" y="35"/>
                </a:cubicBezTo>
                <a:cubicBezTo>
                  <a:pt x="47" y="23"/>
                  <a:pt x="59" y="15"/>
                  <a:pt x="74" y="9"/>
                </a:cubicBezTo>
                <a:cubicBezTo>
                  <a:pt x="90" y="3"/>
                  <a:pt x="105" y="0"/>
                  <a:pt x="121" y="0"/>
                </a:cubicBezTo>
                <a:lnTo>
                  <a:pt x="160" y="0"/>
                </a:lnTo>
                <a:lnTo>
                  <a:pt x="160" y="39"/>
                </a:lnTo>
                <a:lnTo>
                  <a:pt x="121" y="39"/>
                </a:lnTo>
                <a:cubicBezTo>
                  <a:pt x="110" y="39"/>
                  <a:pt x="100" y="41"/>
                  <a:pt x="90" y="46"/>
                </a:cubicBezTo>
                <a:cubicBezTo>
                  <a:pt x="79" y="50"/>
                  <a:pt x="71" y="55"/>
                  <a:pt x="63" y="63"/>
                </a:cubicBezTo>
                <a:cubicBezTo>
                  <a:pt x="56" y="70"/>
                  <a:pt x="50" y="79"/>
                  <a:pt x="46" y="88"/>
                </a:cubicBezTo>
                <a:cubicBezTo>
                  <a:pt x="42" y="98"/>
                  <a:pt x="40" y="108"/>
                  <a:pt x="40" y="119"/>
                </a:cubicBezTo>
                <a:cubicBezTo>
                  <a:pt x="40" y="129"/>
                  <a:pt x="42" y="139"/>
                  <a:pt x="46" y="149"/>
                </a:cubicBezTo>
                <a:cubicBezTo>
                  <a:pt x="50" y="159"/>
                  <a:pt x="56" y="168"/>
                  <a:pt x="63" y="175"/>
                </a:cubicBezTo>
                <a:cubicBezTo>
                  <a:pt x="71" y="182"/>
                  <a:pt x="79" y="188"/>
                  <a:pt x="90" y="192"/>
                </a:cubicBezTo>
                <a:cubicBezTo>
                  <a:pt x="100" y="196"/>
                  <a:pt x="110" y="199"/>
                  <a:pt x="121" y="199"/>
                </a:cubicBezTo>
                <a:lnTo>
                  <a:pt x="359" y="199"/>
                </a:lnTo>
                <a:lnTo>
                  <a:pt x="359" y="23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6" name=""/>
          <p:cNvSpPr/>
          <p:nvPr/>
        </p:nvSpPr>
        <p:spPr>
          <a:xfrm>
            <a:off x="8134200" y="1885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160"/>
                </a:moveTo>
                <a:lnTo>
                  <a:pt x="0" y="160"/>
                </a:lnTo>
                <a:lnTo>
                  <a:pt x="0" y="0"/>
                </a:lnTo>
                <a:lnTo>
                  <a:pt x="160" y="0"/>
                </a:lnTo>
                <a:lnTo>
                  <a:pt x="160" y="160"/>
                </a:lnTo>
                <a:moveTo>
                  <a:pt x="40" y="120"/>
                </a:moveTo>
                <a:lnTo>
                  <a:pt x="120" y="120"/>
                </a:lnTo>
                <a:lnTo>
                  <a:pt x="120" y="40"/>
                </a:lnTo>
                <a:lnTo>
                  <a:pt x="40" y="40"/>
                </a:lnTo>
                <a:lnTo>
                  <a:pt x="40" y="12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7" name=""/>
          <p:cNvSpPr/>
          <p:nvPr/>
        </p:nvSpPr>
        <p:spPr>
          <a:xfrm>
            <a:off x="8062560" y="1814400"/>
            <a:ext cx="200520" cy="107280"/>
          </a:xfrm>
          <a:custGeom>
            <a:avLst/>
            <a:gdLst/>
            <a:ahLst/>
            <a:rect l="0" t="0" r="r" b="b"/>
            <a:pathLst>
              <a:path w="557" h="298">
                <a:moveTo>
                  <a:pt x="438" y="298"/>
                </a:moveTo>
                <a:lnTo>
                  <a:pt x="398" y="298"/>
                </a:lnTo>
                <a:lnTo>
                  <a:pt x="398" y="259"/>
                </a:lnTo>
                <a:lnTo>
                  <a:pt x="438" y="259"/>
                </a:lnTo>
                <a:cubicBezTo>
                  <a:pt x="449" y="259"/>
                  <a:pt x="459" y="257"/>
                  <a:pt x="468" y="253"/>
                </a:cubicBezTo>
                <a:cubicBezTo>
                  <a:pt x="478" y="249"/>
                  <a:pt x="487" y="243"/>
                  <a:pt x="494" y="236"/>
                </a:cubicBezTo>
                <a:cubicBezTo>
                  <a:pt x="502" y="228"/>
                  <a:pt x="507" y="220"/>
                  <a:pt x="511" y="210"/>
                </a:cubicBezTo>
                <a:cubicBezTo>
                  <a:pt x="515" y="200"/>
                  <a:pt x="517" y="190"/>
                  <a:pt x="517" y="179"/>
                </a:cubicBezTo>
                <a:cubicBezTo>
                  <a:pt x="517" y="169"/>
                  <a:pt x="515" y="159"/>
                  <a:pt x="511" y="148"/>
                </a:cubicBezTo>
                <a:cubicBezTo>
                  <a:pt x="507" y="138"/>
                  <a:pt x="502" y="130"/>
                  <a:pt x="494" y="122"/>
                </a:cubicBezTo>
                <a:cubicBezTo>
                  <a:pt x="487" y="115"/>
                  <a:pt x="478" y="109"/>
                  <a:pt x="468" y="105"/>
                </a:cubicBezTo>
                <a:cubicBezTo>
                  <a:pt x="459" y="101"/>
                  <a:pt x="449" y="99"/>
                  <a:pt x="438" y="99"/>
                </a:cubicBezTo>
                <a:lnTo>
                  <a:pt x="200" y="99"/>
                </a:lnTo>
                <a:lnTo>
                  <a:pt x="200" y="59"/>
                </a:lnTo>
                <a:lnTo>
                  <a:pt x="438" y="59"/>
                </a:lnTo>
                <a:cubicBezTo>
                  <a:pt x="454" y="59"/>
                  <a:pt x="469" y="62"/>
                  <a:pt x="484" y="68"/>
                </a:cubicBezTo>
                <a:cubicBezTo>
                  <a:pt x="498" y="74"/>
                  <a:pt x="511" y="83"/>
                  <a:pt x="522" y="94"/>
                </a:cubicBezTo>
                <a:cubicBezTo>
                  <a:pt x="533" y="105"/>
                  <a:pt x="542" y="118"/>
                  <a:pt x="548" y="133"/>
                </a:cubicBezTo>
                <a:cubicBezTo>
                  <a:pt x="554" y="147"/>
                  <a:pt x="557" y="164"/>
                  <a:pt x="557" y="179"/>
                </a:cubicBezTo>
                <a:cubicBezTo>
                  <a:pt x="557" y="195"/>
                  <a:pt x="554" y="210"/>
                  <a:pt x="548" y="225"/>
                </a:cubicBezTo>
                <a:cubicBezTo>
                  <a:pt x="542" y="240"/>
                  <a:pt x="533" y="252"/>
                  <a:pt x="522" y="264"/>
                </a:cubicBezTo>
                <a:cubicBezTo>
                  <a:pt x="511" y="275"/>
                  <a:pt x="498" y="283"/>
                  <a:pt x="484" y="289"/>
                </a:cubicBezTo>
                <a:cubicBezTo>
                  <a:pt x="469" y="295"/>
                  <a:pt x="454" y="298"/>
                  <a:pt x="438" y="298"/>
                </a:cubicBezTo>
                <a:moveTo>
                  <a:pt x="160" y="160"/>
                </a:moveTo>
                <a:lnTo>
                  <a:pt x="0" y="160"/>
                </a:lnTo>
                <a:lnTo>
                  <a:pt x="0" y="0"/>
                </a:lnTo>
                <a:lnTo>
                  <a:pt x="160" y="0"/>
                </a:lnTo>
                <a:lnTo>
                  <a:pt x="160" y="160"/>
                </a:lnTo>
                <a:moveTo>
                  <a:pt x="40" y="119"/>
                </a:moveTo>
                <a:lnTo>
                  <a:pt x="121" y="119"/>
                </a:lnTo>
                <a:lnTo>
                  <a:pt x="121" y="39"/>
                </a:lnTo>
                <a:lnTo>
                  <a:pt x="40" y="39"/>
                </a:lnTo>
                <a:lnTo>
                  <a:pt x="40" y="11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8" name=""/>
          <p:cNvSpPr txBox="1"/>
          <p:nvPr/>
        </p:nvSpPr>
        <p:spPr>
          <a:xfrm>
            <a:off x="7191360" y="197856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9" name=""/>
          <p:cNvSpPr txBox="1"/>
          <p:nvPr/>
        </p:nvSpPr>
        <p:spPr>
          <a:xfrm>
            <a:off x="7608240" y="2077560"/>
            <a:ext cx="1289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0" name=""/>
          <p:cNvSpPr txBox="1"/>
          <p:nvPr/>
        </p:nvSpPr>
        <p:spPr>
          <a:xfrm>
            <a:off x="7788960" y="2288880"/>
            <a:ext cx="866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1" name=""/>
          <p:cNvSpPr/>
          <p:nvPr/>
        </p:nvSpPr>
        <p:spPr>
          <a:xfrm>
            <a:off x="456840" y="2809800"/>
            <a:ext cx="8420760" cy="895680"/>
          </a:xfrm>
          <a:custGeom>
            <a:avLst/>
            <a:gdLst/>
            <a:ahLst/>
            <a:rect l="0" t="0" r="r" b="b"/>
            <a:pathLst>
              <a:path w="23391" h="2488">
                <a:moveTo>
                  <a:pt x="0" y="0"/>
                </a:moveTo>
                <a:lnTo>
                  <a:pt x="23391" y="0"/>
                </a:lnTo>
                <a:lnTo>
                  <a:pt x="23391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2" name=""/>
          <p:cNvSpPr/>
          <p:nvPr/>
        </p:nvSpPr>
        <p:spPr>
          <a:xfrm>
            <a:off x="456840" y="28098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4" name=""/>
          <p:cNvSpPr/>
          <p:nvPr/>
        </p:nvSpPr>
        <p:spPr>
          <a:xfrm>
            <a:off x="8867520" y="280980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106"/>
                </a:moveTo>
                <a:lnTo>
                  <a:pt x="0" y="2488"/>
                </a:lnTo>
                <a:lnTo>
                  <a:pt x="28" y="24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5" name=""/>
          <p:cNvSpPr/>
          <p:nvPr/>
        </p:nvSpPr>
        <p:spPr>
          <a:xfrm>
            <a:off x="456840" y="280980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0"/>
                </a:moveTo>
                <a:lnTo>
                  <a:pt x="0" y="2488"/>
                </a:lnTo>
                <a:lnTo>
                  <a:pt x="28" y="24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6" name=""/>
          <p:cNvSpPr/>
          <p:nvPr/>
        </p:nvSpPr>
        <p:spPr>
          <a:xfrm>
            <a:off x="4595760" y="2938320"/>
            <a:ext cx="143280" cy="200520"/>
          </a:xfrm>
          <a:custGeom>
            <a:avLst/>
            <a:gdLst/>
            <a:ahLst/>
            <a:rect l="0" t="0" r="r" b="b"/>
            <a:pathLst>
              <a:path w="398" h="557">
                <a:moveTo>
                  <a:pt x="392" y="145"/>
                </a:moveTo>
                <a:lnTo>
                  <a:pt x="253" y="6"/>
                </a:lnTo>
                <a:cubicBezTo>
                  <a:pt x="249" y="2"/>
                  <a:pt x="245" y="0"/>
                  <a:pt x="239" y="0"/>
                </a:cubicBezTo>
                <a:lnTo>
                  <a:pt x="39" y="0"/>
                </a:lnTo>
                <a:cubicBezTo>
                  <a:pt x="18" y="0"/>
                  <a:pt x="0" y="18"/>
                  <a:pt x="0" y="40"/>
                </a:cubicBezTo>
                <a:lnTo>
                  <a:pt x="0" y="517"/>
                </a:lnTo>
                <a:cubicBezTo>
                  <a:pt x="0" y="539"/>
                  <a:pt x="18" y="557"/>
                  <a:pt x="39" y="557"/>
                </a:cubicBezTo>
                <a:lnTo>
                  <a:pt x="358" y="557"/>
                </a:lnTo>
                <a:cubicBezTo>
                  <a:pt x="380" y="557"/>
                  <a:pt x="398" y="539"/>
                  <a:pt x="398" y="517"/>
                </a:cubicBezTo>
                <a:lnTo>
                  <a:pt x="398" y="159"/>
                </a:lnTo>
                <a:cubicBezTo>
                  <a:pt x="398" y="153"/>
                  <a:pt x="396" y="149"/>
                  <a:pt x="392" y="145"/>
                </a:cubicBezTo>
                <a:moveTo>
                  <a:pt x="239" y="48"/>
                </a:moveTo>
                <a:lnTo>
                  <a:pt x="350" y="159"/>
                </a:lnTo>
                <a:lnTo>
                  <a:pt x="239" y="159"/>
                </a:lnTo>
                <a:lnTo>
                  <a:pt x="239" y="48"/>
                </a:lnTo>
                <a:moveTo>
                  <a:pt x="358" y="517"/>
                </a:moveTo>
                <a:lnTo>
                  <a:pt x="39" y="517"/>
                </a:lnTo>
                <a:lnTo>
                  <a:pt x="39" y="40"/>
                </a:lnTo>
                <a:lnTo>
                  <a:pt x="199" y="40"/>
                </a:lnTo>
                <a:lnTo>
                  <a:pt x="199" y="159"/>
                </a:lnTo>
                <a:cubicBezTo>
                  <a:pt x="199" y="180"/>
                  <a:pt x="217" y="198"/>
                  <a:pt x="239" y="198"/>
                </a:cubicBezTo>
                <a:lnTo>
                  <a:pt x="358" y="198"/>
                </a:lnTo>
                <a:lnTo>
                  <a:pt x="358" y="51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7" name=""/>
          <p:cNvSpPr/>
          <p:nvPr/>
        </p:nvSpPr>
        <p:spPr>
          <a:xfrm>
            <a:off x="4624200" y="3038400"/>
            <a:ext cx="86040" cy="57240"/>
          </a:xfrm>
          <a:custGeom>
            <a:avLst/>
            <a:gdLst/>
            <a:ahLst/>
            <a:rect l="0" t="0" r="r" b="b"/>
            <a:pathLst>
              <a:path w="239" h="159">
                <a:moveTo>
                  <a:pt x="0" y="120"/>
                </a:moveTo>
                <a:lnTo>
                  <a:pt x="239" y="120"/>
                </a:lnTo>
                <a:lnTo>
                  <a:pt x="239" y="159"/>
                </a:lnTo>
                <a:lnTo>
                  <a:pt x="0" y="159"/>
                </a:lnTo>
                <a:lnTo>
                  <a:pt x="0" y="120"/>
                </a:lnTo>
                <a:moveTo>
                  <a:pt x="0" y="0"/>
                </a:moveTo>
                <a:lnTo>
                  <a:pt x="239" y="0"/>
                </a:lnTo>
                <a:lnTo>
                  <a:pt x="239" y="40"/>
                </a:lnTo>
                <a:lnTo>
                  <a:pt x="0" y="4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8" name=""/>
          <p:cNvSpPr txBox="1"/>
          <p:nvPr/>
        </p:nvSpPr>
        <p:spPr>
          <a:xfrm>
            <a:off x="4576680" y="254988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9" name=""/>
          <p:cNvSpPr txBox="1"/>
          <p:nvPr/>
        </p:nvSpPr>
        <p:spPr>
          <a:xfrm>
            <a:off x="3481560" y="3196800"/>
            <a:ext cx="2763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0" name=""/>
          <p:cNvSpPr/>
          <p:nvPr/>
        </p:nvSpPr>
        <p:spPr>
          <a:xfrm>
            <a:off x="456840" y="3790800"/>
            <a:ext cx="4153320" cy="648000"/>
          </a:xfrm>
          <a:custGeom>
            <a:avLst/>
            <a:gdLst/>
            <a:ahLst/>
            <a:rect l="0" t="0" r="r" b="b"/>
            <a:pathLst>
              <a:path w="11537" h="1800">
                <a:moveTo>
                  <a:pt x="0" y="0"/>
                </a:moveTo>
                <a:lnTo>
                  <a:pt x="11537" y="0"/>
                </a:lnTo>
                <a:lnTo>
                  <a:pt x="11537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1" name=""/>
          <p:cNvSpPr/>
          <p:nvPr/>
        </p:nvSpPr>
        <p:spPr>
          <a:xfrm>
            <a:off x="456840" y="3790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2" name=""/>
          <p:cNvSpPr/>
          <p:nvPr/>
        </p:nvSpPr>
        <p:spPr>
          <a:xfrm>
            <a:off x="456840" y="442908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3" name=""/>
          <p:cNvSpPr/>
          <p:nvPr/>
        </p:nvSpPr>
        <p:spPr>
          <a:xfrm>
            <a:off x="4600440" y="3790800"/>
            <a:ext cx="9720" cy="648000"/>
          </a:xfrm>
          <a:custGeom>
            <a:avLst/>
            <a:gdLst/>
            <a:ahLst/>
            <a:rect l="0" t="0" r="r" b="b"/>
            <a:pathLst>
              <a:path w="27" h="1800">
                <a:moveTo>
                  <a:pt x="0" y="106"/>
                </a:moveTo>
                <a:lnTo>
                  <a:pt x="0" y="1800"/>
                </a:lnTo>
                <a:lnTo>
                  <a:pt x="27" y="180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4" name=""/>
          <p:cNvSpPr/>
          <p:nvPr/>
        </p:nvSpPr>
        <p:spPr>
          <a:xfrm>
            <a:off x="456840" y="379080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5" name=""/>
          <p:cNvSpPr txBox="1"/>
          <p:nvPr/>
        </p:nvSpPr>
        <p:spPr>
          <a:xfrm>
            <a:off x="2319480" y="3452040"/>
            <a:ext cx="5264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berichtstromen · endpoints · afsprakenset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6" name=""/>
          <p:cNvSpPr txBox="1"/>
          <p:nvPr/>
        </p:nvSpPr>
        <p:spPr>
          <a:xfrm>
            <a:off x="603720" y="3933360"/>
            <a:ext cx="304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Vandaag: fase 1 helemaal door de route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7" name=""/>
          <p:cNvSpPr/>
          <p:nvPr/>
        </p:nvSpPr>
        <p:spPr>
          <a:xfrm>
            <a:off x="4724280" y="3790800"/>
            <a:ext cx="4153320" cy="648000"/>
          </a:xfrm>
          <a:custGeom>
            <a:avLst/>
            <a:gdLst/>
            <a:ahLst/>
            <a:rect l="0" t="0" r="r" b="b"/>
            <a:pathLst>
              <a:path w="11537" h="1800">
                <a:moveTo>
                  <a:pt x="0" y="0"/>
                </a:moveTo>
                <a:lnTo>
                  <a:pt x="11537" y="0"/>
                </a:lnTo>
                <a:lnTo>
                  <a:pt x="11537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8" name=""/>
          <p:cNvSpPr/>
          <p:nvPr/>
        </p:nvSpPr>
        <p:spPr>
          <a:xfrm>
            <a:off x="4724280" y="3790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9" name=""/>
          <p:cNvSpPr/>
          <p:nvPr/>
        </p:nvSpPr>
        <p:spPr>
          <a:xfrm>
            <a:off x="4724280" y="442908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0" name=""/>
          <p:cNvSpPr/>
          <p:nvPr/>
        </p:nvSpPr>
        <p:spPr>
          <a:xfrm>
            <a:off x="8867520" y="379080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1" name=""/>
          <p:cNvSpPr/>
          <p:nvPr/>
        </p:nvSpPr>
        <p:spPr>
          <a:xfrm>
            <a:off x="4724280" y="3790800"/>
            <a:ext cx="9720" cy="648000"/>
          </a:xfrm>
          <a:custGeom>
            <a:avLst/>
            <a:gdLst/>
            <a:ahLst/>
            <a:rect l="0" t="0" r="r" b="b"/>
            <a:pathLst>
              <a:path w="27" h="1800">
                <a:moveTo>
                  <a:pt x="0" y="0"/>
                </a:moveTo>
                <a:lnTo>
                  <a:pt x="0" y="1800"/>
                </a:lnTo>
                <a:lnTo>
                  <a:pt x="27" y="18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2" name=""/>
          <p:cNvSpPr txBox="1"/>
          <p:nvPr/>
        </p:nvSpPr>
        <p:spPr>
          <a:xfrm>
            <a:off x="603720" y="4185360"/>
            <a:ext cx="2672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van kwaliﬁcatiedossier tot het eerste bericht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3" name=""/>
          <p:cNvSpPr txBox="1"/>
          <p:nvPr/>
        </p:nvSpPr>
        <p:spPr>
          <a:xfrm>
            <a:off x="4874760" y="3933360"/>
            <a:ext cx="356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Daarna: fase 2 tot 8, en de volgende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5" name=""/>
          <p:cNvSpPr txBox="1"/>
          <p:nvPr/>
        </p:nvSpPr>
        <p:spPr>
          <a:xfrm>
            <a:off x="4874760" y="4185360"/>
            <a:ext cx="2406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dezelfde route, per lijn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73" name=""/>
          <p:cNvSpPr txBox="1"/>
          <p:nvPr/>
        </p:nvSpPr>
        <p:spPr>
          <a:xfrm>
            <a:off x="7763040" y="216324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3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4" name=""/>
          <p:cNvSpPr txBox="1"/>
          <p:nvPr/>
        </p:nvSpPr>
        <p:spPr>
          <a:xfrm>
            <a:off x="6505560" y="2403720"/>
            <a:ext cx="264348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Versionering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6" name=""/>
          <p:cNvSpPr txBox="1"/>
          <p:nvPr/>
        </p:nvSpPr>
        <p:spPr>
          <a:xfrm>
            <a:off x="5295960" y="2916000"/>
            <a:ext cx="3877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Garik · van de leveranciersvraag naar een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84" name=""/>
          <p:cNvSpPr txBox="1"/>
          <p:nvPr/>
        </p:nvSpPr>
        <p:spPr>
          <a:xfrm>
            <a:off x="457200" y="137988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5" name=""/>
          <p:cNvSpPr/>
          <p:nvPr/>
        </p:nvSpPr>
        <p:spPr>
          <a:xfrm>
            <a:off x="456840" y="219996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6" name=""/>
          <p:cNvSpPr/>
          <p:nvPr/>
        </p:nvSpPr>
        <p:spPr>
          <a:xfrm>
            <a:off x="456840" y="21999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7" name=""/>
          <p:cNvSpPr/>
          <p:nvPr/>
        </p:nvSpPr>
        <p:spPr>
          <a:xfrm>
            <a:off x="456840" y="276192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8" name=""/>
          <p:cNvSpPr/>
          <p:nvPr/>
        </p:nvSpPr>
        <p:spPr>
          <a:xfrm>
            <a:off x="886752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9" name=""/>
          <p:cNvSpPr/>
          <p:nvPr/>
        </p:nvSpPr>
        <p:spPr>
          <a:xfrm>
            <a:off x="45684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0" name=""/>
          <p:cNvSpPr txBox="1"/>
          <p:nvPr/>
        </p:nvSpPr>
        <p:spPr>
          <a:xfrm>
            <a:off x="439920" y="1529640"/>
            <a:ext cx="5653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van de leveranciers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1" name=""/>
          <p:cNvSpPr/>
          <p:nvPr/>
        </p:nvSpPr>
        <p:spPr>
          <a:xfrm>
            <a:off x="46188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11" y="0"/>
                </a:lnTo>
                <a:cubicBezTo>
                  <a:pt x="7231" y="0"/>
                  <a:pt x="7250" y="2"/>
                  <a:pt x="7270" y="5"/>
                </a:cubicBezTo>
                <a:cubicBezTo>
                  <a:pt x="7290" y="9"/>
                  <a:pt x="7309" y="14"/>
                  <a:pt x="7327" y="20"/>
                </a:cubicBezTo>
                <a:cubicBezTo>
                  <a:pt x="7346" y="27"/>
                  <a:pt x="7363" y="35"/>
                  <a:pt x="7380" y="45"/>
                </a:cubicBezTo>
                <a:cubicBezTo>
                  <a:pt x="7396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4" y="147"/>
                  <a:pt x="7492" y="163"/>
                </a:cubicBezTo>
                <a:cubicBezTo>
                  <a:pt x="7499" y="180"/>
                  <a:pt x="7505" y="196"/>
                  <a:pt x="7509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09" y="2415"/>
                </a:cubicBezTo>
                <a:cubicBezTo>
                  <a:pt x="7505" y="2435"/>
                  <a:pt x="7499" y="2454"/>
                  <a:pt x="7492" y="2472"/>
                </a:cubicBezTo>
                <a:cubicBezTo>
                  <a:pt x="7484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6" y="2598"/>
                  <a:pt x="7380" y="2609"/>
                </a:cubicBezTo>
                <a:cubicBezTo>
                  <a:pt x="7363" y="2620"/>
                  <a:pt x="7346" y="2629"/>
                  <a:pt x="7327" y="2637"/>
                </a:cubicBezTo>
                <a:cubicBezTo>
                  <a:pt x="7309" y="2645"/>
                  <a:pt x="7290" y="2650"/>
                  <a:pt x="7270" y="2654"/>
                </a:cubicBezTo>
                <a:cubicBezTo>
                  <a:pt x="7250" y="2658"/>
                  <a:pt x="7231" y="2660"/>
                  <a:pt x="7211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9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2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3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4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5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6" name=""/>
          <p:cNvSpPr/>
          <p:nvPr/>
        </p:nvSpPr>
        <p:spPr>
          <a:xfrm>
            <a:off x="1813320" y="310320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6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7" name=""/>
          <p:cNvSpPr/>
          <p:nvPr/>
        </p:nvSpPr>
        <p:spPr>
          <a:xfrm>
            <a:off x="1770480" y="314604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8" name=""/>
          <p:cNvSpPr/>
          <p:nvPr/>
        </p:nvSpPr>
        <p:spPr>
          <a:xfrm>
            <a:off x="1710360" y="3188880"/>
            <a:ext cx="120600" cy="154440"/>
          </a:xfrm>
          <a:custGeom>
            <a:avLst/>
            <a:gdLst/>
            <a:ahLst/>
            <a:rect l="0" t="0" r="r" b="b"/>
            <a:pathLst>
              <a:path w="335" h="429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300" y="1"/>
                  <a:pt x="305" y="3"/>
                </a:cubicBezTo>
                <a:cubicBezTo>
                  <a:pt x="311" y="6"/>
                  <a:pt x="316" y="9"/>
                  <a:pt x="321" y="14"/>
                </a:cubicBezTo>
                <a:cubicBezTo>
                  <a:pt x="325" y="18"/>
                  <a:pt x="329" y="23"/>
                  <a:pt x="331" y="29"/>
                </a:cubicBezTo>
                <a:cubicBezTo>
                  <a:pt x="334" y="35"/>
                  <a:pt x="335" y="41"/>
                  <a:pt x="335" y="47"/>
                </a:cubicBezTo>
                <a:lnTo>
                  <a:pt x="335" y="382"/>
                </a:lnTo>
                <a:cubicBezTo>
                  <a:pt x="335" y="388"/>
                  <a:pt x="334" y="394"/>
                  <a:pt x="331" y="400"/>
                </a:cubicBezTo>
                <a:cubicBezTo>
                  <a:pt x="329" y="406"/>
                  <a:pt x="325" y="411"/>
                  <a:pt x="321" y="415"/>
                </a:cubicBezTo>
                <a:cubicBezTo>
                  <a:pt x="316" y="420"/>
                  <a:pt x="311" y="423"/>
                  <a:pt x="305" y="426"/>
                </a:cubicBezTo>
                <a:cubicBezTo>
                  <a:pt x="300" y="428"/>
                  <a:pt x="293" y="429"/>
                  <a:pt x="287" y="429"/>
                </a:cubicBezTo>
                <a:lnTo>
                  <a:pt x="48" y="429"/>
                </a:lnTo>
                <a:cubicBezTo>
                  <a:pt x="42" y="429"/>
                  <a:pt x="36" y="428"/>
                  <a:pt x="30" y="426"/>
                </a:cubicBezTo>
                <a:cubicBezTo>
                  <a:pt x="24" y="423"/>
                  <a:pt x="19" y="420"/>
                  <a:pt x="14" y="415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4"/>
                  <a:pt x="0" y="388"/>
                  <a:pt x="0" y="382"/>
                </a:cubicBezTo>
                <a:lnTo>
                  <a:pt x="0" y="47"/>
                </a:lnTo>
                <a:cubicBezTo>
                  <a:pt x="0" y="41"/>
                  <a:pt x="2" y="35"/>
                  <a:pt x="4" y="29"/>
                </a:cubicBezTo>
                <a:cubicBezTo>
                  <a:pt x="6" y="23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moveTo>
                  <a:pt x="287" y="47"/>
                </a:moveTo>
                <a:lnTo>
                  <a:pt x="48" y="47"/>
                </a:lnTo>
                <a:lnTo>
                  <a:pt x="48" y="382"/>
                </a:lnTo>
                <a:lnTo>
                  <a:pt x="287" y="382"/>
                </a:lnTo>
                <a:lnTo>
                  <a:pt x="287" y="4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9" name=""/>
          <p:cNvSpPr txBox="1"/>
          <p:nvPr/>
        </p:nvSpPr>
        <p:spPr>
          <a:xfrm>
            <a:off x="649440" y="2399760"/>
            <a:ext cx="85032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Hoe versioneren we op het niveau van een koppeling, zonder te breken wat al draait?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0" name=""/>
          <p:cNvSpPr/>
          <p:nvPr/>
        </p:nvSpPr>
        <p:spPr>
          <a:xfrm>
            <a:off x="3309840" y="2943000"/>
            <a:ext cx="2714760" cy="957600"/>
          </a:xfrm>
          <a:custGeom>
            <a:avLst/>
            <a:gdLst/>
            <a:ahLst/>
            <a:rect l="0" t="0" r="r" b="b"/>
            <a:pathLst>
              <a:path w="7541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37" y="0"/>
                </a:lnTo>
                <a:cubicBezTo>
                  <a:pt x="7257" y="0"/>
                  <a:pt x="7277" y="2"/>
                  <a:pt x="7296" y="5"/>
                </a:cubicBezTo>
                <a:cubicBezTo>
                  <a:pt x="7316" y="9"/>
                  <a:pt x="7335" y="14"/>
                  <a:pt x="7354" y="20"/>
                </a:cubicBezTo>
                <a:cubicBezTo>
                  <a:pt x="7372" y="27"/>
                  <a:pt x="7390" y="35"/>
                  <a:pt x="7406" y="45"/>
                </a:cubicBezTo>
                <a:cubicBezTo>
                  <a:pt x="7423" y="54"/>
                  <a:pt x="7438" y="65"/>
                  <a:pt x="7452" y="78"/>
                </a:cubicBezTo>
                <a:cubicBezTo>
                  <a:pt x="7466" y="90"/>
                  <a:pt x="7479" y="103"/>
                  <a:pt x="7490" y="118"/>
                </a:cubicBezTo>
                <a:cubicBezTo>
                  <a:pt x="7501" y="132"/>
                  <a:pt x="7511" y="147"/>
                  <a:pt x="7518" y="163"/>
                </a:cubicBezTo>
                <a:cubicBezTo>
                  <a:pt x="7526" y="180"/>
                  <a:pt x="7532" y="196"/>
                  <a:pt x="7536" y="213"/>
                </a:cubicBezTo>
                <a:cubicBezTo>
                  <a:pt x="7539" y="230"/>
                  <a:pt x="7541" y="247"/>
                  <a:pt x="7541" y="265"/>
                </a:cubicBezTo>
                <a:lnTo>
                  <a:pt x="7541" y="2356"/>
                </a:lnTo>
                <a:cubicBezTo>
                  <a:pt x="7541" y="2376"/>
                  <a:pt x="7539" y="2396"/>
                  <a:pt x="7536" y="2415"/>
                </a:cubicBezTo>
                <a:cubicBezTo>
                  <a:pt x="7532" y="2435"/>
                  <a:pt x="7526" y="2454"/>
                  <a:pt x="7518" y="2472"/>
                </a:cubicBezTo>
                <a:cubicBezTo>
                  <a:pt x="7511" y="2491"/>
                  <a:pt x="7501" y="2508"/>
                  <a:pt x="7490" y="2525"/>
                </a:cubicBezTo>
                <a:cubicBezTo>
                  <a:pt x="7479" y="2542"/>
                  <a:pt x="7466" y="2557"/>
                  <a:pt x="7452" y="2571"/>
                </a:cubicBezTo>
                <a:cubicBezTo>
                  <a:pt x="7438" y="2585"/>
                  <a:pt x="7423" y="2598"/>
                  <a:pt x="7406" y="2609"/>
                </a:cubicBezTo>
                <a:cubicBezTo>
                  <a:pt x="7390" y="2620"/>
                  <a:pt x="7372" y="2629"/>
                  <a:pt x="7354" y="2637"/>
                </a:cubicBezTo>
                <a:cubicBezTo>
                  <a:pt x="7335" y="2645"/>
                  <a:pt x="7316" y="2650"/>
                  <a:pt x="7296" y="2654"/>
                </a:cubicBezTo>
                <a:cubicBezTo>
                  <a:pt x="7277" y="2658"/>
                  <a:pt x="7257" y="2660"/>
                  <a:pt x="7237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1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2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3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4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5" name=""/>
          <p:cNvSpPr/>
          <p:nvPr/>
        </p:nvSpPr>
        <p:spPr>
          <a:xfrm>
            <a:off x="455076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0"/>
                </a:moveTo>
                <a:cubicBezTo>
                  <a:pt x="312" y="0"/>
                  <a:pt x="290" y="2"/>
                  <a:pt x="269" y="6"/>
                </a:cubicBezTo>
                <a:cubicBezTo>
                  <a:pt x="247" y="10"/>
                  <a:pt x="226" y="17"/>
                  <a:pt x="206" y="25"/>
                </a:cubicBezTo>
                <a:cubicBezTo>
                  <a:pt x="186" y="33"/>
                  <a:pt x="167" y="44"/>
                  <a:pt x="148" y="56"/>
                </a:cubicBezTo>
                <a:cubicBezTo>
                  <a:pt x="130" y="68"/>
                  <a:pt x="113" y="82"/>
                  <a:pt x="98" y="97"/>
                </a:cubicBezTo>
                <a:cubicBezTo>
                  <a:pt x="82" y="113"/>
                  <a:pt x="69" y="130"/>
                  <a:pt x="56" y="148"/>
                </a:cubicBezTo>
                <a:cubicBezTo>
                  <a:pt x="44" y="166"/>
                  <a:pt x="34" y="185"/>
                  <a:pt x="26" y="205"/>
                </a:cubicBezTo>
                <a:cubicBezTo>
                  <a:pt x="17" y="226"/>
                  <a:pt x="11" y="246"/>
                  <a:pt x="7" y="268"/>
                </a:cubicBezTo>
                <a:cubicBezTo>
                  <a:pt x="2" y="289"/>
                  <a:pt x="0" y="311"/>
                  <a:pt x="0" y="333"/>
                </a:cubicBezTo>
                <a:cubicBezTo>
                  <a:pt x="0" y="355"/>
                  <a:pt x="2" y="378"/>
                  <a:pt x="7" y="399"/>
                </a:cubicBezTo>
                <a:cubicBezTo>
                  <a:pt x="11" y="420"/>
                  <a:pt x="17" y="441"/>
                  <a:pt x="26" y="462"/>
                </a:cubicBezTo>
                <a:cubicBezTo>
                  <a:pt x="34" y="482"/>
                  <a:pt x="44" y="501"/>
                  <a:pt x="56" y="519"/>
                </a:cubicBezTo>
                <a:cubicBezTo>
                  <a:pt x="69" y="537"/>
                  <a:pt x="82" y="554"/>
                  <a:pt x="98" y="570"/>
                </a:cubicBezTo>
                <a:cubicBezTo>
                  <a:pt x="113" y="585"/>
                  <a:pt x="130" y="599"/>
                  <a:pt x="148" y="611"/>
                </a:cubicBezTo>
                <a:cubicBezTo>
                  <a:pt x="167" y="623"/>
                  <a:pt x="186" y="634"/>
                  <a:pt x="206" y="642"/>
                </a:cubicBezTo>
                <a:cubicBezTo>
                  <a:pt x="226" y="650"/>
                  <a:pt x="247" y="657"/>
                  <a:pt x="269" y="661"/>
                </a:cubicBezTo>
                <a:cubicBezTo>
                  <a:pt x="290" y="665"/>
                  <a:pt x="312" y="667"/>
                  <a:pt x="334" y="667"/>
                </a:cubicBezTo>
                <a:cubicBezTo>
                  <a:pt x="357" y="667"/>
                  <a:pt x="378" y="665"/>
                  <a:pt x="400" y="661"/>
                </a:cubicBezTo>
                <a:cubicBezTo>
                  <a:pt x="421" y="657"/>
                  <a:pt x="442" y="650"/>
                  <a:pt x="462" y="642"/>
                </a:cubicBezTo>
                <a:cubicBezTo>
                  <a:pt x="482" y="634"/>
                  <a:pt x="502" y="623"/>
                  <a:pt x="520" y="611"/>
                </a:cubicBezTo>
                <a:cubicBezTo>
                  <a:pt x="538" y="599"/>
                  <a:pt x="555" y="585"/>
                  <a:pt x="570" y="570"/>
                </a:cubicBezTo>
                <a:cubicBezTo>
                  <a:pt x="586" y="554"/>
                  <a:pt x="600" y="537"/>
                  <a:pt x="612" y="519"/>
                </a:cubicBezTo>
                <a:cubicBezTo>
                  <a:pt x="624" y="501"/>
                  <a:pt x="634" y="482"/>
                  <a:pt x="643" y="462"/>
                </a:cubicBezTo>
                <a:cubicBezTo>
                  <a:pt x="651" y="441"/>
                  <a:pt x="657" y="420"/>
                  <a:pt x="662" y="399"/>
                </a:cubicBezTo>
                <a:cubicBezTo>
                  <a:pt x="666" y="378"/>
                  <a:pt x="668" y="355"/>
                  <a:pt x="668" y="333"/>
                </a:cubicBezTo>
                <a:cubicBezTo>
                  <a:pt x="668" y="311"/>
                  <a:pt x="666" y="289"/>
                  <a:pt x="662" y="268"/>
                </a:cubicBezTo>
                <a:cubicBezTo>
                  <a:pt x="657" y="246"/>
                  <a:pt x="651" y="226"/>
                  <a:pt x="643" y="205"/>
                </a:cubicBezTo>
                <a:cubicBezTo>
                  <a:pt x="634" y="185"/>
                  <a:pt x="624" y="166"/>
                  <a:pt x="612" y="148"/>
                </a:cubicBezTo>
                <a:cubicBezTo>
                  <a:pt x="600" y="130"/>
                  <a:pt x="586" y="113"/>
                  <a:pt x="570" y="97"/>
                </a:cubicBezTo>
                <a:cubicBezTo>
                  <a:pt x="555" y="82"/>
                  <a:pt x="538" y="68"/>
                  <a:pt x="520" y="56"/>
                </a:cubicBezTo>
                <a:cubicBezTo>
                  <a:pt x="502" y="44"/>
                  <a:pt x="482" y="33"/>
                  <a:pt x="462" y="25"/>
                </a:cubicBezTo>
                <a:cubicBezTo>
                  <a:pt x="442" y="17"/>
                  <a:pt x="421" y="10"/>
                  <a:pt x="400" y="6"/>
                </a:cubicBezTo>
                <a:cubicBezTo>
                  <a:pt x="378" y="2"/>
                  <a:pt x="357" y="0"/>
                  <a:pt x="334" y="0"/>
                </a:cubicBezTo>
                <a:moveTo>
                  <a:pt x="334" y="620"/>
                </a:moveTo>
                <a:cubicBezTo>
                  <a:pt x="315" y="620"/>
                  <a:pt x="296" y="618"/>
                  <a:pt x="278" y="614"/>
                </a:cubicBezTo>
                <a:cubicBezTo>
                  <a:pt x="259" y="611"/>
                  <a:pt x="242" y="605"/>
                  <a:pt x="224" y="598"/>
                </a:cubicBezTo>
                <a:cubicBezTo>
                  <a:pt x="207" y="591"/>
                  <a:pt x="190" y="582"/>
                  <a:pt x="175" y="572"/>
                </a:cubicBezTo>
                <a:cubicBezTo>
                  <a:pt x="159" y="561"/>
                  <a:pt x="145" y="549"/>
                  <a:pt x="132" y="536"/>
                </a:cubicBezTo>
                <a:cubicBezTo>
                  <a:pt x="118" y="523"/>
                  <a:pt x="106" y="508"/>
                  <a:pt x="96" y="493"/>
                </a:cubicBezTo>
                <a:cubicBezTo>
                  <a:pt x="86" y="477"/>
                  <a:pt x="77" y="461"/>
                  <a:pt x="70" y="443"/>
                </a:cubicBezTo>
                <a:cubicBezTo>
                  <a:pt x="62" y="426"/>
                  <a:pt x="57" y="408"/>
                  <a:pt x="53" y="390"/>
                </a:cubicBezTo>
                <a:cubicBezTo>
                  <a:pt x="50" y="370"/>
                  <a:pt x="48" y="352"/>
                  <a:pt x="48" y="333"/>
                </a:cubicBezTo>
                <a:cubicBezTo>
                  <a:pt x="48" y="314"/>
                  <a:pt x="50" y="296"/>
                  <a:pt x="53" y="277"/>
                </a:cubicBezTo>
                <a:cubicBezTo>
                  <a:pt x="57" y="259"/>
                  <a:pt x="62" y="241"/>
                  <a:pt x="70" y="224"/>
                </a:cubicBezTo>
                <a:cubicBezTo>
                  <a:pt x="77" y="206"/>
                  <a:pt x="86" y="190"/>
                  <a:pt x="96" y="174"/>
                </a:cubicBezTo>
                <a:cubicBezTo>
                  <a:pt x="106" y="159"/>
                  <a:pt x="118" y="144"/>
                  <a:pt x="132" y="131"/>
                </a:cubicBezTo>
                <a:cubicBezTo>
                  <a:pt x="145" y="118"/>
                  <a:pt x="159" y="106"/>
                  <a:pt x="175" y="95"/>
                </a:cubicBezTo>
                <a:cubicBezTo>
                  <a:pt x="190" y="85"/>
                  <a:pt x="207" y="76"/>
                  <a:pt x="224" y="69"/>
                </a:cubicBezTo>
                <a:cubicBezTo>
                  <a:pt x="242" y="62"/>
                  <a:pt x="259" y="56"/>
                  <a:pt x="278" y="53"/>
                </a:cubicBezTo>
                <a:cubicBezTo>
                  <a:pt x="296" y="49"/>
                  <a:pt x="315" y="47"/>
                  <a:pt x="334" y="47"/>
                </a:cubicBezTo>
                <a:cubicBezTo>
                  <a:pt x="353" y="47"/>
                  <a:pt x="372" y="49"/>
                  <a:pt x="390" y="53"/>
                </a:cubicBezTo>
                <a:cubicBezTo>
                  <a:pt x="409" y="56"/>
                  <a:pt x="427" y="62"/>
                  <a:pt x="444" y="69"/>
                </a:cubicBezTo>
                <a:cubicBezTo>
                  <a:pt x="461" y="76"/>
                  <a:pt x="478" y="85"/>
                  <a:pt x="493" y="95"/>
                </a:cubicBezTo>
                <a:cubicBezTo>
                  <a:pt x="509" y="106"/>
                  <a:pt x="523" y="118"/>
                  <a:pt x="537" y="131"/>
                </a:cubicBezTo>
                <a:cubicBezTo>
                  <a:pt x="550" y="144"/>
                  <a:pt x="562" y="159"/>
                  <a:pt x="572" y="174"/>
                </a:cubicBezTo>
                <a:cubicBezTo>
                  <a:pt x="583" y="190"/>
                  <a:pt x="591" y="206"/>
                  <a:pt x="599" y="224"/>
                </a:cubicBezTo>
                <a:cubicBezTo>
                  <a:pt x="606" y="241"/>
                  <a:pt x="611" y="259"/>
                  <a:pt x="615" y="277"/>
                </a:cubicBezTo>
                <a:cubicBezTo>
                  <a:pt x="619" y="296"/>
                  <a:pt x="620" y="314"/>
                  <a:pt x="620" y="333"/>
                </a:cubicBezTo>
                <a:cubicBezTo>
                  <a:pt x="620" y="352"/>
                  <a:pt x="619" y="370"/>
                  <a:pt x="615" y="390"/>
                </a:cubicBezTo>
                <a:cubicBezTo>
                  <a:pt x="611" y="408"/>
                  <a:pt x="606" y="426"/>
                  <a:pt x="599" y="443"/>
                </a:cubicBezTo>
                <a:cubicBezTo>
                  <a:pt x="591" y="461"/>
                  <a:pt x="583" y="477"/>
                  <a:pt x="572" y="493"/>
                </a:cubicBezTo>
                <a:cubicBezTo>
                  <a:pt x="562" y="508"/>
                  <a:pt x="550" y="523"/>
                  <a:pt x="537" y="536"/>
                </a:cubicBezTo>
                <a:cubicBezTo>
                  <a:pt x="523" y="549"/>
                  <a:pt x="509" y="561"/>
                  <a:pt x="493" y="572"/>
                </a:cubicBezTo>
                <a:cubicBezTo>
                  <a:pt x="478" y="582"/>
                  <a:pt x="461" y="591"/>
                  <a:pt x="444" y="598"/>
                </a:cubicBezTo>
                <a:cubicBezTo>
                  <a:pt x="427" y="605"/>
                  <a:pt x="409" y="611"/>
                  <a:pt x="390" y="614"/>
                </a:cubicBezTo>
                <a:cubicBezTo>
                  <a:pt x="372" y="618"/>
                  <a:pt x="353" y="620"/>
                  <a:pt x="334" y="62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6" name=""/>
          <p:cNvSpPr/>
          <p:nvPr/>
        </p:nvSpPr>
        <p:spPr>
          <a:xfrm>
            <a:off x="4658040" y="3154320"/>
            <a:ext cx="25920" cy="146160"/>
          </a:xfrm>
          <a:custGeom>
            <a:avLst/>
            <a:gdLst/>
            <a:ahLst/>
            <a:rect l="0" t="0" r="r" b="b"/>
            <a:pathLst>
              <a:path w="72" h="406">
                <a:moveTo>
                  <a:pt x="12" y="0"/>
                </a:moveTo>
                <a:lnTo>
                  <a:pt x="60" y="0"/>
                </a:lnTo>
                <a:lnTo>
                  <a:pt x="60" y="262"/>
                </a:lnTo>
                <a:lnTo>
                  <a:pt x="12" y="262"/>
                </a:lnTo>
                <a:lnTo>
                  <a:pt x="12" y="0"/>
                </a:lnTo>
                <a:moveTo>
                  <a:pt x="37" y="335"/>
                </a:moveTo>
                <a:cubicBezTo>
                  <a:pt x="32" y="335"/>
                  <a:pt x="27" y="336"/>
                  <a:pt x="23" y="338"/>
                </a:cubicBezTo>
                <a:cubicBezTo>
                  <a:pt x="18" y="339"/>
                  <a:pt x="14" y="342"/>
                  <a:pt x="10" y="345"/>
                </a:cubicBezTo>
                <a:cubicBezTo>
                  <a:pt x="7" y="349"/>
                  <a:pt x="4" y="352"/>
                  <a:pt x="3" y="357"/>
                </a:cubicBezTo>
                <a:cubicBezTo>
                  <a:pt x="1" y="361"/>
                  <a:pt x="0" y="366"/>
                  <a:pt x="0" y="371"/>
                </a:cubicBezTo>
                <a:cubicBezTo>
                  <a:pt x="0" y="375"/>
                  <a:pt x="1" y="380"/>
                  <a:pt x="3" y="384"/>
                </a:cubicBezTo>
                <a:cubicBezTo>
                  <a:pt x="4" y="389"/>
                  <a:pt x="7" y="392"/>
                  <a:pt x="10" y="396"/>
                </a:cubicBezTo>
                <a:cubicBezTo>
                  <a:pt x="14" y="399"/>
                  <a:pt x="18" y="402"/>
                  <a:pt x="23" y="404"/>
                </a:cubicBezTo>
                <a:cubicBezTo>
                  <a:pt x="27" y="405"/>
                  <a:pt x="32" y="406"/>
                  <a:pt x="37" y="406"/>
                </a:cubicBezTo>
                <a:cubicBezTo>
                  <a:pt x="41" y="406"/>
                  <a:pt x="46" y="405"/>
                  <a:pt x="50" y="404"/>
                </a:cubicBezTo>
                <a:cubicBezTo>
                  <a:pt x="55" y="402"/>
                  <a:pt x="59" y="399"/>
                  <a:pt x="62" y="396"/>
                </a:cubicBezTo>
                <a:cubicBezTo>
                  <a:pt x="65" y="392"/>
                  <a:pt x="68" y="389"/>
                  <a:pt x="70" y="384"/>
                </a:cubicBezTo>
                <a:cubicBezTo>
                  <a:pt x="71" y="380"/>
                  <a:pt x="72" y="375"/>
                  <a:pt x="72" y="371"/>
                </a:cubicBezTo>
                <a:cubicBezTo>
                  <a:pt x="72" y="366"/>
                  <a:pt x="71" y="361"/>
                  <a:pt x="70" y="357"/>
                </a:cubicBezTo>
                <a:cubicBezTo>
                  <a:pt x="68" y="352"/>
                  <a:pt x="65" y="349"/>
                  <a:pt x="62" y="345"/>
                </a:cubicBezTo>
                <a:cubicBezTo>
                  <a:pt x="59" y="342"/>
                  <a:pt x="55" y="339"/>
                  <a:pt x="50" y="338"/>
                </a:cubicBezTo>
                <a:cubicBezTo>
                  <a:pt x="46" y="336"/>
                  <a:pt x="41" y="335"/>
                  <a:pt x="37" y="33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7" name=""/>
          <p:cNvSpPr txBox="1"/>
          <p:nvPr/>
        </p:nvSpPr>
        <p:spPr>
          <a:xfrm>
            <a:off x="609840" y="3431160"/>
            <a:ext cx="2847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Eén koppeling, opeenvolgende versies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8" name=""/>
          <p:cNvSpPr txBox="1"/>
          <p:nvPr/>
        </p:nvSpPr>
        <p:spPr>
          <a:xfrm>
            <a:off x="3524040" y="3431160"/>
            <a:ext cx="2710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Een nieuwe versie voelt als verplicht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9" name=""/>
          <p:cNvSpPr/>
          <p:nvPr/>
        </p:nvSpPr>
        <p:spPr>
          <a:xfrm>
            <a:off x="616716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80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8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4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7211" y="0"/>
                </a:lnTo>
                <a:cubicBezTo>
                  <a:pt x="7231" y="0"/>
                  <a:pt x="7251" y="2"/>
                  <a:pt x="7271" y="5"/>
                </a:cubicBezTo>
                <a:cubicBezTo>
                  <a:pt x="7290" y="9"/>
                  <a:pt x="7309" y="14"/>
                  <a:pt x="7328" y="20"/>
                </a:cubicBezTo>
                <a:cubicBezTo>
                  <a:pt x="7346" y="27"/>
                  <a:pt x="7364" y="35"/>
                  <a:pt x="7380" y="45"/>
                </a:cubicBezTo>
                <a:cubicBezTo>
                  <a:pt x="7397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5" y="147"/>
                  <a:pt x="7492" y="163"/>
                </a:cubicBezTo>
                <a:cubicBezTo>
                  <a:pt x="7500" y="180"/>
                  <a:pt x="7506" y="196"/>
                  <a:pt x="7510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10" y="2415"/>
                </a:cubicBezTo>
                <a:cubicBezTo>
                  <a:pt x="7506" y="2435"/>
                  <a:pt x="7500" y="2454"/>
                  <a:pt x="7492" y="2472"/>
                </a:cubicBezTo>
                <a:cubicBezTo>
                  <a:pt x="7485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7" y="2598"/>
                  <a:pt x="7380" y="2609"/>
                </a:cubicBezTo>
                <a:cubicBezTo>
                  <a:pt x="7364" y="2620"/>
                  <a:pt x="7346" y="2629"/>
                  <a:pt x="7328" y="2637"/>
                </a:cubicBezTo>
                <a:cubicBezTo>
                  <a:pt x="7309" y="2645"/>
                  <a:pt x="7290" y="2650"/>
                  <a:pt x="7271" y="2654"/>
                </a:cubicBezTo>
                <a:cubicBezTo>
                  <a:pt x="7251" y="2658"/>
                  <a:pt x="7231" y="2660"/>
                  <a:pt x="7211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5" y="2654"/>
                </a:cubicBezTo>
                <a:cubicBezTo>
                  <a:pt x="226" y="2650"/>
                  <a:pt x="207" y="2645"/>
                  <a:pt x="188" y="2637"/>
                </a:cubicBezTo>
                <a:cubicBezTo>
                  <a:pt x="170" y="2629"/>
                  <a:pt x="152" y="2620"/>
                  <a:pt x="135" y="2609"/>
                </a:cubicBezTo>
                <a:cubicBezTo>
                  <a:pt x="119" y="2598"/>
                  <a:pt x="104" y="2585"/>
                  <a:pt x="89" y="2571"/>
                </a:cubicBezTo>
                <a:cubicBezTo>
                  <a:pt x="75" y="2557"/>
                  <a:pt x="63" y="2542"/>
                  <a:pt x="52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6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0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1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2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3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4" name=""/>
          <p:cNvSpPr/>
          <p:nvPr/>
        </p:nvSpPr>
        <p:spPr>
          <a:xfrm>
            <a:off x="739872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667"/>
                </a:moveTo>
                <a:cubicBezTo>
                  <a:pt x="312" y="667"/>
                  <a:pt x="290" y="665"/>
                  <a:pt x="269" y="661"/>
                </a:cubicBezTo>
                <a:cubicBezTo>
                  <a:pt x="247" y="657"/>
                  <a:pt x="226" y="650"/>
                  <a:pt x="206" y="642"/>
                </a:cubicBezTo>
                <a:cubicBezTo>
                  <a:pt x="186" y="634"/>
                  <a:pt x="167" y="623"/>
                  <a:pt x="148" y="611"/>
                </a:cubicBezTo>
                <a:cubicBezTo>
                  <a:pt x="130" y="599"/>
                  <a:pt x="113" y="585"/>
                  <a:pt x="98" y="570"/>
                </a:cubicBezTo>
                <a:cubicBezTo>
                  <a:pt x="82" y="554"/>
                  <a:pt x="69" y="537"/>
                  <a:pt x="57" y="519"/>
                </a:cubicBezTo>
                <a:cubicBezTo>
                  <a:pt x="44" y="501"/>
                  <a:pt x="34" y="482"/>
                  <a:pt x="26" y="462"/>
                </a:cubicBezTo>
                <a:cubicBezTo>
                  <a:pt x="17" y="441"/>
                  <a:pt x="11" y="420"/>
                  <a:pt x="7" y="399"/>
                </a:cubicBezTo>
                <a:cubicBezTo>
                  <a:pt x="2" y="378"/>
                  <a:pt x="0" y="355"/>
                  <a:pt x="0" y="333"/>
                </a:cubicBezTo>
                <a:cubicBezTo>
                  <a:pt x="0" y="311"/>
                  <a:pt x="2" y="289"/>
                  <a:pt x="7" y="268"/>
                </a:cubicBezTo>
                <a:cubicBezTo>
                  <a:pt x="11" y="246"/>
                  <a:pt x="17" y="226"/>
                  <a:pt x="26" y="205"/>
                </a:cubicBezTo>
                <a:cubicBezTo>
                  <a:pt x="34" y="185"/>
                  <a:pt x="44" y="166"/>
                  <a:pt x="57" y="148"/>
                </a:cubicBezTo>
                <a:cubicBezTo>
                  <a:pt x="69" y="130"/>
                  <a:pt x="82" y="113"/>
                  <a:pt x="98" y="97"/>
                </a:cubicBezTo>
                <a:cubicBezTo>
                  <a:pt x="113" y="82"/>
                  <a:pt x="130" y="68"/>
                  <a:pt x="148" y="56"/>
                </a:cubicBezTo>
                <a:cubicBezTo>
                  <a:pt x="167" y="44"/>
                  <a:pt x="186" y="33"/>
                  <a:pt x="206" y="25"/>
                </a:cubicBezTo>
                <a:cubicBezTo>
                  <a:pt x="226" y="17"/>
                  <a:pt x="247" y="10"/>
                  <a:pt x="269" y="6"/>
                </a:cubicBezTo>
                <a:cubicBezTo>
                  <a:pt x="290" y="2"/>
                  <a:pt x="312" y="0"/>
                  <a:pt x="334" y="0"/>
                </a:cubicBezTo>
                <a:cubicBezTo>
                  <a:pt x="356" y="0"/>
                  <a:pt x="377" y="2"/>
                  <a:pt x="399" y="6"/>
                </a:cubicBezTo>
                <a:cubicBezTo>
                  <a:pt x="420" y="10"/>
                  <a:pt x="442" y="17"/>
                  <a:pt x="462" y="25"/>
                </a:cubicBezTo>
                <a:cubicBezTo>
                  <a:pt x="482" y="33"/>
                  <a:pt x="502" y="44"/>
                  <a:pt x="520" y="56"/>
                </a:cubicBezTo>
                <a:cubicBezTo>
                  <a:pt x="538" y="68"/>
                  <a:pt x="555" y="82"/>
                  <a:pt x="570" y="97"/>
                </a:cubicBezTo>
                <a:cubicBezTo>
                  <a:pt x="586" y="113"/>
                  <a:pt x="600" y="130"/>
                  <a:pt x="612" y="148"/>
                </a:cubicBezTo>
                <a:cubicBezTo>
                  <a:pt x="624" y="166"/>
                  <a:pt x="634" y="185"/>
                  <a:pt x="643" y="205"/>
                </a:cubicBezTo>
                <a:cubicBezTo>
                  <a:pt x="651" y="226"/>
                  <a:pt x="657" y="246"/>
                  <a:pt x="662" y="268"/>
                </a:cubicBezTo>
                <a:cubicBezTo>
                  <a:pt x="666" y="289"/>
                  <a:pt x="668" y="311"/>
                  <a:pt x="668" y="333"/>
                </a:cubicBezTo>
                <a:cubicBezTo>
                  <a:pt x="668" y="355"/>
                  <a:pt x="666" y="378"/>
                  <a:pt x="662" y="399"/>
                </a:cubicBezTo>
                <a:cubicBezTo>
                  <a:pt x="657" y="420"/>
                  <a:pt x="651" y="441"/>
                  <a:pt x="643" y="462"/>
                </a:cubicBezTo>
                <a:cubicBezTo>
                  <a:pt x="634" y="482"/>
                  <a:pt x="624" y="501"/>
                  <a:pt x="612" y="519"/>
                </a:cubicBezTo>
                <a:cubicBezTo>
                  <a:pt x="600" y="537"/>
                  <a:pt x="586" y="554"/>
                  <a:pt x="570" y="570"/>
                </a:cubicBezTo>
                <a:cubicBezTo>
                  <a:pt x="555" y="585"/>
                  <a:pt x="538" y="599"/>
                  <a:pt x="520" y="611"/>
                </a:cubicBezTo>
                <a:cubicBezTo>
                  <a:pt x="502" y="623"/>
                  <a:pt x="482" y="634"/>
                  <a:pt x="462" y="642"/>
                </a:cubicBezTo>
                <a:cubicBezTo>
                  <a:pt x="442" y="650"/>
                  <a:pt x="420" y="657"/>
                  <a:pt x="399" y="661"/>
                </a:cubicBezTo>
                <a:cubicBezTo>
                  <a:pt x="377" y="665"/>
                  <a:pt x="356" y="667"/>
                  <a:pt x="334" y="667"/>
                </a:cubicBezTo>
                <a:moveTo>
                  <a:pt x="334" y="47"/>
                </a:moveTo>
                <a:cubicBezTo>
                  <a:pt x="315" y="47"/>
                  <a:pt x="296" y="49"/>
                  <a:pt x="278" y="53"/>
                </a:cubicBezTo>
                <a:cubicBezTo>
                  <a:pt x="260" y="56"/>
                  <a:pt x="242" y="62"/>
                  <a:pt x="224" y="69"/>
                </a:cubicBezTo>
                <a:cubicBezTo>
                  <a:pt x="207" y="76"/>
                  <a:pt x="191" y="85"/>
                  <a:pt x="175" y="95"/>
                </a:cubicBezTo>
                <a:cubicBezTo>
                  <a:pt x="159" y="106"/>
                  <a:pt x="145" y="118"/>
                  <a:pt x="132" y="131"/>
                </a:cubicBezTo>
                <a:cubicBezTo>
                  <a:pt x="118" y="144"/>
                  <a:pt x="107" y="159"/>
                  <a:pt x="96" y="174"/>
                </a:cubicBezTo>
                <a:cubicBezTo>
                  <a:pt x="86" y="190"/>
                  <a:pt x="77" y="206"/>
                  <a:pt x="70" y="224"/>
                </a:cubicBezTo>
                <a:cubicBezTo>
                  <a:pt x="63" y="241"/>
                  <a:pt x="57" y="259"/>
                  <a:pt x="53" y="277"/>
                </a:cubicBezTo>
                <a:cubicBezTo>
                  <a:pt x="50" y="296"/>
                  <a:pt x="48" y="314"/>
                  <a:pt x="48" y="333"/>
                </a:cubicBezTo>
                <a:cubicBezTo>
                  <a:pt x="48" y="352"/>
                  <a:pt x="50" y="370"/>
                  <a:pt x="53" y="390"/>
                </a:cubicBezTo>
                <a:cubicBezTo>
                  <a:pt x="57" y="408"/>
                  <a:pt x="63" y="426"/>
                  <a:pt x="70" y="443"/>
                </a:cubicBezTo>
                <a:cubicBezTo>
                  <a:pt x="77" y="461"/>
                  <a:pt x="86" y="477"/>
                  <a:pt x="96" y="493"/>
                </a:cubicBezTo>
                <a:cubicBezTo>
                  <a:pt x="107" y="508"/>
                  <a:pt x="118" y="523"/>
                  <a:pt x="132" y="536"/>
                </a:cubicBezTo>
                <a:cubicBezTo>
                  <a:pt x="145" y="549"/>
                  <a:pt x="159" y="561"/>
                  <a:pt x="175" y="572"/>
                </a:cubicBezTo>
                <a:cubicBezTo>
                  <a:pt x="191" y="582"/>
                  <a:pt x="207" y="591"/>
                  <a:pt x="224" y="598"/>
                </a:cubicBezTo>
                <a:cubicBezTo>
                  <a:pt x="242" y="605"/>
                  <a:pt x="260" y="611"/>
                  <a:pt x="278" y="614"/>
                </a:cubicBezTo>
                <a:cubicBezTo>
                  <a:pt x="296" y="618"/>
                  <a:pt x="315" y="620"/>
                  <a:pt x="334" y="620"/>
                </a:cubicBezTo>
                <a:cubicBezTo>
                  <a:pt x="352" y="620"/>
                  <a:pt x="371" y="618"/>
                  <a:pt x="389" y="614"/>
                </a:cubicBezTo>
                <a:cubicBezTo>
                  <a:pt x="408" y="611"/>
                  <a:pt x="426" y="605"/>
                  <a:pt x="444" y="598"/>
                </a:cubicBezTo>
                <a:cubicBezTo>
                  <a:pt x="461" y="591"/>
                  <a:pt x="478" y="582"/>
                  <a:pt x="493" y="572"/>
                </a:cubicBezTo>
                <a:cubicBezTo>
                  <a:pt x="509" y="561"/>
                  <a:pt x="523" y="549"/>
                  <a:pt x="537" y="536"/>
                </a:cubicBezTo>
                <a:cubicBezTo>
                  <a:pt x="550" y="523"/>
                  <a:pt x="562" y="508"/>
                  <a:pt x="572" y="493"/>
                </a:cubicBezTo>
                <a:cubicBezTo>
                  <a:pt x="583" y="477"/>
                  <a:pt x="591" y="461"/>
                  <a:pt x="599" y="443"/>
                </a:cubicBezTo>
                <a:cubicBezTo>
                  <a:pt x="606" y="426"/>
                  <a:pt x="611" y="408"/>
                  <a:pt x="615" y="390"/>
                </a:cubicBezTo>
                <a:cubicBezTo>
                  <a:pt x="619" y="370"/>
                  <a:pt x="620" y="352"/>
                  <a:pt x="620" y="333"/>
                </a:cubicBezTo>
                <a:cubicBezTo>
                  <a:pt x="620" y="314"/>
                  <a:pt x="619" y="296"/>
                  <a:pt x="615" y="277"/>
                </a:cubicBezTo>
                <a:cubicBezTo>
                  <a:pt x="611" y="259"/>
                  <a:pt x="606" y="241"/>
                  <a:pt x="599" y="224"/>
                </a:cubicBezTo>
                <a:cubicBezTo>
                  <a:pt x="591" y="206"/>
                  <a:pt x="583" y="190"/>
                  <a:pt x="572" y="174"/>
                </a:cubicBezTo>
                <a:cubicBezTo>
                  <a:pt x="562" y="159"/>
                  <a:pt x="550" y="144"/>
                  <a:pt x="537" y="131"/>
                </a:cubicBezTo>
                <a:cubicBezTo>
                  <a:pt x="523" y="118"/>
                  <a:pt x="509" y="106"/>
                  <a:pt x="493" y="95"/>
                </a:cubicBezTo>
                <a:cubicBezTo>
                  <a:pt x="478" y="85"/>
                  <a:pt x="461" y="76"/>
                  <a:pt x="444" y="69"/>
                </a:cubicBezTo>
                <a:cubicBezTo>
                  <a:pt x="426" y="62"/>
                  <a:pt x="408" y="56"/>
                  <a:pt x="389" y="53"/>
                </a:cubicBezTo>
                <a:cubicBezTo>
                  <a:pt x="371" y="49"/>
                  <a:pt x="352" y="47"/>
                  <a:pt x="334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5" name=""/>
          <p:cNvSpPr/>
          <p:nvPr/>
        </p:nvSpPr>
        <p:spPr>
          <a:xfrm>
            <a:off x="7510320" y="3146040"/>
            <a:ext cx="60480" cy="128880"/>
          </a:xfrm>
          <a:custGeom>
            <a:avLst/>
            <a:gdLst/>
            <a:ahLst/>
            <a:rect l="0" t="0" r="r" b="b"/>
            <a:pathLst>
              <a:path w="168" h="358">
                <a:moveTo>
                  <a:pt x="133" y="358"/>
                </a:moveTo>
                <a:lnTo>
                  <a:pt x="0" y="225"/>
                </a:lnTo>
                <a:lnTo>
                  <a:pt x="0" y="0"/>
                </a:lnTo>
                <a:lnTo>
                  <a:pt x="47" y="0"/>
                </a:lnTo>
                <a:lnTo>
                  <a:pt x="47" y="205"/>
                </a:lnTo>
                <a:lnTo>
                  <a:pt x="168" y="324"/>
                </a:lnTo>
                <a:lnTo>
                  <a:pt x="133" y="35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6" name=""/>
          <p:cNvSpPr txBox="1"/>
          <p:nvPr/>
        </p:nvSpPr>
        <p:spPr>
          <a:xfrm>
            <a:off x="4376520" y="3602520"/>
            <a:ext cx="678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meegaan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7" name=""/>
          <p:cNvSpPr txBox="1"/>
          <p:nvPr/>
        </p:nvSpPr>
        <p:spPr>
          <a:xfrm>
            <a:off x="6328800" y="3431160"/>
            <a:ext cx="2850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Wat betekent dat voor wat vandaag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8" name=""/>
          <p:cNvSpPr txBox="1"/>
          <p:nvPr/>
        </p:nvSpPr>
        <p:spPr>
          <a:xfrm>
            <a:off x="7019640" y="3602520"/>
            <a:ext cx="1134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productie staat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26" name=""/>
          <p:cNvSpPr txBox="1"/>
          <p:nvPr/>
        </p:nvSpPr>
        <p:spPr>
          <a:xfrm>
            <a:off x="457200" y="149400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7" name=""/>
          <p:cNvSpPr/>
          <p:nvPr/>
        </p:nvSpPr>
        <p:spPr>
          <a:xfrm>
            <a:off x="212004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8" name=""/>
          <p:cNvSpPr/>
          <p:nvPr/>
        </p:nvSpPr>
        <p:spPr>
          <a:xfrm>
            <a:off x="238068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9" name=""/>
          <p:cNvSpPr/>
          <p:nvPr/>
        </p:nvSpPr>
        <p:spPr>
          <a:xfrm>
            <a:off x="237816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5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5" y="17"/>
                </a:moveTo>
                <a:lnTo>
                  <a:pt x="48" y="23"/>
                </a:lnTo>
                <a:lnTo>
                  <a:pt x="42" y="36"/>
                </a:lnTo>
                <a:lnTo>
                  <a:pt x="28" y="29"/>
                </a:lnTo>
                <a:lnTo>
                  <a:pt x="35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2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9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9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6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6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9" y="92"/>
                </a:lnTo>
                <a:lnTo>
                  <a:pt x="132" y="79"/>
                </a:lnTo>
                <a:lnTo>
                  <a:pt x="142" y="74"/>
                </a:lnTo>
                <a:lnTo>
                  <a:pt x="146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9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9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2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2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2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5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5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5" y="129"/>
                </a:lnTo>
                <a:moveTo>
                  <a:pt x="52" y="135"/>
                </a:moveTo>
                <a:lnTo>
                  <a:pt x="40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7" y="148"/>
                </a:lnTo>
                <a:lnTo>
                  <a:pt x="20" y="135"/>
                </a:lnTo>
                <a:lnTo>
                  <a:pt x="33" y="129"/>
                </a:lnTo>
                <a:lnTo>
                  <a:pt x="40" y="141"/>
                </a:lnTo>
                <a:moveTo>
                  <a:pt x="27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7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4" y="141"/>
                </a:lnTo>
                <a:lnTo>
                  <a:pt x="14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4" y="127"/>
                </a:lnTo>
                <a:lnTo>
                  <a:pt x="14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4" y="113"/>
                </a:lnTo>
                <a:lnTo>
                  <a:pt x="14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4" y="100"/>
                </a:lnTo>
                <a:lnTo>
                  <a:pt x="14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4" y="86"/>
                </a:lnTo>
                <a:lnTo>
                  <a:pt x="14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4" y="71"/>
                </a:lnTo>
                <a:lnTo>
                  <a:pt x="14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4" y="57"/>
                </a:lnTo>
                <a:lnTo>
                  <a:pt x="14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4" y="43"/>
                </a:lnTo>
                <a:lnTo>
                  <a:pt x="14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4" y="30"/>
                </a:lnTo>
                <a:lnTo>
                  <a:pt x="14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4" y="16"/>
                </a:lnTo>
                <a:lnTo>
                  <a:pt x="14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0" name=""/>
          <p:cNvSpPr/>
          <p:nvPr/>
        </p:nvSpPr>
        <p:spPr>
          <a:xfrm>
            <a:off x="361548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1" name=""/>
          <p:cNvSpPr/>
          <p:nvPr/>
        </p:nvSpPr>
        <p:spPr>
          <a:xfrm>
            <a:off x="387612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2" name=""/>
          <p:cNvSpPr/>
          <p:nvPr/>
        </p:nvSpPr>
        <p:spPr>
          <a:xfrm>
            <a:off x="387360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39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3" name=""/>
          <p:cNvSpPr/>
          <p:nvPr/>
        </p:nvSpPr>
        <p:spPr>
          <a:xfrm>
            <a:off x="540252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4" name=""/>
          <p:cNvSpPr/>
          <p:nvPr/>
        </p:nvSpPr>
        <p:spPr>
          <a:xfrm>
            <a:off x="566280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5" name=""/>
          <p:cNvSpPr/>
          <p:nvPr/>
        </p:nvSpPr>
        <p:spPr>
          <a:xfrm>
            <a:off x="566064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7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7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0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0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40" y="141"/>
                </a:lnTo>
                <a:lnTo>
                  <a:pt x="32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6" y="148"/>
                </a:lnTo>
                <a:lnTo>
                  <a:pt x="20" y="135"/>
                </a:lnTo>
                <a:lnTo>
                  <a:pt x="32" y="129"/>
                </a:lnTo>
                <a:lnTo>
                  <a:pt x="40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6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6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6" name=""/>
          <p:cNvSpPr/>
          <p:nvPr/>
        </p:nvSpPr>
        <p:spPr>
          <a:xfrm>
            <a:off x="732600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7" name=""/>
          <p:cNvSpPr/>
          <p:nvPr/>
        </p:nvSpPr>
        <p:spPr>
          <a:xfrm>
            <a:off x="758664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8" name=""/>
          <p:cNvSpPr/>
          <p:nvPr/>
        </p:nvSpPr>
        <p:spPr>
          <a:xfrm>
            <a:off x="758412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7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7" y="23"/>
                </a:moveTo>
                <a:lnTo>
                  <a:pt x="59" y="29"/>
                </a:lnTo>
                <a:lnTo>
                  <a:pt x="53" y="42"/>
                </a:lnTo>
                <a:lnTo>
                  <a:pt x="41" y="36"/>
                </a:lnTo>
                <a:lnTo>
                  <a:pt x="47" y="23"/>
                </a:lnTo>
                <a:moveTo>
                  <a:pt x="59" y="29"/>
                </a:moveTo>
                <a:lnTo>
                  <a:pt x="71" y="36"/>
                </a:lnTo>
                <a:lnTo>
                  <a:pt x="65" y="48"/>
                </a:lnTo>
                <a:lnTo>
                  <a:pt x="53" y="42"/>
                </a:lnTo>
                <a:lnTo>
                  <a:pt x="59" y="29"/>
                </a:lnTo>
                <a:moveTo>
                  <a:pt x="71" y="36"/>
                </a:moveTo>
                <a:lnTo>
                  <a:pt x="84" y="42"/>
                </a:lnTo>
                <a:lnTo>
                  <a:pt x="78" y="54"/>
                </a:lnTo>
                <a:lnTo>
                  <a:pt x="65" y="48"/>
                </a:lnTo>
                <a:lnTo>
                  <a:pt x="71" y="36"/>
                </a:lnTo>
                <a:moveTo>
                  <a:pt x="84" y="42"/>
                </a:moveTo>
                <a:lnTo>
                  <a:pt x="96" y="48"/>
                </a:lnTo>
                <a:lnTo>
                  <a:pt x="90" y="60"/>
                </a:lnTo>
                <a:lnTo>
                  <a:pt x="78" y="54"/>
                </a:lnTo>
                <a:lnTo>
                  <a:pt x="84" y="42"/>
                </a:lnTo>
                <a:moveTo>
                  <a:pt x="96" y="48"/>
                </a:moveTo>
                <a:lnTo>
                  <a:pt x="108" y="54"/>
                </a:lnTo>
                <a:lnTo>
                  <a:pt x="102" y="66"/>
                </a:lnTo>
                <a:lnTo>
                  <a:pt x="90" y="60"/>
                </a:lnTo>
                <a:lnTo>
                  <a:pt x="96" y="48"/>
                </a:lnTo>
                <a:moveTo>
                  <a:pt x="108" y="54"/>
                </a:moveTo>
                <a:lnTo>
                  <a:pt x="121" y="60"/>
                </a:lnTo>
                <a:lnTo>
                  <a:pt x="115" y="73"/>
                </a:lnTo>
                <a:lnTo>
                  <a:pt x="102" y="66"/>
                </a:lnTo>
                <a:lnTo>
                  <a:pt x="108" y="54"/>
                </a:lnTo>
                <a:moveTo>
                  <a:pt x="121" y="60"/>
                </a:moveTo>
                <a:lnTo>
                  <a:pt x="134" y="66"/>
                </a:lnTo>
                <a:lnTo>
                  <a:pt x="127" y="79"/>
                </a:lnTo>
                <a:lnTo>
                  <a:pt x="115" y="73"/>
                </a:lnTo>
                <a:lnTo>
                  <a:pt x="121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7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1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5" y="98"/>
                </a:lnTo>
                <a:lnTo>
                  <a:pt x="119" y="86"/>
                </a:lnTo>
                <a:lnTo>
                  <a:pt x="131" y="79"/>
                </a:lnTo>
                <a:lnTo>
                  <a:pt x="138" y="92"/>
                </a:lnTo>
                <a:moveTo>
                  <a:pt x="125" y="98"/>
                </a:moveTo>
                <a:lnTo>
                  <a:pt x="113" y="104"/>
                </a:lnTo>
                <a:lnTo>
                  <a:pt x="107" y="92"/>
                </a:lnTo>
                <a:lnTo>
                  <a:pt x="119" y="86"/>
                </a:lnTo>
                <a:lnTo>
                  <a:pt x="125" y="98"/>
                </a:lnTo>
                <a:moveTo>
                  <a:pt x="113" y="104"/>
                </a:moveTo>
                <a:lnTo>
                  <a:pt x="100" y="111"/>
                </a:lnTo>
                <a:lnTo>
                  <a:pt x="94" y="98"/>
                </a:lnTo>
                <a:lnTo>
                  <a:pt x="107" y="92"/>
                </a:lnTo>
                <a:lnTo>
                  <a:pt x="113" y="104"/>
                </a:lnTo>
                <a:moveTo>
                  <a:pt x="100" y="111"/>
                </a:moveTo>
                <a:lnTo>
                  <a:pt x="88" y="117"/>
                </a:lnTo>
                <a:lnTo>
                  <a:pt x="82" y="104"/>
                </a:lnTo>
                <a:lnTo>
                  <a:pt x="94" y="98"/>
                </a:lnTo>
                <a:lnTo>
                  <a:pt x="100" y="111"/>
                </a:lnTo>
                <a:moveTo>
                  <a:pt x="88" y="117"/>
                </a:moveTo>
                <a:lnTo>
                  <a:pt x="76" y="123"/>
                </a:lnTo>
                <a:lnTo>
                  <a:pt x="70" y="111"/>
                </a:lnTo>
                <a:lnTo>
                  <a:pt x="82" y="104"/>
                </a:lnTo>
                <a:lnTo>
                  <a:pt x="88" y="117"/>
                </a:lnTo>
                <a:moveTo>
                  <a:pt x="76" y="123"/>
                </a:moveTo>
                <a:lnTo>
                  <a:pt x="63" y="129"/>
                </a:lnTo>
                <a:lnTo>
                  <a:pt x="57" y="117"/>
                </a:lnTo>
                <a:lnTo>
                  <a:pt x="70" y="111"/>
                </a:lnTo>
                <a:lnTo>
                  <a:pt x="76" y="123"/>
                </a:lnTo>
                <a:moveTo>
                  <a:pt x="63" y="129"/>
                </a:moveTo>
                <a:lnTo>
                  <a:pt x="51" y="135"/>
                </a:lnTo>
                <a:lnTo>
                  <a:pt x="45" y="123"/>
                </a:lnTo>
                <a:lnTo>
                  <a:pt x="57" y="117"/>
                </a:lnTo>
                <a:lnTo>
                  <a:pt x="63" y="129"/>
                </a:lnTo>
                <a:moveTo>
                  <a:pt x="51" y="135"/>
                </a:moveTo>
                <a:lnTo>
                  <a:pt x="39" y="141"/>
                </a:lnTo>
                <a:lnTo>
                  <a:pt x="33" y="129"/>
                </a:lnTo>
                <a:lnTo>
                  <a:pt x="45" y="123"/>
                </a:lnTo>
                <a:lnTo>
                  <a:pt x="51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9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0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1" name=""/>
          <p:cNvSpPr txBox="1"/>
          <p:nvPr/>
        </p:nvSpPr>
        <p:spPr>
          <a:xfrm>
            <a:off x="439920" y="1643760"/>
            <a:ext cx="4650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vandaag knelt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2" name=""/>
          <p:cNvSpPr txBox="1"/>
          <p:nvPr/>
        </p:nvSpPr>
        <p:spPr>
          <a:xfrm>
            <a:off x="900720" y="2608920"/>
            <a:ext cx="9882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Een veld erbij in een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3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4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5" name=""/>
          <p:cNvSpPr txBox="1"/>
          <p:nvPr/>
        </p:nvSpPr>
        <p:spPr>
          <a:xfrm>
            <a:off x="1083960" y="2751840"/>
            <a:ext cx="4989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datamodel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6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7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8" name=""/>
          <p:cNvSpPr txBox="1"/>
          <p:nvPr/>
        </p:nvSpPr>
        <p:spPr>
          <a:xfrm>
            <a:off x="2616480" y="2678760"/>
            <a:ext cx="9043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Endpoint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9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0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1" name=""/>
          <p:cNvSpPr txBox="1"/>
          <p:nvPr/>
        </p:nvSpPr>
        <p:spPr>
          <a:xfrm>
            <a:off x="4111920" y="2678760"/>
            <a:ext cx="12398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Applicatiedienst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2" name=""/>
          <p:cNvSpPr txBox="1"/>
          <p:nvPr/>
        </p:nvSpPr>
        <p:spPr>
          <a:xfrm>
            <a:off x="5945400" y="2608920"/>
            <a:ext cx="13327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Koppeling krijgt een nieuwe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3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4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5" name=""/>
          <p:cNvSpPr txBox="1"/>
          <p:nvPr/>
        </p:nvSpPr>
        <p:spPr>
          <a:xfrm>
            <a:off x="6398280" y="2751840"/>
            <a:ext cx="2840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versie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6" name=""/>
          <p:cNvSpPr/>
          <p:nvPr/>
        </p:nvSpPr>
        <p:spPr>
          <a:xfrm>
            <a:off x="456840" y="329544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7" name=""/>
          <p:cNvSpPr/>
          <p:nvPr/>
        </p:nvSpPr>
        <p:spPr>
          <a:xfrm>
            <a:off x="456840" y="32954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8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9" name=""/>
          <p:cNvSpPr/>
          <p:nvPr/>
        </p:nvSpPr>
        <p:spPr>
          <a:xfrm>
            <a:off x="886752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0" name=""/>
          <p:cNvSpPr/>
          <p:nvPr/>
        </p:nvSpPr>
        <p:spPr>
          <a:xfrm>
            <a:off x="45684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1" name=""/>
          <p:cNvSpPr txBox="1"/>
          <p:nvPr/>
        </p:nvSpPr>
        <p:spPr>
          <a:xfrm>
            <a:off x="7822440" y="2678760"/>
            <a:ext cx="921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Iedereen moet mee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3" name=""/>
          <p:cNvSpPr txBox="1"/>
          <p:nvPr/>
        </p:nvSpPr>
        <p:spPr>
          <a:xfrm>
            <a:off x="619200" y="3463920"/>
            <a:ext cx="7224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Eén versie over het hele pakket maakt van elke wijziging een kettingreactie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70" name=""/>
          <p:cNvSpPr txBox="1"/>
          <p:nvPr/>
        </p:nvSpPr>
        <p:spPr>
          <a:xfrm>
            <a:off x="457200" y="132084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1" name=""/>
          <p:cNvSpPr/>
          <p:nvPr/>
        </p:nvSpPr>
        <p:spPr>
          <a:xfrm>
            <a:off x="456840" y="2219040"/>
            <a:ext cx="2705760" cy="1400760"/>
          </a:xfrm>
          <a:custGeom>
            <a:avLst/>
            <a:gdLst/>
            <a:ahLst/>
            <a:rect l="0" t="0" r="r" b="b"/>
            <a:pathLst>
              <a:path w="7516" h="3891">
                <a:moveTo>
                  <a:pt x="0" y="0"/>
                </a:moveTo>
                <a:lnTo>
                  <a:pt x="7516" y="0"/>
                </a:lnTo>
                <a:lnTo>
                  <a:pt x="7516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3" name=""/>
          <p:cNvSpPr/>
          <p:nvPr/>
        </p:nvSpPr>
        <p:spPr>
          <a:xfrm>
            <a:off x="456840" y="360972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4" name=""/>
          <p:cNvSpPr/>
          <p:nvPr/>
        </p:nvSpPr>
        <p:spPr>
          <a:xfrm>
            <a:off x="315252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106"/>
                </a:moveTo>
                <a:lnTo>
                  <a:pt x="0" y="3891"/>
                </a:lnTo>
                <a:lnTo>
                  <a:pt x="28" y="38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5" name=""/>
          <p:cNvSpPr/>
          <p:nvPr/>
        </p:nvSpPr>
        <p:spPr>
          <a:xfrm>
            <a:off x="45684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0"/>
                </a:moveTo>
                <a:lnTo>
                  <a:pt x="0" y="3891"/>
                </a:lnTo>
                <a:lnTo>
                  <a:pt x="28" y="38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6" name=""/>
          <p:cNvSpPr/>
          <p:nvPr/>
        </p:nvSpPr>
        <p:spPr>
          <a:xfrm>
            <a:off x="689400" y="2426760"/>
            <a:ext cx="171720" cy="240480"/>
          </a:xfrm>
          <a:custGeom>
            <a:avLst/>
            <a:gdLst/>
            <a:ahLst/>
            <a:rect l="0" t="0" r="r" b="b"/>
            <a:pathLst>
              <a:path w="477" h="668">
                <a:moveTo>
                  <a:pt x="430" y="48"/>
                </a:moveTo>
                <a:lnTo>
                  <a:pt x="430" y="590"/>
                </a:lnTo>
                <a:lnTo>
                  <a:pt x="261" y="505"/>
                </a:lnTo>
                <a:lnTo>
                  <a:pt x="239" y="494"/>
                </a:lnTo>
                <a:lnTo>
                  <a:pt x="217" y="505"/>
                </a:lnTo>
                <a:lnTo>
                  <a:pt x="48" y="590"/>
                </a:lnTo>
                <a:lnTo>
                  <a:pt x="48" y="48"/>
                </a:lnTo>
                <a:lnTo>
                  <a:pt x="430" y="48"/>
                </a:lnTo>
                <a:moveTo>
                  <a:pt x="430" y="0"/>
                </a:moveTo>
                <a:lnTo>
                  <a:pt x="48" y="0"/>
                </a:lnTo>
                <a:cubicBezTo>
                  <a:pt x="41" y="0"/>
                  <a:pt x="35" y="1"/>
                  <a:pt x="29" y="4"/>
                </a:cubicBezTo>
                <a:cubicBezTo>
                  <a:pt x="24" y="6"/>
                  <a:pt x="18" y="10"/>
                  <a:pt x="14" y="14"/>
                </a:cubicBezTo>
                <a:cubicBezTo>
                  <a:pt x="10" y="18"/>
                  <a:pt x="6" y="24"/>
                  <a:pt x="4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668"/>
                </a:lnTo>
                <a:lnTo>
                  <a:pt x="239" y="549"/>
                </a:lnTo>
                <a:lnTo>
                  <a:pt x="477" y="668"/>
                </a:lnTo>
                <a:lnTo>
                  <a:pt x="477" y="48"/>
                </a:lnTo>
                <a:cubicBezTo>
                  <a:pt x="477" y="41"/>
                  <a:pt x="476" y="35"/>
                  <a:pt x="474" y="29"/>
                </a:cubicBezTo>
                <a:cubicBezTo>
                  <a:pt x="471" y="24"/>
                  <a:pt x="468" y="18"/>
                  <a:pt x="463" y="14"/>
                </a:cubicBezTo>
                <a:cubicBezTo>
                  <a:pt x="459" y="10"/>
                  <a:pt x="454" y="6"/>
                  <a:pt x="448" y="4"/>
                </a:cubicBezTo>
                <a:cubicBezTo>
                  <a:pt x="442" y="1"/>
                  <a:pt x="436" y="0"/>
                  <a:pt x="43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7" name=""/>
          <p:cNvSpPr txBox="1"/>
          <p:nvPr/>
        </p:nvSpPr>
        <p:spPr>
          <a:xfrm>
            <a:off x="439920" y="1529640"/>
            <a:ext cx="2388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voorstel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8" name=""/>
          <p:cNvSpPr txBox="1"/>
          <p:nvPr/>
        </p:nvSpPr>
        <p:spPr>
          <a:xfrm>
            <a:off x="634320" y="2751840"/>
            <a:ext cx="1428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Versie als ijkpunt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9" name=""/>
          <p:cNvSpPr txBox="1"/>
          <p:nvPr/>
        </p:nvSpPr>
        <p:spPr>
          <a:xfrm>
            <a:off x="634320" y="3024360"/>
            <a:ext cx="2384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release legt vast hoe het er toen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0" name=""/>
          <p:cNvSpPr/>
          <p:nvPr/>
        </p:nvSpPr>
        <p:spPr>
          <a:xfrm>
            <a:off x="3314520" y="2219040"/>
            <a:ext cx="2705400" cy="1400760"/>
          </a:xfrm>
          <a:custGeom>
            <a:avLst/>
            <a:gdLst/>
            <a:ahLst/>
            <a:rect l="0" t="0" r="r" b="b"/>
            <a:pathLst>
              <a:path w="7515" h="3891">
                <a:moveTo>
                  <a:pt x="0" y="0"/>
                </a:moveTo>
                <a:lnTo>
                  <a:pt x="7515" y="0"/>
                </a:lnTo>
                <a:lnTo>
                  <a:pt x="7515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1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2" name=""/>
          <p:cNvSpPr/>
          <p:nvPr/>
        </p:nvSpPr>
        <p:spPr>
          <a:xfrm>
            <a:off x="3314520" y="360972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3" name=""/>
          <p:cNvSpPr/>
          <p:nvPr/>
        </p:nvSpPr>
        <p:spPr>
          <a:xfrm>
            <a:off x="601020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106"/>
                </a:moveTo>
                <a:lnTo>
                  <a:pt x="0" y="3891"/>
                </a:lnTo>
                <a:lnTo>
                  <a:pt x="27" y="38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4" name=""/>
          <p:cNvSpPr/>
          <p:nvPr/>
        </p:nvSpPr>
        <p:spPr>
          <a:xfrm>
            <a:off x="331452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0"/>
                </a:moveTo>
                <a:lnTo>
                  <a:pt x="0" y="3891"/>
                </a:lnTo>
                <a:lnTo>
                  <a:pt x="27" y="38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5" name=""/>
          <p:cNvSpPr/>
          <p:nvPr/>
        </p:nvSpPr>
        <p:spPr>
          <a:xfrm>
            <a:off x="3512520" y="24267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0" y="69"/>
                </a:moveTo>
                <a:lnTo>
                  <a:pt x="353" y="5"/>
                </a:lnTo>
                <a:cubicBezTo>
                  <a:pt x="346" y="2"/>
                  <a:pt x="341" y="0"/>
                  <a:pt x="334" y="0"/>
                </a:cubicBezTo>
                <a:cubicBezTo>
                  <a:pt x="327" y="0"/>
                  <a:pt x="322" y="2"/>
                  <a:pt x="317" y="5"/>
                </a:cubicBezTo>
                <a:lnTo>
                  <a:pt x="210" y="69"/>
                </a:lnTo>
                <a:cubicBezTo>
                  <a:pt x="198" y="76"/>
                  <a:pt x="191" y="88"/>
                  <a:pt x="191" y="100"/>
                </a:cubicBezTo>
                <a:lnTo>
                  <a:pt x="191" y="233"/>
                </a:lnTo>
                <a:cubicBezTo>
                  <a:pt x="191" y="245"/>
                  <a:pt x="198" y="258"/>
                  <a:pt x="207" y="265"/>
                </a:cubicBezTo>
                <a:lnTo>
                  <a:pt x="315" y="330"/>
                </a:lnTo>
                <a:cubicBezTo>
                  <a:pt x="319" y="332"/>
                  <a:pt x="327" y="334"/>
                  <a:pt x="331" y="334"/>
                </a:cubicBezTo>
                <a:cubicBezTo>
                  <a:pt x="336" y="334"/>
                  <a:pt x="343" y="332"/>
                  <a:pt x="348" y="330"/>
                </a:cubicBezTo>
                <a:lnTo>
                  <a:pt x="455" y="265"/>
                </a:lnTo>
                <a:cubicBezTo>
                  <a:pt x="465" y="258"/>
                  <a:pt x="472" y="248"/>
                  <a:pt x="472" y="233"/>
                </a:cubicBezTo>
                <a:lnTo>
                  <a:pt x="472" y="100"/>
                </a:lnTo>
                <a:cubicBezTo>
                  <a:pt x="477" y="88"/>
                  <a:pt x="469" y="76"/>
                  <a:pt x="460" y="69"/>
                </a:cubicBezTo>
                <a:moveTo>
                  <a:pt x="429" y="226"/>
                </a:moveTo>
                <a:lnTo>
                  <a:pt x="334" y="284"/>
                </a:lnTo>
                <a:lnTo>
                  <a:pt x="238" y="226"/>
                </a:lnTo>
                <a:lnTo>
                  <a:pt x="238" y="107"/>
                </a:lnTo>
                <a:lnTo>
                  <a:pt x="334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3"/>
                </a:moveTo>
                <a:lnTo>
                  <a:pt x="544" y="339"/>
                </a:lnTo>
                <a:cubicBezTo>
                  <a:pt x="537" y="337"/>
                  <a:pt x="531" y="334"/>
                  <a:pt x="524" y="334"/>
                </a:cubicBezTo>
                <a:cubicBezTo>
                  <a:pt x="517" y="334"/>
                  <a:pt x="512" y="337"/>
                  <a:pt x="507" y="339"/>
                </a:cubicBezTo>
                <a:lnTo>
                  <a:pt x="400" y="403"/>
                </a:lnTo>
                <a:cubicBezTo>
                  <a:pt x="391" y="411"/>
                  <a:pt x="384" y="420"/>
                  <a:pt x="384" y="434"/>
                </a:cubicBezTo>
                <a:lnTo>
                  <a:pt x="384" y="568"/>
                </a:lnTo>
                <a:cubicBezTo>
                  <a:pt x="384" y="580"/>
                  <a:pt x="391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29" y="668"/>
                  <a:pt x="537" y="665"/>
                  <a:pt x="542" y="663"/>
                </a:cubicBezTo>
                <a:lnTo>
                  <a:pt x="649" y="599"/>
                </a:lnTo>
                <a:cubicBezTo>
                  <a:pt x="658" y="592"/>
                  <a:pt x="666" y="582"/>
                  <a:pt x="666" y="568"/>
                </a:cubicBezTo>
                <a:lnTo>
                  <a:pt x="666" y="434"/>
                </a:lnTo>
                <a:cubicBezTo>
                  <a:pt x="668" y="423"/>
                  <a:pt x="661" y="411"/>
                  <a:pt x="651" y="403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2"/>
                </a:lnTo>
                <a:lnTo>
                  <a:pt x="524" y="384"/>
                </a:lnTo>
                <a:lnTo>
                  <a:pt x="620" y="442"/>
                </a:lnTo>
                <a:lnTo>
                  <a:pt x="620" y="561"/>
                </a:lnTo>
                <a:moveTo>
                  <a:pt x="269" y="403"/>
                </a:moveTo>
                <a:lnTo>
                  <a:pt x="162" y="339"/>
                </a:lnTo>
                <a:cubicBezTo>
                  <a:pt x="155" y="337"/>
                  <a:pt x="150" y="334"/>
                  <a:pt x="143" y="334"/>
                </a:cubicBezTo>
                <a:cubicBezTo>
                  <a:pt x="136" y="334"/>
                  <a:pt x="131" y="337"/>
                  <a:pt x="127" y="339"/>
                </a:cubicBezTo>
                <a:lnTo>
                  <a:pt x="19" y="403"/>
                </a:lnTo>
                <a:cubicBezTo>
                  <a:pt x="7" y="411"/>
                  <a:pt x="0" y="423"/>
                  <a:pt x="0" y="434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60" y="663"/>
                </a:cubicBezTo>
                <a:lnTo>
                  <a:pt x="267" y="599"/>
                </a:lnTo>
                <a:cubicBezTo>
                  <a:pt x="277" y="592"/>
                  <a:pt x="284" y="582"/>
                  <a:pt x="284" y="568"/>
                </a:cubicBezTo>
                <a:lnTo>
                  <a:pt x="284" y="434"/>
                </a:lnTo>
                <a:cubicBezTo>
                  <a:pt x="286" y="423"/>
                  <a:pt x="279" y="411"/>
                  <a:pt x="269" y="403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2"/>
                </a:lnTo>
                <a:lnTo>
                  <a:pt x="143" y="384"/>
                </a:lnTo>
                <a:lnTo>
                  <a:pt x="238" y="442"/>
                </a:lnTo>
                <a:lnTo>
                  <a:pt x="238" y="5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6" name=""/>
          <p:cNvSpPr txBox="1"/>
          <p:nvPr/>
        </p:nvSpPr>
        <p:spPr>
          <a:xfrm>
            <a:off x="634320" y="3272040"/>
            <a:ext cx="392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uitzag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7" name=""/>
          <p:cNvSpPr txBox="1"/>
          <p:nvPr/>
        </p:nvSpPr>
        <p:spPr>
          <a:xfrm>
            <a:off x="3491640" y="2751840"/>
            <a:ext cx="2076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Kiezen per berichtstroom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8" name=""/>
          <p:cNvSpPr txBox="1"/>
          <p:nvPr/>
        </p:nvSpPr>
        <p:spPr>
          <a:xfrm>
            <a:off x="3491640" y="3024360"/>
            <a:ext cx="2455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partij implementeert wat zij nodig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9" name=""/>
          <p:cNvSpPr/>
          <p:nvPr/>
        </p:nvSpPr>
        <p:spPr>
          <a:xfrm>
            <a:off x="6171840" y="2219040"/>
            <a:ext cx="2705760" cy="1143360"/>
          </a:xfrm>
          <a:custGeom>
            <a:avLst/>
            <a:gdLst/>
            <a:ahLst/>
            <a:rect l="0" t="0" r="r" b="b"/>
            <a:pathLst>
              <a:path w="7516" h="3176">
                <a:moveTo>
                  <a:pt x="0" y="0"/>
                </a:moveTo>
                <a:lnTo>
                  <a:pt x="7516" y="0"/>
                </a:lnTo>
                <a:lnTo>
                  <a:pt x="7516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0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1" name=""/>
          <p:cNvSpPr/>
          <p:nvPr/>
        </p:nvSpPr>
        <p:spPr>
          <a:xfrm>
            <a:off x="6171840" y="3352680"/>
            <a:ext cx="2705760" cy="9720"/>
          </a:xfrm>
          <a:custGeom>
            <a:avLst/>
            <a:gdLst/>
            <a:ahLst/>
            <a:rect l="0" t="0" r="r" b="b"/>
            <a:pathLst>
              <a:path w="7516" h="27">
                <a:moveTo>
                  <a:pt x="0" y="0"/>
                </a:moveTo>
                <a:lnTo>
                  <a:pt x="7516" y="0"/>
                </a:lnTo>
                <a:lnTo>
                  <a:pt x="75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2" name=""/>
          <p:cNvSpPr/>
          <p:nvPr/>
        </p:nvSpPr>
        <p:spPr>
          <a:xfrm>
            <a:off x="886752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3" name=""/>
          <p:cNvSpPr/>
          <p:nvPr/>
        </p:nvSpPr>
        <p:spPr>
          <a:xfrm>
            <a:off x="617184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4" name=""/>
          <p:cNvSpPr/>
          <p:nvPr/>
        </p:nvSpPr>
        <p:spPr>
          <a:xfrm>
            <a:off x="6387120" y="2426760"/>
            <a:ext cx="206280" cy="240480"/>
          </a:xfrm>
          <a:custGeom>
            <a:avLst/>
            <a:gdLst/>
            <a:ahLst/>
            <a:rect l="0" t="0" r="r" b="b"/>
            <a:pathLst>
              <a:path w="573" h="668">
                <a:moveTo>
                  <a:pt x="382" y="95"/>
                </a:moveTo>
                <a:cubicBezTo>
                  <a:pt x="382" y="140"/>
                  <a:pt x="413" y="177"/>
                  <a:pt x="454" y="187"/>
                </a:cubicBezTo>
                <a:lnTo>
                  <a:pt x="454" y="287"/>
                </a:lnTo>
                <a:cubicBezTo>
                  <a:pt x="454" y="326"/>
                  <a:pt x="422" y="358"/>
                  <a:pt x="382" y="358"/>
                </a:cubicBezTo>
                <a:lnTo>
                  <a:pt x="191" y="358"/>
                </a:lnTo>
                <a:cubicBezTo>
                  <a:pt x="164" y="358"/>
                  <a:pt x="139" y="368"/>
                  <a:pt x="119" y="383"/>
                </a:cubicBezTo>
                <a:lnTo>
                  <a:pt x="119" y="187"/>
                </a:lnTo>
                <a:cubicBezTo>
                  <a:pt x="160" y="177"/>
                  <a:pt x="191" y="140"/>
                  <a:pt x="191" y="95"/>
                </a:cubicBezTo>
                <a:cubicBezTo>
                  <a:pt x="191" y="43"/>
                  <a:pt x="148" y="0"/>
                  <a:pt x="96" y="0"/>
                </a:cubicBezTo>
                <a:cubicBezTo>
                  <a:pt x="43" y="0"/>
                  <a:pt x="0" y="43"/>
                  <a:pt x="0" y="95"/>
                </a:cubicBezTo>
                <a:cubicBezTo>
                  <a:pt x="0" y="140"/>
                  <a:pt x="31" y="177"/>
                  <a:pt x="72" y="187"/>
                </a:cubicBezTo>
                <a:lnTo>
                  <a:pt x="72" y="481"/>
                </a:lnTo>
                <a:cubicBezTo>
                  <a:pt x="31" y="491"/>
                  <a:pt x="0" y="528"/>
                  <a:pt x="0" y="573"/>
                </a:cubicBezTo>
                <a:cubicBezTo>
                  <a:pt x="0" y="625"/>
                  <a:pt x="43" y="668"/>
                  <a:pt x="96" y="668"/>
                </a:cubicBezTo>
                <a:cubicBezTo>
                  <a:pt x="148" y="668"/>
                  <a:pt x="191" y="625"/>
                  <a:pt x="191" y="573"/>
                </a:cubicBezTo>
                <a:cubicBezTo>
                  <a:pt x="191" y="528"/>
                  <a:pt x="160" y="491"/>
                  <a:pt x="119" y="481"/>
                </a:cubicBezTo>
                <a:lnTo>
                  <a:pt x="119" y="477"/>
                </a:lnTo>
                <a:cubicBezTo>
                  <a:pt x="119" y="438"/>
                  <a:pt x="152" y="406"/>
                  <a:pt x="191" y="406"/>
                </a:cubicBezTo>
                <a:lnTo>
                  <a:pt x="382" y="406"/>
                </a:lnTo>
                <a:cubicBezTo>
                  <a:pt x="448" y="406"/>
                  <a:pt x="501" y="352"/>
                  <a:pt x="501" y="287"/>
                </a:cubicBezTo>
                <a:lnTo>
                  <a:pt x="501" y="187"/>
                </a:lnTo>
                <a:cubicBezTo>
                  <a:pt x="542" y="177"/>
                  <a:pt x="573" y="140"/>
                  <a:pt x="573" y="95"/>
                </a:cubicBezTo>
                <a:cubicBezTo>
                  <a:pt x="573" y="43"/>
                  <a:pt x="530" y="0"/>
                  <a:pt x="478" y="0"/>
                </a:cubicBezTo>
                <a:cubicBezTo>
                  <a:pt x="425" y="0"/>
                  <a:pt x="382" y="43"/>
                  <a:pt x="382" y="95"/>
                </a:cubicBezTo>
                <a:moveTo>
                  <a:pt x="48" y="95"/>
                </a:moveTo>
                <a:cubicBezTo>
                  <a:pt x="48" y="69"/>
                  <a:pt x="69" y="48"/>
                  <a:pt x="96" y="48"/>
                </a:cubicBezTo>
                <a:cubicBezTo>
                  <a:pt x="122" y="48"/>
                  <a:pt x="143" y="69"/>
                  <a:pt x="143" y="95"/>
                </a:cubicBezTo>
                <a:cubicBezTo>
                  <a:pt x="143" y="122"/>
                  <a:pt x="122" y="143"/>
                  <a:pt x="96" y="143"/>
                </a:cubicBezTo>
                <a:cubicBezTo>
                  <a:pt x="69" y="143"/>
                  <a:pt x="48" y="122"/>
                  <a:pt x="48" y="95"/>
                </a:cubicBezTo>
                <a:moveTo>
                  <a:pt x="143" y="573"/>
                </a:moveTo>
                <a:cubicBezTo>
                  <a:pt x="143" y="599"/>
                  <a:pt x="122" y="620"/>
                  <a:pt x="96" y="620"/>
                </a:cubicBezTo>
                <a:cubicBezTo>
                  <a:pt x="69" y="620"/>
                  <a:pt x="48" y="599"/>
                  <a:pt x="48" y="573"/>
                </a:cubicBezTo>
                <a:cubicBezTo>
                  <a:pt x="48" y="546"/>
                  <a:pt x="69" y="525"/>
                  <a:pt x="96" y="525"/>
                </a:cubicBezTo>
                <a:cubicBezTo>
                  <a:pt x="122" y="525"/>
                  <a:pt x="143" y="546"/>
                  <a:pt x="143" y="573"/>
                </a:cubicBezTo>
                <a:moveTo>
                  <a:pt x="525" y="95"/>
                </a:moveTo>
                <a:cubicBezTo>
                  <a:pt x="525" y="122"/>
                  <a:pt x="504" y="143"/>
                  <a:pt x="478" y="143"/>
                </a:cubicBezTo>
                <a:cubicBezTo>
                  <a:pt x="451" y="143"/>
                  <a:pt x="430" y="122"/>
                  <a:pt x="430" y="95"/>
                </a:cubicBezTo>
                <a:cubicBezTo>
                  <a:pt x="430" y="69"/>
                  <a:pt x="451" y="48"/>
                  <a:pt x="478" y="48"/>
                </a:cubicBezTo>
                <a:cubicBezTo>
                  <a:pt x="504" y="48"/>
                  <a:pt x="525" y="69"/>
                  <a:pt x="525" y="9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5" name=""/>
          <p:cNvSpPr txBox="1"/>
          <p:nvPr/>
        </p:nvSpPr>
        <p:spPr>
          <a:xfrm>
            <a:off x="3491640" y="3272040"/>
            <a:ext cx="33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heeft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6" name=""/>
          <p:cNvSpPr txBox="1"/>
          <p:nvPr/>
        </p:nvSpPr>
        <p:spPr>
          <a:xfrm>
            <a:off x="6349320" y="2751840"/>
            <a:ext cx="1821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Nieuw naast bestaand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7" name=""/>
          <p:cNvSpPr txBox="1"/>
          <p:nvPr/>
        </p:nvSpPr>
        <p:spPr>
          <a:xfrm>
            <a:off x="6349320" y="3024360"/>
            <a:ext cx="247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nieuwe stroom laat de oude staan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9" name=""/>
          <p:cNvSpPr txBox="1"/>
          <p:nvPr/>
        </p:nvSpPr>
        <p:spPr>
          <a:xfrm>
            <a:off x="1467000" y="3799800"/>
            <a:ext cx="732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De endpoints en de applicatiediensten blijven gestandaardiseerd; de datamodellen dragen hun eigen versie.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07" name=""/>
          <p:cNvSpPr txBox="1"/>
          <p:nvPr/>
        </p:nvSpPr>
        <p:spPr>
          <a:xfrm>
            <a:off x="457200" y="116064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8" name=""/>
          <p:cNvSpPr/>
          <p:nvPr/>
        </p:nvSpPr>
        <p:spPr>
          <a:xfrm>
            <a:off x="3126960" y="2741400"/>
            <a:ext cx="393480" cy="0"/>
          </a:xfrm>
          <a:custGeom>
            <a:avLst/>
            <a:gdLst/>
            <a:ahLst/>
            <a:rect l="0" t="0" r="r" b="b"/>
            <a:pathLst>
              <a:path fill="none" w="1093" h="0">
                <a:moveTo>
                  <a:pt x="0" y="0"/>
                </a:moveTo>
                <a:lnTo>
                  <a:pt x="99" y="0"/>
                </a:lnTo>
                <a:cubicBezTo>
                  <a:pt x="198" y="0"/>
                  <a:pt x="396" y="0"/>
                  <a:pt x="578" y="0"/>
                </a:cubicBezTo>
                <a:cubicBezTo>
                  <a:pt x="760" y="0"/>
                  <a:pt x="927" y="0"/>
                  <a:pt x="1010" y="0"/>
                </a:cubicBezTo>
                <a:lnTo>
                  <a:pt x="1093" y="0"/>
                </a:lnTo>
              </a:path>
            </a:pathLst>
          </a:custGeom>
          <a:ln w="8280">
            <a:solidFill>
              <a:srgbClr val="dd784b"/>
            </a:solidFill>
            <a:miter/>
          </a:ln>
        </p:spPr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9" name=""/>
          <p:cNvSpPr/>
          <p:nvPr/>
        </p:nvSpPr>
        <p:spPr>
          <a:xfrm>
            <a:off x="3486240" y="2707200"/>
            <a:ext cx="68760" cy="68760"/>
          </a:xfrm>
          <a:custGeom>
            <a:avLst/>
            <a:gdLst/>
            <a:ahLst/>
            <a:rect l="0" t="0" r="r" b="b"/>
            <a:pathLst>
              <a:path w="191" h="191">
                <a:moveTo>
                  <a:pt x="0" y="0"/>
                </a:moveTo>
                <a:lnTo>
                  <a:pt x="191" y="95"/>
                </a:lnTo>
                <a:lnTo>
                  <a:pt x="0" y="19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0" name=""/>
          <p:cNvSpPr/>
          <p:nvPr/>
        </p:nvSpPr>
        <p:spPr>
          <a:xfrm>
            <a:off x="3482640" y="2701800"/>
            <a:ext cx="79920" cy="79920"/>
          </a:xfrm>
          <a:custGeom>
            <a:avLst/>
            <a:gdLst/>
            <a:ahLst/>
            <a:rect l="0" t="0" r="r" b="b"/>
            <a:pathLst>
              <a:path w="222" h="222">
                <a:moveTo>
                  <a:pt x="31" y="15"/>
                </a:moveTo>
                <a:lnTo>
                  <a:pt x="48" y="24"/>
                </a:lnTo>
                <a:lnTo>
                  <a:pt x="40" y="41"/>
                </a:lnTo>
                <a:lnTo>
                  <a:pt x="23" y="32"/>
                </a:lnTo>
                <a:lnTo>
                  <a:pt x="31" y="15"/>
                </a:lnTo>
                <a:moveTo>
                  <a:pt x="48" y="24"/>
                </a:moveTo>
                <a:lnTo>
                  <a:pt x="65" y="32"/>
                </a:lnTo>
                <a:lnTo>
                  <a:pt x="57" y="49"/>
                </a:lnTo>
                <a:lnTo>
                  <a:pt x="40" y="41"/>
                </a:lnTo>
                <a:lnTo>
                  <a:pt x="48" y="24"/>
                </a:lnTo>
                <a:moveTo>
                  <a:pt x="65" y="32"/>
                </a:moveTo>
                <a:lnTo>
                  <a:pt x="82" y="41"/>
                </a:lnTo>
                <a:lnTo>
                  <a:pt x="74" y="58"/>
                </a:lnTo>
                <a:lnTo>
                  <a:pt x="57" y="49"/>
                </a:lnTo>
                <a:lnTo>
                  <a:pt x="65" y="32"/>
                </a:lnTo>
                <a:moveTo>
                  <a:pt x="82" y="41"/>
                </a:moveTo>
                <a:lnTo>
                  <a:pt x="99" y="49"/>
                </a:lnTo>
                <a:lnTo>
                  <a:pt x="91" y="66"/>
                </a:lnTo>
                <a:lnTo>
                  <a:pt x="74" y="58"/>
                </a:lnTo>
                <a:lnTo>
                  <a:pt x="82" y="41"/>
                </a:lnTo>
                <a:moveTo>
                  <a:pt x="99" y="49"/>
                </a:moveTo>
                <a:lnTo>
                  <a:pt x="117" y="58"/>
                </a:lnTo>
                <a:lnTo>
                  <a:pt x="108" y="75"/>
                </a:lnTo>
                <a:lnTo>
                  <a:pt x="91" y="66"/>
                </a:lnTo>
                <a:lnTo>
                  <a:pt x="99" y="49"/>
                </a:lnTo>
                <a:moveTo>
                  <a:pt x="117" y="58"/>
                </a:moveTo>
                <a:lnTo>
                  <a:pt x="134" y="66"/>
                </a:lnTo>
                <a:lnTo>
                  <a:pt x="126" y="83"/>
                </a:lnTo>
                <a:lnTo>
                  <a:pt x="108" y="75"/>
                </a:lnTo>
                <a:lnTo>
                  <a:pt x="117" y="58"/>
                </a:lnTo>
                <a:moveTo>
                  <a:pt x="134" y="66"/>
                </a:moveTo>
                <a:lnTo>
                  <a:pt x="151" y="75"/>
                </a:lnTo>
                <a:lnTo>
                  <a:pt x="143" y="93"/>
                </a:lnTo>
                <a:lnTo>
                  <a:pt x="126" y="83"/>
                </a:lnTo>
                <a:lnTo>
                  <a:pt x="134" y="66"/>
                </a:lnTo>
                <a:moveTo>
                  <a:pt x="151" y="75"/>
                </a:moveTo>
                <a:lnTo>
                  <a:pt x="168" y="83"/>
                </a:lnTo>
                <a:lnTo>
                  <a:pt x="160" y="101"/>
                </a:lnTo>
                <a:lnTo>
                  <a:pt x="143" y="93"/>
                </a:lnTo>
                <a:lnTo>
                  <a:pt x="151" y="75"/>
                </a:lnTo>
                <a:moveTo>
                  <a:pt x="168" y="83"/>
                </a:moveTo>
                <a:lnTo>
                  <a:pt x="185" y="93"/>
                </a:lnTo>
                <a:lnTo>
                  <a:pt x="177" y="110"/>
                </a:lnTo>
                <a:lnTo>
                  <a:pt x="160" y="101"/>
                </a:lnTo>
                <a:lnTo>
                  <a:pt x="168" y="83"/>
                </a:lnTo>
                <a:moveTo>
                  <a:pt x="185" y="93"/>
                </a:moveTo>
                <a:lnTo>
                  <a:pt x="202" y="101"/>
                </a:lnTo>
                <a:lnTo>
                  <a:pt x="194" y="118"/>
                </a:lnTo>
                <a:lnTo>
                  <a:pt x="177" y="110"/>
                </a:lnTo>
                <a:lnTo>
                  <a:pt x="185" y="93"/>
                </a:lnTo>
                <a:moveTo>
                  <a:pt x="202" y="101"/>
                </a:moveTo>
                <a:lnTo>
                  <a:pt x="222" y="111"/>
                </a:lnTo>
                <a:lnTo>
                  <a:pt x="191" y="127"/>
                </a:lnTo>
                <a:lnTo>
                  <a:pt x="183" y="110"/>
                </a:lnTo>
                <a:lnTo>
                  <a:pt x="197" y="103"/>
                </a:lnTo>
                <a:lnTo>
                  <a:pt x="201" y="111"/>
                </a:lnTo>
                <a:lnTo>
                  <a:pt x="197" y="120"/>
                </a:lnTo>
                <a:lnTo>
                  <a:pt x="194" y="118"/>
                </a:lnTo>
                <a:lnTo>
                  <a:pt x="202" y="101"/>
                </a:lnTo>
                <a:moveTo>
                  <a:pt x="191" y="127"/>
                </a:moveTo>
                <a:lnTo>
                  <a:pt x="174" y="135"/>
                </a:lnTo>
                <a:lnTo>
                  <a:pt x="166" y="118"/>
                </a:lnTo>
                <a:lnTo>
                  <a:pt x="183" y="110"/>
                </a:lnTo>
                <a:lnTo>
                  <a:pt x="191" y="127"/>
                </a:lnTo>
                <a:moveTo>
                  <a:pt x="174" y="135"/>
                </a:moveTo>
                <a:lnTo>
                  <a:pt x="157" y="144"/>
                </a:lnTo>
                <a:lnTo>
                  <a:pt x="149" y="127"/>
                </a:lnTo>
                <a:lnTo>
                  <a:pt x="166" y="118"/>
                </a:lnTo>
                <a:lnTo>
                  <a:pt x="174" y="135"/>
                </a:lnTo>
                <a:moveTo>
                  <a:pt x="157" y="144"/>
                </a:moveTo>
                <a:lnTo>
                  <a:pt x="140" y="152"/>
                </a:lnTo>
                <a:lnTo>
                  <a:pt x="132" y="135"/>
                </a:lnTo>
                <a:lnTo>
                  <a:pt x="149" y="127"/>
                </a:lnTo>
                <a:lnTo>
                  <a:pt x="157" y="144"/>
                </a:lnTo>
                <a:moveTo>
                  <a:pt x="140" y="152"/>
                </a:moveTo>
                <a:lnTo>
                  <a:pt x="123" y="161"/>
                </a:lnTo>
                <a:lnTo>
                  <a:pt x="114" y="144"/>
                </a:lnTo>
                <a:lnTo>
                  <a:pt x="132" y="135"/>
                </a:lnTo>
                <a:lnTo>
                  <a:pt x="140" y="152"/>
                </a:lnTo>
                <a:moveTo>
                  <a:pt x="123" y="161"/>
                </a:moveTo>
                <a:lnTo>
                  <a:pt x="105" y="169"/>
                </a:lnTo>
                <a:lnTo>
                  <a:pt x="97" y="152"/>
                </a:lnTo>
                <a:lnTo>
                  <a:pt x="114" y="144"/>
                </a:lnTo>
                <a:lnTo>
                  <a:pt x="123" y="161"/>
                </a:lnTo>
                <a:moveTo>
                  <a:pt x="105" y="169"/>
                </a:moveTo>
                <a:lnTo>
                  <a:pt x="88" y="178"/>
                </a:lnTo>
                <a:lnTo>
                  <a:pt x="80" y="161"/>
                </a:lnTo>
                <a:lnTo>
                  <a:pt x="97" y="152"/>
                </a:lnTo>
                <a:lnTo>
                  <a:pt x="105" y="169"/>
                </a:lnTo>
                <a:moveTo>
                  <a:pt x="88" y="178"/>
                </a:moveTo>
                <a:lnTo>
                  <a:pt x="71" y="186"/>
                </a:lnTo>
                <a:lnTo>
                  <a:pt x="63" y="169"/>
                </a:lnTo>
                <a:lnTo>
                  <a:pt x="80" y="161"/>
                </a:lnTo>
                <a:lnTo>
                  <a:pt x="88" y="178"/>
                </a:lnTo>
                <a:moveTo>
                  <a:pt x="71" y="186"/>
                </a:moveTo>
                <a:lnTo>
                  <a:pt x="54" y="195"/>
                </a:lnTo>
                <a:lnTo>
                  <a:pt x="46" y="178"/>
                </a:lnTo>
                <a:lnTo>
                  <a:pt x="63" y="169"/>
                </a:lnTo>
                <a:lnTo>
                  <a:pt x="71" y="186"/>
                </a:lnTo>
                <a:moveTo>
                  <a:pt x="54" y="195"/>
                </a:moveTo>
                <a:lnTo>
                  <a:pt x="37" y="203"/>
                </a:lnTo>
                <a:lnTo>
                  <a:pt x="29" y="186"/>
                </a:lnTo>
                <a:lnTo>
                  <a:pt x="46" y="178"/>
                </a:lnTo>
                <a:lnTo>
                  <a:pt x="54" y="195"/>
                </a:lnTo>
                <a:moveTo>
                  <a:pt x="37" y="203"/>
                </a:moveTo>
                <a:lnTo>
                  <a:pt x="20" y="212"/>
                </a:lnTo>
                <a:lnTo>
                  <a:pt x="12" y="195"/>
                </a:lnTo>
                <a:lnTo>
                  <a:pt x="29" y="186"/>
                </a:lnTo>
                <a:lnTo>
                  <a:pt x="37" y="203"/>
                </a:lnTo>
                <a:moveTo>
                  <a:pt x="20" y="212"/>
                </a:moveTo>
                <a:lnTo>
                  <a:pt x="0" y="222"/>
                </a:lnTo>
                <a:lnTo>
                  <a:pt x="0" y="194"/>
                </a:lnTo>
                <a:lnTo>
                  <a:pt x="19" y="194"/>
                </a:lnTo>
                <a:lnTo>
                  <a:pt x="19" y="206"/>
                </a:lnTo>
                <a:lnTo>
                  <a:pt x="10" y="206"/>
                </a:lnTo>
                <a:lnTo>
                  <a:pt x="6" y="198"/>
                </a:lnTo>
                <a:lnTo>
                  <a:pt x="12" y="195"/>
                </a:lnTo>
                <a:lnTo>
                  <a:pt x="20" y="212"/>
                </a:lnTo>
                <a:moveTo>
                  <a:pt x="0" y="194"/>
                </a:moveTo>
                <a:lnTo>
                  <a:pt x="0" y="175"/>
                </a:lnTo>
                <a:lnTo>
                  <a:pt x="19" y="175"/>
                </a:lnTo>
                <a:lnTo>
                  <a:pt x="19" y="194"/>
                </a:lnTo>
                <a:lnTo>
                  <a:pt x="0" y="194"/>
                </a:lnTo>
                <a:moveTo>
                  <a:pt x="0" y="175"/>
                </a:moveTo>
                <a:lnTo>
                  <a:pt x="0" y="156"/>
                </a:lnTo>
                <a:lnTo>
                  <a:pt x="19" y="156"/>
                </a:lnTo>
                <a:lnTo>
                  <a:pt x="19" y="175"/>
                </a:lnTo>
                <a:lnTo>
                  <a:pt x="0" y="175"/>
                </a:lnTo>
                <a:moveTo>
                  <a:pt x="0" y="156"/>
                </a:moveTo>
                <a:lnTo>
                  <a:pt x="0" y="137"/>
                </a:lnTo>
                <a:lnTo>
                  <a:pt x="19" y="137"/>
                </a:lnTo>
                <a:lnTo>
                  <a:pt x="19" y="156"/>
                </a:lnTo>
                <a:lnTo>
                  <a:pt x="0" y="156"/>
                </a:lnTo>
                <a:moveTo>
                  <a:pt x="0" y="137"/>
                </a:moveTo>
                <a:lnTo>
                  <a:pt x="0" y="118"/>
                </a:lnTo>
                <a:lnTo>
                  <a:pt x="19" y="118"/>
                </a:lnTo>
                <a:lnTo>
                  <a:pt x="19" y="137"/>
                </a:lnTo>
                <a:lnTo>
                  <a:pt x="0" y="137"/>
                </a:lnTo>
                <a:moveTo>
                  <a:pt x="0" y="118"/>
                </a:moveTo>
                <a:lnTo>
                  <a:pt x="0" y="99"/>
                </a:lnTo>
                <a:lnTo>
                  <a:pt x="19" y="99"/>
                </a:lnTo>
                <a:lnTo>
                  <a:pt x="19" y="118"/>
                </a:lnTo>
                <a:lnTo>
                  <a:pt x="0" y="118"/>
                </a:lnTo>
                <a:moveTo>
                  <a:pt x="0" y="99"/>
                </a:moveTo>
                <a:lnTo>
                  <a:pt x="0" y="79"/>
                </a:lnTo>
                <a:lnTo>
                  <a:pt x="19" y="79"/>
                </a:lnTo>
                <a:lnTo>
                  <a:pt x="19" y="99"/>
                </a:lnTo>
                <a:lnTo>
                  <a:pt x="0" y="99"/>
                </a:lnTo>
                <a:moveTo>
                  <a:pt x="0" y="79"/>
                </a:moveTo>
                <a:lnTo>
                  <a:pt x="0" y="60"/>
                </a:lnTo>
                <a:lnTo>
                  <a:pt x="19" y="60"/>
                </a:lnTo>
                <a:lnTo>
                  <a:pt x="19" y="79"/>
                </a:lnTo>
                <a:lnTo>
                  <a:pt x="0" y="79"/>
                </a:lnTo>
                <a:moveTo>
                  <a:pt x="0" y="60"/>
                </a:moveTo>
                <a:lnTo>
                  <a:pt x="0" y="41"/>
                </a:lnTo>
                <a:lnTo>
                  <a:pt x="19" y="41"/>
                </a:lnTo>
                <a:lnTo>
                  <a:pt x="19" y="60"/>
                </a:lnTo>
                <a:lnTo>
                  <a:pt x="0" y="60"/>
                </a:lnTo>
                <a:moveTo>
                  <a:pt x="0" y="41"/>
                </a:moveTo>
                <a:lnTo>
                  <a:pt x="0" y="22"/>
                </a:lnTo>
                <a:lnTo>
                  <a:pt x="19" y="22"/>
                </a:lnTo>
                <a:lnTo>
                  <a:pt x="19" y="41"/>
                </a:lnTo>
                <a:lnTo>
                  <a:pt x="0" y="41"/>
                </a:lnTo>
                <a:moveTo>
                  <a:pt x="0" y="22"/>
                </a:moveTo>
                <a:lnTo>
                  <a:pt x="0" y="0"/>
                </a:lnTo>
                <a:lnTo>
                  <a:pt x="31" y="15"/>
                </a:lnTo>
                <a:lnTo>
                  <a:pt x="23" y="32"/>
                </a:lnTo>
                <a:lnTo>
                  <a:pt x="6" y="24"/>
                </a:lnTo>
                <a:lnTo>
                  <a:pt x="10" y="15"/>
                </a:lnTo>
                <a:lnTo>
                  <a:pt x="19" y="15"/>
                </a:lnTo>
                <a:lnTo>
                  <a:pt x="19" y="22"/>
                </a:lnTo>
                <a:lnTo>
                  <a:pt x="0" y="2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1" name=""/>
          <p:cNvSpPr/>
          <p:nvPr/>
        </p:nvSpPr>
        <p:spPr>
          <a:xfrm>
            <a:off x="3554640" y="2099880"/>
            <a:ext cx="5254560" cy="1283760"/>
          </a:xfrm>
          <a:custGeom>
            <a:avLst/>
            <a:gdLst/>
            <a:ahLst/>
            <a:rect l="0" t="0" r="r" b="b"/>
            <a:pathLst>
              <a:path w="14596" h="3566">
                <a:moveTo>
                  <a:pt x="0" y="0"/>
                </a:moveTo>
                <a:lnTo>
                  <a:pt x="14596" y="0"/>
                </a:lnTo>
                <a:lnTo>
                  <a:pt x="14596" y="3566"/>
                </a:lnTo>
                <a:lnTo>
                  <a:pt x="0" y="356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2" name=""/>
          <p:cNvSpPr/>
          <p:nvPr/>
        </p:nvSpPr>
        <p:spPr>
          <a:xfrm>
            <a:off x="3554640" y="2099880"/>
            <a:ext cx="5254560" cy="1283760"/>
          </a:xfrm>
          <a:custGeom>
            <a:avLst/>
            <a:gdLst/>
            <a:ahLst/>
            <a:rect l="0" t="0" r="r" b="b"/>
            <a:pathLst>
              <a:path w="14596" h="3566">
                <a:moveTo>
                  <a:pt x="0" y="0"/>
                </a:moveTo>
                <a:lnTo>
                  <a:pt x="14596" y="0"/>
                </a:lnTo>
                <a:lnTo>
                  <a:pt x="14596" y="3566"/>
                </a:lnTo>
                <a:lnTo>
                  <a:pt x="0" y="3566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3" name=""/>
          <p:cNvSpPr txBox="1"/>
          <p:nvPr/>
        </p:nvSpPr>
        <p:spPr>
          <a:xfrm>
            <a:off x="439920" y="1310400"/>
            <a:ext cx="421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erbij, en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4" name=""/>
          <p:cNvSpPr/>
          <p:nvPr/>
        </p:nvSpPr>
        <p:spPr>
          <a:xfrm>
            <a:off x="385416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5" name=""/>
          <p:cNvSpPr/>
          <p:nvPr/>
        </p:nvSpPr>
        <p:spPr>
          <a:xfrm>
            <a:off x="385416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6" name=""/>
          <p:cNvSpPr txBox="1"/>
          <p:nvPr/>
        </p:nvSpPr>
        <p:spPr>
          <a:xfrm>
            <a:off x="5989320" y="2117880"/>
            <a:ext cx="404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000000"/>
                </a:solidFill>
                <a:latin typeface="Arial"/>
                <a:ea typeface="Arial"/>
              </a:rPr>
              <a:t>Straks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7" name=""/>
          <p:cNvSpPr/>
          <p:nvPr/>
        </p:nvSpPr>
        <p:spPr>
          <a:xfrm>
            <a:off x="6284520" y="2420640"/>
            <a:ext cx="2225160" cy="642240"/>
          </a:xfrm>
          <a:custGeom>
            <a:avLst/>
            <a:gdLst/>
            <a:ahLst/>
            <a:rect l="0" t="0" r="r" b="b"/>
            <a:pathLst>
              <a:path w="6181" h="1784">
                <a:moveTo>
                  <a:pt x="0" y="0"/>
                </a:moveTo>
                <a:lnTo>
                  <a:pt x="6181" y="0"/>
                </a:lnTo>
                <a:lnTo>
                  <a:pt x="6181" y="1784"/>
                </a:lnTo>
                <a:lnTo>
                  <a:pt x="0" y="17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8" name=""/>
          <p:cNvSpPr/>
          <p:nvPr/>
        </p:nvSpPr>
        <p:spPr>
          <a:xfrm>
            <a:off x="6284520" y="2420640"/>
            <a:ext cx="2225160" cy="642240"/>
          </a:xfrm>
          <a:custGeom>
            <a:avLst/>
            <a:gdLst/>
            <a:ahLst/>
            <a:rect l="0" t="0" r="r" b="b"/>
            <a:pathLst>
              <a:path w="6181" h="1784">
                <a:moveTo>
                  <a:pt x="0" y="0"/>
                </a:moveTo>
                <a:lnTo>
                  <a:pt x="6181" y="0"/>
                </a:lnTo>
                <a:lnTo>
                  <a:pt x="6181" y="1784"/>
                </a:lnTo>
                <a:lnTo>
                  <a:pt x="0" y="178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9" name=""/>
          <p:cNvSpPr txBox="1"/>
          <p:nvPr/>
        </p:nvSpPr>
        <p:spPr>
          <a:xfrm>
            <a:off x="4111200" y="2663280"/>
            <a:ext cx="166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melden, stroom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0" name=""/>
          <p:cNvSpPr txBox="1"/>
          <p:nvPr/>
        </p:nvSpPr>
        <p:spPr>
          <a:xfrm>
            <a:off x="6789240" y="2566800"/>
            <a:ext cx="1343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 met 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1" name=""/>
          <p:cNvSpPr/>
          <p:nvPr/>
        </p:nvSpPr>
        <p:spPr>
          <a:xfrm>
            <a:off x="525600" y="2196000"/>
            <a:ext cx="2601720" cy="1091520"/>
          </a:xfrm>
          <a:custGeom>
            <a:avLst/>
            <a:gdLst/>
            <a:ahLst/>
            <a:rect l="0" t="0" r="r" b="b"/>
            <a:pathLst>
              <a:path w="7227" h="3032">
                <a:moveTo>
                  <a:pt x="0" y="0"/>
                </a:moveTo>
                <a:lnTo>
                  <a:pt x="7227" y="0"/>
                </a:lnTo>
                <a:lnTo>
                  <a:pt x="7227" y="3032"/>
                </a:lnTo>
                <a:lnTo>
                  <a:pt x="0" y="303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2" name=""/>
          <p:cNvSpPr/>
          <p:nvPr/>
        </p:nvSpPr>
        <p:spPr>
          <a:xfrm>
            <a:off x="525600" y="2196000"/>
            <a:ext cx="2601720" cy="1091520"/>
          </a:xfrm>
          <a:custGeom>
            <a:avLst/>
            <a:gdLst/>
            <a:ahLst/>
            <a:rect l="0" t="0" r="r" b="b"/>
            <a:pathLst>
              <a:path w="7227" h="3032">
                <a:moveTo>
                  <a:pt x="0" y="0"/>
                </a:moveTo>
                <a:lnTo>
                  <a:pt x="7227" y="0"/>
                </a:lnTo>
                <a:lnTo>
                  <a:pt x="7227" y="3032"/>
                </a:lnTo>
                <a:lnTo>
                  <a:pt x="0" y="303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3" name=""/>
          <p:cNvSpPr txBox="1"/>
          <p:nvPr/>
        </p:nvSpPr>
        <p:spPr>
          <a:xfrm>
            <a:off x="6815160" y="2763720"/>
            <a:ext cx="1282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capaciteit, stroom 2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4" name=""/>
          <p:cNvSpPr/>
          <p:nvPr/>
        </p:nvSpPr>
        <p:spPr>
          <a:xfrm>
            <a:off x="82512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5" name=""/>
          <p:cNvSpPr/>
          <p:nvPr/>
        </p:nvSpPr>
        <p:spPr>
          <a:xfrm>
            <a:off x="825120" y="2516760"/>
            <a:ext cx="2002680" cy="449640"/>
          </a:xfrm>
          <a:custGeom>
            <a:avLst/>
            <a:gdLst/>
            <a:ahLst/>
            <a:rect l="0" t="0" r="r" b="b"/>
            <a:pathLst>
              <a:path w="5563" h="1249">
                <a:moveTo>
                  <a:pt x="0" y="0"/>
                </a:moveTo>
                <a:lnTo>
                  <a:pt x="5563" y="0"/>
                </a:lnTo>
                <a:lnTo>
                  <a:pt x="556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3d68ec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6" name=""/>
          <p:cNvSpPr txBox="1"/>
          <p:nvPr/>
        </p:nvSpPr>
        <p:spPr>
          <a:xfrm>
            <a:off x="1744920" y="2214000"/>
            <a:ext cx="17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000000"/>
                </a:solidFill>
                <a:latin typeface="Arial"/>
                <a:ea typeface="Arial"/>
              </a:rPr>
              <a:t>Nu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7" name=""/>
          <p:cNvSpPr/>
          <p:nvPr/>
        </p:nvSpPr>
        <p:spPr>
          <a:xfrm>
            <a:off x="456840" y="3628800"/>
            <a:ext cx="4134240" cy="486000"/>
          </a:xfrm>
          <a:custGeom>
            <a:avLst/>
            <a:gdLst/>
            <a:ahLst/>
            <a:rect l="0" t="0" r="r" b="b"/>
            <a:pathLst>
              <a:path w="11484" h="1350">
                <a:moveTo>
                  <a:pt x="0" y="0"/>
                </a:moveTo>
                <a:lnTo>
                  <a:pt x="11484" y="0"/>
                </a:lnTo>
                <a:lnTo>
                  <a:pt x="1148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8" name=""/>
          <p:cNvSpPr/>
          <p:nvPr/>
        </p:nvSpPr>
        <p:spPr>
          <a:xfrm>
            <a:off x="456840" y="362880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9" name=""/>
          <p:cNvSpPr/>
          <p:nvPr/>
        </p:nvSpPr>
        <p:spPr>
          <a:xfrm>
            <a:off x="456840" y="4105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0" name=""/>
          <p:cNvSpPr/>
          <p:nvPr/>
        </p:nvSpPr>
        <p:spPr>
          <a:xfrm>
            <a:off x="4581360" y="36288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107"/>
                </a:moveTo>
                <a:lnTo>
                  <a:pt x="0" y="1350"/>
                </a:lnTo>
                <a:lnTo>
                  <a:pt x="27" y="1350"/>
                </a:lnTo>
                <a:lnTo>
                  <a:pt x="27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1" name=""/>
          <p:cNvSpPr/>
          <p:nvPr/>
        </p:nvSpPr>
        <p:spPr>
          <a:xfrm>
            <a:off x="456840" y="36288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2" name=""/>
          <p:cNvSpPr txBox="1"/>
          <p:nvPr/>
        </p:nvSpPr>
        <p:spPr>
          <a:xfrm>
            <a:off x="1081800" y="2663280"/>
            <a:ext cx="166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b2a6b"/>
                </a:solidFill>
                <a:latin typeface="Arial"/>
                <a:ea typeface="Arial"/>
              </a:rPr>
              <a:t>Aanbod melden, stroom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3" name=""/>
          <p:cNvSpPr/>
          <p:nvPr/>
        </p:nvSpPr>
        <p:spPr>
          <a:xfrm>
            <a:off x="4743360" y="3628800"/>
            <a:ext cx="4134240" cy="486000"/>
          </a:xfrm>
          <a:custGeom>
            <a:avLst/>
            <a:gdLst/>
            <a:ahLst/>
            <a:rect l="0" t="0" r="r" b="b"/>
            <a:pathLst>
              <a:path w="11484" h="1350">
                <a:moveTo>
                  <a:pt x="0" y="0"/>
                </a:moveTo>
                <a:lnTo>
                  <a:pt x="11484" y="0"/>
                </a:lnTo>
                <a:lnTo>
                  <a:pt x="11484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4" name=""/>
          <p:cNvSpPr/>
          <p:nvPr/>
        </p:nvSpPr>
        <p:spPr>
          <a:xfrm>
            <a:off x="4743360" y="3628800"/>
            <a:ext cx="4134240" cy="38520"/>
          </a:xfrm>
          <a:custGeom>
            <a:avLst/>
            <a:gdLst/>
            <a:ahLst/>
            <a:rect l="0" t="0" r="r" b="b"/>
            <a:pathLst>
              <a:path w="11484" h="107">
                <a:moveTo>
                  <a:pt x="0" y="0"/>
                </a:moveTo>
                <a:lnTo>
                  <a:pt x="11484" y="0"/>
                </a:lnTo>
                <a:lnTo>
                  <a:pt x="114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5" name=""/>
          <p:cNvSpPr/>
          <p:nvPr/>
        </p:nvSpPr>
        <p:spPr>
          <a:xfrm>
            <a:off x="4743360" y="4105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6" name=""/>
          <p:cNvSpPr/>
          <p:nvPr/>
        </p:nvSpPr>
        <p:spPr>
          <a:xfrm>
            <a:off x="8867520" y="36288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7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7" name=""/>
          <p:cNvSpPr/>
          <p:nvPr/>
        </p:nvSpPr>
        <p:spPr>
          <a:xfrm>
            <a:off x="4743360" y="362880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8" name=""/>
          <p:cNvSpPr txBox="1"/>
          <p:nvPr/>
        </p:nvSpPr>
        <p:spPr>
          <a:xfrm>
            <a:off x="603720" y="3797280"/>
            <a:ext cx="3231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stroom 1 draait, blijft draaien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0" name=""/>
          <p:cNvSpPr txBox="1"/>
          <p:nvPr/>
        </p:nvSpPr>
        <p:spPr>
          <a:xfrm>
            <a:off x="4889880" y="3797280"/>
            <a:ext cx="3789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het veld nodig heeft, pakt stroom 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4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48" name=""/>
          <p:cNvSpPr txBox="1"/>
          <p:nvPr/>
        </p:nvSpPr>
        <p:spPr>
          <a:xfrm>
            <a:off x="457200" y="133992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9" name=""/>
          <p:cNvSpPr/>
          <p:nvPr/>
        </p:nvSpPr>
        <p:spPr>
          <a:xfrm>
            <a:off x="4568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0" name=""/>
          <p:cNvSpPr/>
          <p:nvPr/>
        </p:nvSpPr>
        <p:spPr>
          <a:xfrm>
            <a:off x="4568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1" name=""/>
          <p:cNvSpPr/>
          <p:nvPr/>
        </p:nvSpPr>
        <p:spPr>
          <a:xfrm>
            <a:off x="4568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2" name=""/>
          <p:cNvSpPr/>
          <p:nvPr/>
        </p:nvSpPr>
        <p:spPr>
          <a:xfrm>
            <a:off x="456228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3" name=""/>
          <p:cNvSpPr/>
          <p:nvPr/>
        </p:nvSpPr>
        <p:spPr>
          <a:xfrm>
            <a:off x="45684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4" name=""/>
          <p:cNvSpPr txBox="1"/>
          <p:nvPr/>
        </p:nvSpPr>
        <p:spPr>
          <a:xfrm>
            <a:off x="439920" y="1548720"/>
            <a:ext cx="6547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het oplevert, en wat het kost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5" name=""/>
          <p:cNvSpPr txBox="1"/>
          <p:nvPr/>
        </p:nvSpPr>
        <p:spPr>
          <a:xfrm>
            <a:off x="634320" y="2463840"/>
            <a:ext cx="8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Oplevert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6" name=""/>
          <p:cNvSpPr txBox="1"/>
          <p:nvPr/>
        </p:nvSpPr>
        <p:spPr>
          <a:xfrm>
            <a:off x="634320" y="2771280"/>
            <a:ext cx="4075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Draaiende koppelingen blijven werken; een leverancier kiest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7" name=""/>
          <p:cNvSpPr/>
          <p:nvPr/>
        </p:nvSpPr>
        <p:spPr>
          <a:xfrm>
            <a:off x="47624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8" name=""/>
          <p:cNvSpPr/>
          <p:nvPr/>
        </p:nvSpPr>
        <p:spPr>
          <a:xfrm>
            <a:off x="47624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9" name=""/>
          <p:cNvSpPr/>
          <p:nvPr/>
        </p:nvSpPr>
        <p:spPr>
          <a:xfrm>
            <a:off x="47624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0" name=""/>
          <p:cNvSpPr/>
          <p:nvPr/>
        </p:nvSpPr>
        <p:spPr>
          <a:xfrm>
            <a:off x="886752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106"/>
                </a:moveTo>
                <a:lnTo>
                  <a:pt x="0" y="3017"/>
                </a:lnTo>
                <a:lnTo>
                  <a:pt x="28" y="30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1" name=""/>
          <p:cNvSpPr/>
          <p:nvPr/>
        </p:nvSpPr>
        <p:spPr>
          <a:xfrm>
            <a:off x="476244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0"/>
                </a:moveTo>
                <a:lnTo>
                  <a:pt x="0" y="3017"/>
                </a:lnTo>
                <a:lnTo>
                  <a:pt x="27" y="30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2" name=""/>
          <p:cNvSpPr txBox="1"/>
          <p:nvPr/>
        </p:nvSpPr>
        <p:spPr>
          <a:xfrm>
            <a:off x="634320" y="2980800"/>
            <a:ext cx="1797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zijn moment en zijn scope.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3" name=""/>
          <p:cNvSpPr txBox="1"/>
          <p:nvPr/>
        </p:nvSpPr>
        <p:spPr>
          <a:xfrm>
            <a:off x="4943160" y="2463840"/>
            <a:ext cx="425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4" name=""/>
          <p:cNvSpPr txBox="1"/>
          <p:nvPr/>
        </p:nvSpPr>
        <p:spPr>
          <a:xfrm>
            <a:off x="4943160" y="2771280"/>
            <a:ext cx="4241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stromen naast elkaar, en een afspraak over hoe lang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5" name=""/>
          <p:cNvSpPr/>
          <p:nvPr/>
        </p:nvSpPr>
        <p:spPr>
          <a:xfrm>
            <a:off x="456840" y="3476520"/>
            <a:ext cx="8420760" cy="476640"/>
          </a:xfrm>
          <a:custGeom>
            <a:avLst/>
            <a:gdLst/>
            <a:ahLst/>
            <a:rect l="0" t="0" r="r" b="b"/>
            <a:pathLst>
              <a:path w="23391" h="1324">
                <a:moveTo>
                  <a:pt x="0" y="0"/>
                </a:moveTo>
                <a:lnTo>
                  <a:pt x="23391" y="0"/>
                </a:lnTo>
                <a:lnTo>
                  <a:pt x="233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6" name=""/>
          <p:cNvSpPr/>
          <p:nvPr/>
        </p:nvSpPr>
        <p:spPr>
          <a:xfrm>
            <a:off x="456840" y="34765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7" name=""/>
          <p:cNvSpPr/>
          <p:nvPr/>
        </p:nvSpPr>
        <p:spPr>
          <a:xfrm>
            <a:off x="456840" y="3943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8" name=""/>
          <p:cNvSpPr/>
          <p:nvPr/>
        </p:nvSpPr>
        <p:spPr>
          <a:xfrm>
            <a:off x="886752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106"/>
                </a:moveTo>
                <a:lnTo>
                  <a:pt x="0" y="1324"/>
                </a:lnTo>
                <a:lnTo>
                  <a:pt x="28" y="13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9" name=""/>
          <p:cNvSpPr/>
          <p:nvPr/>
        </p:nvSpPr>
        <p:spPr>
          <a:xfrm>
            <a:off x="45684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0" y="1324"/>
                </a:lnTo>
                <a:lnTo>
                  <a:pt x="28" y="13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0" name=""/>
          <p:cNvSpPr/>
          <p:nvPr/>
        </p:nvSpPr>
        <p:spPr>
          <a:xfrm>
            <a:off x="632520" y="362772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4"/>
                </a:lnTo>
                <a:lnTo>
                  <a:pt x="458" y="344"/>
                </a:lnTo>
                <a:cubicBezTo>
                  <a:pt x="463" y="344"/>
                  <a:pt x="468" y="343"/>
                  <a:pt x="473" y="341"/>
                </a:cubicBezTo>
                <a:cubicBezTo>
                  <a:pt x="478" y="339"/>
                  <a:pt x="482" y="336"/>
                  <a:pt x="485" y="333"/>
                </a:cubicBezTo>
                <a:cubicBezTo>
                  <a:pt x="489" y="329"/>
                  <a:pt x="492" y="325"/>
                  <a:pt x="494" y="320"/>
                </a:cubicBezTo>
                <a:cubicBezTo>
                  <a:pt x="496" y="316"/>
                  <a:pt x="496" y="311"/>
                  <a:pt x="496" y="306"/>
                </a:cubicBezTo>
                <a:lnTo>
                  <a:pt x="496" y="77"/>
                </a:lnTo>
                <a:cubicBezTo>
                  <a:pt x="496" y="72"/>
                  <a:pt x="496" y="66"/>
                  <a:pt x="494" y="62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2"/>
                </a:cubicBezTo>
                <a:cubicBezTo>
                  <a:pt x="39" y="66"/>
                  <a:pt x="38" y="72"/>
                  <a:pt x="38" y="77"/>
                </a:cubicBezTo>
                <a:lnTo>
                  <a:pt x="38" y="306"/>
                </a:lnTo>
                <a:cubicBezTo>
                  <a:pt x="38" y="311"/>
                  <a:pt x="39" y="316"/>
                  <a:pt x="41" y="320"/>
                </a:cubicBezTo>
                <a:cubicBezTo>
                  <a:pt x="43" y="325"/>
                  <a:pt x="46" y="329"/>
                  <a:pt x="50" y="333"/>
                </a:cubicBezTo>
                <a:cubicBezTo>
                  <a:pt x="53" y="336"/>
                  <a:pt x="57" y="339"/>
                  <a:pt x="62" y="341"/>
                </a:cubicBezTo>
                <a:cubicBezTo>
                  <a:pt x="67" y="343"/>
                  <a:pt x="71" y="344"/>
                  <a:pt x="77" y="344"/>
                </a:cubicBezTo>
                <a:lnTo>
                  <a:pt x="249" y="344"/>
                </a:lnTo>
                <a:lnTo>
                  <a:pt x="249" y="382"/>
                </a:lnTo>
                <a:lnTo>
                  <a:pt x="77" y="382"/>
                </a:lnTo>
                <a:cubicBezTo>
                  <a:pt x="66" y="382"/>
                  <a:pt x="57" y="380"/>
                  <a:pt x="47" y="376"/>
                </a:cubicBezTo>
                <a:cubicBezTo>
                  <a:pt x="38" y="372"/>
                  <a:pt x="30" y="367"/>
                  <a:pt x="23" y="359"/>
                </a:cubicBezTo>
                <a:cubicBezTo>
                  <a:pt x="16" y="352"/>
                  <a:pt x="10" y="344"/>
                  <a:pt x="6" y="335"/>
                </a:cubicBezTo>
                <a:cubicBezTo>
                  <a:pt x="2" y="325"/>
                  <a:pt x="0" y="316"/>
                  <a:pt x="0" y="306"/>
                </a:cubicBezTo>
                <a:lnTo>
                  <a:pt x="0" y="77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7"/>
                </a:cubicBezTo>
                <a:lnTo>
                  <a:pt x="535" y="306"/>
                </a:lnTo>
                <a:cubicBezTo>
                  <a:pt x="535" y="316"/>
                  <a:pt x="533" y="325"/>
                  <a:pt x="529" y="335"/>
                </a:cubicBezTo>
                <a:cubicBezTo>
                  <a:pt x="525" y="344"/>
                  <a:pt x="519" y="352"/>
                  <a:pt x="512" y="359"/>
                </a:cubicBezTo>
                <a:cubicBezTo>
                  <a:pt x="505" y="367"/>
                  <a:pt x="497" y="372"/>
                  <a:pt x="488" y="376"/>
                </a:cubicBezTo>
                <a:cubicBezTo>
                  <a:pt x="478" y="380"/>
                  <a:pt x="469" y="382"/>
                  <a:pt x="458" y="382"/>
                </a:cubicBezTo>
                <a:lnTo>
                  <a:pt x="366" y="382"/>
                </a:lnTo>
                <a:lnTo>
                  <a:pt x="30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1" name=""/>
          <p:cNvSpPr/>
          <p:nvPr/>
        </p:nvSpPr>
        <p:spPr>
          <a:xfrm>
            <a:off x="673920" y="3668760"/>
            <a:ext cx="109800" cy="55440"/>
          </a:xfrm>
          <a:custGeom>
            <a:avLst/>
            <a:gdLst/>
            <a:ahLst/>
            <a:rect l="0" t="0" r="r" b="b"/>
            <a:pathLst>
              <a:path w="305" h="154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5"/>
                </a:moveTo>
                <a:lnTo>
                  <a:pt x="191" y="115"/>
                </a:lnTo>
                <a:lnTo>
                  <a:pt x="191" y="154"/>
                </a:lnTo>
                <a:lnTo>
                  <a:pt x="0" y="154"/>
                </a:lnTo>
                <a:lnTo>
                  <a:pt x="0" y="11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2" name=""/>
          <p:cNvSpPr txBox="1"/>
          <p:nvPr/>
        </p:nvSpPr>
        <p:spPr>
          <a:xfrm>
            <a:off x="4943160" y="2980800"/>
            <a:ext cx="1649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oude stroom blijft staan.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4" name=""/>
          <p:cNvSpPr txBox="1"/>
          <p:nvPr/>
        </p:nvSpPr>
        <p:spPr>
          <a:xfrm>
            <a:off x="838440" y="3635280"/>
            <a:ext cx="53744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past dit op de manier waarop jullie releasen?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82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4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3" name=""/>
          <p:cNvSpPr txBox="1"/>
          <p:nvPr/>
        </p:nvSpPr>
        <p:spPr>
          <a:xfrm>
            <a:off x="4314960" y="2194200"/>
            <a:ext cx="51624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4" name=""/>
          <p:cNvSpPr txBox="1"/>
          <p:nvPr/>
        </p:nvSpPr>
        <p:spPr>
          <a:xfrm>
            <a:off x="7496280" y="2613240"/>
            <a:ext cx="1416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6" name=""/>
          <p:cNvSpPr txBox="1"/>
          <p:nvPr/>
        </p:nvSpPr>
        <p:spPr>
          <a:xfrm>
            <a:off x="510552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Niels · de lijn van story naar koppelvlakfunctionaliteit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94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5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6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7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8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9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0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1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2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3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4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5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7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15" name=""/>
          <p:cNvSpPr txBox="1"/>
          <p:nvPr/>
        </p:nvSpPr>
        <p:spPr>
          <a:xfrm>
            <a:off x="7763040" y="1953720"/>
            <a:ext cx="122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dd784b"/>
                </a:solidFill>
                <a:latin typeface="Arial"/>
                <a:ea typeface="Arial"/>
              </a:rPr>
              <a:t>D E E L   5   VA N   5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6" name=""/>
          <p:cNvSpPr txBox="1"/>
          <p:nvPr/>
        </p:nvSpPr>
        <p:spPr>
          <a:xfrm>
            <a:off x="5943600" y="2194200"/>
            <a:ext cx="331560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Open punten en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7" name=""/>
          <p:cNvSpPr txBox="1"/>
          <p:nvPr/>
        </p:nvSpPr>
        <p:spPr>
          <a:xfrm>
            <a:off x="7029360" y="2613240"/>
            <a:ext cx="2007720" cy="42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80" spc="-1" strike="noStrike">
                <a:solidFill>
                  <a:srgbClr val="1a1a2e"/>
                </a:solidFill>
                <a:latin typeface="Arial"/>
                <a:ea typeface="Arial"/>
              </a:rPr>
              <a:t>afronding</a:t>
            </a:r>
            <a:endParaRPr b="0" lang="en-US" sz="2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9" name=""/>
          <p:cNvSpPr txBox="1"/>
          <p:nvPr/>
        </p:nvSpPr>
        <p:spPr>
          <a:xfrm>
            <a:off x="5915160" y="3125520"/>
            <a:ext cx="32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6b7280"/>
                </a:solidFill>
                <a:latin typeface="Arial"/>
                <a:ea typeface="Arial"/>
              </a:rPr>
              <a:t>Koppeling-ID · gevraagd · vervolg · peiling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27" name=""/>
          <p:cNvSpPr txBox="1"/>
          <p:nvPr/>
        </p:nvSpPr>
        <p:spPr>
          <a:xfrm>
            <a:off x="439920" y="117720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8" name=""/>
          <p:cNvSpPr/>
          <p:nvPr/>
        </p:nvSpPr>
        <p:spPr>
          <a:xfrm>
            <a:off x="46188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9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9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0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1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2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3" name=""/>
          <p:cNvSpPr/>
          <p:nvPr/>
        </p:nvSpPr>
        <p:spPr>
          <a:xfrm>
            <a:off x="1365480" y="227340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89" y="44"/>
                </a:moveTo>
                <a:lnTo>
                  <a:pt x="401" y="44"/>
                </a:lnTo>
                <a:lnTo>
                  <a:pt x="401" y="0"/>
                </a:lnTo>
                <a:lnTo>
                  <a:pt x="356" y="0"/>
                </a:lnTo>
                <a:lnTo>
                  <a:pt x="356" y="44"/>
                </a:lnTo>
                <a:lnTo>
                  <a:pt x="177" y="44"/>
                </a:lnTo>
                <a:lnTo>
                  <a:pt x="177" y="0"/>
                </a:lnTo>
                <a:lnTo>
                  <a:pt x="133" y="0"/>
                </a:lnTo>
                <a:lnTo>
                  <a:pt x="133" y="44"/>
                </a:lnTo>
                <a:lnTo>
                  <a:pt x="44" y="44"/>
                </a:lnTo>
                <a:cubicBezTo>
                  <a:pt x="20" y="44"/>
                  <a:pt x="0" y="64"/>
                  <a:pt x="0" y="88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89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88"/>
                </a:lnTo>
                <a:cubicBezTo>
                  <a:pt x="534" y="64"/>
                  <a:pt x="514" y="44"/>
                  <a:pt x="489" y="44"/>
                </a:cubicBezTo>
                <a:moveTo>
                  <a:pt x="489" y="534"/>
                </a:moveTo>
                <a:lnTo>
                  <a:pt x="44" y="534"/>
                </a:lnTo>
                <a:lnTo>
                  <a:pt x="44" y="222"/>
                </a:lnTo>
                <a:lnTo>
                  <a:pt x="489" y="222"/>
                </a:lnTo>
                <a:lnTo>
                  <a:pt x="489" y="534"/>
                </a:lnTo>
                <a:moveTo>
                  <a:pt x="489" y="177"/>
                </a:moveTo>
                <a:lnTo>
                  <a:pt x="44" y="177"/>
                </a:lnTo>
                <a:lnTo>
                  <a:pt x="44" y="88"/>
                </a:lnTo>
                <a:lnTo>
                  <a:pt x="133" y="88"/>
                </a:lnTo>
                <a:lnTo>
                  <a:pt x="133" y="133"/>
                </a:lnTo>
                <a:lnTo>
                  <a:pt x="177" y="133"/>
                </a:lnTo>
                <a:lnTo>
                  <a:pt x="177" y="88"/>
                </a:lnTo>
                <a:lnTo>
                  <a:pt x="356" y="88"/>
                </a:lnTo>
                <a:lnTo>
                  <a:pt x="356" y="133"/>
                </a:lnTo>
                <a:lnTo>
                  <a:pt x="401" y="133"/>
                </a:lnTo>
                <a:lnTo>
                  <a:pt x="401" y="88"/>
                </a:lnTo>
                <a:lnTo>
                  <a:pt x="489" y="88"/>
                </a:lnTo>
                <a:lnTo>
                  <a:pt x="489" y="17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4" name=""/>
          <p:cNvSpPr txBox="1"/>
          <p:nvPr/>
        </p:nvSpPr>
        <p:spPr>
          <a:xfrm>
            <a:off x="457200" y="1755720"/>
            <a:ext cx="586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De ID noemt twee applicatiecomponenten, in beide richtingen dezelfde 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5" name=""/>
          <p:cNvSpPr txBox="1"/>
          <p:nvPr/>
        </p:nvSpPr>
        <p:spPr>
          <a:xfrm>
            <a:off x="1053360" y="2552400"/>
            <a:ext cx="9014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OC-P&amp;R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6" name=""/>
          <p:cNvSpPr/>
          <p:nvPr/>
        </p:nvSpPr>
        <p:spPr>
          <a:xfrm>
            <a:off x="260496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2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2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10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7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8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9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0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1" name=""/>
          <p:cNvSpPr/>
          <p:nvPr/>
        </p:nvSpPr>
        <p:spPr>
          <a:xfrm>
            <a:off x="3515040" y="2281320"/>
            <a:ext cx="160200" cy="208440"/>
          </a:xfrm>
          <a:custGeom>
            <a:avLst/>
            <a:gdLst/>
            <a:ahLst/>
            <a:rect l="0" t="0" r="r" b="b"/>
            <a:pathLst>
              <a:path w="445" h="579">
                <a:moveTo>
                  <a:pt x="401" y="0"/>
                </a:moveTo>
                <a:lnTo>
                  <a:pt x="44" y="0"/>
                </a:lnTo>
                <a:cubicBezTo>
                  <a:pt x="38" y="0"/>
                  <a:pt x="33" y="1"/>
                  <a:pt x="27" y="3"/>
                </a:cubicBezTo>
                <a:cubicBezTo>
                  <a:pt x="22" y="5"/>
                  <a:pt x="17" y="9"/>
                  <a:pt x="13" y="13"/>
                </a:cubicBezTo>
                <a:cubicBezTo>
                  <a:pt x="9" y="17"/>
                  <a:pt x="5" y="22"/>
                  <a:pt x="3" y="27"/>
                </a:cubicBezTo>
                <a:cubicBezTo>
                  <a:pt x="1" y="33"/>
                  <a:pt x="0" y="38"/>
                  <a:pt x="0" y="44"/>
                </a:cubicBezTo>
                <a:lnTo>
                  <a:pt x="0" y="534"/>
                </a:lnTo>
                <a:cubicBezTo>
                  <a:pt x="0" y="540"/>
                  <a:pt x="1" y="546"/>
                  <a:pt x="3" y="551"/>
                </a:cubicBezTo>
                <a:cubicBezTo>
                  <a:pt x="5" y="557"/>
                  <a:pt x="9" y="561"/>
                  <a:pt x="13" y="566"/>
                </a:cubicBezTo>
                <a:cubicBezTo>
                  <a:pt x="17" y="570"/>
                  <a:pt x="22" y="573"/>
                  <a:pt x="27" y="575"/>
                </a:cubicBezTo>
                <a:cubicBezTo>
                  <a:pt x="33" y="577"/>
                  <a:pt x="38" y="579"/>
                  <a:pt x="44" y="579"/>
                </a:cubicBezTo>
                <a:lnTo>
                  <a:pt x="401" y="579"/>
                </a:lnTo>
                <a:cubicBezTo>
                  <a:pt x="407" y="579"/>
                  <a:pt x="412" y="577"/>
                  <a:pt x="418" y="575"/>
                </a:cubicBezTo>
                <a:cubicBezTo>
                  <a:pt x="423" y="573"/>
                  <a:pt x="428" y="570"/>
                  <a:pt x="432" y="566"/>
                </a:cubicBezTo>
                <a:cubicBezTo>
                  <a:pt x="436" y="561"/>
                  <a:pt x="439" y="557"/>
                  <a:pt x="442" y="551"/>
                </a:cubicBezTo>
                <a:cubicBezTo>
                  <a:pt x="444" y="546"/>
                  <a:pt x="445" y="540"/>
                  <a:pt x="445" y="534"/>
                </a:cubicBezTo>
                <a:lnTo>
                  <a:pt x="445" y="44"/>
                </a:lnTo>
                <a:cubicBezTo>
                  <a:pt x="445" y="38"/>
                  <a:pt x="444" y="33"/>
                  <a:pt x="442" y="27"/>
                </a:cubicBezTo>
                <a:cubicBezTo>
                  <a:pt x="439" y="22"/>
                  <a:pt x="436" y="17"/>
                  <a:pt x="432" y="13"/>
                </a:cubicBezTo>
                <a:cubicBezTo>
                  <a:pt x="428" y="9"/>
                  <a:pt x="423" y="5"/>
                  <a:pt x="418" y="3"/>
                </a:cubicBezTo>
                <a:cubicBezTo>
                  <a:pt x="412" y="1"/>
                  <a:pt x="407" y="0"/>
                  <a:pt x="401" y="0"/>
                </a:cubicBezTo>
                <a:moveTo>
                  <a:pt x="401" y="44"/>
                </a:moveTo>
                <a:lnTo>
                  <a:pt x="401" y="178"/>
                </a:lnTo>
                <a:lnTo>
                  <a:pt x="44" y="178"/>
                </a:lnTo>
                <a:lnTo>
                  <a:pt x="44" y="44"/>
                </a:lnTo>
                <a:lnTo>
                  <a:pt x="401" y="44"/>
                </a:lnTo>
                <a:moveTo>
                  <a:pt x="44" y="356"/>
                </a:moveTo>
                <a:lnTo>
                  <a:pt x="44" y="222"/>
                </a:lnTo>
                <a:lnTo>
                  <a:pt x="401" y="222"/>
                </a:lnTo>
                <a:lnTo>
                  <a:pt x="401" y="356"/>
                </a:lnTo>
                <a:lnTo>
                  <a:pt x="44" y="356"/>
                </a:lnTo>
                <a:moveTo>
                  <a:pt x="44" y="534"/>
                </a:moveTo>
                <a:lnTo>
                  <a:pt x="44" y="401"/>
                </a:lnTo>
                <a:lnTo>
                  <a:pt x="401" y="401"/>
                </a:lnTo>
                <a:lnTo>
                  <a:pt x="401" y="534"/>
                </a:lnTo>
                <a:lnTo>
                  <a:pt x="44" y="5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2" name=""/>
          <p:cNvSpPr/>
          <p:nvPr/>
        </p:nvSpPr>
        <p:spPr>
          <a:xfrm>
            <a:off x="3547080" y="23133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9"/>
                  <a:pt x="43" y="34"/>
                  <a:pt x="38" y="39"/>
                </a:cubicBezTo>
                <a:cubicBezTo>
                  <a:pt x="34" y="43"/>
                  <a:pt x="29" y="45"/>
                  <a:pt x="22" y="45"/>
                </a:cubicBezTo>
                <a:cubicBezTo>
                  <a:pt x="16" y="45"/>
                  <a:pt x="10" y="43"/>
                  <a:pt x="6" y="39"/>
                </a:cubicBezTo>
                <a:cubicBezTo>
                  <a:pt x="2" y="34"/>
                  <a:pt x="0" y="29"/>
                  <a:pt x="0" y="23"/>
                </a:cubicBezTo>
                <a:cubicBezTo>
                  <a:pt x="0" y="16"/>
                  <a:pt x="2" y="11"/>
                  <a:pt x="6" y="6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6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3" name=""/>
          <p:cNvSpPr/>
          <p:nvPr/>
        </p:nvSpPr>
        <p:spPr>
          <a:xfrm>
            <a:off x="3547080" y="237708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4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4"/>
                  <a:pt x="29" y="46"/>
                  <a:pt x="22" y="46"/>
                </a:cubicBezTo>
                <a:cubicBezTo>
                  <a:pt x="16" y="46"/>
                  <a:pt x="10" y="44"/>
                  <a:pt x="6" y="39"/>
                </a:cubicBezTo>
                <a:cubicBezTo>
                  <a:pt x="2" y="35"/>
                  <a:pt x="0" y="30"/>
                  <a:pt x="0" y="24"/>
                </a:cubicBezTo>
                <a:cubicBezTo>
                  <a:pt x="0" y="17"/>
                  <a:pt x="2" y="11"/>
                  <a:pt x="6" y="7"/>
                </a:cubicBezTo>
                <a:cubicBezTo>
                  <a:pt x="10" y="3"/>
                  <a:pt x="16" y="0"/>
                  <a:pt x="22" y="0"/>
                </a:cubicBezTo>
                <a:cubicBezTo>
                  <a:pt x="29" y="0"/>
                  <a:pt x="34" y="3"/>
                  <a:pt x="38" y="7"/>
                </a:cubicBezTo>
                <a:cubicBezTo>
                  <a:pt x="43" y="11"/>
                  <a:pt x="45" y="17"/>
                  <a:pt x="45" y="2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4" name=""/>
          <p:cNvSpPr/>
          <p:nvPr/>
        </p:nvSpPr>
        <p:spPr>
          <a:xfrm>
            <a:off x="3547080" y="24411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3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3"/>
                  <a:pt x="29" y="46"/>
                  <a:pt x="22" y="46"/>
                </a:cubicBezTo>
                <a:cubicBezTo>
                  <a:pt x="16" y="46"/>
                  <a:pt x="10" y="43"/>
                  <a:pt x="6" y="39"/>
                </a:cubicBezTo>
                <a:cubicBezTo>
                  <a:pt x="2" y="35"/>
                  <a:pt x="0" y="30"/>
                  <a:pt x="0" y="23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7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5" name=""/>
          <p:cNvSpPr txBox="1"/>
          <p:nvPr/>
        </p:nvSpPr>
        <p:spPr>
          <a:xfrm>
            <a:off x="924840" y="2810880"/>
            <a:ext cx="119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planning en rooster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6" name=""/>
          <p:cNvSpPr txBox="1"/>
          <p:nvPr/>
        </p:nvSpPr>
        <p:spPr>
          <a:xfrm>
            <a:off x="3187800" y="2552400"/>
            <a:ext cx="878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OC-KRS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7" name=""/>
          <p:cNvSpPr/>
          <p:nvPr/>
        </p:nvSpPr>
        <p:spPr>
          <a:xfrm>
            <a:off x="473868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5" y="5"/>
                </a:cubicBezTo>
                <a:cubicBezTo>
                  <a:pt x="5305" y="8"/>
                  <a:pt x="5324" y="13"/>
                  <a:pt x="5342" y="20"/>
                </a:cubicBezTo>
                <a:cubicBezTo>
                  <a:pt x="5361" y="26"/>
                  <a:pt x="5378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4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4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8" y="2620"/>
                  <a:pt x="5361" y="2629"/>
                  <a:pt x="5342" y="2637"/>
                </a:cubicBezTo>
                <a:cubicBezTo>
                  <a:pt x="5324" y="2644"/>
                  <a:pt x="5305" y="2650"/>
                  <a:pt x="5285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4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1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8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9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0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1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2" name=""/>
          <p:cNvSpPr/>
          <p:nvPr/>
        </p:nvSpPr>
        <p:spPr>
          <a:xfrm>
            <a:off x="5626080" y="22734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59" y="578"/>
                </a:moveTo>
                <a:lnTo>
                  <a:pt x="201" y="312"/>
                </a:lnTo>
                <a:lnTo>
                  <a:pt x="364" y="456"/>
                </a:lnTo>
                <a:cubicBezTo>
                  <a:pt x="375" y="466"/>
                  <a:pt x="388" y="469"/>
                  <a:pt x="402" y="466"/>
                </a:cubicBezTo>
                <a:cubicBezTo>
                  <a:pt x="417" y="464"/>
                  <a:pt x="427" y="456"/>
                  <a:pt x="434" y="443"/>
                </a:cubicBezTo>
                <a:lnTo>
                  <a:pt x="556" y="197"/>
                </a:lnTo>
                <a:lnTo>
                  <a:pt x="516" y="177"/>
                </a:lnTo>
                <a:lnTo>
                  <a:pt x="394" y="423"/>
                </a:lnTo>
                <a:lnTo>
                  <a:pt x="231" y="279"/>
                </a:lnTo>
                <a:cubicBezTo>
                  <a:pt x="220" y="269"/>
                  <a:pt x="208" y="265"/>
                  <a:pt x="193" y="267"/>
                </a:cubicBezTo>
                <a:cubicBezTo>
                  <a:pt x="179" y="270"/>
                  <a:pt x="169" y="277"/>
                  <a:pt x="162" y="289"/>
                </a:cubicBezTo>
                <a:lnTo>
                  <a:pt x="44" y="512"/>
                </a:lnTo>
                <a:lnTo>
                  <a:pt x="44" y="0"/>
                </a:lnTo>
                <a:lnTo>
                  <a:pt x="0" y="0"/>
                </a:lnTo>
                <a:lnTo>
                  <a:pt x="0" y="578"/>
                </a:lnTo>
                <a:cubicBezTo>
                  <a:pt x="0" y="584"/>
                  <a:pt x="1" y="590"/>
                  <a:pt x="3" y="595"/>
                </a:cubicBezTo>
                <a:cubicBezTo>
                  <a:pt x="6" y="601"/>
                  <a:pt x="9" y="606"/>
                  <a:pt x="13" y="610"/>
                </a:cubicBezTo>
                <a:cubicBezTo>
                  <a:pt x="17" y="614"/>
                  <a:pt x="22" y="617"/>
                  <a:pt x="27" y="619"/>
                </a:cubicBezTo>
                <a:cubicBezTo>
                  <a:pt x="33" y="622"/>
                  <a:pt x="38" y="623"/>
                  <a:pt x="44" y="623"/>
                </a:cubicBezTo>
                <a:lnTo>
                  <a:pt x="623" y="623"/>
                </a:lnTo>
                <a:lnTo>
                  <a:pt x="623" y="578"/>
                </a:lnTo>
                <a:lnTo>
                  <a:pt x="5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3" name=""/>
          <p:cNvSpPr txBox="1"/>
          <p:nvPr/>
        </p:nvSpPr>
        <p:spPr>
          <a:xfrm>
            <a:off x="3187800" y="281088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kernregistratie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4" name=""/>
          <p:cNvSpPr txBox="1"/>
          <p:nvPr/>
        </p:nvSpPr>
        <p:spPr>
          <a:xfrm>
            <a:off x="5341320" y="2552400"/>
            <a:ext cx="866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OC-SVS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5" name=""/>
          <p:cNvSpPr/>
          <p:nvPr/>
        </p:nvSpPr>
        <p:spPr>
          <a:xfrm>
            <a:off x="688176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6" y="5"/>
                </a:cubicBezTo>
                <a:cubicBezTo>
                  <a:pt x="265" y="1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6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6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7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8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9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0" name=""/>
          <p:cNvSpPr/>
          <p:nvPr/>
        </p:nvSpPr>
        <p:spPr>
          <a:xfrm>
            <a:off x="7775640" y="2305080"/>
            <a:ext cx="176400" cy="192600"/>
          </a:xfrm>
          <a:custGeom>
            <a:avLst/>
            <a:gdLst/>
            <a:ahLst/>
            <a:rect l="0" t="0" r="r" b="b"/>
            <a:pathLst>
              <a:path w="490" h="535">
                <a:moveTo>
                  <a:pt x="490" y="535"/>
                </a:moveTo>
                <a:lnTo>
                  <a:pt x="445" y="535"/>
                </a:lnTo>
                <a:lnTo>
                  <a:pt x="445" y="468"/>
                </a:lnTo>
                <a:cubicBezTo>
                  <a:pt x="445" y="453"/>
                  <a:pt x="443" y="439"/>
                  <a:pt x="437" y="426"/>
                </a:cubicBezTo>
                <a:cubicBezTo>
                  <a:pt x="431" y="412"/>
                  <a:pt x="423" y="400"/>
                  <a:pt x="413" y="390"/>
                </a:cubicBezTo>
                <a:cubicBezTo>
                  <a:pt x="402" y="379"/>
                  <a:pt x="390" y="371"/>
                  <a:pt x="377" y="365"/>
                </a:cubicBezTo>
                <a:cubicBezTo>
                  <a:pt x="363" y="360"/>
                  <a:pt x="349" y="357"/>
                  <a:pt x="334" y="357"/>
                </a:cubicBezTo>
                <a:lnTo>
                  <a:pt x="201" y="357"/>
                </a:lnTo>
                <a:cubicBezTo>
                  <a:pt x="186" y="357"/>
                  <a:pt x="172" y="360"/>
                  <a:pt x="158" y="365"/>
                </a:cubicBezTo>
                <a:cubicBezTo>
                  <a:pt x="145" y="371"/>
                  <a:pt x="133" y="379"/>
                  <a:pt x="122" y="390"/>
                </a:cubicBezTo>
                <a:cubicBezTo>
                  <a:pt x="111" y="400"/>
                  <a:pt x="103" y="412"/>
                  <a:pt x="97" y="426"/>
                </a:cubicBezTo>
                <a:cubicBezTo>
                  <a:pt x="92" y="439"/>
                  <a:pt x="89" y="453"/>
                  <a:pt x="89" y="468"/>
                </a:cubicBezTo>
                <a:lnTo>
                  <a:pt x="89" y="535"/>
                </a:lnTo>
                <a:lnTo>
                  <a:pt x="44" y="535"/>
                </a:lnTo>
                <a:lnTo>
                  <a:pt x="44" y="468"/>
                </a:lnTo>
                <a:cubicBezTo>
                  <a:pt x="44" y="458"/>
                  <a:pt x="45" y="448"/>
                  <a:pt x="47" y="438"/>
                </a:cubicBezTo>
                <a:cubicBezTo>
                  <a:pt x="49" y="428"/>
                  <a:pt x="52" y="418"/>
                  <a:pt x="56" y="409"/>
                </a:cubicBezTo>
                <a:cubicBezTo>
                  <a:pt x="60" y="399"/>
                  <a:pt x="65" y="390"/>
                  <a:pt x="71" y="382"/>
                </a:cubicBezTo>
                <a:cubicBezTo>
                  <a:pt x="76" y="373"/>
                  <a:pt x="83" y="365"/>
                  <a:pt x="90" y="358"/>
                </a:cubicBezTo>
                <a:cubicBezTo>
                  <a:pt x="97" y="351"/>
                  <a:pt x="105" y="344"/>
                  <a:pt x="114" y="339"/>
                </a:cubicBezTo>
                <a:cubicBezTo>
                  <a:pt x="123" y="333"/>
                  <a:pt x="132" y="328"/>
                  <a:pt x="142" y="324"/>
                </a:cubicBezTo>
                <a:cubicBezTo>
                  <a:pt x="151" y="321"/>
                  <a:pt x="161" y="318"/>
                  <a:pt x="171" y="316"/>
                </a:cubicBezTo>
                <a:cubicBezTo>
                  <a:pt x="181" y="314"/>
                  <a:pt x="191" y="313"/>
                  <a:pt x="201" y="313"/>
                </a:cubicBezTo>
                <a:lnTo>
                  <a:pt x="334" y="313"/>
                </a:lnTo>
                <a:cubicBezTo>
                  <a:pt x="345" y="313"/>
                  <a:pt x="355" y="314"/>
                  <a:pt x="365" y="316"/>
                </a:cubicBezTo>
                <a:cubicBezTo>
                  <a:pt x="375" y="318"/>
                  <a:pt x="384" y="321"/>
                  <a:pt x="394" y="324"/>
                </a:cubicBezTo>
                <a:cubicBezTo>
                  <a:pt x="403" y="328"/>
                  <a:pt x="412" y="333"/>
                  <a:pt x="421" y="339"/>
                </a:cubicBezTo>
                <a:cubicBezTo>
                  <a:pt x="429" y="344"/>
                  <a:pt x="437" y="351"/>
                  <a:pt x="444" y="358"/>
                </a:cubicBezTo>
                <a:cubicBezTo>
                  <a:pt x="451" y="365"/>
                  <a:pt x="458" y="373"/>
                  <a:pt x="464" y="382"/>
                </a:cubicBezTo>
                <a:cubicBezTo>
                  <a:pt x="469" y="390"/>
                  <a:pt x="474" y="399"/>
                  <a:pt x="478" y="409"/>
                </a:cubicBezTo>
                <a:cubicBezTo>
                  <a:pt x="482" y="418"/>
                  <a:pt x="485" y="428"/>
                  <a:pt x="487" y="438"/>
                </a:cubicBezTo>
                <a:cubicBezTo>
                  <a:pt x="489" y="448"/>
                  <a:pt x="490" y="458"/>
                  <a:pt x="490" y="468"/>
                </a:cubicBezTo>
                <a:lnTo>
                  <a:pt x="490" y="535"/>
                </a:lnTo>
                <a:moveTo>
                  <a:pt x="22" y="0"/>
                </a:moveTo>
                <a:cubicBezTo>
                  <a:pt x="16" y="0"/>
                  <a:pt x="11" y="3"/>
                  <a:pt x="7" y="7"/>
                </a:cubicBezTo>
                <a:cubicBezTo>
                  <a:pt x="2" y="11"/>
                  <a:pt x="0" y="17"/>
                  <a:pt x="0" y="23"/>
                </a:cubicBezTo>
                <a:lnTo>
                  <a:pt x="0" y="223"/>
                </a:lnTo>
                <a:lnTo>
                  <a:pt x="44" y="223"/>
                </a:lnTo>
                <a:lnTo>
                  <a:pt x="44" y="23"/>
                </a:lnTo>
                <a:cubicBezTo>
                  <a:pt x="44" y="17"/>
                  <a:pt x="42" y="11"/>
                  <a:pt x="38" y="7"/>
                </a:cubicBezTo>
                <a:cubicBezTo>
                  <a:pt x="34" y="3"/>
                  <a:pt x="28" y="0"/>
                  <a:pt x="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1" name=""/>
          <p:cNvSpPr/>
          <p:nvPr/>
        </p:nvSpPr>
        <p:spPr>
          <a:xfrm>
            <a:off x="7775640" y="2273400"/>
            <a:ext cx="192240" cy="128160"/>
          </a:xfrm>
          <a:custGeom>
            <a:avLst/>
            <a:gdLst/>
            <a:ahLst/>
            <a:rect l="0" t="0" r="r" b="b"/>
            <a:pathLst>
              <a:path w="534" h="356">
                <a:moveTo>
                  <a:pt x="0" y="0"/>
                </a:moveTo>
                <a:lnTo>
                  <a:pt x="0" y="44"/>
                </a:lnTo>
                <a:lnTo>
                  <a:pt x="111" y="44"/>
                </a:lnTo>
                <a:lnTo>
                  <a:pt x="111" y="200"/>
                </a:lnTo>
                <a:cubicBezTo>
                  <a:pt x="111" y="210"/>
                  <a:pt x="112" y="220"/>
                  <a:pt x="114" y="230"/>
                </a:cubicBezTo>
                <a:cubicBezTo>
                  <a:pt x="116" y="240"/>
                  <a:pt x="119" y="250"/>
                  <a:pt x="123" y="260"/>
                </a:cubicBezTo>
                <a:cubicBezTo>
                  <a:pt x="127" y="270"/>
                  <a:pt x="132" y="278"/>
                  <a:pt x="137" y="287"/>
                </a:cubicBezTo>
                <a:cubicBezTo>
                  <a:pt x="143" y="295"/>
                  <a:pt x="149" y="303"/>
                  <a:pt x="157" y="311"/>
                </a:cubicBezTo>
                <a:cubicBezTo>
                  <a:pt x="164" y="318"/>
                  <a:pt x="172" y="324"/>
                  <a:pt x="180" y="330"/>
                </a:cubicBezTo>
                <a:cubicBezTo>
                  <a:pt x="189" y="336"/>
                  <a:pt x="198" y="340"/>
                  <a:pt x="207" y="344"/>
                </a:cubicBezTo>
                <a:cubicBezTo>
                  <a:pt x="217" y="348"/>
                  <a:pt x="226" y="351"/>
                  <a:pt x="236" y="353"/>
                </a:cubicBezTo>
                <a:cubicBezTo>
                  <a:pt x="246" y="355"/>
                  <a:pt x="256" y="356"/>
                  <a:pt x="267" y="356"/>
                </a:cubicBezTo>
                <a:cubicBezTo>
                  <a:pt x="277" y="356"/>
                  <a:pt x="287" y="355"/>
                  <a:pt x="297" y="353"/>
                </a:cubicBezTo>
                <a:cubicBezTo>
                  <a:pt x="307" y="351"/>
                  <a:pt x="317" y="348"/>
                  <a:pt x="326" y="344"/>
                </a:cubicBezTo>
                <a:cubicBezTo>
                  <a:pt x="336" y="340"/>
                  <a:pt x="345" y="336"/>
                  <a:pt x="353" y="330"/>
                </a:cubicBezTo>
                <a:cubicBezTo>
                  <a:pt x="362" y="324"/>
                  <a:pt x="369" y="318"/>
                  <a:pt x="377" y="311"/>
                </a:cubicBezTo>
                <a:cubicBezTo>
                  <a:pt x="384" y="303"/>
                  <a:pt x="390" y="295"/>
                  <a:pt x="396" y="287"/>
                </a:cubicBezTo>
                <a:cubicBezTo>
                  <a:pt x="402" y="278"/>
                  <a:pt x="406" y="270"/>
                  <a:pt x="410" y="260"/>
                </a:cubicBezTo>
                <a:cubicBezTo>
                  <a:pt x="414" y="250"/>
                  <a:pt x="417" y="240"/>
                  <a:pt x="419" y="230"/>
                </a:cubicBezTo>
                <a:cubicBezTo>
                  <a:pt x="421" y="220"/>
                  <a:pt x="422" y="210"/>
                  <a:pt x="422" y="200"/>
                </a:cubicBezTo>
                <a:lnTo>
                  <a:pt x="422" y="44"/>
                </a:lnTo>
                <a:lnTo>
                  <a:pt x="534" y="44"/>
                </a:lnTo>
                <a:lnTo>
                  <a:pt x="534" y="0"/>
                </a:lnTo>
                <a:lnTo>
                  <a:pt x="0" y="0"/>
                </a:lnTo>
                <a:moveTo>
                  <a:pt x="156" y="44"/>
                </a:moveTo>
                <a:lnTo>
                  <a:pt x="378" y="44"/>
                </a:lnTo>
                <a:lnTo>
                  <a:pt x="378" y="111"/>
                </a:lnTo>
                <a:lnTo>
                  <a:pt x="156" y="111"/>
                </a:lnTo>
                <a:lnTo>
                  <a:pt x="156" y="44"/>
                </a:lnTo>
                <a:moveTo>
                  <a:pt x="267" y="312"/>
                </a:moveTo>
                <a:cubicBezTo>
                  <a:pt x="252" y="312"/>
                  <a:pt x="238" y="309"/>
                  <a:pt x="224" y="303"/>
                </a:cubicBezTo>
                <a:cubicBezTo>
                  <a:pt x="211" y="298"/>
                  <a:pt x="199" y="290"/>
                  <a:pt x="188" y="279"/>
                </a:cubicBezTo>
                <a:cubicBezTo>
                  <a:pt x="178" y="269"/>
                  <a:pt x="170" y="257"/>
                  <a:pt x="164" y="242"/>
                </a:cubicBezTo>
                <a:cubicBezTo>
                  <a:pt x="158" y="228"/>
                  <a:pt x="156" y="214"/>
                  <a:pt x="156" y="200"/>
                </a:cubicBezTo>
                <a:lnTo>
                  <a:pt x="156" y="155"/>
                </a:lnTo>
                <a:lnTo>
                  <a:pt x="378" y="155"/>
                </a:lnTo>
                <a:lnTo>
                  <a:pt x="378" y="200"/>
                </a:lnTo>
                <a:cubicBezTo>
                  <a:pt x="378" y="214"/>
                  <a:pt x="375" y="228"/>
                  <a:pt x="369" y="242"/>
                </a:cubicBezTo>
                <a:cubicBezTo>
                  <a:pt x="364" y="257"/>
                  <a:pt x="356" y="269"/>
                  <a:pt x="345" y="279"/>
                </a:cubicBezTo>
                <a:cubicBezTo>
                  <a:pt x="335" y="290"/>
                  <a:pt x="323" y="298"/>
                  <a:pt x="309" y="303"/>
                </a:cubicBezTo>
                <a:cubicBezTo>
                  <a:pt x="296" y="309"/>
                  <a:pt x="281" y="312"/>
                  <a:pt x="267" y="31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2" name=""/>
          <p:cNvSpPr txBox="1"/>
          <p:nvPr/>
        </p:nvSpPr>
        <p:spPr>
          <a:xfrm>
            <a:off x="5165280" y="2810880"/>
            <a:ext cx="1239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studentvolgsysteem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3" name=""/>
          <p:cNvSpPr txBox="1"/>
          <p:nvPr/>
        </p:nvSpPr>
        <p:spPr>
          <a:xfrm>
            <a:off x="7457040" y="2552400"/>
            <a:ext cx="8953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4" name=""/>
          <p:cNvSpPr/>
          <p:nvPr/>
        </p:nvSpPr>
        <p:spPr>
          <a:xfrm>
            <a:off x="456840" y="32479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5" name=""/>
          <p:cNvSpPr/>
          <p:nvPr/>
        </p:nvSpPr>
        <p:spPr>
          <a:xfrm>
            <a:off x="456840" y="32479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6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7" name=""/>
          <p:cNvSpPr/>
          <p:nvPr/>
        </p:nvSpPr>
        <p:spPr>
          <a:xfrm>
            <a:off x="886752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106"/>
                </a:moveTo>
                <a:lnTo>
                  <a:pt x="0" y="1482"/>
                </a:lnTo>
                <a:lnTo>
                  <a:pt x="28" y="14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8" name=""/>
          <p:cNvSpPr/>
          <p:nvPr/>
        </p:nvSpPr>
        <p:spPr>
          <a:xfrm>
            <a:off x="45684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0" y="1482"/>
                </a:lnTo>
                <a:lnTo>
                  <a:pt x="28" y="14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9" name=""/>
          <p:cNvSpPr/>
          <p:nvPr/>
        </p:nvSpPr>
        <p:spPr>
          <a:xfrm>
            <a:off x="663480" y="3414960"/>
            <a:ext cx="149040" cy="208440"/>
          </a:xfrm>
          <a:custGeom>
            <a:avLst/>
            <a:gdLst/>
            <a:ahLst/>
            <a:rect l="0" t="0" r="r" b="b"/>
            <a:pathLst>
              <a:path w="414" h="579">
                <a:moveTo>
                  <a:pt x="104" y="455"/>
                </a:moveTo>
                <a:lnTo>
                  <a:pt x="311" y="455"/>
                </a:lnTo>
                <a:lnTo>
                  <a:pt x="311" y="497"/>
                </a:lnTo>
                <a:lnTo>
                  <a:pt x="104" y="497"/>
                </a:lnTo>
                <a:lnTo>
                  <a:pt x="104" y="455"/>
                </a:lnTo>
                <a:moveTo>
                  <a:pt x="146" y="538"/>
                </a:moveTo>
                <a:lnTo>
                  <a:pt x="269" y="538"/>
                </a:lnTo>
                <a:lnTo>
                  <a:pt x="269" y="579"/>
                </a:lnTo>
                <a:lnTo>
                  <a:pt x="146" y="579"/>
                </a:lnTo>
                <a:lnTo>
                  <a:pt x="146" y="538"/>
                </a:lnTo>
                <a:moveTo>
                  <a:pt x="207" y="0"/>
                </a:moveTo>
                <a:cubicBezTo>
                  <a:pt x="194" y="0"/>
                  <a:pt x="180" y="2"/>
                  <a:pt x="167" y="4"/>
                </a:cubicBezTo>
                <a:cubicBezTo>
                  <a:pt x="154" y="7"/>
                  <a:pt x="141" y="11"/>
                  <a:pt x="128" y="16"/>
                </a:cubicBezTo>
                <a:cubicBezTo>
                  <a:pt x="116" y="21"/>
                  <a:pt x="104" y="28"/>
                  <a:pt x="93" y="36"/>
                </a:cubicBezTo>
                <a:cubicBezTo>
                  <a:pt x="82" y="44"/>
                  <a:pt x="71" y="52"/>
                  <a:pt x="62" y="62"/>
                </a:cubicBezTo>
                <a:cubicBezTo>
                  <a:pt x="52" y="71"/>
                  <a:pt x="43" y="82"/>
                  <a:pt x="36" y="93"/>
                </a:cubicBezTo>
                <a:cubicBezTo>
                  <a:pt x="28" y="104"/>
                  <a:pt x="22" y="116"/>
                  <a:pt x="17" y="129"/>
                </a:cubicBezTo>
                <a:cubicBezTo>
                  <a:pt x="11" y="141"/>
                  <a:pt x="7" y="154"/>
                  <a:pt x="4" y="167"/>
                </a:cubicBezTo>
                <a:cubicBezTo>
                  <a:pt x="1" y="181"/>
                  <a:pt x="0" y="194"/>
                  <a:pt x="0" y="208"/>
                </a:cubicBezTo>
                <a:cubicBezTo>
                  <a:pt x="-1" y="238"/>
                  <a:pt x="4" y="267"/>
                  <a:pt x="18" y="295"/>
                </a:cubicBezTo>
                <a:cubicBezTo>
                  <a:pt x="30" y="323"/>
                  <a:pt x="49" y="346"/>
                  <a:pt x="72" y="365"/>
                </a:cubicBezTo>
                <a:cubicBezTo>
                  <a:pt x="93" y="384"/>
                  <a:pt x="104" y="395"/>
                  <a:pt x="104" y="414"/>
                </a:cubicBezTo>
                <a:lnTo>
                  <a:pt x="146" y="414"/>
                </a:lnTo>
                <a:cubicBezTo>
                  <a:pt x="146" y="376"/>
                  <a:pt x="123" y="355"/>
                  <a:pt x="100" y="334"/>
                </a:cubicBezTo>
                <a:cubicBezTo>
                  <a:pt x="81" y="319"/>
                  <a:pt x="66" y="301"/>
                  <a:pt x="56" y="278"/>
                </a:cubicBezTo>
                <a:cubicBezTo>
                  <a:pt x="45" y="256"/>
                  <a:pt x="41" y="232"/>
                  <a:pt x="42" y="208"/>
                </a:cubicBezTo>
                <a:cubicBezTo>
                  <a:pt x="42" y="197"/>
                  <a:pt x="43" y="186"/>
                  <a:pt x="46" y="176"/>
                </a:cubicBezTo>
                <a:cubicBezTo>
                  <a:pt x="48" y="165"/>
                  <a:pt x="51" y="155"/>
                  <a:pt x="55" y="145"/>
                </a:cubicBezTo>
                <a:cubicBezTo>
                  <a:pt x="59" y="135"/>
                  <a:pt x="64" y="125"/>
                  <a:pt x="70" y="116"/>
                </a:cubicBezTo>
                <a:cubicBezTo>
                  <a:pt x="76" y="107"/>
                  <a:pt x="83" y="99"/>
                  <a:pt x="91" y="91"/>
                </a:cubicBezTo>
                <a:cubicBezTo>
                  <a:pt x="98" y="83"/>
                  <a:pt x="107" y="76"/>
                  <a:pt x="116" y="70"/>
                </a:cubicBezTo>
                <a:cubicBezTo>
                  <a:pt x="125" y="64"/>
                  <a:pt x="134" y="59"/>
                  <a:pt x="144" y="55"/>
                </a:cubicBezTo>
                <a:cubicBezTo>
                  <a:pt x="154" y="51"/>
                  <a:pt x="165" y="48"/>
                  <a:pt x="175" y="46"/>
                </a:cubicBezTo>
                <a:cubicBezTo>
                  <a:pt x="186" y="44"/>
                  <a:pt x="197" y="43"/>
                  <a:pt x="207" y="43"/>
                </a:cubicBezTo>
                <a:cubicBezTo>
                  <a:pt x="218" y="43"/>
                  <a:pt x="229" y="44"/>
                  <a:pt x="240" y="46"/>
                </a:cubicBezTo>
                <a:cubicBezTo>
                  <a:pt x="250" y="48"/>
                  <a:pt x="261" y="51"/>
                  <a:pt x="271" y="55"/>
                </a:cubicBezTo>
                <a:cubicBezTo>
                  <a:pt x="281" y="59"/>
                  <a:pt x="290" y="64"/>
                  <a:pt x="299" y="70"/>
                </a:cubicBezTo>
                <a:cubicBezTo>
                  <a:pt x="308" y="76"/>
                  <a:pt x="316" y="83"/>
                  <a:pt x="324" y="91"/>
                </a:cubicBezTo>
                <a:cubicBezTo>
                  <a:pt x="332" y="99"/>
                  <a:pt x="339" y="107"/>
                  <a:pt x="345" y="116"/>
                </a:cubicBezTo>
                <a:cubicBezTo>
                  <a:pt x="351" y="125"/>
                  <a:pt x="356" y="135"/>
                  <a:pt x="360" y="145"/>
                </a:cubicBezTo>
                <a:cubicBezTo>
                  <a:pt x="364" y="155"/>
                  <a:pt x="367" y="165"/>
                  <a:pt x="369" y="176"/>
                </a:cubicBezTo>
                <a:cubicBezTo>
                  <a:pt x="371" y="186"/>
                  <a:pt x="372" y="197"/>
                  <a:pt x="372" y="208"/>
                </a:cubicBezTo>
                <a:cubicBezTo>
                  <a:pt x="374" y="232"/>
                  <a:pt x="369" y="256"/>
                  <a:pt x="359" y="278"/>
                </a:cubicBezTo>
                <a:cubicBezTo>
                  <a:pt x="349" y="301"/>
                  <a:pt x="334" y="319"/>
                  <a:pt x="314" y="334"/>
                </a:cubicBezTo>
                <a:cubicBezTo>
                  <a:pt x="292" y="355"/>
                  <a:pt x="269" y="376"/>
                  <a:pt x="269" y="414"/>
                </a:cubicBezTo>
                <a:lnTo>
                  <a:pt x="311" y="414"/>
                </a:lnTo>
                <a:cubicBezTo>
                  <a:pt x="311" y="395"/>
                  <a:pt x="321" y="384"/>
                  <a:pt x="342" y="365"/>
                </a:cubicBezTo>
                <a:cubicBezTo>
                  <a:pt x="366" y="346"/>
                  <a:pt x="384" y="322"/>
                  <a:pt x="397" y="295"/>
                </a:cubicBezTo>
                <a:cubicBezTo>
                  <a:pt x="410" y="267"/>
                  <a:pt x="415" y="238"/>
                  <a:pt x="414" y="208"/>
                </a:cubicBezTo>
                <a:cubicBezTo>
                  <a:pt x="414" y="194"/>
                  <a:pt x="412" y="181"/>
                  <a:pt x="410" y="167"/>
                </a:cubicBezTo>
                <a:cubicBezTo>
                  <a:pt x="407" y="154"/>
                  <a:pt x="403" y="141"/>
                  <a:pt x="398" y="129"/>
                </a:cubicBezTo>
                <a:cubicBezTo>
                  <a:pt x="393" y="116"/>
                  <a:pt x="386" y="104"/>
                  <a:pt x="379" y="93"/>
                </a:cubicBezTo>
                <a:cubicBezTo>
                  <a:pt x="371" y="82"/>
                  <a:pt x="363" y="71"/>
                  <a:pt x="353" y="62"/>
                </a:cubicBezTo>
                <a:cubicBezTo>
                  <a:pt x="344" y="52"/>
                  <a:pt x="333" y="44"/>
                  <a:pt x="322" y="36"/>
                </a:cubicBezTo>
                <a:cubicBezTo>
                  <a:pt x="311" y="28"/>
                  <a:pt x="299" y="21"/>
                  <a:pt x="286" y="16"/>
                </a:cubicBezTo>
                <a:cubicBezTo>
                  <a:pt x="274" y="11"/>
                  <a:pt x="261" y="7"/>
                  <a:pt x="248" y="4"/>
                </a:cubicBezTo>
                <a:cubicBezTo>
                  <a:pt x="234" y="2"/>
                  <a:pt x="221" y="0"/>
                  <a:pt x="20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0" name=""/>
          <p:cNvSpPr txBox="1"/>
          <p:nvPr/>
        </p:nvSpPr>
        <p:spPr>
          <a:xfrm>
            <a:off x="7504560" y="2810880"/>
            <a:ext cx="840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1" name=""/>
          <p:cNvSpPr txBox="1"/>
          <p:nvPr/>
        </p:nvSpPr>
        <p:spPr>
          <a:xfrm>
            <a:off x="856800" y="3452040"/>
            <a:ext cx="7654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SIS en P&amp;R groeperen voor de leesbaarheid; de speciﬁcatie volgt de component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2" name=""/>
          <p:cNvSpPr/>
          <p:nvPr/>
        </p:nvSpPr>
        <p:spPr>
          <a:xfrm>
            <a:off x="1761840" y="4047840"/>
            <a:ext cx="629280" cy="10440"/>
          </a:xfrm>
          <a:custGeom>
            <a:avLst/>
            <a:gdLst/>
            <a:ahLst/>
            <a:rect l="0" t="0" r="r" b="b"/>
            <a:pathLst>
              <a:path w="1748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9"/>
                </a:lnTo>
                <a:lnTo>
                  <a:pt x="129" y="29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9"/>
                </a:lnTo>
                <a:lnTo>
                  <a:pt x="257" y="29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9"/>
                </a:lnTo>
                <a:lnTo>
                  <a:pt x="385" y="29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9"/>
                </a:lnTo>
                <a:lnTo>
                  <a:pt x="513" y="29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9"/>
                </a:lnTo>
                <a:lnTo>
                  <a:pt x="641" y="29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9"/>
                </a:lnTo>
                <a:lnTo>
                  <a:pt x="770" y="29"/>
                </a:lnTo>
                <a:lnTo>
                  <a:pt x="770" y="0"/>
                </a:lnTo>
                <a:moveTo>
                  <a:pt x="898" y="0"/>
                </a:moveTo>
                <a:lnTo>
                  <a:pt x="977" y="0"/>
                </a:lnTo>
                <a:lnTo>
                  <a:pt x="977" y="29"/>
                </a:lnTo>
                <a:lnTo>
                  <a:pt x="898" y="29"/>
                </a:lnTo>
                <a:lnTo>
                  <a:pt x="898" y="0"/>
                </a:lnTo>
                <a:moveTo>
                  <a:pt x="1026" y="0"/>
                </a:moveTo>
                <a:lnTo>
                  <a:pt x="1105" y="0"/>
                </a:lnTo>
                <a:lnTo>
                  <a:pt x="1105" y="29"/>
                </a:lnTo>
                <a:lnTo>
                  <a:pt x="1026" y="29"/>
                </a:lnTo>
                <a:lnTo>
                  <a:pt x="1026" y="0"/>
                </a:lnTo>
                <a:moveTo>
                  <a:pt x="1154" y="0"/>
                </a:moveTo>
                <a:lnTo>
                  <a:pt x="1235" y="0"/>
                </a:lnTo>
                <a:lnTo>
                  <a:pt x="1235" y="29"/>
                </a:lnTo>
                <a:lnTo>
                  <a:pt x="1154" y="29"/>
                </a:lnTo>
                <a:lnTo>
                  <a:pt x="1154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9"/>
                </a:lnTo>
                <a:lnTo>
                  <a:pt x="1284" y="29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9"/>
                </a:lnTo>
                <a:lnTo>
                  <a:pt x="1412" y="29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9"/>
                </a:lnTo>
                <a:lnTo>
                  <a:pt x="1540" y="29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9"/>
                </a:lnTo>
                <a:lnTo>
                  <a:pt x="1668" y="29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4" name=""/>
          <p:cNvSpPr txBox="1"/>
          <p:nvPr/>
        </p:nvSpPr>
        <p:spPr>
          <a:xfrm>
            <a:off x="457200" y="3903480"/>
            <a:ext cx="5133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Voorstel, uitgewerkt in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voorbeelduitwerking gebruikt deze ID's al.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82" name=""/>
          <p:cNvSpPr/>
          <p:nvPr/>
        </p:nvSpPr>
        <p:spPr>
          <a:xfrm>
            <a:off x="461880" y="1347480"/>
            <a:ext cx="4886640" cy="2391120"/>
          </a:xfrm>
          <a:custGeom>
            <a:avLst/>
            <a:gdLst/>
            <a:ahLst/>
            <a:rect l="0" t="0" r="r" b="b"/>
            <a:pathLst>
              <a:path w="13574" h="6642">
                <a:moveTo>
                  <a:pt x="0" y="649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428" y="0"/>
                </a:lnTo>
                <a:cubicBezTo>
                  <a:pt x="13438" y="0"/>
                  <a:pt x="13447" y="1"/>
                  <a:pt x="13457" y="3"/>
                </a:cubicBezTo>
                <a:cubicBezTo>
                  <a:pt x="13466" y="5"/>
                  <a:pt x="13475" y="8"/>
                  <a:pt x="13484" y="11"/>
                </a:cubicBezTo>
                <a:cubicBezTo>
                  <a:pt x="13493" y="15"/>
                  <a:pt x="13501" y="20"/>
                  <a:pt x="13509" y="25"/>
                </a:cubicBezTo>
                <a:cubicBezTo>
                  <a:pt x="13517" y="30"/>
                  <a:pt x="13524" y="36"/>
                  <a:pt x="13531" y="43"/>
                </a:cubicBezTo>
                <a:cubicBezTo>
                  <a:pt x="13538" y="50"/>
                  <a:pt x="13544" y="57"/>
                  <a:pt x="13549" y="65"/>
                </a:cubicBezTo>
                <a:cubicBezTo>
                  <a:pt x="13555" y="73"/>
                  <a:pt x="13559" y="81"/>
                  <a:pt x="13563" y="90"/>
                </a:cubicBezTo>
                <a:cubicBezTo>
                  <a:pt x="13566" y="99"/>
                  <a:pt x="13569" y="108"/>
                  <a:pt x="13571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6497"/>
                </a:lnTo>
                <a:cubicBezTo>
                  <a:pt x="13574" y="6506"/>
                  <a:pt x="13573" y="6516"/>
                  <a:pt x="13571" y="6525"/>
                </a:cubicBezTo>
                <a:cubicBezTo>
                  <a:pt x="13569" y="6535"/>
                  <a:pt x="13566" y="6544"/>
                  <a:pt x="13563" y="6553"/>
                </a:cubicBezTo>
                <a:cubicBezTo>
                  <a:pt x="13559" y="6561"/>
                  <a:pt x="13555" y="6570"/>
                  <a:pt x="13549" y="6578"/>
                </a:cubicBezTo>
                <a:cubicBezTo>
                  <a:pt x="13544" y="6586"/>
                  <a:pt x="13538" y="6593"/>
                  <a:pt x="13531" y="6600"/>
                </a:cubicBezTo>
                <a:cubicBezTo>
                  <a:pt x="13524" y="6607"/>
                  <a:pt x="13517" y="6613"/>
                  <a:pt x="13509" y="6618"/>
                </a:cubicBezTo>
                <a:cubicBezTo>
                  <a:pt x="13501" y="6623"/>
                  <a:pt x="13493" y="6628"/>
                  <a:pt x="13484" y="6631"/>
                </a:cubicBezTo>
                <a:cubicBezTo>
                  <a:pt x="13475" y="6635"/>
                  <a:pt x="13466" y="6638"/>
                  <a:pt x="13457" y="6640"/>
                </a:cubicBezTo>
                <a:cubicBezTo>
                  <a:pt x="13447" y="6641"/>
                  <a:pt x="13438" y="6642"/>
                  <a:pt x="13428" y="6642"/>
                </a:cubicBezTo>
                <a:lnTo>
                  <a:pt x="145" y="6642"/>
                </a:lnTo>
                <a:cubicBezTo>
                  <a:pt x="136" y="6642"/>
                  <a:pt x="126" y="6641"/>
                  <a:pt x="117" y="6640"/>
                </a:cubicBezTo>
                <a:cubicBezTo>
                  <a:pt x="107" y="6638"/>
                  <a:pt x="98" y="6635"/>
                  <a:pt x="90" y="6631"/>
                </a:cubicBezTo>
                <a:cubicBezTo>
                  <a:pt x="81" y="6628"/>
                  <a:pt x="72" y="6623"/>
                  <a:pt x="64" y="6618"/>
                </a:cubicBezTo>
                <a:cubicBezTo>
                  <a:pt x="56" y="6613"/>
                  <a:pt x="49" y="6607"/>
                  <a:pt x="42" y="6600"/>
                </a:cubicBezTo>
                <a:cubicBezTo>
                  <a:pt x="36" y="6593"/>
                  <a:pt x="30" y="6586"/>
                  <a:pt x="24" y="6578"/>
                </a:cubicBezTo>
                <a:cubicBezTo>
                  <a:pt x="19" y="6570"/>
                  <a:pt x="14" y="6561"/>
                  <a:pt x="11" y="6553"/>
                </a:cubicBezTo>
                <a:cubicBezTo>
                  <a:pt x="7" y="6544"/>
                  <a:pt x="4" y="6535"/>
                  <a:pt x="3" y="6525"/>
                </a:cubicBezTo>
                <a:cubicBezTo>
                  <a:pt x="1" y="6516"/>
                  <a:pt x="0" y="6506"/>
                  <a:pt x="0" y="64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3" name=""/>
          <p:cNvSpPr/>
          <p:nvPr/>
        </p:nvSpPr>
        <p:spPr>
          <a:xfrm>
            <a:off x="461880" y="1347480"/>
            <a:ext cx="4886640" cy="2391120"/>
          </a:xfrm>
          <a:custGeom>
            <a:avLst/>
            <a:gdLst/>
            <a:ahLst/>
            <a:rect l="0" t="0" r="r" b="b"/>
            <a:pathLst>
              <a:path w="13574" h="6642">
                <a:moveTo>
                  <a:pt x="0" y="649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428" y="0"/>
                </a:lnTo>
                <a:cubicBezTo>
                  <a:pt x="13438" y="0"/>
                  <a:pt x="13447" y="1"/>
                  <a:pt x="13457" y="3"/>
                </a:cubicBezTo>
                <a:cubicBezTo>
                  <a:pt x="13466" y="5"/>
                  <a:pt x="13475" y="8"/>
                  <a:pt x="13484" y="11"/>
                </a:cubicBezTo>
                <a:cubicBezTo>
                  <a:pt x="13493" y="15"/>
                  <a:pt x="13501" y="20"/>
                  <a:pt x="13509" y="25"/>
                </a:cubicBezTo>
                <a:cubicBezTo>
                  <a:pt x="13517" y="30"/>
                  <a:pt x="13524" y="36"/>
                  <a:pt x="13531" y="43"/>
                </a:cubicBezTo>
                <a:cubicBezTo>
                  <a:pt x="13538" y="50"/>
                  <a:pt x="13544" y="57"/>
                  <a:pt x="13549" y="65"/>
                </a:cubicBezTo>
                <a:cubicBezTo>
                  <a:pt x="13555" y="73"/>
                  <a:pt x="13559" y="81"/>
                  <a:pt x="13563" y="90"/>
                </a:cubicBezTo>
                <a:cubicBezTo>
                  <a:pt x="13566" y="99"/>
                  <a:pt x="13569" y="108"/>
                  <a:pt x="13571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6497"/>
                </a:lnTo>
                <a:cubicBezTo>
                  <a:pt x="13574" y="6506"/>
                  <a:pt x="13573" y="6516"/>
                  <a:pt x="13571" y="6525"/>
                </a:cubicBezTo>
                <a:cubicBezTo>
                  <a:pt x="13569" y="6535"/>
                  <a:pt x="13566" y="6544"/>
                  <a:pt x="13563" y="6553"/>
                </a:cubicBezTo>
                <a:cubicBezTo>
                  <a:pt x="13559" y="6561"/>
                  <a:pt x="13555" y="6570"/>
                  <a:pt x="13549" y="6578"/>
                </a:cubicBezTo>
                <a:cubicBezTo>
                  <a:pt x="13544" y="6586"/>
                  <a:pt x="13538" y="6593"/>
                  <a:pt x="13531" y="6600"/>
                </a:cubicBezTo>
                <a:cubicBezTo>
                  <a:pt x="13524" y="6607"/>
                  <a:pt x="13517" y="6613"/>
                  <a:pt x="13509" y="6618"/>
                </a:cubicBezTo>
                <a:cubicBezTo>
                  <a:pt x="13501" y="6623"/>
                  <a:pt x="13493" y="6628"/>
                  <a:pt x="13484" y="6631"/>
                </a:cubicBezTo>
                <a:cubicBezTo>
                  <a:pt x="13475" y="6635"/>
                  <a:pt x="13466" y="6638"/>
                  <a:pt x="13457" y="6640"/>
                </a:cubicBezTo>
                <a:cubicBezTo>
                  <a:pt x="13447" y="6641"/>
                  <a:pt x="13438" y="6642"/>
                  <a:pt x="13428" y="6642"/>
                </a:cubicBezTo>
                <a:lnTo>
                  <a:pt x="145" y="6642"/>
                </a:lnTo>
                <a:cubicBezTo>
                  <a:pt x="136" y="6642"/>
                  <a:pt x="126" y="6641"/>
                  <a:pt x="117" y="6640"/>
                </a:cubicBezTo>
                <a:cubicBezTo>
                  <a:pt x="107" y="6638"/>
                  <a:pt x="98" y="6635"/>
                  <a:pt x="90" y="6631"/>
                </a:cubicBezTo>
                <a:cubicBezTo>
                  <a:pt x="81" y="6628"/>
                  <a:pt x="72" y="6623"/>
                  <a:pt x="64" y="6618"/>
                </a:cubicBezTo>
                <a:cubicBezTo>
                  <a:pt x="56" y="6613"/>
                  <a:pt x="49" y="6607"/>
                  <a:pt x="42" y="6600"/>
                </a:cubicBezTo>
                <a:cubicBezTo>
                  <a:pt x="36" y="6593"/>
                  <a:pt x="30" y="6586"/>
                  <a:pt x="24" y="6578"/>
                </a:cubicBezTo>
                <a:cubicBezTo>
                  <a:pt x="19" y="6570"/>
                  <a:pt x="14" y="6561"/>
                  <a:pt x="11" y="6553"/>
                </a:cubicBezTo>
                <a:cubicBezTo>
                  <a:pt x="7" y="6544"/>
                  <a:pt x="4" y="6535"/>
                  <a:pt x="3" y="6525"/>
                </a:cubicBezTo>
                <a:cubicBezTo>
                  <a:pt x="1" y="6516"/>
                  <a:pt x="0" y="6506"/>
                  <a:pt x="0" y="64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84" name="" descr=""/>
          <p:cNvPicPr/>
          <p:nvPr/>
        </p:nvPicPr>
        <p:blipFill>
          <a:blip r:embed="rId2"/>
          <a:stretch/>
        </p:blipFill>
        <p:spPr>
          <a:xfrm>
            <a:off x="466920" y="1352520"/>
            <a:ext cx="4876200" cy="2381040"/>
          </a:xfrm>
          <a:prstGeom prst="rect">
            <a:avLst/>
          </a:prstGeom>
          <a:ln w="0">
            <a:noFill/>
          </a:ln>
        </p:spPr>
      </p:pic>
      <p:sp>
        <p:nvSpPr>
          <p:cNvPr id="2685" name=""/>
          <p:cNvSpPr/>
          <p:nvPr/>
        </p:nvSpPr>
        <p:spPr>
          <a:xfrm>
            <a:off x="466560" y="1352520"/>
            <a:ext cx="4876920" cy="2381400"/>
          </a:xfrm>
          <a:custGeom>
            <a:avLst/>
            <a:gdLst/>
            <a:ahLst/>
            <a:rect l="0" t="0" r="r" b="b"/>
            <a:pathLst>
              <a:path w="13547" h="6615">
                <a:moveTo>
                  <a:pt x="0" y="0"/>
                </a:moveTo>
                <a:lnTo>
                  <a:pt x="13547" y="0"/>
                </a:lnTo>
                <a:lnTo>
                  <a:pt x="13547" y="6615"/>
                </a:lnTo>
                <a:lnTo>
                  <a:pt x="0" y="6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6" name=""/>
          <p:cNvSpPr/>
          <p:nvPr/>
        </p:nvSpPr>
        <p:spPr>
          <a:xfrm>
            <a:off x="1364400" y="2199600"/>
            <a:ext cx="446040" cy="361800"/>
          </a:xfrm>
          <a:custGeom>
            <a:avLst/>
            <a:gdLst/>
            <a:ahLst/>
            <a:rect l="0" t="0" r="r" b="b"/>
            <a:pathLst>
              <a:path fill="none" w="1239" h="1005">
                <a:moveTo>
                  <a:pt x="0" y="0"/>
                </a:moveTo>
                <a:lnTo>
                  <a:pt x="674" y="273"/>
                </a:lnTo>
                <a:lnTo>
                  <a:pt x="680" y="560"/>
                </a:lnTo>
                <a:lnTo>
                  <a:pt x="727" y="637"/>
                </a:lnTo>
                <a:lnTo>
                  <a:pt x="1239" y="1005"/>
                </a:lnTo>
              </a:path>
            </a:pathLst>
          </a:custGeom>
          <a:ln w="23400">
            <a:solidFill>
              <a:srgbClr val="ffffff">
                <a:alpha val="85000"/>
              </a:srgbClr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7" name=""/>
          <p:cNvSpPr/>
          <p:nvPr/>
        </p:nvSpPr>
        <p:spPr>
          <a:xfrm>
            <a:off x="1364400" y="2199600"/>
            <a:ext cx="446040" cy="361800"/>
          </a:xfrm>
          <a:custGeom>
            <a:avLst/>
            <a:gdLst/>
            <a:ahLst/>
            <a:rect l="0" t="0" r="r" b="b"/>
            <a:pathLst>
              <a:path fill="none" w="1239" h="1005">
                <a:moveTo>
                  <a:pt x="0" y="0"/>
                </a:moveTo>
                <a:lnTo>
                  <a:pt x="674" y="273"/>
                </a:lnTo>
                <a:lnTo>
                  <a:pt x="680" y="560"/>
                </a:lnTo>
                <a:lnTo>
                  <a:pt x="727" y="637"/>
                </a:lnTo>
                <a:lnTo>
                  <a:pt x="1239" y="1005"/>
                </a:lnTo>
              </a:path>
            </a:pathLst>
          </a:custGeom>
          <a:ln w="10440">
            <a:solidFill>
              <a:srgbClr val="d9531e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8" name=""/>
          <p:cNvSpPr/>
          <p:nvPr/>
        </p:nvSpPr>
        <p:spPr>
          <a:xfrm>
            <a:off x="1744200" y="2501280"/>
            <a:ext cx="71280" cy="64080"/>
          </a:xfrm>
          <a:custGeom>
            <a:avLst/>
            <a:gdLst/>
            <a:ahLst/>
            <a:rect l="0" t="0" r="r" b="b"/>
            <a:pathLst>
              <a:path w="198" h="178">
                <a:moveTo>
                  <a:pt x="105" y="0"/>
                </a:moveTo>
                <a:lnTo>
                  <a:pt x="198" y="178"/>
                </a:lnTo>
                <a:lnTo>
                  <a:pt x="0" y="146"/>
                </a:lnTo>
                <a:lnTo>
                  <a:pt x="10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9" name=""/>
          <p:cNvSpPr/>
          <p:nvPr/>
        </p:nvSpPr>
        <p:spPr>
          <a:xfrm>
            <a:off x="4036320" y="1889280"/>
            <a:ext cx="1208880" cy="1153800"/>
          </a:xfrm>
          <a:custGeom>
            <a:avLst/>
            <a:gdLst/>
            <a:ahLst/>
            <a:rect l="0" t="0" r="r" b="b"/>
            <a:pathLst>
              <a:path fill="none" w="3358" h="3205">
                <a:moveTo>
                  <a:pt x="2524" y="0"/>
                </a:moveTo>
                <a:lnTo>
                  <a:pt x="2709" y="220"/>
                </a:lnTo>
                <a:lnTo>
                  <a:pt x="2744" y="351"/>
                </a:lnTo>
                <a:lnTo>
                  <a:pt x="2798" y="440"/>
                </a:lnTo>
                <a:lnTo>
                  <a:pt x="2786" y="422"/>
                </a:lnTo>
                <a:lnTo>
                  <a:pt x="3358" y="422"/>
                </a:lnTo>
                <a:lnTo>
                  <a:pt x="3358" y="3205"/>
                </a:lnTo>
                <a:lnTo>
                  <a:pt x="0" y="3205"/>
                </a:lnTo>
                <a:lnTo>
                  <a:pt x="262" y="2461"/>
                </a:lnTo>
              </a:path>
            </a:pathLst>
          </a:custGeom>
          <a:ln w="23400">
            <a:solidFill>
              <a:srgbClr val="ffffff">
                <a:alpha val="85000"/>
              </a:srgbClr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0" name=""/>
          <p:cNvSpPr/>
          <p:nvPr/>
        </p:nvSpPr>
        <p:spPr>
          <a:xfrm>
            <a:off x="4036320" y="1889280"/>
            <a:ext cx="1208880" cy="1153800"/>
          </a:xfrm>
          <a:custGeom>
            <a:avLst/>
            <a:gdLst/>
            <a:ahLst/>
            <a:rect l="0" t="0" r="r" b="b"/>
            <a:pathLst>
              <a:path fill="none" w="3358" h="3205">
                <a:moveTo>
                  <a:pt x="2524" y="0"/>
                </a:moveTo>
                <a:lnTo>
                  <a:pt x="2709" y="220"/>
                </a:lnTo>
                <a:lnTo>
                  <a:pt x="2744" y="351"/>
                </a:lnTo>
                <a:lnTo>
                  <a:pt x="2798" y="440"/>
                </a:lnTo>
                <a:lnTo>
                  <a:pt x="2786" y="422"/>
                </a:lnTo>
                <a:lnTo>
                  <a:pt x="3358" y="422"/>
                </a:lnTo>
                <a:lnTo>
                  <a:pt x="3358" y="3205"/>
                </a:lnTo>
                <a:lnTo>
                  <a:pt x="0" y="3205"/>
                </a:lnTo>
                <a:lnTo>
                  <a:pt x="262" y="2461"/>
                </a:lnTo>
              </a:path>
            </a:pathLst>
          </a:custGeom>
          <a:ln w="10440">
            <a:solidFill>
              <a:srgbClr val="d9531e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1" name=""/>
          <p:cNvSpPr/>
          <p:nvPr/>
        </p:nvSpPr>
        <p:spPr>
          <a:xfrm>
            <a:off x="4080960" y="2769120"/>
            <a:ext cx="61200" cy="71640"/>
          </a:xfrm>
          <a:custGeom>
            <a:avLst/>
            <a:gdLst/>
            <a:ahLst/>
            <a:rect l="0" t="0" r="r" b="b"/>
            <a:pathLst>
              <a:path w="170" h="199">
                <a:moveTo>
                  <a:pt x="0" y="139"/>
                </a:moveTo>
                <a:lnTo>
                  <a:pt x="145" y="0"/>
                </a:lnTo>
                <a:lnTo>
                  <a:pt x="170" y="199"/>
                </a:lnTo>
                <a:lnTo>
                  <a:pt x="0" y="13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2" name=""/>
          <p:cNvSpPr/>
          <p:nvPr/>
        </p:nvSpPr>
        <p:spPr>
          <a:xfrm>
            <a:off x="995760" y="1932120"/>
            <a:ext cx="375480" cy="387720"/>
          </a:xfrm>
          <a:custGeom>
            <a:avLst/>
            <a:gdLst/>
            <a:ahLst/>
            <a:rect l="0" t="0" r="r" b="b"/>
            <a:pathLst>
              <a:path w="1043" h="1077">
                <a:moveTo>
                  <a:pt x="24" y="0"/>
                </a:moveTo>
                <a:lnTo>
                  <a:pt x="1019" y="0"/>
                </a:lnTo>
                <a:cubicBezTo>
                  <a:pt x="1026" y="0"/>
                  <a:pt x="1031" y="2"/>
                  <a:pt x="1036" y="7"/>
                </a:cubicBezTo>
                <a:cubicBezTo>
                  <a:pt x="1041" y="12"/>
                  <a:pt x="1043" y="17"/>
                  <a:pt x="1043" y="24"/>
                </a:cubicBezTo>
                <a:lnTo>
                  <a:pt x="1043" y="1053"/>
                </a:lnTo>
                <a:cubicBezTo>
                  <a:pt x="1043" y="1060"/>
                  <a:pt x="1041" y="1065"/>
                  <a:pt x="1036" y="1070"/>
                </a:cubicBezTo>
                <a:cubicBezTo>
                  <a:pt x="1031" y="1075"/>
                  <a:pt x="1026" y="1077"/>
                  <a:pt x="1019" y="1077"/>
                </a:cubicBezTo>
                <a:lnTo>
                  <a:pt x="24" y="1077"/>
                </a:lnTo>
                <a:cubicBezTo>
                  <a:pt x="18" y="1077"/>
                  <a:pt x="12" y="1075"/>
                  <a:pt x="7" y="1070"/>
                </a:cubicBezTo>
                <a:cubicBezTo>
                  <a:pt x="3" y="1065"/>
                  <a:pt x="0" y="1060"/>
                  <a:pt x="0" y="1053"/>
                </a:cubicBezTo>
                <a:lnTo>
                  <a:pt x="0" y="24"/>
                </a:lnTo>
                <a:cubicBezTo>
                  <a:pt x="0" y="17"/>
                  <a:pt x="3" y="12"/>
                  <a:pt x="7" y="7"/>
                </a:cubicBezTo>
                <a:cubicBezTo>
                  <a:pt x="12" y="2"/>
                  <a:pt x="18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3" name=""/>
          <p:cNvSpPr/>
          <p:nvPr/>
        </p:nvSpPr>
        <p:spPr>
          <a:xfrm>
            <a:off x="1715760" y="2554920"/>
            <a:ext cx="349560" cy="130680"/>
          </a:xfrm>
          <a:custGeom>
            <a:avLst/>
            <a:gdLst/>
            <a:ahLst/>
            <a:rect l="0" t="0" r="r" b="b"/>
            <a:pathLst>
              <a:path w="971" h="363">
                <a:moveTo>
                  <a:pt x="24" y="0"/>
                </a:moveTo>
                <a:lnTo>
                  <a:pt x="947" y="0"/>
                </a:lnTo>
                <a:cubicBezTo>
                  <a:pt x="954" y="0"/>
                  <a:pt x="960" y="2"/>
                  <a:pt x="964" y="7"/>
                </a:cubicBezTo>
                <a:cubicBezTo>
                  <a:pt x="969" y="11"/>
                  <a:pt x="971" y="17"/>
                  <a:pt x="971" y="23"/>
                </a:cubicBezTo>
                <a:lnTo>
                  <a:pt x="971" y="339"/>
                </a:lnTo>
                <a:cubicBezTo>
                  <a:pt x="971" y="346"/>
                  <a:pt x="969" y="351"/>
                  <a:pt x="964" y="356"/>
                </a:cubicBezTo>
                <a:cubicBezTo>
                  <a:pt x="960" y="361"/>
                  <a:pt x="954" y="363"/>
                  <a:pt x="947" y="363"/>
                </a:cubicBezTo>
                <a:lnTo>
                  <a:pt x="24" y="363"/>
                </a:lnTo>
                <a:cubicBezTo>
                  <a:pt x="17" y="363"/>
                  <a:pt x="12" y="361"/>
                  <a:pt x="7" y="356"/>
                </a:cubicBezTo>
                <a:cubicBezTo>
                  <a:pt x="2" y="351"/>
                  <a:pt x="0" y="346"/>
                  <a:pt x="0" y="339"/>
                </a:cubicBezTo>
                <a:lnTo>
                  <a:pt x="0" y="23"/>
                </a:ln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4" name=""/>
          <p:cNvSpPr/>
          <p:nvPr/>
        </p:nvSpPr>
        <p:spPr>
          <a:xfrm>
            <a:off x="4582440" y="1726920"/>
            <a:ext cx="591840" cy="169200"/>
          </a:xfrm>
          <a:custGeom>
            <a:avLst/>
            <a:gdLst/>
            <a:ahLst/>
            <a:rect l="0" t="0" r="r" b="b"/>
            <a:pathLst>
              <a:path w="1644" h="470">
                <a:moveTo>
                  <a:pt x="24" y="0"/>
                </a:moveTo>
                <a:lnTo>
                  <a:pt x="1620" y="0"/>
                </a:lnTo>
                <a:cubicBezTo>
                  <a:pt x="1627" y="0"/>
                  <a:pt x="1632" y="2"/>
                  <a:pt x="1637" y="7"/>
                </a:cubicBezTo>
                <a:cubicBezTo>
                  <a:pt x="1642" y="11"/>
                  <a:pt x="1644" y="17"/>
                  <a:pt x="1644" y="23"/>
                </a:cubicBezTo>
                <a:lnTo>
                  <a:pt x="1644" y="446"/>
                </a:lnTo>
                <a:cubicBezTo>
                  <a:pt x="1644" y="453"/>
                  <a:pt x="1642" y="459"/>
                  <a:pt x="1637" y="463"/>
                </a:cubicBezTo>
                <a:cubicBezTo>
                  <a:pt x="1632" y="468"/>
                  <a:pt x="1627" y="470"/>
                  <a:pt x="1620" y="470"/>
                </a:cubicBezTo>
                <a:lnTo>
                  <a:pt x="24" y="470"/>
                </a:lnTo>
                <a:cubicBezTo>
                  <a:pt x="18" y="470"/>
                  <a:pt x="12" y="468"/>
                  <a:pt x="7" y="463"/>
                </a:cubicBezTo>
                <a:cubicBezTo>
                  <a:pt x="3" y="459"/>
                  <a:pt x="0" y="453"/>
                  <a:pt x="0" y="446"/>
                </a:cubicBezTo>
                <a:lnTo>
                  <a:pt x="0" y="23"/>
                </a:lnTo>
                <a:cubicBezTo>
                  <a:pt x="0" y="17"/>
                  <a:pt x="3" y="11"/>
                  <a:pt x="7" y="7"/>
                </a:cubicBezTo>
                <a:cubicBezTo>
                  <a:pt x="12" y="2"/>
                  <a:pt x="18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5" name=""/>
          <p:cNvSpPr/>
          <p:nvPr/>
        </p:nvSpPr>
        <p:spPr>
          <a:xfrm>
            <a:off x="3770640" y="2651040"/>
            <a:ext cx="761040" cy="131040"/>
          </a:xfrm>
          <a:custGeom>
            <a:avLst/>
            <a:gdLst/>
            <a:ahLst/>
            <a:rect l="0" t="0" r="r" b="b"/>
            <a:pathLst>
              <a:path w="2114" h="364">
                <a:moveTo>
                  <a:pt x="24" y="0"/>
                </a:moveTo>
                <a:lnTo>
                  <a:pt x="2090" y="0"/>
                </a:lnTo>
                <a:cubicBezTo>
                  <a:pt x="2096" y="0"/>
                  <a:pt x="2102" y="2"/>
                  <a:pt x="2107" y="7"/>
                </a:cubicBezTo>
                <a:cubicBezTo>
                  <a:pt x="2111" y="12"/>
                  <a:pt x="2114" y="17"/>
                  <a:pt x="2114" y="24"/>
                </a:cubicBezTo>
                <a:lnTo>
                  <a:pt x="2114" y="340"/>
                </a:lnTo>
                <a:cubicBezTo>
                  <a:pt x="2114" y="346"/>
                  <a:pt x="2111" y="352"/>
                  <a:pt x="2107" y="357"/>
                </a:cubicBezTo>
                <a:cubicBezTo>
                  <a:pt x="2102" y="361"/>
                  <a:pt x="2096" y="364"/>
                  <a:pt x="2090" y="364"/>
                </a:cubicBezTo>
                <a:lnTo>
                  <a:pt x="24" y="364"/>
                </a:lnTo>
                <a:cubicBezTo>
                  <a:pt x="17" y="364"/>
                  <a:pt x="11" y="361"/>
                  <a:pt x="7" y="357"/>
                </a:cubicBezTo>
                <a:cubicBezTo>
                  <a:pt x="2" y="352"/>
                  <a:pt x="0" y="346"/>
                  <a:pt x="0" y="340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4" y="0"/>
                </a:cubicBezTo>
                <a:close/>
              </a:path>
            </a:pathLst>
          </a:custGeom>
          <a:noFill/>
          <a:ln w="8280">
            <a:solidFill>
              <a:srgbClr val="1f6feb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6" name=""/>
          <p:cNvSpPr/>
          <p:nvPr/>
        </p:nvSpPr>
        <p:spPr>
          <a:xfrm>
            <a:off x="1418040" y="222948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4" y="0"/>
                </a:moveTo>
                <a:lnTo>
                  <a:pt x="358" y="0"/>
                </a:lnTo>
                <a:cubicBezTo>
                  <a:pt x="365" y="0"/>
                  <a:pt x="370" y="3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5" y="126"/>
                  <a:pt x="358" y="126"/>
                </a:cubicBezTo>
                <a:lnTo>
                  <a:pt x="24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7" name=""/>
          <p:cNvSpPr/>
          <p:nvPr/>
        </p:nvSpPr>
        <p:spPr>
          <a:xfrm>
            <a:off x="1418040" y="222948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4" y="0"/>
                </a:moveTo>
                <a:lnTo>
                  <a:pt x="358" y="0"/>
                </a:lnTo>
                <a:cubicBezTo>
                  <a:pt x="365" y="0"/>
                  <a:pt x="370" y="3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5" y="126"/>
                  <a:pt x="358" y="126"/>
                </a:cubicBezTo>
                <a:lnTo>
                  <a:pt x="24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lose/>
              </a:path>
            </a:pathLst>
          </a:custGeom>
          <a:noFill/>
          <a:ln w="396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8" name=""/>
          <p:cNvSpPr txBox="1"/>
          <p:nvPr/>
        </p:nvSpPr>
        <p:spPr>
          <a:xfrm>
            <a:off x="439920" y="729360"/>
            <a:ext cx="476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valt er onder een ID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9" name=""/>
          <p:cNvSpPr/>
          <p:nvPr/>
        </p:nvSpPr>
        <p:spPr>
          <a:xfrm>
            <a:off x="4572000" y="302544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3" y="0"/>
                </a:moveTo>
                <a:lnTo>
                  <a:pt x="358" y="0"/>
                </a:lnTo>
                <a:cubicBezTo>
                  <a:pt x="364" y="0"/>
                  <a:pt x="370" y="2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4" y="126"/>
                  <a:pt x="358" y="126"/>
                </a:cubicBezTo>
                <a:lnTo>
                  <a:pt x="23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0" name=""/>
          <p:cNvSpPr/>
          <p:nvPr/>
        </p:nvSpPr>
        <p:spPr>
          <a:xfrm>
            <a:off x="4572000" y="3025440"/>
            <a:ext cx="137520" cy="45360"/>
          </a:xfrm>
          <a:custGeom>
            <a:avLst/>
            <a:gdLst/>
            <a:ahLst/>
            <a:rect l="0" t="0" r="r" b="b"/>
            <a:pathLst>
              <a:path w="382" h="126">
                <a:moveTo>
                  <a:pt x="23" y="0"/>
                </a:moveTo>
                <a:lnTo>
                  <a:pt x="358" y="0"/>
                </a:lnTo>
                <a:cubicBezTo>
                  <a:pt x="364" y="0"/>
                  <a:pt x="370" y="2"/>
                  <a:pt x="375" y="7"/>
                </a:cubicBezTo>
                <a:cubicBezTo>
                  <a:pt x="379" y="12"/>
                  <a:pt x="382" y="17"/>
                  <a:pt x="382" y="24"/>
                </a:cubicBezTo>
                <a:lnTo>
                  <a:pt x="382" y="102"/>
                </a:lnTo>
                <a:cubicBezTo>
                  <a:pt x="382" y="109"/>
                  <a:pt x="379" y="114"/>
                  <a:pt x="375" y="119"/>
                </a:cubicBezTo>
                <a:cubicBezTo>
                  <a:pt x="370" y="124"/>
                  <a:pt x="364" y="126"/>
                  <a:pt x="358" y="126"/>
                </a:cubicBezTo>
                <a:lnTo>
                  <a:pt x="23" y="126"/>
                </a:lnTo>
                <a:cubicBezTo>
                  <a:pt x="17" y="126"/>
                  <a:pt x="11" y="124"/>
                  <a:pt x="7" y="119"/>
                </a:cubicBezTo>
                <a:cubicBezTo>
                  <a:pt x="2" y="114"/>
                  <a:pt x="0" y="109"/>
                  <a:pt x="0" y="102"/>
                </a:cubicBez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1" y="2"/>
                  <a:pt x="17" y="0"/>
                  <a:pt x="23" y="0"/>
                </a:cubicBezTo>
                <a:close/>
              </a:path>
            </a:pathLst>
          </a:custGeom>
          <a:noFill/>
          <a:ln w="396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1" name=""/>
          <p:cNvSpPr txBox="1"/>
          <p:nvPr/>
        </p:nvSpPr>
        <p:spPr>
          <a:xfrm>
            <a:off x="1418040" y="2232000"/>
            <a:ext cx="136440" cy="3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6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2" name=""/>
          <p:cNvSpPr txBox="1"/>
          <p:nvPr/>
        </p:nvSpPr>
        <p:spPr>
          <a:xfrm>
            <a:off x="4572720" y="3025800"/>
            <a:ext cx="135000" cy="3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6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3" name=""/>
          <p:cNvSpPr/>
          <p:nvPr/>
        </p:nvSpPr>
        <p:spPr>
          <a:xfrm>
            <a:off x="5505120" y="1685880"/>
            <a:ext cx="3372480" cy="705240"/>
          </a:xfrm>
          <a:custGeom>
            <a:avLst/>
            <a:gdLst/>
            <a:ahLst/>
            <a:rect l="0" t="0" r="r" b="b"/>
            <a:pathLst>
              <a:path w="9368" h="1959">
                <a:moveTo>
                  <a:pt x="0" y="0"/>
                </a:moveTo>
                <a:lnTo>
                  <a:pt x="9368" y="0"/>
                </a:lnTo>
                <a:lnTo>
                  <a:pt x="9368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4" name=""/>
          <p:cNvSpPr/>
          <p:nvPr/>
        </p:nvSpPr>
        <p:spPr>
          <a:xfrm>
            <a:off x="5505120" y="1685880"/>
            <a:ext cx="3372480" cy="38160"/>
          </a:xfrm>
          <a:custGeom>
            <a:avLst/>
            <a:gdLst/>
            <a:ahLst/>
            <a:rect l="0" t="0" r="r" b="b"/>
            <a:pathLst>
              <a:path w="9368" h="106">
                <a:moveTo>
                  <a:pt x="0" y="0"/>
                </a:moveTo>
                <a:lnTo>
                  <a:pt x="9368" y="0"/>
                </a:lnTo>
                <a:lnTo>
                  <a:pt x="936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5" name=""/>
          <p:cNvSpPr/>
          <p:nvPr/>
        </p:nvSpPr>
        <p:spPr>
          <a:xfrm>
            <a:off x="5505120" y="238104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6" name=""/>
          <p:cNvSpPr/>
          <p:nvPr/>
        </p:nvSpPr>
        <p:spPr>
          <a:xfrm>
            <a:off x="8867520" y="168588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105"/>
                </a:moveTo>
                <a:lnTo>
                  <a:pt x="0" y="1959"/>
                </a:lnTo>
                <a:lnTo>
                  <a:pt x="28" y="195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7" name=""/>
          <p:cNvSpPr/>
          <p:nvPr/>
        </p:nvSpPr>
        <p:spPr>
          <a:xfrm>
            <a:off x="5505120" y="1685880"/>
            <a:ext cx="10080" cy="705240"/>
          </a:xfrm>
          <a:custGeom>
            <a:avLst/>
            <a:gdLst/>
            <a:ahLst/>
            <a:rect l="0" t="0" r="r" b="b"/>
            <a:pathLst>
              <a:path w="28" h="1959">
                <a:moveTo>
                  <a:pt x="0" y="0"/>
                </a:moveTo>
                <a:lnTo>
                  <a:pt x="0" y="1959"/>
                </a:lnTo>
                <a:lnTo>
                  <a:pt x="28" y="1959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8" name=""/>
          <p:cNvSpPr/>
          <p:nvPr/>
        </p:nvSpPr>
        <p:spPr>
          <a:xfrm>
            <a:off x="5505120" y="2466720"/>
            <a:ext cx="3372480" cy="533880"/>
          </a:xfrm>
          <a:custGeom>
            <a:avLst/>
            <a:gdLst/>
            <a:ahLst/>
            <a:rect l="0" t="0" r="r" b="b"/>
            <a:pathLst>
              <a:path w="9368" h="1483">
                <a:moveTo>
                  <a:pt x="0" y="0"/>
                </a:moveTo>
                <a:lnTo>
                  <a:pt x="9368" y="0"/>
                </a:lnTo>
                <a:lnTo>
                  <a:pt x="936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9" name=""/>
          <p:cNvSpPr/>
          <p:nvPr/>
        </p:nvSpPr>
        <p:spPr>
          <a:xfrm>
            <a:off x="5505120" y="2466720"/>
            <a:ext cx="3372480" cy="38520"/>
          </a:xfrm>
          <a:custGeom>
            <a:avLst/>
            <a:gdLst/>
            <a:ahLst/>
            <a:rect l="0" t="0" r="r" b="b"/>
            <a:pathLst>
              <a:path w="9368" h="107">
                <a:moveTo>
                  <a:pt x="0" y="0"/>
                </a:moveTo>
                <a:lnTo>
                  <a:pt x="9368" y="0"/>
                </a:lnTo>
                <a:lnTo>
                  <a:pt x="93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0" name=""/>
          <p:cNvSpPr/>
          <p:nvPr/>
        </p:nvSpPr>
        <p:spPr>
          <a:xfrm>
            <a:off x="5505120" y="299052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1" name=""/>
          <p:cNvSpPr/>
          <p:nvPr/>
        </p:nvSpPr>
        <p:spPr>
          <a:xfrm>
            <a:off x="8867520" y="24667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2" name=""/>
          <p:cNvSpPr/>
          <p:nvPr/>
        </p:nvSpPr>
        <p:spPr>
          <a:xfrm>
            <a:off x="5505120" y="24667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3" name=""/>
          <p:cNvSpPr/>
          <p:nvPr/>
        </p:nvSpPr>
        <p:spPr>
          <a:xfrm>
            <a:off x="5505120" y="3076560"/>
            <a:ext cx="3372480" cy="524160"/>
          </a:xfrm>
          <a:custGeom>
            <a:avLst/>
            <a:gdLst/>
            <a:ahLst/>
            <a:rect l="0" t="0" r="r" b="b"/>
            <a:pathLst>
              <a:path w="9368" h="1456">
                <a:moveTo>
                  <a:pt x="0" y="0"/>
                </a:moveTo>
                <a:lnTo>
                  <a:pt x="9368" y="0"/>
                </a:lnTo>
                <a:lnTo>
                  <a:pt x="936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4" name=""/>
          <p:cNvSpPr/>
          <p:nvPr/>
        </p:nvSpPr>
        <p:spPr>
          <a:xfrm>
            <a:off x="5505120" y="3076560"/>
            <a:ext cx="3372480" cy="38160"/>
          </a:xfrm>
          <a:custGeom>
            <a:avLst/>
            <a:gdLst/>
            <a:ahLst/>
            <a:rect l="0" t="0" r="r" b="b"/>
            <a:pathLst>
              <a:path w="9368" h="106">
                <a:moveTo>
                  <a:pt x="0" y="0"/>
                </a:moveTo>
                <a:lnTo>
                  <a:pt x="9368" y="0"/>
                </a:lnTo>
                <a:lnTo>
                  <a:pt x="936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5" name=""/>
          <p:cNvSpPr/>
          <p:nvPr/>
        </p:nvSpPr>
        <p:spPr>
          <a:xfrm>
            <a:off x="5505120" y="3590640"/>
            <a:ext cx="3372480" cy="10080"/>
          </a:xfrm>
          <a:custGeom>
            <a:avLst/>
            <a:gdLst/>
            <a:ahLst/>
            <a:rect l="0" t="0" r="r" b="b"/>
            <a:pathLst>
              <a:path w="9368" h="28">
                <a:moveTo>
                  <a:pt x="0" y="0"/>
                </a:moveTo>
                <a:lnTo>
                  <a:pt x="9368" y="0"/>
                </a:lnTo>
                <a:lnTo>
                  <a:pt x="9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6" name=""/>
          <p:cNvSpPr/>
          <p:nvPr/>
        </p:nvSpPr>
        <p:spPr>
          <a:xfrm>
            <a:off x="8867520" y="30765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5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7" name=""/>
          <p:cNvSpPr/>
          <p:nvPr/>
        </p:nvSpPr>
        <p:spPr>
          <a:xfrm>
            <a:off x="5505120" y="307656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8" name=""/>
          <p:cNvSpPr txBox="1"/>
          <p:nvPr/>
        </p:nvSpPr>
        <p:spPr>
          <a:xfrm>
            <a:off x="457200" y="3803400"/>
            <a:ext cx="297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kernregistratie en studentvolgsysteem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9" name=""/>
          <p:cNvSpPr txBox="1"/>
          <p:nvPr/>
        </p:nvSpPr>
        <p:spPr>
          <a:xfrm>
            <a:off x="5626440" y="1811880"/>
            <a:ext cx="197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Meerdere lijnen, een naam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0" name=""/>
          <p:cNvSpPr txBox="1"/>
          <p:nvPr/>
        </p:nvSpPr>
        <p:spPr>
          <a:xfrm>
            <a:off x="5626440" y="1987920"/>
            <a:ext cx="32558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links en rechts op de plaat; samen OC-SVS-KRS, of twee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1" name=""/>
          <p:cNvSpPr txBox="1"/>
          <p:nvPr/>
        </p:nvSpPr>
        <p:spPr>
          <a:xfrm>
            <a:off x="5626440" y="2149920"/>
            <a:ext cx="575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eigen ID's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2" name=""/>
          <p:cNvSpPr txBox="1"/>
          <p:nvPr/>
        </p:nvSpPr>
        <p:spPr>
          <a:xfrm>
            <a:off x="5626440" y="2593080"/>
            <a:ext cx="2247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grens zit in de bouwstenen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3" name=""/>
          <p:cNvSpPr txBox="1"/>
          <p:nvPr/>
        </p:nvSpPr>
        <p:spPr>
          <a:xfrm>
            <a:off x="5626440" y="2759400"/>
            <a:ext cx="3045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diensten en endpoints bepalen waar een ID ophoudt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4" name=""/>
          <p:cNvSpPr txBox="1"/>
          <p:nvPr/>
        </p:nvSpPr>
        <p:spPr>
          <a:xfrm>
            <a:off x="5626440" y="3202560"/>
            <a:ext cx="1959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beeld scherpt nog 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5" name=""/>
          <p:cNvSpPr/>
          <p:nvPr/>
        </p:nvSpPr>
        <p:spPr>
          <a:xfrm>
            <a:off x="456840" y="4057560"/>
            <a:ext cx="8420760" cy="466920"/>
          </a:xfrm>
          <a:custGeom>
            <a:avLst/>
            <a:gdLst/>
            <a:ahLst/>
            <a:rect l="0" t="0" r="r" b="b"/>
            <a:pathLst>
              <a:path w="23391" h="1297">
                <a:moveTo>
                  <a:pt x="0" y="0"/>
                </a:moveTo>
                <a:lnTo>
                  <a:pt x="23391" y="0"/>
                </a:lnTo>
                <a:lnTo>
                  <a:pt x="23391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6" name=""/>
          <p:cNvSpPr/>
          <p:nvPr/>
        </p:nvSpPr>
        <p:spPr>
          <a:xfrm>
            <a:off x="456840" y="4057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7" name=""/>
          <p:cNvSpPr/>
          <p:nvPr/>
        </p:nvSpPr>
        <p:spPr>
          <a:xfrm>
            <a:off x="456840" y="4514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8" name=""/>
          <p:cNvSpPr/>
          <p:nvPr/>
        </p:nvSpPr>
        <p:spPr>
          <a:xfrm>
            <a:off x="8867520" y="40575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106"/>
                </a:moveTo>
                <a:lnTo>
                  <a:pt x="0" y="1297"/>
                </a:lnTo>
                <a:lnTo>
                  <a:pt x="28" y="12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9" name=""/>
          <p:cNvSpPr/>
          <p:nvPr/>
        </p:nvSpPr>
        <p:spPr>
          <a:xfrm>
            <a:off x="456840" y="405756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0" y="1297"/>
                </a:lnTo>
                <a:lnTo>
                  <a:pt x="28" y="12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0" name=""/>
          <p:cNvSpPr/>
          <p:nvPr/>
        </p:nvSpPr>
        <p:spPr>
          <a:xfrm>
            <a:off x="632520" y="420876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3"/>
                </a:lnTo>
                <a:lnTo>
                  <a:pt x="458" y="343"/>
                </a:lnTo>
                <a:cubicBezTo>
                  <a:pt x="463" y="343"/>
                  <a:pt x="468" y="342"/>
                  <a:pt x="473" y="340"/>
                </a:cubicBezTo>
                <a:cubicBezTo>
                  <a:pt x="478" y="338"/>
                  <a:pt x="482" y="335"/>
                  <a:pt x="485" y="331"/>
                </a:cubicBezTo>
                <a:cubicBezTo>
                  <a:pt x="489" y="328"/>
                  <a:pt x="492" y="324"/>
                  <a:pt x="494" y="319"/>
                </a:cubicBezTo>
                <a:cubicBezTo>
                  <a:pt x="496" y="314"/>
                  <a:pt x="496" y="310"/>
                  <a:pt x="496" y="305"/>
                </a:cubicBezTo>
                <a:lnTo>
                  <a:pt x="496" y="76"/>
                </a:lnTo>
                <a:cubicBezTo>
                  <a:pt x="496" y="71"/>
                  <a:pt x="496" y="66"/>
                  <a:pt x="494" y="61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1"/>
                </a:cubicBezTo>
                <a:cubicBezTo>
                  <a:pt x="39" y="66"/>
                  <a:pt x="38" y="71"/>
                  <a:pt x="38" y="76"/>
                </a:cubicBezTo>
                <a:lnTo>
                  <a:pt x="38" y="305"/>
                </a:lnTo>
                <a:cubicBezTo>
                  <a:pt x="38" y="310"/>
                  <a:pt x="39" y="314"/>
                  <a:pt x="41" y="319"/>
                </a:cubicBezTo>
                <a:cubicBezTo>
                  <a:pt x="43" y="324"/>
                  <a:pt x="46" y="328"/>
                  <a:pt x="50" y="331"/>
                </a:cubicBezTo>
                <a:cubicBezTo>
                  <a:pt x="53" y="335"/>
                  <a:pt x="57" y="338"/>
                  <a:pt x="62" y="340"/>
                </a:cubicBezTo>
                <a:cubicBezTo>
                  <a:pt x="67" y="342"/>
                  <a:pt x="71" y="343"/>
                  <a:pt x="77" y="343"/>
                </a:cubicBezTo>
                <a:lnTo>
                  <a:pt x="249" y="343"/>
                </a:lnTo>
                <a:lnTo>
                  <a:pt x="249" y="381"/>
                </a:lnTo>
                <a:lnTo>
                  <a:pt x="77" y="381"/>
                </a:lnTo>
                <a:cubicBezTo>
                  <a:pt x="66" y="381"/>
                  <a:pt x="57" y="379"/>
                  <a:pt x="47" y="375"/>
                </a:cubicBezTo>
                <a:cubicBezTo>
                  <a:pt x="38" y="371"/>
                  <a:pt x="30" y="366"/>
                  <a:pt x="23" y="358"/>
                </a:cubicBezTo>
                <a:cubicBezTo>
                  <a:pt x="16" y="351"/>
                  <a:pt x="10" y="343"/>
                  <a:pt x="6" y="334"/>
                </a:cubicBezTo>
                <a:cubicBezTo>
                  <a:pt x="2" y="324"/>
                  <a:pt x="0" y="315"/>
                  <a:pt x="0" y="305"/>
                </a:cubicBezTo>
                <a:lnTo>
                  <a:pt x="0" y="76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6"/>
                </a:cubicBezTo>
                <a:lnTo>
                  <a:pt x="535" y="305"/>
                </a:lnTo>
                <a:cubicBezTo>
                  <a:pt x="535" y="315"/>
                  <a:pt x="533" y="324"/>
                  <a:pt x="529" y="334"/>
                </a:cubicBezTo>
                <a:cubicBezTo>
                  <a:pt x="525" y="343"/>
                  <a:pt x="519" y="351"/>
                  <a:pt x="512" y="358"/>
                </a:cubicBezTo>
                <a:cubicBezTo>
                  <a:pt x="505" y="366"/>
                  <a:pt x="497" y="371"/>
                  <a:pt x="488" y="375"/>
                </a:cubicBezTo>
                <a:cubicBezTo>
                  <a:pt x="478" y="379"/>
                  <a:pt x="469" y="381"/>
                  <a:pt x="458" y="381"/>
                </a:cubicBezTo>
                <a:lnTo>
                  <a:pt x="366" y="381"/>
                </a:lnTo>
                <a:lnTo>
                  <a:pt x="301" y="4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1" name=""/>
          <p:cNvSpPr/>
          <p:nvPr/>
        </p:nvSpPr>
        <p:spPr>
          <a:xfrm>
            <a:off x="673920" y="4249800"/>
            <a:ext cx="109800" cy="55080"/>
          </a:xfrm>
          <a:custGeom>
            <a:avLst/>
            <a:gdLst/>
            <a:ahLst/>
            <a:rect l="0" t="0" r="r" b="b"/>
            <a:pathLst>
              <a:path w="305" h="153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4"/>
                </a:moveTo>
                <a:lnTo>
                  <a:pt x="191" y="114"/>
                </a:lnTo>
                <a:lnTo>
                  <a:pt x="191" y="153"/>
                </a:lnTo>
                <a:lnTo>
                  <a:pt x="0" y="153"/>
                </a:lnTo>
                <a:lnTo>
                  <a:pt x="0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2" name=""/>
          <p:cNvSpPr txBox="1"/>
          <p:nvPr/>
        </p:nvSpPr>
        <p:spPr>
          <a:xfrm>
            <a:off x="5626440" y="3369240"/>
            <a:ext cx="32025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vastleggen in een ADR zodra de detaillering het draagt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4" name=""/>
          <p:cNvSpPr txBox="1"/>
          <p:nvPr/>
        </p:nvSpPr>
        <p:spPr>
          <a:xfrm>
            <a:off x="838440" y="4216320"/>
            <a:ext cx="427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wat vinden jullie van dit concept?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42" name=""/>
          <p:cNvSpPr/>
          <p:nvPr/>
        </p:nvSpPr>
        <p:spPr>
          <a:xfrm>
            <a:off x="461880" y="861840"/>
            <a:ext cx="8410680" cy="3191400"/>
          </a:xfrm>
          <a:custGeom>
            <a:avLst/>
            <a:gdLst/>
            <a:ahLst/>
            <a:rect l="0" t="0" r="r" b="b"/>
            <a:pathLst>
              <a:path w="23363" h="8865">
                <a:moveTo>
                  <a:pt x="0" y="871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7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49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6"/>
                  <a:pt x="23363" y="136"/>
                  <a:pt x="23363" y="145"/>
                </a:cubicBezTo>
                <a:lnTo>
                  <a:pt x="23363" y="8719"/>
                </a:lnTo>
                <a:cubicBezTo>
                  <a:pt x="23363" y="8729"/>
                  <a:pt x="23363" y="8738"/>
                  <a:pt x="23361" y="8747"/>
                </a:cubicBezTo>
                <a:cubicBezTo>
                  <a:pt x="23359" y="8757"/>
                  <a:pt x="23356" y="8766"/>
                  <a:pt x="23352" y="8775"/>
                </a:cubicBezTo>
                <a:cubicBezTo>
                  <a:pt x="23349" y="8784"/>
                  <a:pt x="23344" y="8792"/>
                  <a:pt x="23339" y="8800"/>
                </a:cubicBezTo>
                <a:cubicBezTo>
                  <a:pt x="23334" y="8808"/>
                  <a:pt x="23328" y="8815"/>
                  <a:pt x="23321" y="8822"/>
                </a:cubicBezTo>
                <a:cubicBezTo>
                  <a:pt x="23314" y="8829"/>
                  <a:pt x="23307" y="8835"/>
                  <a:pt x="23299" y="8840"/>
                </a:cubicBezTo>
                <a:cubicBezTo>
                  <a:pt x="23291" y="8845"/>
                  <a:pt x="23282" y="8850"/>
                  <a:pt x="23274" y="8853"/>
                </a:cubicBezTo>
                <a:cubicBezTo>
                  <a:pt x="23265" y="8857"/>
                  <a:pt x="23256" y="8860"/>
                  <a:pt x="23246" y="8862"/>
                </a:cubicBezTo>
                <a:cubicBezTo>
                  <a:pt x="23237" y="8864"/>
                  <a:pt x="23227" y="8865"/>
                  <a:pt x="23218" y="8865"/>
                </a:cubicBezTo>
                <a:lnTo>
                  <a:pt x="145" y="8865"/>
                </a:lnTo>
                <a:cubicBezTo>
                  <a:pt x="136" y="8865"/>
                  <a:pt x="126" y="8864"/>
                  <a:pt x="117" y="8862"/>
                </a:cubicBezTo>
                <a:cubicBezTo>
                  <a:pt x="107" y="8860"/>
                  <a:pt x="98" y="8857"/>
                  <a:pt x="90" y="8853"/>
                </a:cubicBezTo>
                <a:cubicBezTo>
                  <a:pt x="81" y="8850"/>
                  <a:pt x="72" y="8845"/>
                  <a:pt x="64" y="8840"/>
                </a:cubicBezTo>
                <a:cubicBezTo>
                  <a:pt x="56" y="8835"/>
                  <a:pt x="49" y="8829"/>
                  <a:pt x="42" y="8822"/>
                </a:cubicBezTo>
                <a:cubicBezTo>
                  <a:pt x="36" y="8815"/>
                  <a:pt x="30" y="8808"/>
                  <a:pt x="24" y="8800"/>
                </a:cubicBezTo>
                <a:cubicBezTo>
                  <a:pt x="19" y="8792"/>
                  <a:pt x="14" y="8784"/>
                  <a:pt x="11" y="8775"/>
                </a:cubicBezTo>
                <a:cubicBezTo>
                  <a:pt x="7" y="8766"/>
                  <a:pt x="4" y="8757"/>
                  <a:pt x="3" y="8747"/>
                </a:cubicBezTo>
                <a:cubicBezTo>
                  <a:pt x="1" y="8738"/>
                  <a:pt x="0" y="8729"/>
                  <a:pt x="0" y="871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3" name=""/>
          <p:cNvSpPr/>
          <p:nvPr/>
        </p:nvSpPr>
        <p:spPr>
          <a:xfrm>
            <a:off x="461880" y="861840"/>
            <a:ext cx="8410680" cy="3191400"/>
          </a:xfrm>
          <a:custGeom>
            <a:avLst/>
            <a:gdLst/>
            <a:ahLst/>
            <a:rect l="0" t="0" r="r" b="b"/>
            <a:pathLst>
              <a:path w="23363" h="8865">
                <a:moveTo>
                  <a:pt x="0" y="871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7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49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6"/>
                  <a:pt x="23363" y="136"/>
                  <a:pt x="23363" y="145"/>
                </a:cubicBezTo>
                <a:lnTo>
                  <a:pt x="23363" y="8719"/>
                </a:lnTo>
                <a:cubicBezTo>
                  <a:pt x="23363" y="8729"/>
                  <a:pt x="23363" y="8738"/>
                  <a:pt x="23361" y="8747"/>
                </a:cubicBezTo>
                <a:cubicBezTo>
                  <a:pt x="23359" y="8757"/>
                  <a:pt x="23356" y="8766"/>
                  <a:pt x="23352" y="8775"/>
                </a:cubicBezTo>
                <a:cubicBezTo>
                  <a:pt x="23349" y="8784"/>
                  <a:pt x="23344" y="8792"/>
                  <a:pt x="23339" y="8800"/>
                </a:cubicBezTo>
                <a:cubicBezTo>
                  <a:pt x="23334" y="8808"/>
                  <a:pt x="23328" y="8815"/>
                  <a:pt x="23321" y="8822"/>
                </a:cubicBezTo>
                <a:cubicBezTo>
                  <a:pt x="23314" y="8829"/>
                  <a:pt x="23307" y="8835"/>
                  <a:pt x="23299" y="8840"/>
                </a:cubicBezTo>
                <a:cubicBezTo>
                  <a:pt x="23291" y="8845"/>
                  <a:pt x="23282" y="8850"/>
                  <a:pt x="23274" y="8853"/>
                </a:cubicBezTo>
                <a:cubicBezTo>
                  <a:pt x="23265" y="8857"/>
                  <a:pt x="23256" y="8860"/>
                  <a:pt x="23246" y="8862"/>
                </a:cubicBezTo>
                <a:cubicBezTo>
                  <a:pt x="23237" y="8864"/>
                  <a:pt x="23227" y="8865"/>
                  <a:pt x="23218" y="8865"/>
                </a:cubicBezTo>
                <a:lnTo>
                  <a:pt x="145" y="8865"/>
                </a:lnTo>
                <a:cubicBezTo>
                  <a:pt x="136" y="8865"/>
                  <a:pt x="126" y="8864"/>
                  <a:pt x="117" y="8862"/>
                </a:cubicBezTo>
                <a:cubicBezTo>
                  <a:pt x="107" y="8860"/>
                  <a:pt x="98" y="8857"/>
                  <a:pt x="90" y="8853"/>
                </a:cubicBezTo>
                <a:cubicBezTo>
                  <a:pt x="81" y="8850"/>
                  <a:pt x="72" y="8845"/>
                  <a:pt x="64" y="8840"/>
                </a:cubicBezTo>
                <a:cubicBezTo>
                  <a:pt x="56" y="8835"/>
                  <a:pt x="49" y="8829"/>
                  <a:pt x="42" y="8822"/>
                </a:cubicBezTo>
                <a:cubicBezTo>
                  <a:pt x="36" y="8815"/>
                  <a:pt x="30" y="8808"/>
                  <a:pt x="24" y="8800"/>
                </a:cubicBezTo>
                <a:cubicBezTo>
                  <a:pt x="19" y="8792"/>
                  <a:pt x="14" y="8784"/>
                  <a:pt x="11" y="8775"/>
                </a:cubicBezTo>
                <a:cubicBezTo>
                  <a:pt x="7" y="8766"/>
                  <a:pt x="4" y="8757"/>
                  <a:pt x="3" y="8747"/>
                </a:cubicBezTo>
                <a:cubicBezTo>
                  <a:pt x="1" y="8738"/>
                  <a:pt x="0" y="8729"/>
                  <a:pt x="0" y="871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44" name="" descr=""/>
          <p:cNvPicPr/>
          <p:nvPr/>
        </p:nvPicPr>
        <p:blipFill>
          <a:blip r:embed="rId2"/>
          <a:stretch/>
        </p:blipFill>
        <p:spPr>
          <a:xfrm>
            <a:off x="1419120" y="866880"/>
            <a:ext cx="6505200" cy="3180960"/>
          </a:xfrm>
          <a:prstGeom prst="rect">
            <a:avLst/>
          </a:prstGeom>
          <a:ln w="0">
            <a:noFill/>
          </a:ln>
        </p:spPr>
      </p:pic>
      <p:sp>
        <p:nvSpPr>
          <p:cNvPr id="2745" name=""/>
          <p:cNvSpPr/>
          <p:nvPr/>
        </p:nvSpPr>
        <p:spPr>
          <a:xfrm>
            <a:off x="1419120" y="866520"/>
            <a:ext cx="6505920" cy="3181680"/>
          </a:xfrm>
          <a:custGeom>
            <a:avLst/>
            <a:gdLst/>
            <a:ahLst/>
            <a:rect l="0" t="0" r="r" b="b"/>
            <a:pathLst>
              <a:path w="18072" h="8838">
                <a:moveTo>
                  <a:pt x="0" y="0"/>
                </a:moveTo>
                <a:lnTo>
                  <a:pt x="18072" y="0"/>
                </a:lnTo>
                <a:lnTo>
                  <a:pt x="18072" y="8838"/>
                </a:lnTo>
                <a:lnTo>
                  <a:pt x="0" y="88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6" name=""/>
          <p:cNvSpPr/>
          <p:nvPr/>
        </p:nvSpPr>
        <p:spPr>
          <a:xfrm>
            <a:off x="4963320" y="2149920"/>
            <a:ext cx="1955520" cy="460800"/>
          </a:xfrm>
          <a:custGeom>
            <a:avLst/>
            <a:gdLst/>
            <a:ahLst/>
            <a:rect l="0" t="0" r="r" b="b"/>
            <a:pathLst>
              <a:path fill="none" w="5432" h="1280">
                <a:moveTo>
                  <a:pt x="0" y="1280"/>
                </a:moveTo>
                <a:lnTo>
                  <a:pt x="1159" y="842"/>
                </a:lnTo>
                <a:lnTo>
                  <a:pt x="1144" y="770"/>
                </a:lnTo>
                <a:lnTo>
                  <a:pt x="1112" y="516"/>
                </a:lnTo>
                <a:lnTo>
                  <a:pt x="1120" y="445"/>
                </a:lnTo>
                <a:lnTo>
                  <a:pt x="1183" y="381"/>
                </a:lnTo>
                <a:lnTo>
                  <a:pt x="5432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7" name=""/>
          <p:cNvSpPr/>
          <p:nvPr/>
        </p:nvSpPr>
        <p:spPr>
          <a:xfrm>
            <a:off x="4963320" y="2149920"/>
            <a:ext cx="1955520" cy="460800"/>
          </a:xfrm>
          <a:custGeom>
            <a:avLst/>
            <a:gdLst/>
            <a:ahLst/>
            <a:rect l="0" t="0" r="r" b="b"/>
            <a:pathLst>
              <a:path fill="none" w="5432" h="1280">
                <a:moveTo>
                  <a:pt x="0" y="1280"/>
                </a:moveTo>
                <a:lnTo>
                  <a:pt x="1159" y="842"/>
                </a:lnTo>
                <a:lnTo>
                  <a:pt x="1144" y="770"/>
                </a:lnTo>
                <a:lnTo>
                  <a:pt x="1112" y="516"/>
                </a:lnTo>
                <a:lnTo>
                  <a:pt x="1120" y="445"/>
                </a:lnTo>
                <a:lnTo>
                  <a:pt x="1183" y="381"/>
                </a:lnTo>
                <a:lnTo>
                  <a:pt x="5432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8" name=""/>
          <p:cNvSpPr/>
          <p:nvPr/>
        </p:nvSpPr>
        <p:spPr>
          <a:xfrm>
            <a:off x="6837840" y="2114280"/>
            <a:ext cx="89640" cy="85680"/>
          </a:xfrm>
          <a:custGeom>
            <a:avLst/>
            <a:gdLst/>
            <a:ahLst/>
            <a:rect l="0" t="0" r="r" b="b"/>
            <a:pathLst>
              <a:path w="249" h="238">
                <a:moveTo>
                  <a:pt x="0" y="0"/>
                </a:moveTo>
                <a:lnTo>
                  <a:pt x="249" y="97"/>
                </a:lnTo>
                <a:lnTo>
                  <a:pt x="21" y="23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9" name=""/>
          <p:cNvSpPr/>
          <p:nvPr/>
        </p:nvSpPr>
        <p:spPr>
          <a:xfrm>
            <a:off x="4105800" y="1584000"/>
            <a:ext cx="466200" cy="1026720"/>
          </a:xfrm>
          <a:custGeom>
            <a:avLst/>
            <a:gdLst/>
            <a:ahLst/>
            <a:rect l="0" t="0" r="r" b="b"/>
            <a:pathLst>
              <a:path fill="none" w="1295" h="2852">
                <a:moveTo>
                  <a:pt x="1295" y="2852"/>
                </a:moveTo>
                <a:lnTo>
                  <a:pt x="0" y="2295"/>
                </a:lnTo>
                <a:lnTo>
                  <a:pt x="381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0" name=""/>
          <p:cNvSpPr/>
          <p:nvPr/>
        </p:nvSpPr>
        <p:spPr>
          <a:xfrm>
            <a:off x="4105800" y="1584000"/>
            <a:ext cx="466200" cy="1026720"/>
          </a:xfrm>
          <a:custGeom>
            <a:avLst/>
            <a:gdLst/>
            <a:ahLst/>
            <a:rect l="0" t="0" r="r" b="b"/>
            <a:pathLst>
              <a:path fill="none" w="1295" h="2852">
                <a:moveTo>
                  <a:pt x="1295" y="2852"/>
                </a:moveTo>
                <a:lnTo>
                  <a:pt x="0" y="2295"/>
                </a:lnTo>
                <a:lnTo>
                  <a:pt x="381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1" name=""/>
          <p:cNvSpPr/>
          <p:nvPr/>
        </p:nvSpPr>
        <p:spPr>
          <a:xfrm>
            <a:off x="4188240" y="1575720"/>
            <a:ext cx="84960" cy="91800"/>
          </a:xfrm>
          <a:custGeom>
            <a:avLst/>
            <a:gdLst/>
            <a:ahLst/>
            <a:rect l="0" t="0" r="r" b="b"/>
            <a:pathLst>
              <a:path w="236" h="255">
                <a:moveTo>
                  <a:pt x="0" y="216"/>
                </a:moveTo>
                <a:lnTo>
                  <a:pt x="156" y="0"/>
                </a:lnTo>
                <a:lnTo>
                  <a:pt x="236" y="255"/>
                </a:lnTo>
                <a:lnTo>
                  <a:pt x="0" y="21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2" name=""/>
          <p:cNvSpPr/>
          <p:nvPr/>
        </p:nvSpPr>
        <p:spPr>
          <a:xfrm>
            <a:off x="4963320" y="2201400"/>
            <a:ext cx="440640" cy="409320"/>
          </a:xfrm>
          <a:custGeom>
            <a:avLst/>
            <a:gdLst/>
            <a:ahLst/>
            <a:rect l="0" t="0" r="r" b="b"/>
            <a:pathLst>
              <a:path fill="none" w="1224" h="1137">
                <a:moveTo>
                  <a:pt x="0" y="1137"/>
                </a:moveTo>
                <a:lnTo>
                  <a:pt x="1160" y="700"/>
                </a:lnTo>
                <a:lnTo>
                  <a:pt x="1145" y="628"/>
                </a:lnTo>
                <a:lnTo>
                  <a:pt x="1113" y="374"/>
                </a:lnTo>
                <a:lnTo>
                  <a:pt x="1121" y="303"/>
                </a:lnTo>
                <a:lnTo>
                  <a:pt x="1089" y="184"/>
                </a:lnTo>
                <a:lnTo>
                  <a:pt x="1097" y="184"/>
                </a:lnTo>
                <a:lnTo>
                  <a:pt x="1224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3" name=""/>
          <p:cNvSpPr/>
          <p:nvPr/>
        </p:nvSpPr>
        <p:spPr>
          <a:xfrm>
            <a:off x="4963320" y="2201400"/>
            <a:ext cx="440640" cy="409320"/>
          </a:xfrm>
          <a:custGeom>
            <a:avLst/>
            <a:gdLst/>
            <a:ahLst/>
            <a:rect l="0" t="0" r="r" b="b"/>
            <a:pathLst>
              <a:path fill="none" w="1224" h="1137">
                <a:moveTo>
                  <a:pt x="0" y="1137"/>
                </a:moveTo>
                <a:lnTo>
                  <a:pt x="1160" y="700"/>
                </a:lnTo>
                <a:lnTo>
                  <a:pt x="1145" y="628"/>
                </a:lnTo>
                <a:lnTo>
                  <a:pt x="1113" y="374"/>
                </a:lnTo>
                <a:lnTo>
                  <a:pt x="1121" y="303"/>
                </a:lnTo>
                <a:lnTo>
                  <a:pt x="1089" y="184"/>
                </a:lnTo>
                <a:lnTo>
                  <a:pt x="1097" y="184"/>
                </a:lnTo>
                <a:lnTo>
                  <a:pt x="1224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4" name=""/>
          <p:cNvSpPr/>
          <p:nvPr/>
        </p:nvSpPr>
        <p:spPr>
          <a:xfrm>
            <a:off x="5324400" y="2194560"/>
            <a:ext cx="84600" cy="95040"/>
          </a:xfrm>
          <a:custGeom>
            <a:avLst/>
            <a:gdLst/>
            <a:ahLst/>
            <a:rect l="0" t="0" r="r" b="b"/>
            <a:pathLst>
              <a:path w="235" h="264">
                <a:moveTo>
                  <a:pt x="0" y="128"/>
                </a:moveTo>
                <a:lnTo>
                  <a:pt x="235" y="0"/>
                </a:lnTo>
                <a:lnTo>
                  <a:pt x="196" y="264"/>
                </a:lnTo>
                <a:lnTo>
                  <a:pt x="0" y="12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5" name=""/>
          <p:cNvSpPr/>
          <p:nvPr/>
        </p:nvSpPr>
        <p:spPr>
          <a:xfrm>
            <a:off x="6832800" y="2270160"/>
            <a:ext cx="351720" cy="414720"/>
          </a:xfrm>
          <a:custGeom>
            <a:avLst/>
            <a:gdLst/>
            <a:ahLst/>
            <a:rect l="0" t="0" r="r" b="b"/>
            <a:pathLst>
              <a:path fill="none" w="977" h="1152">
                <a:moveTo>
                  <a:pt x="977" y="0"/>
                </a:moveTo>
                <a:lnTo>
                  <a:pt x="755" y="279"/>
                </a:lnTo>
                <a:lnTo>
                  <a:pt x="755" y="1136"/>
                </a:lnTo>
                <a:lnTo>
                  <a:pt x="0" y="1152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6" name=""/>
          <p:cNvSpPr/>
          <p:nvPr/>
        </p:nvSpPr>
        <p:spPr>
          <a:xfrm>
            <a:off x="6832800" y="2270160"/>
            <a:ext cx="351720" cy="414720"/>
          </a:xfrm>
          <a:custGeom>
            <a:avLst/>
            <a:gdLst/>
            <a:ahLst/>
            <a:rect l="0" t="0" r="r" b="b"/>
            <a:pathLst>
              <a:path fill="none" w="977" h="1152">
                <a:moveTo>
                  <a:pt x="977" y="0"/>
                </a:moveTo>
                <a:lnTo>
                  <a:pt x="755" y="279"/>
                </a:lnTo>
                <a:lnTo>
                  <a:pt x="755" y="1136"/>
                </a:lnTo>
                <a:lnTo>
                  <a:pt x="0" y="1152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7" name=""/>
          <p:cNvSpPr/>
          <p:nvPr/>
        </p:nvSpPr>
        <p:spPr>
          <a:xfrm>
            <a:off x="6824160" y="2639880"/>
            <a:ext cx="87120" cy="86400"/>
          </a:xfrm>
          <a:custGeom>
            <a:avLst/>
            <a:gdLst/>
            <a:ahLst/>
            <a:rect l="0" t="0" r="r" b="b"/>
            <a:pathLst>
              <a:path w="242" h="240">
                <a:moveTo>
                  <a:pt x="242" y="240"/>
                </a:moveTo>
                <a:lnTo>
                  <a:pt x="0" y="124"/>
                </a:lnTo>
                <a:lnTo>
                  <a:pt x="237" y="0"/>
                </a:lnTo>
                <a:lnTo>
                  <a:pt x="242" y="24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8" name=""/>
          <p:cNvSpPr/>
          <p:nvPr/>
        </p:nvSpPr>
        <p:spPr>
          <a:xfrm>
            <a:off x="2616840" y="1998360"/>
            <a:ext cx="594720" cy="483480"/>
          </a:xfrm>
          <a:custGeom>
            <a:avLst/>
            <a:gdLst/>
            <a:ahLst/>
            <a:rect l="0" t="0" r="r" b="b"/>
            <a:pathLst>
              <a:path fill="none" w="1652" h="1343">
                <a:moveTo>
                  <a:pt x="0" y="0"/>
                </a:moveTo>
                <a:lnTo>
                  <a:pt x="898" y="366"/>
                </a:lnTo>
                <a:lnTo>
                  <a:pt x="906" y="748"/>
                </a:lnTo>
                <a:lnTo>
                  <a:pt x="969" y="851"/>
                </a:lnTo>
                <a:lnTo>
                  <a:pt x="1652" y="1343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9" name=""/>
          <p:cNvSpPr/>
          <p:nvPr/>
        </p:nvSpPr>
        <p:spPr>
          <a:xfrm>
            <a:off x="2616840" y="1998360"/>
            <a:ext cx="594720" cy="483480"/>
          </a:xfrm>
          <a:custGeom>
            <a:avLst/>
            <a:gdLst/>
            <a:ahLst/>
            <a:rect l="0" t="0" r="r" b="b"/>
            <a:pathLst>
              <a:path fill="none" w="1652" h="1343">
                <a:moveTo>
                  <a:pt x="0" y="0"/>
                </a:moveTo>
                <a:lnTo>
                  <a:pt x="898" y="366"/>
                </a:lnTo>
                <a:lnTo>
                  <a:pt x="906" y="748"/>
                </a:lnTo>
                <a:lnTo>
                  <a:pt x="969" y="851"/>
                </a:lnTo>
                <a:lnTo>
                  <a:pt x="1652" y="1343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0" name=""/>
          <p:cNvSpPr/>
          <p:nvPr/>
        </p:nvSpPr>
        <p:spPr>
          <a:xfrm>
            <a:off x="3123720" y="2401560"/>
            <a:ext cx="94680" cy="85320"/>
          </a:xfrm>
          <a:custGeom>
            <a:avLst/>
            <a:gdLst/>
            <a:ahLst/>
            <a:rect l="0" t="0" r="r" b="b"/>
            <a:pathLst>
              <a:path w="263" h="237">
                <a:moveTo>
                  <a:pt x="140" y="0"/>
                </a:moveTo>
                <a:lnTo>
                  <a:pt x="263" y="237"/>
                </a:lnTo>
                <a:lnTo>
                  <a:pt x="0" y="194"/>
                </a:lnTo>
                <a:lnTo>
                  <a:pt x="14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1" name=""/>
          <p:cNvSpPr/>
          <p:nvPr/>
        </p:nvSpPr>
        <p:spPr>
          <a:xfrm>
            <a:off x="7390080" y="1584000"/>
            <a:ext cx="109080" cy="374760"/>
          </a:xfrm>
          <a:custGeom>
            <a:avLst/>
            <a:gdLst/>
            <a:ahLst/>
            <a:rect l="0" t="0" r="r" b="b"/>
            <a:pathLst>
              <a:path fill="none" w="303" h="1041">
                <a:moveTo>
                  <a:pt x="8" y="0"/>
                </a:moveTo>
                <a:lnTo>
                  <a:pt x="255" y="295"/>
                </a:lnTo>
                <a:lnTo>
                  <a:pt x="303" y="470"/>
                </a:lnTo>
                <a:lnTo>
                  <a:pt x="255" y="573"/>
                </a:lnTo>
                <a:lnTo>
                  <a:pt x="255" y="565"/>
                </a:lnTo>
                <a:lnTo>
                  <a:pt x="0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2" name=""/>
          <p:cNvSpPr/>
          <p:nvPr/>
        </p:nvSpPr>
        <p:spPr>
          <a:xfrm>
            <a:off x="7390080" y="1584000"/>
            <a:ext cx="109080" cy="374760"/>
          </a:xfrm>
          <a:custGeom>
            <a:avLst/>
            <a:gdLst/>
            <a:ahLst/>
            <a:rect l="0" t="0" r="r" b="b"/>
            <a:pathLst>
              <a:path fill="none" w="303" h="1041">
                <a:moveTo>
                  <a:pt x="8" y="0"/>
                </a:moveTo>
                <a:lnTo>
                  <a:pt x="255" y="295"/>
                </a:lnTo>
                <a:lnTo>
                  <a:pt x="303" y="470"/>
                </a:lnTo>
                <a:lnTo>
                  <a:pt x="255" y="573"/>
                </a:lnTo>
                <a:lnTo>
                  <a:pt x="255" y="565"/>
                </a:lnTo>
                <a:lnTo>
                  <a:pt x="0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3" name=""/>
          <p:cNvSpPr/>
          <p:nvPr/>
        </p:nvSpPr>
        <p:spPr>
          <a:xfrm>
            <a:off x="7386120" y="1870200"/>
            <a:ext cx="78480" cy="96120"/>
          </a:xfrm>
          <a:custGeom>
            <a:avLst/>
            <a:gdLst/>
            <a:ahLst/>
            <a:rect l="0" t="0" r="r" b="b"/>
            <a:pathLst>
              <a:path w="218" h="267">
                <a:moveTo>
                  <a:pt x="218" y="112"/>
                </a:moveTo>
                <a:lnTo>
                  <a:pt x="0" y="267"/>
                </a:lnTo>
                <a:lnTo>
                  <a:pt x="7" y="0"/>
                </a:lnTo>
                <a:lnTo>
                  <a:pt x="218" y="11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4" name=""/>
          <p:cNvSpPr/>
          <p:nvPr/>
        </p:nvSpPr>
        <p:spPr>
          <a:xfrm>
            <a:off x="2373840" y="2149920"/>
            <a:ext cx="0" cy="254520"/>
          </a:xfrm>
          <a:custGeom>
            <a:avLst/>
            <a:gdLst/>
            <a:ahLst/>
            <a:rect l="0" t="0" r="r" b="b"/>
            <a:pathLst>
              <a:path fill="none" w="0" h="707">
                <a:moveTo>
                  <a:pt x="0" y="0"/>
                </a:moveTo>
                <a:lnTo>
                  <a:pt x="0" y="389"/>
                </a:lnTo>
                <a:lnTo>
                  <a:pt x="0" y="707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5" name=""/>
          <p:cNvSpPr/>
          <p:nvPr/>
        </p:nvSpPr>
        <p:spPr>
          <a:xfrm>
            <a:off x="2373840" y="2149920"/>
            <a:ext cx="0" cy="254520"/>
          </a:xfrm>
          <a:custGeom>
            <a:avLst/>
            <a:gdLst/>
            <a:ahLst/>
            <a:rect l="0" t="0" r="r" b="b"/>
            <a:pathLst>
              <a:path fill="none" w="0" h="707">
                <a:moveTo>
                  <a:pt x="0" y="0"/>
                </a:moveTo>
                <a:lnTo>
                  <a:pt x="0" y="389"/>
                </a:lnTo>
                <a:lnTo>
                  <a:pt x="0" y="707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6" name=""/>
          <p:cNvSpPr/>
          <p:nvPr/>
        </p:nvSpPr>
        <p:spPr>
          <a:xfrm>
            <a:off x="2331000" y="23270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0"/>
                </a:moveTo>
                <a:lnTo>
                  <a:pt x="120" y="240"/>
                </a:lnTo>
                <a:lnTo>
                  <a:pt x="0" y="0"/>
                </a:lnTo>
                <a:lnTo>
                  <a:pt x="23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7" name=""/>
          <p:cNvSpPr/>
          <p:nvPr/>
        </p:nvSpPr>
        <p:spPr>
          <a:xfrm>
            <a:off x="2616840" y="1584000"/>
            <a:ext cx="549000" cy="260640"/>
          </a:xfrm>
          <a:custGeom>
            <a:avLst/>
            <a:gdLst/>
            <a:ahLst/>
            <a:rect l="0" t="0" r="r" b="b"/>
            <a:pathLst>
              <a:path fill="none" w="1525" h="724">
                <a:moveTo>
                  <a:pt x="0" y="724"/>
                </a:moveTo>
                <a:lnTo>
                  <a:pt x="1231" y="438"/>
                </a:lnTo>
                <a:lnTo>
                  <a:pt x="1525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8" name=""/>
          <p:cNvSpPr/>
          <p:nvPr/>
        </p:nvSpPr>
        <p:spPr>
          <a:xfrm>
            <a:off x="2616840" y="1584000"/>
            <a:ext cx="549000" cy="260640"/>
          </a:xfrm>
          <a:custGeom>
            <a:avLst/>
            <a:gdLst/>
            <a:ahLst/>
            <a:rect l="0" t="0" r="r" b="b"/>
            <a:pathLst>
              <a:path fill="none" w="1525" h="724">
                <a:moveTo>
                  <a:pt x="0" y="724"/>
                </a:moveTo>
                <a:lnTo>
                  <a:pt x="1231" y="438"/>
                </a:lnTo>
                <a:lnTo>
                  <a:pt x="1525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9" name=""/>
          <p:cNvSpPr/>
          <p:nvPr/>
        </p:nvSpPr>
        <p:spPr>
          <a:xfrm>
            <a:off x="3087000" y="1576800"/>
            <a:ext cx="83520" cy="95400"/>
          </a:xfrm>
          <a:custGeom>
            <a:avLst/>
            <a:gdLst/>
            <a:ahLst/>
            <a:rect l="0" t="0" r="r" b="b"/>
            <a:pathLst>
              <a:path w="232" h="265">
                <a:moveTo>
                  <a:pt x="0" y="132"/>
                </a:moveTo>
                <a:lnTo>
                  <a:pt x="232" y="0"/>
                </a:lnTo>
                <a:lnTo>
                  <a:pt x="198" y="265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0" name=""/>
          <p:cNvSpPr/>
          <p:nvPr/>
        </p:nvSpPr>
        <p:spPr>
          <a:xfrm flipH="1">
            <a:off x="5857920" y="1584000"/>
            <a:ext cx="1132560" cy="37476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1" name=""/>
          <p:cNvSpPr/>
          <p:nvPr/>
        </p:nvSpPr>
        <p:spPr>
          <a:xfrm flipH="1">
            <a:off x="5857920" y="1584000"/>
            <a:ext cx="1132560" cy="37476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2" name=""/>
          <p:cNvSpPr/>
          <p:nvPr/>
        </p:nvSpPr>
        <p:spPr>
          <a:xfrm>
            <a:off x="5850000" y="1893600"/>
            <a:ext cx="95040" cy="81720"/>
          </a:xfrm>
          <a:custGeom>
            <a:avLst/>
            <a:gdLst/>
            <a:ahLst/>
            <a:rect l="0" t="0" r="r" b="b"/>
            <a:pathLst>
              <a:path w="264" h="227">
                <a:moveTo>
                  <a:pt x="264" y="227"/>
                </a:moveTo>
                <a:lnTo>
                  <a:pt x="0" y="189"/>
                </a:lnTo>
                <a:lnTo>
                  <a:pt x="189" y="0"/>
                </a:lnTo>
                <a:lnTo>
                  <a:pt x="264" y="227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3" name=""/>
          <p:cNvSpPr/>
          <p:nvPr/>
        </p:nvSpPr>
        <p:spPr>
          <a:xfrm>
            <a:off x="6181200" y="1584000"/>
            <a:ext cx="1612440" cy="1541160"/>
          </a:xfrm>
          <a:custGeom>
            <a:avLst/>
            <a:gdLst/>
            <a:ahLst/>
            <a:rect l="0" t="0" r="r" b="b"/>
            <a:pathLst>
              <a:path fill="none" w="4479" h="4281">
                <a:moveTo>
                  <a:pt x="3367" y="0"/>
                </a:moveTo>
                <a:lnTo>
                  <a:pt x="3613" y="294"/>
                </a:lnTo>
                <a:lnTo>
                  <a:pt x="3661" y="469"/>
                </a:lnTo>
                <a:lnTo>
                  <a:pt x="3732" y="588"/>
                </a:lnTo>
                <a:lnTo>
                  <a:pt x="3716" y="564"/>
                </a:lnTo>
                <a:lnTo>
                  <a:pt x="4479" y="564"/>
                </a:lnTo>
                <a:lnTo>
                  <a:pt x="4479" y="4281"/>
                </a:lnTo>
                <a:lnTo>
                  <a:pt x="0" y="4281"/>
                </a:lnTo>
                <a:lnTo>
                  <a:pt x="349" y="3288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4" name=""/>
          <p:cNvSpPr/>
          <p:nvPr/>
        </p:nvSpPr>
        <p:spPr>
          <a:xfrm>
            <a:off x="6181200" y="1584000"/>
            <a:ext cx="1612440" cy="1541160"/>
          </a:xfrm>
          <a:custGeom>
            <a:avLst/>
            <a:gdLst/>
            <a:ahLst/>
            <a:rect l="0" t="0" r="r" b="b"/>
            <a:pathLst>
              <a:path fill="none" w="4479" h="4281">
                <a:moveTo>
                  <a:pt x="3367" y="0"/>
                </a:moveTo>
                <a:lnTo>
                  <a:pt x="3613" y="294"/>
                </a:lnTo>
                <a:lnTo>
                  <a:pt x="3661" y="469"/>
                </a:lnTo>
                <a:lnTo>
                  <a:pt x="3732" y="588"/>
                </a:lnTo>
                <a:lnTo>
                  <a:pt x="3716" y="564"/>
                </a:lnTo>
                <a:lnTo>
                  <a:pt x="4479" y="564"/>
                </a:lnTo>
                <a:lnTo>
                  <a:pt x="4479" y="4281"/>
                </a:lnTo>
                <a:lnTo>
                  <a:pt x="0" y="4281"/>
                </a:lnTo>
                <a:lnTo>
                  <a:pt x="349" y="3288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5" name=""/>
          <p:cNvSpPr/>
          <p:nvPr/>
        </p:nvSpPr>
        <p:spPr>
          <a:xfrm>
            <a:off x="6240600" y="2759400"/>
            <a:ext cx="81360" cy="95400"/>
          </a:xfrm>
          <a:custGeom>
            <a:avLst/>
            <a:gdLst/>
            <a:ahLst/>
            <a:rect l="0" t="0" r="r" b="b"/>
            <a:pathLst>
              <a:path w="226" h="265">
                <a:moveTo>
                  <a:pt x="0" y="186"/>
                </a:moveTo>
                <a:lnTo>
                  <a:pt x="193" y="0"/>
                </a:lnTo>
                <a:lnTo>
                  <a:pt x="226" y="265"/>
                </a:lnTo>
                <a:lnTo>
                  <a:pt x="0" y="18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6" name=""/>
          <p:cNvSpPr/>
          <p:nvPr/>
        </p:nvSpPr>
        <p:spPr>
          <a:xfrm>
            <a:off x="2616840" y="1998360"/>
            <a:ext cx="326160" cy="920880"/>
          </a:xfrm>
          <a:custGeom>
            <a:avLst/>
            <a:gdLst/>
            <a:ahLst/>
            <a:rect l="0" t="0" r="r" b="b"/>
            <a:pathLst>
              <a:path fill="none" w="906" h="2558">
                <a:moveTo>
                  <a:pt x="0" y="0"/>
                </a:moveTo>
                <a:lnTo>
                  <a:pt x="898" y="366"/>
                </a:lnTo>
                <a:lnTo>
                  <a:pt x="906" y="747"/>
                </a:lnTo>
                <a:lnTo>
                  <a:pt x="890" y="867"/>
                </a:lnTo>
                <a:lnTo>
                  <a:pt x="309" y="2558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7" name=""/>
          <p:cNvSpPr/>
          <p:nvPr/>
        </p:nvSpPr>
        <p:spPr>
          <a:xfrm>
            <a:off x="2616840" y="1998360"/>
            <a:ext cx="326160" cy="920880"/>
          </a:xfrm>
          <a:custGeom>
            <a:avLst/>
            <a:gdLst/>
            <a:ahLst/>
            <a:rect l="0" t="0" r="r" b="b"/>
            <a:pathLst>
              <a:path fill="none" w="906" h="2558">
                <a:moveTo>
                  <a:pt x="0" y="0"/>
                </a:moveTo>
                <a:lnTo>
                  <a:pt x="898" y="366"/>
                </a:lnTo>
                <a:lnTo>
                  <a:pt x="906" y="747"/>
                </a:lnTo>
                <a:lnTo>
                  <a:pt x="890" y="867"/>
                </a:lnTo>
                <a:lnTo>
                  <a:pt x="309" y="2558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8" name=""/>
          <p:cNvSpPr/>
          <p:nvPr/>
        </p:nvSpPr>
        <p:spPr>
          <a:xfrm>
            <a:off x="2712600" y="2832120"/>
            <a:ext cx="81360" cy="95400"/>
          </a:xfrm>
          <a:custGeom>
            <a:avLst/>
            <a:gdLst/>
            <a:ahLst/>
            <a:rect l="0" t="0" r="r" b="b"/>
            <a:pathLst>
              <a:path w="226" h="265">
                <a:moveTo>
                  <a:pt x="226" y="77"/>
                </a:moveTo>
                <a:lnTo>
                  <a:pt x="37" y="265"/>
                </a:lnTo>
                <a:lnTo>
                  <a:pt x="0" y="0"/>
                </a:lnTo>
                <a:lnTo>
                  <a:pt x="226" y="77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9" name=""/>
          <p:cNvSpPr/>
          <p:nvPr/>
        </p:nvSpPr>
        <p:spPr>
          <a:xfrm>
            <a:off x="2616840" y="1584000"/>
            <a:ext cx="717480" cy="363240"/>
          </a:xfrm>
          <a:custGeom>
            <a:avLst/>
            <a:gdLst/>
            <a:ahLst/>
            <a:rect l="0" t="0" r="r" b="b"/>
            <a:pathLst>
              <a:path fill="none" w="1993" h="1009">
                <a:moveTo>
                  <a:pt x="1779" y="0"/>
                </a:moveTo>
                <a:lnTo>
                  <a:pt x="1993" y="1009"/>
                </a:lnTo>
                <a:lnTo>
                  <a:pt x="0" y="914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0" name=""/>
          <p:cNvSpPr/>
          <p:nvPr/>
        </p:nvSpPr>
        <p:spPr>
          <a:xfrm>
            <a:off x="2616840" y="1584000"/>
            <a:ext cx="717480" cy="363240"/>
          </a:xfrm>
          <a:custGeom>
            <a:avLst/>
            <a:gdLst/>
            <a:ahLst/>
            <a:rect l="0" t="0" r="r" b="b"/>
            <a:pathLst>
              <a:path fill="none" w="1993" h="1009">
                <a:moveTo>
                  <a:pt x="1779" y="0"/>
                </a:moveTo>
                <a:lnTo>
                  <a:pt x="1993" y="1009"/>
                </a:lnTo>
                <a:lnTo>
                  <a:pt x="0" y="914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1" name=""/>
          <p:cNvSpPr/>
          <p:nvPr/>
        </p:nvSpPr>
        <p:spPr>
          <a:xfrm>
            <a:off x="2608200" y="1873440"/>
            <a:ext cx="87840" cy="86040"/>
          </a:xfrm>
          <a:custGeom>
            <a:avLst/>
            <a:gdLst/>
            <a:ahLst/>
            <a:rect l="0" t="0" r="r" b="b"/>
            <a:pathLst>
              <a:path w="244" h="239">
                <a:moveTo>
                  <a:pt x="233" y="239"/>
                </a:moveTo>
                <a:lnTo>
                  <a:pt x="0" y="108"/>
                </a:lnTo>
                <a:lnTo>
                  <a:pt x="244" y="0"/>
                </a:lnTo>
                <a:lnTo>
                  <a:pt x="233" y="23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2" name=""/>
          <p:cNvSpPr/>
          <p:nvPr/>
        </p:nvSpPr>
        <p:spPr>
          <a:xfrm>
            <a:off x="2616840" y="1584000"/>
            <a:ext cx="403200" cy="197640"/>
          </a:xfrm>
          <a:custGeom>
            <a:avLst/>
            <a:gdLst/>
            <a:ahLst/>
            <a:rect l="0" t="0" r="r" b="b"/>
            <a:pathLst>
              <a:path fill="none" w="1120" h="549">
                <a:moveTo>
                  <a:pt x="1120" y="0"/>
                </a:moveTo>
                <a:cubicBezTo>
                  <a:pt x="702" y="95"/>
                  <a:pt x="329" y="279"/>
                  <a:pt x="0" y="549"/>
                </a:cubicBez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3" name=""/>
          <p:cNvSpPr/>
          <p:nvPr/>
        </p:nvSpPr>
        <p:spPr>
          <a:xfrm>
            <a:off x="2612160" y="1577160"/>
            <a:ext cx="409680" cy="209880"/>
          </a:xfrm>
          <a:custGeom>
            <a:avLst/>
            <a:gdLst/>
            <a:ahLst/>
            <a:rect l="0" t="0" r="r" b="b"/>
            <a:pathLst>
              <a:path w="1138" h="583">
                <a:moveTo>
                  <a:pt x="1138" y="38"/>
                </a:moveTo>
                <a:cubicBezTo>
                  <a:pt x="1107" y="46"/>
                  <a:pt x="1076" y="53"/>
                  <a:pt x="1045" y="61"/>
                </a:cubicBezTo>
                <a:lnTo>
                  <a:pt x="1035" y="23"/>
                </a:lnTo>
                <a:cubicBezTo>
                  <a:pt x="1066" y="15"/>
                  <a:pt x="1097" y="7"/>
                  <a:pt x="1129" y="0"/>
                </a:cubicBezTo>
                <a:lnTo>
                  <a:pt x="1138" y="38"/>
                </a:lnTo>
                <a:moveTo>
                  <a:pt x="977" y="80"/>
                </a:moveTo>
                <a:cubicBezTo>
                  <a:pt x="947" y="89"/>
                  <a:pt x="917" y="98"/>
                  <a:pt x="887" y="108"/>
                </a:cubicBezTo>
                <a:lnTo>
                  <a:pt x="874" y="70"/>
                </a:lnTo>
                <a:cubicBezTo>
                  <a:pt x="905" y="60"/>
                  <a:pt x="935" y="51"/>
                  <a:pt x="966" y="42"/>
                </a:cubicBezTo>
                <a:lnTo>
                  <a:pt x="977" y="80"/>
                </a:lnTo>
                <a:moveTo>
                  <a:pt x="820" y="131"/>
                </a:moveTo>
                <a:cubicBezTo>
                  <a:pt x="790" y="142"/>
                  <a:pt x="760" y="153"/>
                  <a:pt x="731" y="164"/>
                </a:cubicBezTo>
                <a:lnTo>
                  <a:pt x="716" y="128"/>
                </a:lnTo>
                <a:cubicBezTo>
                  <a:pt x="746" y="116"/>
                  <a:pt x="776" y="104"/>
                  <a:pt x="806" y="94"/>
                </a:cubicBezTo>
                <a:lnTo>
                  <a:pt x="820" y="131"/>
                </a:lnTo>
                <a:moveTo>
                  <a:pt x="666" y="191"/>
                </a:moveTo>
                <a:cubicBezTo>
                  <a:pt x="637" y="204"/>
                  <a:pt x="608" y="217"/>
                  <a:pt x="579" y="230"/>
                </a:cubicBezTo>
                <a:lnTo>
                  <a:pt x="562" y="195"/>
                </a:lnTo>
                <a:cubicBezTo>
                  <a:pt x="591" y="181"/>
                  <a:pt x="621" y="168"/>
                  <a:pt x="650" y="155"/>
                </a:cubicBezTo>
                <a:lnTo>
                  <a:pt x="666" y="191"/>
                </a:lnTo>
                <a:moveTo>
                  <a:pt x="516" y="262"/>
                </a:moveTo>
                <a:cubicBezTo>
                  <a:pt x="488" y="276"/>
                  <a:pt x="460" y="291"/>
                  <a:pt x="432" y="306"/>
                </a:cubicBezTo>
                <a:lnTo>
                  <a:pt x="413" y="271"/>
                </a:lnTo>
                <a:cubicBezTo>
                  <a:pt x="441" y="256"/>
                  <a:pt x="469" y="241"/>
                  <a:pt x="498" y="226"/>
                </a:cubicBezTo>
                <a:lnTo>
                  <a:pt x="516" y="262"/>
                </a:lnTo>
                <a:moveTo>
                  <a:pt x="371" y="341"/>
                </a:moveTo>
                <a:cubicBezTo>
                  <a:pt x="344" y="357"/>
                  <a:pt x="317" y="373"/>
                  <a:pt x="290" y="390"/>
                </a:cubicBezTo>
                <a:lnTo>
                  <a:pt x="269" y="357"/>
                </a:lnTo>
                <a:cubicBezTo>
                  <a:pt x="296" y="340"/>
                  <a:pt x="323" y="323"/>
                  <a:pt x="351" y="307"/>
                </a:cubicBezTo>
                <a:lnTo>
                  <a:pt x="371" y="341"/>
                </a:lnTo>
                <a:moveTo>
                  <a:pt x="231" y="429"/>
                </a:moveTo>
                <a:cubicBezTo>
                  <a:pt x="205" y="447"/>
                  <a:pt x="179" y="465"/>
                  <a:pt x="153" y="484"/>
                </a:cubicBezTo>
                <a:lnTo>
                  <a:pt x="130" y="452"/>
                </a:lnTo>
                <a:cubicBezTo>
                  <a:pt x="156" y="433"/>
                  <a:pt x="182" y="414"/>
                  <a:pt x="209" y="396"/>
                </a:cubicBezTo>
                <a:lnTo>
                  <a:pt x="231" y="429"/>
                </a:lnTo>
                <a:moveTo>
                  <a:pt x="96" y="526"/>
                </a:moveTo>
                <a:cubicBezTo>
                  <a:pt x="72" y="544"/>
                  <a:pt x="48" y="563"/>
                  <a:pt x="25" y="583"/>
                </a:cubicBezTo>
                <a:lnTo>
                  <a:pt x="0" y="552"/>
                </a:lnTo>
                <a:cubicBezTo>
                  <a:pt x="24" y="532"/>
                  <a:pt x="47" y="513"/>
                  <a:pt x="72" y="495"/>
                </a:cubicBezTo>
                <a:lnTo>
                  <a:pt x="96" y="52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4" name=""/>
          <p:cNvSpPr/>
          <p:nvPr/>
        </p:nvSpPr>
        <p:spPr>
          <a:xfrm>
            <a:off x="2610000" y="1699200"/>
            <a:ext cx="93960" cy="87840"/>
          </a:xfrm>
          <a:custGeom>
            <a:avLst/>
            <a:gdLst/>
            <a:ahLst/>
            <a:rect l="0" t="0" r="r" b="b"/>
            <a:pathLst>
              <a:path w="261" h="244">
                <a:moveTo>
                  <a:pt x="261" y="185"/>
                </a:moveTo>
                <a:lnTo>
                  <a:pt x="0" y="244"/>
                </a:lnTo>
                <a:lnTo>
                  <a:pt x="108" y="0"/>
                </a:lnTo>
                <a:lnTo>
                  <a:pt x="261" y="185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5" name=""/>
          <p:cNvSpPr/>
          <p:nvPr/>
        </p:nvSpPr>
        <p:spPr>
          <a:xfrm>
            <a:off x="4811760" y="1489680"/>
            <a:ext cx="574560" cy="0"/>
          </a:xfrm>
          <a:custGeom>
            <a:avLst/>
            <a:gdLst/>
            <a:ahLst/>
            <a:rect l="0" t="0" r="r" b="b"/>
            <a:pathLst>
              <a:path fill="none" w="1596" h="0">
                <a:moveTo>
                  <a:pt x="0" y="0"/>
                </a:moveTo>
                <a:lnTo>
                  <a:pt x="96" y="0"/>
                </a:lnTo>
                <a:lnTo>
                  <a:pt x="778" y="0"/>
                </a:lnTo>
                <a:lnTo>
                  <a:pt x="1247" y="0"/>
                </a:lnTo>
                <a:lnTo>
                  <a:pt x="1596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-15480" bIns="-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6" name=""/>
          <p:cNvSpPr/>
          <p:nvPr/>
        </p:nvSpPr>
        <p:spPr>
          <a:xfrm>
            <a:off x="4811760" y="1489680"/>
            <a:ext cx="574560" cy="0"/>
          </a:xfrm>
          <a:custGeom>
            <a:avLst/>
            <a:gdLst/>
            <a:ahLst/>
            <a:rect l="0" t="0" r="r" b="b"/>
            <a:pathLst>
              <a:path fill="none" w="1596" h="0">
                <a:moveTo>
                  <a:pt x="0" y="0"/>
                </a:moveTo>
                <a:lnTo>
                  <a:pt x="96" y="0"/>
                </a:lnTo>
                <a:lnTo>
                  <a:pt x="778" y="0"/>
                </a:lnTo>
                <a:lnTo>
                  <a:pt x="1247" y="0"/>
                </a:lnTo>
                <a:lnTo>
                  <a:pt x="1596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7" name=""/>
          <p:cNvSpPr/>
          <p:nvPr/>
        </p:nvSpPr>
        <p:spPr>
          <a:xfrm>
            <a:off x="5309280" y="1446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0" y="0"/>
                </a:moveTo>
                <a:lnTo>
                  <a:pt x="239" y="119"/>
                </a:lnTo>
                <a:lnTo>
                  <a:pt x="0" y="239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8" name=""/>
          <p:cNvSpPr/>
          <p:nvPr/>
        </p:nvSpPr>
        <p:spPr>
          <a:xfrm>
            <a:off x="4503240" y="1584000"/>
            <a:ext cx="775080" cy="374760"/>
          </a:xfrm>
          <a:custGeom>
            <a:avLst/>
            <a:gdLst/>
            <a:ahLst/>
            <a:rect l="0" t="0" r="r" b="b"/>
            <a:pathLst>
              <a:path fill="none" w="2153" h="1041">
                <a:moveTo>
                  <a:pt x="0" y="0"/>
                </a:moveTo>
                <a:lnTo>
                  <a:pt x="1350" y="581"/>
                </a:lnTo>
                <a:lnTo>
                  <a:pt x="2153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9" name=""/>
          <p:cNvSpPr/>
          <p:nvPr/>
        </p:nvSpPr>
        <p:spPr>
          <a:xfrm>
            <a:off x="4503240" y="1584000"/>
            <a:ext cx="775080" cy="374760"/>
          </a:xfrm>
          <a:custGeom>
            <a:avLst/>
            <a:gdLst/>
            <a:ahLst/>
            <a:rect l="0" t="0" r="r" b="b"/>
            <a:pathLst>
              <a:path fill="none" w="2153" h="1041">
                <a:moveTo>
                  <a:pt x="0" y="0"/>
                </a:moveTo>
                <a:lnTo>
                  <a:pt x="1350" y="581"/>
                </a:lnTo>
                <a:lnTo>
                  <a:pt x="2153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0" name=""/>
          <p:cNvSpPr/>
          <p:nvPr/>
        </p:nvSpPr>
        <p:spPr>
          <a:xfrm>
            <a:off x="5189400" y="1882800"/>
            <a:ext cx="96120" cy="80280"/>
          </a:xfrm>
          <a:custGeom>
            <a:avLst/>
            <a:gdLst/>
            <a:ahLst/>
            <a:rect l="0" t="0" r="r" b="b"/>
            <a:pathLst>
              <a:path w="267" h="223">
                <a:moveTo>
                  <a:pt x="120" y="0"/>
                </a:moveTo>
                <a:lnTo>
                  <a:pt x="267" y="223"/>
                </a:lnTo>
                <a:lnTo>
                  <a:pt x="0" y="208"/>
                </a:lnTo>
                <a:lnTo>
                  <a:pt x="12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1" name=""/>
          <p:cNvSpPr/>
          <p:nvPr/>
        </p:nvSpPr>
        <p:spPr>
          <a:xfrm>
            <a:off x="4294440" y="1584000"/>
            <a:ext cx="1349640" cy="1026720"/>
          </a:xfrm>
          <a:custGeom>
            <a:avLst/>
            <a:gdLst/>
            <a:ahLst/>
            <a:rect l="0" t="0" r="r" b="b"/>
            <a:pathLst>
              <a:path fill="none" w="3749" h="2852">
                <a:moveTo>
                  <a:pt x="3749" y="0"/>
                </a:moveTo>
                <a:lnTo>
                  <a:pt x="3241" y="302"/>
                </a:lnTo>
                <a:lnTo>
                  <a:pt x="0" y="294"/>
                </a:lnTo>
                <a:lnTo>
                  <a:pt x="0" y="484"/>
                </a:lnTo>
                <a:lnTo>
                  <a:pt x="0" y="762"/>
                </a:lnTo>
                <a:lnTo>
                  <a:pt x="1159" y="2852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2" name=""/>
          <p:cNvSpPr/>
          <p:nvPr/>
        </p:nvSpPr>
        <p:spPr>
          <a:xfrm>
            <a:off x="4294440" y="1584000"/>
            <a:ext cx="1349640" cy="1026720"/>
          </a:xfrm>
          <a:custGeom>
            <a:avLst/>
            <a:gdLst/>
            <a:ahLst/>
            <a:rect l="0" t="0" r="r" b="b"/>
            <a:pathLst>
              <a:path fill="none" w="3749" h="2852">
                <a:moveTo>
                  <a:pt x="3749" y="0"/>
                </a:moveTo>
                <a:lnTo>
                  <a:pt x="3241" y="302"/>
                </a:lnTo>
                <a:lnTo>
                  <a:pt x="0" y="294"/>
                </a:lnTo>
                <a:lnTo>
                  <a:pt x="0" y="484"/>
                </a:lnTo>
                <a:lnTo>
                  <a:pt x="0" y="762"/>
                </a:lnTo>
                <a:lnTo>
                  <a:pt x="1159" y="2852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3" name=""/>
          <p:cNvSpPr/>
          <p:nvPr/>
        </p:nvSpPr>
        <p:spPr>
          <a:xfrm>
            <a:off x="4636800" y="2521800"/>
            <a:ext cx="79560" cy="96120"/>
          </a:xfrm>
          <a:custGeom>
            <a:avLst/>
            <a:gdLst/>
            <a:ahLst/>
            <a:rect l="0" t="0" r="r" b="b"/>
            <a:pathLst>
              <a:path w="221" h="267">
                <a:moveTo>
                  <a:pt x="210" y="0"/>
                </a:moveTo>
                <a:lnTo>
                  <a:pt x="221" y="267"/>
                </a:lnTo>
                <a:lnTo>
                  <a:pt x="0" y="117"/>
                </a:lnTo>
                <a:lnTo>
                  <a:pt x="21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4" name=""/>
          <p:cNvSpPr/>
          <p:nvPr/>
        </p:nvSpPr>
        <p:spPr>
          <a:xfrm>
            <a:off x="5509440" y="1584000"/>
            <a:ext cx="220320" cy="374760"/>
          </a:xfrm>
          <a:custGeom>
            <a:avLst/>
            <a:gdLst/>
            <a:ahLst/>
            <a:rect l="0" t="0" r="r" b="b"/>
            <a:pathLst>
              <a:path fill="none" w="612" h="1041">
                <a:moveTo>
                  <a:pt x="612" y="0"/>
                </a:moveTo>
                <a:lnTo>
                  <a:pt x="47" y="676"/>
                </a:lnTo>
                <a:lnTo>
                  <a:pt x="0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5" name=""/>
          <p:cNvSpPr/>
          <p:nvPr/>
        </p:nvSpPr>
        <p:spPr>
          <a:xfrm>
            <a:off x="5509440" y="1584000"/>
            <a:ext cx="220320" cy="374760"/>
          </a:xfrm>
          <a:custGeom>
            <a:avLst/>
            <a:gdLst/>
            <a:ahLst/>
            <a:rect l="0" t="0" r="r" b="b"/>
            <a:pathLst>
              <a:path fill="none" w="612" h="1041">
                <a:moveTo>
                  <a:pt x="612" y="0"/>
                </a:moveTo>
                <a:lnTo>
                  <a:pt x="47" y="676"/>
                </a:lnTo>
                <a:lnTo>
                  <a:pt x="0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6" name=""/>
          <p:cNvSpPr/>
          <p:nvPr/>
        </p:nvSpPr>
        <p:spPr>
          <a:xfrm>
            <a:off x="5476680" y="1876320"/>
            <a:ext cx="85680" cy="91080"/>
          </a:xfrm>
          <a:custGeom>
            <a:avLst/>
            <a:gdLst/>
            <a:ahLst/>
            <a:rect l="0" t="0" r="r" b="b"/>
            <a:pathLst>
              <a:path w="238" h="253">
                <a:moveTo>
                  <a:pt x="238" y="31"/>
                </a:moveTo>
                <a:lnTo>
                  <a:pt x="89" y="253"/>
                </a:lnTo>
                <a:lnTo>
                  <a:pt x="0" y="0"/>
                </a:lnTo>
                <a:lnTo>
                  <a:pt x="238" y="31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7" name=""/>
          <p:cNvSpPr/>
          <p:nvPr/>
        </p:nvSpPr>
        <p:spPr>
          <a:xfrm>
            <a:off x="5838120" y="1584000"/>
            <a:ext cx="411840" cy="374760"/>
          </a:xfrm>
          <a:custGeom>
            <a:avLst/>
            <a:gdLst/>
            <a:ahLst/>
            <a:rect l="0" t="0" r="r" b="b"/>
            <a:pathLst>
              <a:path fill="none" w="1144" h="1041">
                <a:moveTo>
                  <a:pt x="317" y="0"/>
                </a:moveTo>
                <a:lnTo>
                  <a:pt x="1144" y="644"/>
                </a:lnTo>
                <a:lnTo>
                  <a:pt x="0" y="1041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8" name=""/>
          <p:cNvSpPr/>
          <p:nvPr/>
        </p:nvSpPr>
        <p:spPr>
          <a:xfrm>
            <a:off x="5838120" y="1584000"/>
            <a:ext cx="411840" cy="374760"/>
          </a:xfrm>
          <a:custGeom>
            <a:avLst/>
            <a:gdLst/>
            <a:ahLst/>
            <a:rect l="0" t="0" r="r" b="b"/>
            <a:pathLst>
              <a:path fill="none" w="1144" h="1041">
                <a:moveTo>
                  <a:pt x="317" y="0"/>
                </a:moveTo>
                <a:lnTo>
                  <a:pt x="1144" y="644"/>
                </a:lnTo>
                <a:lnTo>
                  <a:pt x="0" y="1041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9" name=""/>
          <p:cNvSpPr/>
          <p:nvPr/>
        </p:nvSpPr>
        <p:spPr>
          <a:xfrm>
            <a:off x="5829840" y="1892520"/>
            <a:ext cx="95400" cy="81360"/>
          </a:xfrm>
          <a:custGeom>
            <a:avLst/>
            <a:gdLst/>
            <a:ahLst/>
            <a:rect l="0" t="0" r="r" b="b"/>
            <a:pathLst>
              <a:path w="265" h="226">
                <a:moveTo>
                  <a:pt x="265" y="226"/>
                </a:moveTo>
                <a:lnTo>
                  <a:pt x="0" y="192"/>
                </a:lnTo>
                <a:lnTo>
                  <a:pt x="187" y="0"/>
                </a:lnTo>
                <a:lnTo>
                  <a:pt x="265" y="22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0" name=""/>
          <p:cNvSpPr/>
          <p:nvPr/>
        </p:nvSpPr>
        <p:spPr>
          <a:xfrm>
            <a:off x="4637520" y="2201400"/>
            <a:ext cx="506160" cy="409320"/>
          </a:xfrm>
          <a:custGeom>
            <a:avLst/>
            <a:gdLst/>
            <a:ahLst/>
            <a:rect l="0" t="0" r="r" b="b"/>
            <a:pathLst>
              <a:path fill="none" w="1406" h="1137">
                <a:moveTo>
                  <a:pt x="1406" y="0"/>
                </a:moveTo>
                <a:lnTo>
                  <a:pt x="0" y="501"/>
                </a:lnTo>
                <a:lnTo>
                  <a:pt x="246" y="1137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1" name=""/>
          <p:cNvSpPr/>
          <p:nvPr/>
        </p:nvSpPr>
        <p:spPr>
          <a:xfrm>
            <a:off x="4637520" y="2201400"/>
            <a:ext cx="506160" cy="409320"/>
          </a:xfrm>
          <a:custGeom>
            <a:avLst/>
            <a:gdLst/>
            <a:ahLst/>
            <a:rect l="0" t="0" r="r" b="b"/>
            <a:pathLst>
              <a:path fill="none" w="1406" h="1137">
                <a:moveTo>
                  <a:pt x="1406" y="0"/>
                </a:moveTo>
                <a:lnTo>
                  <a:pt x="0" y="501"/>
                </a:lnTo>
                <a:lnTo>
                  <a:pt x="246" y="1137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2" name=""/>
          <p:cNvSpPr/>
          <p:nvPr/>
        </p:nvSpPr>
        <p:spPr>
          <a:xfrm>
            <a:off x="4658400" y="2522880"/>
            <a:ext cx="80280" cy="95760"/>
          </a:xfrm>
          <a:custGeom>
            <a:avLst/>
            <a:gdLst/>
            <a:ahLst/>
            <a:rect l="0" t="0" r="r" b="b"/>
            <a:pathLst>
              <a:path w="223" h="266">
                <a:moveTo>
                  <a:pt x="223" y="0"/>
                </a:moveTo>
                <a:lnTo>
                  <a:pt x="198" y="266"/>
                </a:lnTo>
                <a:lnTo>
                  <a:pt x="0" y="87"/>
                </a:lnTo>
                <a:lnTo>
                  <a:pt x="223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3" name=""/>
          <p:cNvSpPr/>
          <p:nvPr/>
        </p:nvSpPr>
        <p:spPr>
          <a:xfrm>
            <a:off x="6455520" y="2098440"/>
            <a:ext cx="463320" cy="900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4" name=""/>
          <p:cNvSpPr/>
          <p:nvPr/>
        </p:nvSpPr>
        <p:spPr>
          <a:xfrm>
            <a:off x="6455520" y="2098440"/>
            <a:ext cx="463320" cy="900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5" name=""/>
          <p:cNvSpPr/>
          <p:nvPr/>
        </p:nvSpPr>
        <p:spPr>
          <a:xfrm>
            <a:off x="6840360" y="2062800"/>
            <a:ext cx="87120" cy="86040"/>
          </a:xfrm>
          <a:custGeom>
            <a:avLst/>
            <a:gdLst/>
            <a:ahLst/>
            <a:rect l="0" t="0" r="r" b="b"/>
            <a:pathLst>
              <a:path w="242" h="239">
                <a:moveTo>
                  <a:pt x="5" y="0"/>
                </a:moveTo>
                <a:lnTo>
                  <a:pt x="242" y="125"/>
                </a:lnTo>
                <a:lnTo>
                  <a:pt x="0" y="239"/>
                </a:lnTo>
                <a:lnTo>
                  <a:pt x="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6" name=""/>
          <p:cNvSpPr/>
          <p:nvPr/>
        </p:nvSpPr>
        <p:spPr>
          <a:xfrm>
            <a:off x="4366080" y="1584000"/>
            <a:ext cx="703440" cy="374760"/>
          </a:xfrm>
          <a:custGeom>
            <a:avLst/>
            <a:gdLst/>
            <a:ahLst/>
            <a:rect l="0" t="0" r="r" b="b"/>
            <a:pathLst>
              <a:path fill="none" w="1954" h="1041">
                <a:moveTo>
                  <a:pt x="1954" y="1041"/>
                </a:moveTo>
                <a:lnTo>
                  <a:pt x="684" y="676"/>
                </a:lnTo>
                <a:lnTo>
                  <a:pt x="0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7" name=""/>
          <p:cNvSpPr/>
          <p:nvPr/>
        </p:nvSpPr>
        <p:spPr>
          <a:xfrm>
            <a:off x="4366080" y="1584000"/>
            <a:ext cx="703440" cy="374760"/>
          </a:xfrm>
          <a:custGeom>
            <a:avLst/>
            <a:gdLst/>
            <a:ahLst/>
            <a:rect l="0" t="0" r="r" b="b"/>
            <a:pathLst>
              <a:path fill="none" w="1954" h="1041">
                <a:moveTo>
                  <a:pt x="1954" y="1041"/>
                </a:moveTo>
                <a:lnTo>
                  <a:pt x="684" y="676"/>
                </a:lnTo>
                <a:lnTo>
                  <a:pt x="0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8" name=""/>
          <p:cNvSpPr/>
          <p:nvPr/>
        </p:nvSpPr>
        <p:spPr>
          <a:xfrm>
            <a:off x="4359960" y="1577880"/>
            <a:ext cx="91440" cy="91440"/>
          </a:xfrm>
          <a:custGeom>
            <a:avLst/>
            <a:gdLst/>
            <a:ahLst/>
            <a:rect l="0" t="0" r="r" b="b"/>
            <a:pathLst>
              <a:path w="254" h="254">
                <a:moveTo>
                  <a:pt x="85" y="254"/>
                </a:moveTo>
                <a:lnTo>
                  <a:pt x="0" y="0"/>
                </a:lnTo>
                <a:lnTo>
                  <a:pt x="254" y="84"/>
                </a:lnTo>
                <a:lnTo>
                  <a:pt x="85" y="254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9" name=""/>
          <p:cNvSpPr/>
          <p:nvPr/>
        </p:nvSpPr>
        <p:spPr>
          <a:xfrm>
            <a:off x="5609520" y="1584000"/>
            <a:ext cx="260280" cy="374760"/>
          </a:xfrm>
          <a:custGeom>
            <a:avLst/>
            <a:gdLst/>
            <a:ahLst/>
            <a:rect l="0" t="0" r="r" b="b"/>
            <a:pathLst>
              <a:path fill="none" w="723" h="1041">
                <a:moveTo>
                  <a:pt x="0" y="1041"/>
                </a:moveTo>
                <a:lnTo>
                  <a:pt x="723" y="295"/>
                </a:lnTo>
                <a:lnTo>
                  <a:pt x="651" y="0"/>
                </a:lnTo>
              </a:path>
            </a:pathLst>
          </a:custGeom>
          <a:ln w="31320">
            <a:solidFill>
              <a:srgbClr val="ffffff">
                <a:alpha val="85000"/>
              </a:srgbClr>
            </a:solidFill>
            <a:miter/>
          </a:ln>
        </p:spPr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0" name=""/>
          <p:cNvSpPr/>
          <p:nvPr/>
        </p:nvSpPr>
        <p:spPr>
          <a:xfrm>
            <a:off x="5609520" y="1584000"/>
            <a:ext cx="260280" cy="374760"/>
          </a:xfrm>
          <a:custGeom>
            <a:avLst/>
            <a:gdLst/>
            <a:ahLst/>
            <a:rect l="0" t="0" r="r" b="b"/>
            <a:pathLst>
              <a:path fill="none" w="723" h="1041">
                <a:moveTo>
                  <a:pt x="0" y="1041"/>
                </a:moveTo>
                <a:lnTo>
                  <a:pt x="723" y="295"/>
                </a:lnTo>
                <a:lnTo>
                  <a:pt x="651" y="0"/>
                </a:lnTo>
              </a:path>
            </a:pathLst>
          </a:custGeom>
          <a:ln w="14040">
            <a:solidFill>
              <a:srgbClr val="d9531e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1" name=""/>
          <p:cNvSpPr/>
          <p:nvPr/>
        </p:nvSpPr>
        <p:spPr>
          <a:xfrm>
            <a:off x="5820480" y="1575720"/>
            <a:ext cx="83520" cy="93960"/>
          </a:xfrm>
          <a:custGeom>
            <a:avLst/>
            <a:gdLst/>
            <a:ahLst/>
            <a:rect l="0" t="0" r="r" b="b"/>
            <a:pathLst>
              <a:path w="232" h="261">
                <a:moveTo>
                  <a:pt x="0" y="261"/>
                </a:moveTo>
                <a:lnTo>
                  <a:pt x="59" y="0"/>
                </a:lnTo>
                <a:lnTo>
                  <a:pt x="232" y="204"/>
                </a:lnTo>
                <a:lnTo>
                  <a:pt x="0" y="261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2" name=""/>
          <p:cNvSpPr/>
          <p:nvPr/>
        </p:nvSpPr>
        <p:spPr>
          <a:xfrm>
            <a:off x="5658120" y="2201400"/>
            <a:ext cx="566280" cy="40932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3" name=""/>
          <p:cNvSpPr/>
          <p:nvPr/>
        </p:nvSpPr>
        <p:spPr>
          <a:xfrm>
            <a:off x="5658120" y="2201400"/>
            <a:ext cx="566280" cy="40932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4" name=""/>
          <p:cNvSpPr/>
          <p:nvPr/>
        </p:nvSpPr>
        <p:spPr>
          <a:xfrm>
            <a:off x="6136200" y="2530080"/>
            <a:ext cx="95040" cy="85320"/>
          </a:xfrm>
          <a:custGeom>
            <a:avLst/>
            <a:gdLst/>
            <a:ahLst/>
            <a:rect l="0" t="0" r="r" b="b"/>
            <a:pathLst>
              <a:path w="264" h="237">
                <a:moveTo>
                  <a:pt x="141" y="0"/>
                </a:moveTo>
                <a:lnTo>
                  <a:pt x="264" y="237"/>
                </a:lnTo>
                <a:lnTo>
                  <a:pt x="0" y="195"/>
                </a:lnTo>
                <a:lnTo>
                  <a:pt x="141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5" name=""/>
          <p:cNvSpPr/>
          <p:nvPr/>
        </p:nvSpPr>
        <p:spPr>
          <a:xfrm flipV="1">
            <a:off x="4291560" y="2767320"/>
            <a:ext cx="374760" cy="331920"/>
          </a:xfrm>
          <a:prstGeom prst="line">
            <a:avLst/>
          </a:prstGeom>
          <a:ln w="31320">
            <a:solidFill>
              <a:srgbClr val="ffffff">
                <a:alpha val="85000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5480" rIns="15480" tIns="15480" bIns="15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6" name=""/>
          <p:cNvSpPr/>
          <p:nvPr/>
        </p:nvSpPr>
        <p:spPr>
          <a:xfrm flipV="1">
            <a:off x="4291560" y="2767320"/>
            <a:ext cx="374760" cy="331920"/>
          </a:xfrm>
          <a:prstGeom prst="line">
            <a:avLst/>
          </a:prstGeom>
          <a:ln w="14040">
            <a:solidFill>
              <a:srgbClr val="d9531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7" name=""/>
          <p:cNvSpPr/>
          <p:nvPr/>
        </p:nvSpPr>
        <p:spPr>
          <a:xfrm>
            <a:off x="4579920" y="2761560"/>
            <a:ext cx="92880" cy="89640"/>
          </a:xfrm>
          <a:custGeom>
            <a:avLst/>
            <a:gdLst/>
            <a:ahLst/>
            <a:rect l="0" t="0" r="r" b="b"/>
            <a:pathLst>
              <a:path w="258" h="249">
                <a:moveTo>
                  <a:pt x="0" y="69"/>
                </a:moveTo>
                <a:lnTo>
                  <a:pt x="258" y="0"/>
                </a:lnTo>
                <a:lnTo>
                  <a:pt x="158" y="249"/>
                </a:lnTo>
                <a:lnTo>
                  <a:pt x="0" y="69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8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9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0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1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2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3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4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5" name=""/>
          <p:cNvSpPr/>
          <p:nvPr/>
        </p:nvSpPr>
        <p:spPr>
          <a:xfrm>
            <a:off x="5826600" y="2601720"/>
            <a:ext cx="1015200" cy="174600"/>
          </a:xfrm>
          <a:custGeom>
            <a:avLst/>
            <a:gdLst/>
            <a:ahLst/>
            <a:rect l="0" t="0" r="r" b="b"/>
            <a:pathLst>
              <a:path w="2820" h="485">
                <a:moveTo>
                  <a:pt x="32" y="0"/>
                </a:moveTo>
                <a:lnTo>
                  <a:pt x="2788" y="0"/>
                </a:lnTo>
                <a:cubicBezTo>
                  <a:pt x="2797" y="0"/>
                  <a:pt x="2804" y="3"/>
                  <a:pt x="2810" y="9"/>
                </a:cubicBezTo>
                <a:cubicBezTo>
                  <a:pt x="2817" y="15"/>
                  <a:pt x="2820" y="23"/>
                  <a:pt x="2820" y="31"/>
                </a:cubicBezTo>
                <a:lnTo>
                  <a:pt x="2820" y="453"/>
                </a:lnTo>
                <a:cubicBezTo>
                  <a:pt x="2820" y="462"/>
                  <a:pt x="2817" y="470"/>
                  <a:pt x="2810" y="476"/>
                </a:cubicBezTo>
                <a:cubicBezTo>
                  <a:pt x="2804" y="482"/>
                  <a:pt x="2797" y="485"/>
                  <a:pt x="2788" y="485"/>
                </a:cubicBezTo>
                <a:lnTo>
                  <a:pt x="32" y="485"/>
                </a:lnTo>
                <a:cubicBezTo>
                  <a:pt x="23" y="485"/>
                  <a:pt x="16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6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7" name=""/>
          <p:cNvSpPr/>
          <p:nvPr/>
        </p:nvSpPr>
        <p:spPr>
          <a:xfrm>
            <a:off x="3085560" y="2472840"/>
            <a:ext cx="466200" cy="174960"/>
          </a:xfrm>
          <a:custGeom>
            <a:avLst/>
            <a:gdLst/>
            <a:ahLst/>
            <a:rect l="0" t="0" r="r" b="b"/>
            <a:pathLst>
              <a:path w="1295" h="486">
                <a:moveTo>
                  <a:pt x="31" y="0"/>
                </a:moveTo>
                <a:lnTo>
                  <a:pt x="1263" y="0"/>
                </a:lnTo>
                <a:cubicBezTo>
                  <a:pt x="1272" y="0"/>
                  <a:pt x="1279" y="4"/>
                  <a:pt x="1286" y="10"/>
                </a:cubicBezTo>
                <a:cubicBezTo>
                  <a:pt x="1292" y="16"/>
                  <a:pt x="1295" y="23"/>
                  <a:pt x="1295" y="32"/>
                </a:cubicBezTo>
                <a:lnTo>
                  <a:pt x="1295" y="454"/>
                </a:lnTo>
                <a:cubicBezTo>
                  <a:pt x="1295" y="463"/>
                  <a:pt x="1292" y="470"/>
                  <a:pt x="1286" y="476"/>
                </a:cubicBezTo>
                <a:cubicBezTo>
                  <a:pt x="1279" y="483"/>
                  <a:pt x="1272" y="486"/>
                  <a:pt x="1263" y="486"/>
                </a:cubicBezTo>
                <a:lnTo>
                  <a:pt x="31" y="486"/>
                </a:lnTo>
                <a:cubicBezTo>
                  <a:pt x="23" y="486"/>
                  <a:pt x="15" y="483"/>
                  <a:pt x="9" y="476"/>
                </a:cubicBezTo>
                <a:cubicBezTo>
                  <a:pt x="3" y="470"/>
                  <a:pt x="0" y="463"/>
                  <a:pt x="0" y="454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8" name=""/>
          <p:cNvSpPr/>
          <p:nvPr/>
        </p:nvSpPr>
        <p:spPr>
          <a:xfrm>
            <a:off x="6909840" y="1366920"/>
            <a:ext cx="789480" cy="226080"/>
          </a:xfrm>
          <a:custGeom>
            <a:avLst/>
            <a:gdLst/>
            <a:ahLst/>
            <a:rect l="0" t="0" r="r" b="b"/>
            <a:pathLst>
              <a:path w="2193" h="628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3"/>
                  <a:pt x="2183" y="9"/>
                </a:cubicBezTo>
                <a:cubicBezTo>
                  <a:pt x="2189" y="15"/>
                  <a:pt x="2193" y="23"/>
                  <a:pt x="2193" y="31"/>
                </a:cubicBezTo>
                <a:lnTo>
                  <a:pt x="2193" y="596"/>
                </a:lnTo>
                <a:cubicBezTo>
                  <a:pt x="2193" y="605"/>
                  <a:pt x="2189" y="612"/>
                  <a:pt x="2183" y="619"/>
                </a:cubicBezTo>
                <a:cubicBezTo>
                  <a:pt x="2177" y="625"/>
                  <a:pt x="2170" y="628"/>
                  <a:pt x="2161" y="628"/>
                </a:cubicBezTo>
                <a:lnTo>
                  <a:pt x="32" y="628"/>
                </a:lnTo>
                <a:cubicBezTo>
                  <a:pt x="23" y="628"/>
                  <a:pt x="16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9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0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1" name=""/>
          <p:cNvSpPr/>
          <p:nvPr/>
        </p:nvSpPr>
        <p:spPr>
          <a:xfrm>
            <a:off x="2125080" y="2395800"/>
            <a:ext cx="500400" cy="191880"/>
          </a:xfrm>
          <a:custGeom>
            <a:avLst/>
            <a:gdLst/>
            <a:ahLst/>
            <a:rect l="0" t="0" r="r" b="b"/>
            <a:pathLst>
              <a:path w="1390" h="533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6"/>
                  <a:pt x="1390" y="23"/>
                  <a:pt x="1390" y="32"/>
                </a:cubicBezTo>
                <a:lnTo>
                  <a:pt x="1390" y="500"/>
                </a:lnTo>
                <a:cubicBezTo>
                  <a:pt x="1390" y="509"/>
                  <a:pt x="1387" y="518"/>
                  <a:pt x="1381" y="524"/>
                </a:cubicBezTo>
                <a:cubicBezTo>
                  <a:pt x="1375" y="530"/>
                  <a:pt x="1367" y="533"/>
                  <a:pt x="1359" y="533"/>
                </a:cubicBezTo>
                <a:lnTo>
                  <a:pt x="32" y="533"/>
                </a:lnTo>
                <a:cubicBezTo>
                  <a:pt x="23" y="533"/>
                  <a:pt x="15" y="530"/>
                  <a:pt x="9" y="524"/>
                </a:cubicBezTo>
                <a:cubicBezTo>
                  <a:pt x="3" y="518"/>
                  <a:pt x="0" y="509"/>
                  <a:pt x="0" y="500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2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3" name=""/>
          <p:cNvSpPr/>
          <p:nvPr/>
        </p:nvSpPr>
        <p:spPr>
          <a:xfrm>
            <a:off x="2913840" y="1366920"/>
            <a:ext cx="637920" cy="226080"/>
          </a:xfrm>
          <a:custGeom>
            <a:avLst/>
            <a:gdLst/>
            <a:ahLst/>
            <a:rect l="0" t="0" r="r" b="b"/>
            <a:pathLst>
              <a:path w="1772" h="628">
                <a:moveTo>
                  <a:pt x="32" y="0"/>
                </a:moveTo>
                <a:lnTo>
                  <a:pt x="1740" y="0"/>
                </a:lnTo>
                <a:cubicBezTo>
                  <a:pt x="1749" y="0"/>
                  <a:pt x="1756" y="3"/>
                  <a:pt x="1763" y="9"/>
                </a:cubicBezTo>
                <a:cubicBezTo>
                  <a:pt x="1769" y="15"/>
                  <a:pt x="1772" y="23"/>
                  <a:pt x="1772" y="31"/>
                </a:cubicBezTo>
                <a:lnTo>
                  <a:pt x="1772" y="596"/>
                </a:lnTo>
                <a:cubicBezTo>
                  <a:pt x="1772" y="605"/>
                  <a:pt x="1769" y="612"/>
                  <a:pt x="1763" y="619"/>
                </a:cubicBezTo>
                <a:cubicBezTo>
                  <a:pt x="1756" y="625"/>
                  <a:pt x="1749" y="628"/>
                  <a:pt x="1740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4" name=""/>
          <p:cNvSpPr/>
          <p:nvPr/>
        </p:nvSpPr>
        <p:spPr>
          <a:xfrm>
            <a:off x="6909840" y="1366920"/>
            <a:ext cx="789480" cy="226080"/>
          </a:xfrm>
          <a:custGeom>
            <a:avLst/>
            <a:gdLst/>
            <a:ahLst/>
            <a:rect l="0" t="0" r="r" b="b"/>
            <a:pathLst>
              <a:path w="2193" h="628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3"/>
                  <a:pt x="2183" y="9"/>
                </a:cubicBezTo>
                <a:cubicBezTo>
                  <a:pt x="2189" y="15"/>
                  <a:pt x="2193" y="23"/>
                  <a:pt x="2193" y="31"/>
                </a:cubicBezTo>
                <a:lnTo>
                  <a:pt x="2193" y="596"/>
                </a:lnTo>
                <a:cubicBezTo>
                  <a:pt x="2193" y="605"/>
                  <a:pt x="2189" y="612"/>
                  <a:pt x="2183" y="619"/>
                </a:cubicBezTo>
                <a:cubicBezTo>
                  <a:pt x="2177" y="625"/>
                  <a:pt x="2170" y="628"/>
                  <a:pt x="2161" y="628"/>
                </a:cubicBezTo>
                <a:lnTo>
                  <a:pt x="32" y="628"/>
                </a:lnTo>
                <a:cubicBezTo>
                  <a:pt x="23" y="628"/>
                  <a:pt x="16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5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6" name=""/>
          <p:cNvSpPr/>
          <p:nvPr/>
        </p:nvSpPr>
        <p:spPr>
          <a:xfrm>
            <a:off x="6909840" y="1366920"/>
            <a:ext cx="789480" cy="226080"/>
          </a:xfrm>
          <a:custGeom>
            <a:avLst/>
            <a:gdLst/>
            <a:ahLst/>
            <a:rect l="0" t="0" r="r" b="b"/>
            <a:pathLst>
              <a:path w="2193" h="628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3"/>
                  <a:pt x="2183" y="9"/>
                </a:cubicBezTo>
                <a:cubicBezTo>
                  <a:pt x="2189" y="15"/>
                  <a:pt x="2193" y="23"/>
                  <a:pt x="2193" y="31"/>
                </a:cubicBezTo>
                <a:lnTo>
                  <a:pt x="2193" y="596"/>
                </a:lnTo>
                <a:cubicBezTo>
                  <a:pt x="2193" y="605"/>
                  <a:pt x="2189" y="612"/>
                  <a:pt x="2183" y="619"/>
                </a:cubicBezTo>
                <a:cubicBezTo>
                  <a:pt x="2177" y="625"/>
                  <a:pt x="2170" y="628"/>
                  <a:pt x="2161" y="628"/>
                </a:cubicBezTo>
                <a:lnTo>
                  <a:pt x="32" y="628"/>
                </a:lnTo>
                <a:cubicBezTo>
                  <a:pt x="23" y="628"/>
                  <a:pt x="16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7" name=""/>
          <p:cNvSpPr/>
          <p:nvPr/>
        </p:nvSpPr>
        <p:spPr>
          <a:xfrm>
            <a:off x="5826600" y="2601720"/>
            <a:ext cx="1015200" cy="174600"/>
          </a:xfrm>
          <a:custGeom>
            <a:avLst/>
            <a:gdLst/>
            <a:ahLst/>
            <a:rect l="0" t="0" r="r" b="b"/>
            <a:pathLst>
              <a:path w="2820" h="485">
                <a:moveTo>
                  <a:pt x="32" y="0"/>
                </a:moveTo>
                <a:lnTo>
                  <a:pt x="2788" y="0"/>
                </a:lnTo>
                <a:cubicBezTo>
                  <a:pt x="2797" y="0"/>
                  <a:pt x="2804" y="3"/>
                  <a:pt x="2810" y="9"/>
                </a:cubicBezTo>
                <a:cubicBezTo>
                  <a:pt x="2817" y="15"/>
                  <a:pt x="2820" y="23"/>
                  <a:pt x="2820" y="31"/>
                </a:cubicBezTo>
                <a:lnTo>
                  <a:pt x="2820" y="453"/>
                </a:lnTo>
                <a:cubicBezTo>
                  <a:pt x="2820" y="462"/>
                  <a:pt x="2817" y="470"/>
                  <a:pt x="2810" y="476"/>
                </a:cubicBezTo>
                <a:cubicBezTo>
                  <a:pt x="2804" y="482"/>
                  <a:pt x="2797" y="485"/>
                  <a:pt x="2788" y="485"/>
                </a:cubicBezTo>
                <a:lnTo>
                  <a:pt x="32" y="485"/>
                </a:lnTo>
                <a:cubicBezTo>
                  <a:pt x="23" y="485"/>
                  <a:pt x="16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8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9" name=""/>
          <p:cNvSpPr/>
          <p:nvPr/>
        </p:nvSpPr>
        <p:spPr>
          <a:xfrm>
            <a:off x="2539440" y="2910240"/>
            <a:ext cx="326160" cy="174960"/>
          </a:xfrm>
          <a:custGeom>
            <a:avLst/>
            <a:gdLst/>
            <a:ahLst/>
            <a:rect l="0" t="0" r="r" b="b"/>
            <a:pathLst>
              <a:path w="906" h="486">
                <a:moveTo>
                  <a:pt x="32" y="0"/>
                </a:moveTo>
                <a:lnTo>
                  <a:pt x="875" y="0"/>
                </a:lnTo>
                <a:cubicBezTo>
                  <a:pt x="883" y="0"/>
                  <a:pt x="891" y="3"/>
                  <a:pt x="897" y="10"/>
                </a:cubicBezTo>
                <a:cubicBezTo>
                  <a:pt x="903" y="16"/>
                  <a:pt x="906" y="23"/>
                  <a:pt x="906" y="32"/>
                </a:cubicBezTo>
                <a:lnTo>
                  <a:pt x="906" y="454"/>
                </a:lnTo>
                <a:cubicBezTo>
                  <a:pt x="906" y="463"/>
                  <a:pt x="903" y="470"/>
                  <a:pt x="897" y="476"/>
                </a:cubicBezTo>
                <a:cubicBezTo>
                  <a:pt x="891" y="482"/>
                  <a:pt x="883" y="486"/>
                  <a:pt x="875" y="486"/>
                </a:cubicBezTo>
                <a:lnTo>
                  <a:pt x="32" y="486"/>
                </a:lnTo>
                <a:cubicBezTo>
                  <a:pt x="23" y="486"/>
                  <a:pt x="16" y="482"/>
                  <a:pt x="10" y="476"/>
                </a:cubicBezTo>
                <a:cubicBezTo>
                  <a:pt x="3" y="470"/>
                  <a:pt x="0" y="463"/>
                  <a:pt x="0" y="454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0" name=""/>
          <p:cNvSpPr/>
          <p:nvPr/>
        </p:nvSpPr>
        <p:spPr>
          <a:xfrm>
            <a:off x="2913840" y="1366920"/>
            <a:ext cx="637920" cy="226080"/>
          </a:xfrm>
          <a:custGeom>
            <a:avLst/>
            <a:gdLst/>
            <a:ahLst/>
            <a:rect l="0" t="0" r="r" b="b"/>
            <a:pathLst>
              <a:path w="1772" h="628">
                <a:moveTo>
                  <a:pt x="32" y="0"/>
                </a:moveTo>
                <a:lnTo>
                  <a:pt x="1740" y="0"/>
                </a:lnTo>
                <a:cubicBezTo>
                  <a:pt x="1749" y="0"/>
                  <a:pt x="1756" y="3"/>
                  <a:pt x="1763" y="9"/>
                </a:cubicBezTo>
                <a:cubicBezTo>
                  <a:pt x="1769" y="15"/>
                  <a:pt x="1772" y="23"/>
                  <a:pt x="1772" y="31"/>
                </a:cubicBezTo>
                <a:lnTo>
                  <a:pt x="1772" y="596"/>
                </a:lnTo>
                <a:cubicBezTo>
                  <a:pt x="1772" y="605"/>
                  <a:pt x="1769" y="612"/>
                  <a:pt x="1763" y="619"/>
                </a:cubicBezTo>
                <a:cubicBezTo>
                  <a:pt x="1756" y="625"/>
                  <a:pt x="1749" y="628"/>
                  <a:pt x="1740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1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2" name=""/>
          <p:cNvSpPr/>
          <p:nvPr/>
        </p:nvSpPr>
        <p:spPr>
          <a:xfrm>
            <a:off x="2913840" y="1366920"/>
            <a:ext cx="637920" cy="226080"/>
          </a:xfrm>
          <a:custGeom>
            <a:avLst/>
            <a:gdLst/>
            <a:ahLst/>
            <a:rect l="0" t="0" r="r" b="b"/>
            <a:pathLst>
              <a:path w="1772" h="628">
                <a:moveTo>
                  <a:pt x="32" y="0"/>
                </a:moveTo>
                <a:lnTo>
                  <a:pt x="1740" y="0"/>
                </a:lnTo>
                <a:cubicBezTo>
                  <a:pt x="1749" y="0"/>
                  <a:pt x="1756" y="3"/>
                  <a:pt x="1763" y="9"/>
                </a:cubicBezTo>
                <a:cubicBezTo>
                  <a:pt x="1769" y="15"/>
                  <a:pt x="1772" y="23"/>
                  <a:pt x="1772" y="31"/>
                </a:cubicBezTo>
                <a:lnTo>
                  <a:pt x="1772" y="596"/>
                </a:lnTo>
                <a:cubicBezTo>
                  <a:pt x="1772" y="605"/>
                  <a:pt x="1769" y="612"/>
                  <a:pt x="1763" y="619"/>
                </a:cubicBezTo>
                <a:cubicBezTo>
                  <a:pt x="1756" y="625"/>
                  <a:pt x="1749" y="628"/>
                  <a:pt x="1740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3" name=""/>
          <p:cNvSpPr/>
          <p:nvPr/>
        </p:nvSpPr>
        <p:spPr>
          <a:xfrm>
            <a:off x="2125080" y="1641240"/>
            <a:ext cx="500400" cy="517680"/>
          </a:xfrm>
          <a:custGeom>
            <a:avLst/>
            <a:gdLst/>
            <a:ahLst/>
            <a:rect l="0" t="0" r="r" b="b"/>
            <a:pathLst>
              <a:path w="1390" h="1438">
                <a:moveTo>
                  <a:pt x="32" y="0"/>
                </a:moveTo>
                <a:lnTo>
                  <a:pt x="1359" y="0"/>
                </a:lnTo>
                <a:cubicBezTo>
                  <a:pt x="1367" y="0"/>
                  <a:pt x="1375" y="3"/>
                  <a:pt x="1381" y="9"/>
                </a:cubicBezTo>
                <a:cubicBezTo>
                  <a:pt x="1387" y="15"/>
                  <a:pt x="1390" y="23"/>
                  <a:pt x="1390" y="32"/>
                </a:cubicBezTo>
                <a:lnTo>
                  <a:pt x="1390" y="1406"/>
                </a:lnTo>
                <a:cubicBezTo>
                  <a:pt x="1390" y="1415"/>
                  <a:pt x="1387" y="1423"/>
                  <a:pt x="1381" y="1429"/>
                </a:cubicBezTo>
                <a:cubicBezTo>
                  <a:pt x="1375" y="1435"/>
                  <a:pt x="1367" y="1438"/>
                  <a:pt x="1359" y="1438"/>
                </a:cubicBezTo>
                <a:lnTo>
                  <a:pt x="32" y="1438"/>
                </a:lnTo>
                <a:cubicBezTo>
                  <a:pt x="23" y="1438"/>
                  <a:pt x="15" y="1435"/>
                  <a:pt x="9" y="1429"/>
                </a:cubicBezTo>
                <a:cubicBezTo>
                  <a:pt x="3" y="1423"/>
                  <a:pt x="0" y="1415"/>
                  <a:pt x="0" y="140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4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5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6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7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8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9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0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1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2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3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4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5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6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7" name=""/>
          <p:cNvSpPr/>
          <p:nvPr/>
        </p:nvSpPr>
        <p:spPr>
          <a:xfrm>
            <a:off x="6909840" y="1949760"/>
            <a:ext cx="789480" cy="329400"/>
          </a:xfrm>
          <a:custGeom>
            <a:avLst/>
            <a:gdLst/>
            <a:ahLst/>
            <a:rect l="0" t="0" r="r" b="b"/>
            <a:pathLst>
              <a:path w="2193" h="915">
                <a:moveTo>
                  <a:pt x="32" y="0"/>
                </a:moveTo>
                <a:lnTo>
                  <a:pt x="2161" y="0"/>
                </a:lnTo>
                <a:cubicBezTo>
                  <a:pt x="2170" y="0"/>
                  <a:pt x="2177" y="4"/>
                  <a:pt x="2183" y="10"/>
                </a:cubicBezTo>
                <a:cubicBezTo>
                  <a:pt x="2189" y="16"/>
                  <a:pt x="2193" y="23"/>
                  <a:pt x="2193" y="32"/>
                </a:cubicBezTo>
                <a:lnTo>
                  <a:pt x="2193" y="883"/>
                </a:lnTo>
                <a:cubicBezTo>
                  <a:pt x="2193" y="892"/>
                  <a:pt x="2189" y="899"/>
                  <a:pt x="2183" y="905"/>
                </a:cubicBezTo>
                <a:cubicBezTo>
                  <a:pt x="2177" y="911"/>
                  <a:pt x="2170" y="915"/>
                  <a:pt x="2161" y="915"/>
                </a:cubicBezTo>
                <a:lnTo>
                  <a:pt x="32" y="915"/>
                </a:lnTo>
                <a:cubicBezTo>
                  <a:pt x="23" y="915"/>
                  <a:pt x="16" y="911"/>
                  <a:pt x="9" y="905"/>
                </a:cubicBezTo>
                <a:cubicBezTo>
                  <a:pt x="3" y="899"/>
                  <a:pt x="0" y="892"/>
                  <a:pt x="0" y="883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8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9" name=""/>
          <p:cNvSpPr/>
          <p:nvPr/>
        </p:nvSpPr>
        <p:spPr>
          <a:xfrm>
            <a:off x="3702960" y="1366920"/>
            <a:ext cx="1117800" cy="226080"/>
          </a:xfrm>
          <a:custGeom>
            <a:avLst/>
            <a:gdLst/>
            <a:ahLst/>
            <a:rect l="0" t="0" r="r" b="b"/>
            <a:pathLst>
              <a:path w="3105" h="628">
                <a:moveTo>
                  <a:pt x="31" y="0"/>
                </a:moveTo>
                <a:lnTo>
                  <a:pt x="3073" y="0"/>
                </a:lnTo>
                <a:cubicBezTo>
                  <a:pt x="3082" y="0"/>
                  <a:pt x="3090" y="3"/>
                  <a:pt x="3096" y="9"/>
                </a:cubicBezTo>
                <a:cubicBezTo>
                  <a:pt x="3102" y="15"/>
                  <a:pt x="3105" y="23"/>
                  <a:pt x="3105" y="31"/>
                </a:cubicBezTo>
                <a:lnTo>
                  <a:pt x="3105" y="596"/>
                </a:lnTo>
                <a:cubicBezTo>
                  <a:pt x="3105" y="605"/>
                  <a:pt x="3102" y="612"/>
                  <a:pt x="3096" y="619"/>
                </a:cubicBezTo>
                <a:cubicBezTo>
                  <a:pt x="3090" y="625"/>
                  <a:pt x="3082" y="628"/>
                  <a:pt x="3073" y="628"/>
                </a:cubicBezTo>
                <a:lnTo>
                  <a:pt x="31" y="628"/>
                </a:lnTo>
                <a:cubicBezTo>
                  <a:pt x="23" y="628"/>
                  <a:pt x="15" y="625"/>
                  <a:pt x="9" y="619"/>
                </a:cubicBezTo>
                <a:cubicBezTo>
                  <a:pt x="3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0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1" name=""/>
          <p:cNvSpPr/>
          <p:nvPr/>
        </p:nvSpPr>
        <p:spPr>
          <a:xfrm>
            <a:off x="5377680" y="1366920"/>
            <a:ext cx="880920" cy="226080"/>
          </a:xfrm>
          <a:custGeom>
            <a:avLst/>
            <a:gdLst/>
            <a:ahLst/>
            <a:rect l="0" t="0" r="r" b="b"/>
            <a:pathLst>
              <a:path w="2447" h="628">
                <a:moveTo>
                  <a:pt x="32" y="0"/>
                </a:moveTo>
                <a:lnTo>
                  <a:pt x="2415" y="0"/>
                </a:lnTo>
                <a:cubicBezTo>
                  <a:pt x="2424" y="0"/>
                  <a:pt x="2431" y="3"/>
                  <a:pt x="2438" y="9"/>
                </a:cubicBezTo>
                <a:cubicBezTo>
                  <a:pt x="2444" y="15"/>
                  <a:pt x="2447" y="23"/>
                  <a:pt x="2447" y="31"/>
                </a:cubicBezTo>
                <a:lnTo>
                  <a:pt x="2447" y="596"/>
                </a:lnTo>
                <a:cubicBezTo>
                  <a:pt x="2447" y="605"/>
                  <a:pt x="2444" y="612"/>
                  <a:pt x="2438" y="619"/>
                </a:cubicBezTo>
                <a:cubicBezTo>
                  <a:pt x="2431" y="625"/>
                  <a:pt x="2424" y="628"/>
                  <a:pt x="2415" y="628"/>
                </a:cubicBezTo>
                <a:lnTo>
                  <a:pt x="32" y="628"/>
                </a:lnTo>
                <a:cubicBezTo>
                  <a:pt x="23" y="628"/>
                  <a:pt x="16" y="625"/>
                  <a:pt x="10" y="619"/>
                </a:cubicBezTo>
                <a:cubicBezTo>
                  <a:pt x="4" y="612"/>
                  <a:pt x="0" y="605"/>
                  <a:pt x="0" y="59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2" name=""/>
          <p:cNvSpPr/>
          <p:nvPr/>
        </p:nvSpPr>
        <p:spPr>
          <a:xfrm>
            <a:off x="4517640" y="1949760"/>
            <a:ext cx="1946880" cy="260640"/>
          </a:xfrm>
          <a:custGeom>
            <a:avLst/>
            <a:gdLst/>
            <a:ahLst/>
            <a:rect l="0" t="0" r="r" b="b"/>
            <a:pathLst>
              <a:path w="5408" h="724">
                <a:moveTo>
                  <a:pt x="31" y="0"/>
                </a:moveTo>
                <a:lnTo>
                  <a:pt x="5376" y="0"/>
                </a:lnTo>
                <a:cubicBezTo>
                  <a:pt x="5385" y="0"/>
                  <a:pt x="5392" y="4"/>
                  <a:pt x="5398" y="10"/>
                </a:cubicBezTo>
                <a:cubicBezTo>
                  <a:pt x="5404" y="16"/>
                  <a:pt x="5408" y="23"/>
                  <a:pt x="5408" y="32"/>
                </a:cubicBezTo>
                <a:lnTo>
                  <a:pt x="5408" y="691"/>
                </a:lnTo>
                <a:cubicBezTo>
                  <a:pt x="5408" y="700"/>
                  <a:pt x="5404" y="707"/>
                  <a:pt x="5398" y="714"/>
                </a:cubicBezTo>
                <a:cubicBezTo>
                  <a:pt x="5392" y="720"/>
                  <a:pt x="5385" y="724"/>
                  <a:pt x="5376" y="724"/>
                </a:cubicBezTo>
                <a:lnTo>
                  <a:pt x="31" y="724"/>
                </a:lnTo>
                <a:cubicBezTo>
                  <a:pt x="23" y="724"/>
                  <a:pt x="15" y="720"/>
                  <a:pt x="9" y="714"/>
                </a:cubicBezTo>
                <a:cubicBezTo>
                  <a:pt x="3" y="707"/>
                  <a:pt x="0" y="700"/>
                  <a:pt x="0" y="691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3" name=""/>
          <p:cNvSpPr/>
          <p:nvPr/>
        </p:nvSpPr>
        <p:spPr>
          <a:xfrm>
            <a:off x="5826600" y="2601720"/>
            <a:ext cx="1015200" cy="174600"/>
          </a:xfrm>
          <a:custGeom>
            <a:avLst/>
            <a:gdLst/>
            <a:ahLst/>
            <a:rect l="0" t="0" r="r" b="b"/>
            <a:pathLst>
              <a:path w="2820" h="485">
                <a:moveTo>
                  <a:pt x="32" y="0"/>
                </a:moveTo>
                <a:lnTo>
                  <a:pt x="2788" y="0"/>
                </a:lnTo>
                <a:cubicBezTo>
                  <a:pt x="2797" y="0"/>
                  <a:pt x="2804" y="3"/>
                  <a:pt x="2810" y="9"/>
                </a:cubicBezTo>
                <a:cubicBezTo>
                  <a:pt x="2817" y="15"/>
                  <a:pt x="2820" y="23"/>
                  <a:pt x="2820" y="31"/>
                </a:cubicBezTo>
                <a:lnTo>
                  <a:pt x="2820" y="453"/>
                </a:lnTo>
                <a:cubicBezTo>
                  <a:pt x="2820" y="462"/>
                  <a:pt x="2817" y="470"/>
                  <a:pt x="2810" y="476"/>
                </a:cubicBezTo>
                <a:cubicBezTo>
                  <a:pt x="2804" y="482"/>
                  <a:pt x="2797" y="485"/>
                  <a:pt x="2788" y="485"/>
                </a:cubicBezTo>
                <a:lnTo>
                  <a:pt x="32" y="485"/>
                </a:lnTo>
                <a:cubicBezTo>
                  <a:pt x="23" y="485"/>
                  <a:pt x="16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4" name=""/>
          <p:cNvSpPr/>
          <p:nvPr/>
        </p:nvSpPr>
        <p:spPr>
          <a:xfrm>
            <a:off x="4040280" y="3090240"/>
            <a:ext cx="326160" cy="174960"/>
          </a:xfrm>
          <a:custGeom>
            <a:avLst/>
            <a:gdLst/>
            <a:ahLst/>
            <a:rect l="0" t="0" r="r" b="b"/>
            <a:pathLst>
              <a:path w="906" h="486">
                <a:moveTo>
                  <a:pt x="31" y="0"/>
                </a:moveTo>
                <a:lnTo>
                  <a:pt x="874" y="0"/>
                </a:lnTo>
                <a:cubicBezTo>
                  <a:pt x="883" y="0"/>
                  <a:pt x="890" y="4"/>
                  <a:pt x="896" y="10"/>
                </a:cubicBezTo>
                <a:cubicBezTo>
                  <a:pt x="903" y="16"/>
                  <a:pt x="906" y="23"/>
                  <a:pt x="906" y="32"/>
                </a:cubicBezTo>
                <a:lnTo>
                  <a:pt x="906" y="454"/>
                </a:lnTo>
                <a:cubicBezTo>
                  <a:pt x="906" y="463"/>
                  <a:pt x="903" y="470"/>
                  <a:pt x="896" y="476"/>
                </a:cubicBezTo>
                <a:cubicBezTo>
                  <a:pt x="890" y="483"/>
                  <a:pt x="883" y="486"/>
                  <a:pt x="874" y="486"/>
                </a:cubicBezTo>
                <a:lnTo>
                  <a:pt x="31" y="486"/>
                </a:lnTo>
                <a:cubicBezTo>
                  <a:pt x="23" y="486"/>
                  <a:pt x="15" y="483"/>
                  <a:pt x="9" y="476"/>
                </a:cubicBezTo>
                <a:cubicBezTo>
                  <a:pt x="3" y="470"/>
                  <a:pt x="0" y="463"/>
                  <a:pt x="0" y="454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4"/>
                  <a:pt x="23" y="0"/>
                  <a:pt x="31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5" name=""/>
          <p:cNvSpPr/>
          <p:nvPr/>
        </p:nvSpPr>
        <p:spPr>
          <a:xfrm>
            <a:off x="4077360" y="2601720"/>
            <a:ext cx="1357920" cy="174600"/>
          </a:xfrm>
          <a:custGeom>
            <a:avLst/>
            <a:gdLst/>
            <a:ahLst/>
            <a:rect l="0" t="0" r="r" b="b"/>
            <a:pathLst>
              <a:path w="3772" h="485">
                <a:moveTo>
                  <a:pt x="32" y="0"/>
                </a:moveTo>
                <a:lnTo>
                  <a:pt x="3740" y="0"/>
                </a:lnTo>
                <a:cubicBezTo>
                  <a:pt x="3749" y="0"/>
                  <a:pt x="3757" y="3"/>
                  <a:pt x="3763" y="9"/>
                </a:cubicBezTo>
                <a:cubicBezTo>
                  <a:pt x="3769" y="15"/>
                  <a:pt x="3772" y="23"/>
                  <a:pt x="3772" y="31"/>
                </a:cubicBezTo>
                <a:lnTo>
                  <a:pt x="3772" y="453"/>
                </a:lnTo>
                <a:cubicBezTo>
                  <a:pt x="3772" y="462"/>
                  <a:pt x="3769" y="470"/>
                  <a:pt x="3763" y="476"/>
                </a:cubicBezTo>
                <a:cubicBezTo>
                  <a:pt x="3757" y="482"/>
                  <a:pt x="3749" y="485"/>
                  <a:pt x="3740" y="485"/>
                </a:cubicBezTo>
                <a:lnTo>
                  <a:pt x="32" y="485"/>
                </a:lnTo>
                <a:cubicBezTo>
                  <a:pt x="23" y="485"/>
                  <a:pt x="15" y="482"/>
                  <a:pt x="9" y="476"/>
                </a:cubicBezTo>
                <a:cubicBezTo>
                  <a:pt x="3" y="470"/>
                  <a:pt x="0" y="462"/>
                  <a:pt x="0" y="453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1f6feb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6" name=""/>
          <p:cNvSpPr/>
          <p:nvPr/>
        </p:nvSpPr>
        <p:spPr>
          <a:xfrm>
            <a:off x="5069160" y="2507400"/>
            <a:ext cx="209160" cy="60120"/>
          </a:xfrm>
          <a:custGeom>
            <a:avLst/>
            <a:gdLst/>
            <a:ahLst/>
            <a:rect l="0" t="0" r="r" b="b"/>
            <a:pathLst>
              <a:path w="581" h="167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7" y="15"/>
                  <a:pt x="581" y="23"/>
                  <a:pt x="581" y="31"/>
                </a:cubicBezTo>
                <a:lnTo>
                  <a:pt x="581" y="136"/>
                </a:lnTo>
                <a:cubicBezTo>
                  <a:pt x="581" y="144"/>
                  <a:pt x="577" y="152"/>
                  <a:pt x="571" y="158"/>
                </a:cubicBezTo>
                <a:cubicBezTo>
                  <a:pt x="565" y="164"/>
                  <a:pt x="558" y="167"/>
                  <a:pt x="549" y="167"/>
                </a:cubicBezTo>
                <a:lnTo>
                  <a:pt x="32" y="167"/>
                </a:lnTo>
                <a:cubicBezTo>
                  <a:pt x="23" y="167"/>
                  <a:pt x="15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7" name=""/>
          <p:cNvSpPr/>
          <p:nvPr/>
        </p:nvSpPr>
        <p:spPr>
          <a:xfrm>
            <a:off x="5069160" y="2507400"/>
            <a:ext cx="209160" cy="60120"/>
          </a:xfrm>
          <a:custGeom>
            <a:avLst/>
            <a:gdLst/>
            <a:ahLst/>
            <a:rect l="0" t="0" r="r" b="b"/>
            <a:pathLst>
              <a:path w="581" h="167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7" y="15"/>
                  <a:pt x="581" y="23"/>
                  <a:pt x="581" y="31"/>
                </a:cubicBezTo>
                <a:lnTo>
                  <a:pt x="581" y="136"/>
                </a:lnTo>
                <a:cubicBezTo>
                  <a:pt x="581" y="144"/>
                  <a:pt x="577" y="152"/>
                  <a:pt x="571" y="158"/>
                </a:cubicBezTo>
                <a:cubicBezTo>
                  <a:pt x="565" y="164"/>
                  <a:pt x="558" y="167"/>
                  <a:pt x="549" y="167"/>
                </a:cubicBezTo>
                <a:lnTo>
                  <a:pt x="32" y="167"/>
                </a:lnTo>
                <a:cubicBezTo>
                  <a:pt x="23" y="167"/>
                  <a:pt x="15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8" name=""/>
          <p:cNvSpPr txBox="1"/>
          <p:nvPr/>
        </p:nvSpPr>
        <p:spPr>
          <a:xfrm>
            <a:off x="439920" y="262800"/>
            <a:ext cx="6195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eerste poging, alle 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9" name=""/>
          <p:cNvSpPr/>
          <p:nvPr/>
        </p:nvSpPr>
        <p:spPr>
          <a:xfrm>
            <a:off x="4097160" y="19699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0" name=""/>
          <p:cNvSpPr/>
          <p:nvPr/>
        </p:nvSpPr>
        <p:spPr>
          <a:xfrm>
            <a:off x="4097160" y="19699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1" name=""/>
          <p:cNvSpPr txBox="1"/>
          <p:nvPr/>
        </p:nvSpPr>
        <p:spPr>
          <a:xfrm>
            <a:off x="5067000" y="2507400"/>
            <a:ext cx="2170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2" name=""/>
          <p:cNvSpPr/>
          <p:nvPr/>
        </p:nvSpPr>
        <p:spPr>
          <a:xfrm>
            <a:off x="5266440" y="235584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9"/>
                </a:cubicBezTo>
                <a:cubicBezTo>
                  <a:pt x="577" y="16"/>
                  <a:pt x="580" y="24"/>
                  <a:pt x="580" y="33"/>
                </a:cubicBezTo>
                <a:lnTo>
                  <a:pt x="580" y="136"/>
                </a:lnTo>
                <a:cubicBezTo>
                  <a:pt x="580" y="145"/>
                  <a:pt x="577" y="152"/>
                  <a:pt x="571" y="158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3"/>
                </a:lnTo>
                <a:cubicBezTo>
                  <a:pt x="0" y="24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3" name=""/>
          <p:cNvSpPr/>
          <p:nvPr/>
        </p:nvSpPr>
        <p:spPr>
          <a:xfrm>
            <a:off x="5266440" y="235584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9"/>
                </a:cubicBezTo>
                <a:cubicBezTo>
                  <a:pt x="577" y="16"/>
                  <a:pt x="580" y="24"/>
                  <a:pt x="580" y="33"/>
                </a:cubicBezTo>
                <a:lnTo>
                  <a:pt x="580" y="136"/>
                </a:lnTo>
                <a:cubicBezTo>
                  <a:pt x="580" y="145"/>
                  <a:pt x="577" y="152"/>
                  <a:pt x="571" y="158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3"/>
                </a:lnTo>
                <a:cubicBezTo>
                  <a:pt x="0" y="24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4" name=""/>
          <p:cNvSpPr txBox="1"/>
          <p:nvPr/>
        </p:nvSpPr>
        <p:spPr>
          <a:xfrm>
            <a:off x="4101480" y="1976040"/>
            <a:ext cx="1486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5" name=""/>
          <p:cNvSpPr/>
          <p:nvPr/>
        </p:nvSpPr>
        <p:spPr>
          <a:xfrm>
            <a:off x="7001280" y="250164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2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2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10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6" name=""/>
          <p:cNvSpPr/>
          <p:nvPr/>
        </p:nvSpPr>
        <p:spPr>
          <a:xfrm>
            <a:off x="7001280" y="250164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2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2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10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7" name=""/>
          <p:cNvSpPr txBox="1"/>
          <p:nvPr/>
        </p:nvSpPr>
        <p:spPr>
          <a:xfrm>
            <a:off x="5264640" y="2359080"/>
            <a:ext cx="210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8" name=""/>
          <p:cNvSpPr/>
          <p:nvPr/>
        </p:nvSpPr>
        <p:spPr>
          <a:xfrm>
            <a:off x="2688120" y="20386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9" name=""/>
          <p:cNvSpPr/>
          <p:nvPr/>
        </p:nvSpPr>
        <p:spPr>
          <a:xfrm>
            <a:off x="2688120" y="20386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0" name=""/>
          <p:cNvSpPr txBox="1"/>
          <p:nvPr/>
        </p:nvSpPr>
        <p:spPr>
          <a:xfrm>
            <a:off x="6997680" y="2502000"/>
            <a:ext cx="2142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LMS-SVS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1" name=""/>
          <p:cNvSpPr/>
          <p:nvPr/>
        </p:nvSpPr>
        <p:spPr>
          <a:xfrm>
            <a:off x="7344360" y="184716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2" name=""/>
          <p:cNvSpPr/>
          <p:nvPr/>
        </p:nvSpPr>
        <p:spPr>
          <a:xfrm>
            <a:off x="7344360" y="184716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6" y="167"/>
                  <a:pt x="477" y="167"/>
                </a:cubicBezTo>
                <a:lnTo>
                  <a:pt x="32" y="167"/>
                </a:lnTo>
                <a:cubicBezTo>
                  <a:pt x="23" y="167"/>
                  <a:pt x="16" y="164"/>
                  <a:pt x="9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3" name=""/>
          <p:cNvSpPr txBox="1"/>
          <p:nvPr/>
        </p:nvSpPr>
        <p:spPr>
          <a:xfrm>
            <a:off x="2687760" y="2041920"/>
            <a:ext cx="1850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4" name=""/>
          <p:cNvSpPr/>
          <p:nvPr/>
        </p:nvSpPr>
        <p:spPr>
          <a:xfrm>
            <a:off x="2282400" y="2192760"/>
            <a:ext cx="183240" cy="60480"/>
          </a:xfrm>
          <a:custGeom>
            <a:avLst/>
            <a:gdLst/>
            <a:ahLst/>
            <a:rect l="0" t="0" r="r" b="b"/>
            <a:pathLst>
              <a:path w="509" h="168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3" y="3"/>
                  <a:pt x="499" y="10"/>
                </a:cubicBezTo>
                <a:cubicBezTo>
                  <a:pt x="506" y="16"/>
                  <a:pt x="509" y="23"/>
                  <a:pt x="509" y="32"/>
                </a:cubicBezTo>
                <a:lnTo>
                  <a:pt x="509" y="136"/>
                </a:lnTo>
                <a:cubicBezTo>
                  <a:pt x="509" y="145"/>
                  <a:pt x="506" y="153"/>
                  <a:pt x="499" y="159"/>
                </a:cubicBezTo>
                <a:cubicBezTo>
                  <a:pt x="493" y="165"/>
                  <a:pt x="486" y="168"/>
                  <a:pt x="477" y="168"/>
                </a:cubicBezTo>
                <a:lnTo>
                  <a:pt x="32" y="168"/>
                </a:lnTo>
                <a:cubicBezTo>
                  <a:pt x="24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4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5" name=""/>
          <p:cNvSpPr/>
          <p:nvPr/>
        </p:nvSpPr>
        <p:spPr>
          <a:xfrm>
            <a:off x="2282400" y="2192760"/>
            <a:ext cx="183240" cy="60480"/>
          </a:xfrm>
          <a:custGeom>
            <a:avLst/>
            <a:gdLst/>
            <a:ahLst/>
            <a:rect l="0" t="0" r="r" b="b"/>
            <a:pathLst>
              <a:path w="509" h="168">
                <a:moveTo>
                  <a:pt x="32" y="0"/>
                </a:moveTo>
                <a:lnTo>
                  <a:pt x="477" y="0"/>
                </a:lnTo>
                <a:cubicBezTo>
                  <a:pt x="486" y="0"/>
                  <a:pt x="493" y="3"/>
                  <a:pt x="499" y="10"/>
                </a:cubicBezTo>
                <a:cubicBezTo>
                  <a:pt x="506" y="16"/>
                  <a:pt x="509" y="23"/>
                  <a:pt x="509" y="32"/>
                </a:cubicBezTo>
                <a:lnTo>
                  <a:pt x="509" y="136"/>
                </a:lnTo>
                <a:cubicBezTo>
                  <a:pt x="509" y="145"/>
                  <a:pt x="506" y="153"/>
                  <a:pt x="499" y="159"/>
                </a:cubicBezTo>
                <a:cubicBezTo>
                  <a:pt x="493" y="165"/>
                  <a:pt x="486" y="168"/>
                  <a:pt x="477" y="168"/>
                </a:cubicBezTo>
                <a:lnTo>
                  <a:pt x="32" y="168"/>
                </a:lnTo>
                <a:cubicBezTo>
                  <a:pt x="24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4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6" name=""/>
          <p:cNvSpPr txBox="1"/>
          <p:nvPr/>
        </p:nvSpPr>
        <p:spPr>
          <a:xfrm>
            <a:off x="7342200" y="185004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7" name=""/>
          <p:cNvSpPr/>
          <p:nvPr/>
        </p:nvSpPr>
        <p:spPr>
          <a:xfrm>
            <a:off x="2773800" y="176688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3" y="16"/>
                  <a:pt x="367" y="23"/>
                  <a:pt x="367" y="32"/>
                </a:cubicBezTo>
                <a:lnTo>
                  <a:pt x="367" y="135"/>
                </a:lnTo>
                <a:cubicBezTo>
                  <a:pt x="367" y="144"/>
                  <a:pt x="363" y="152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2"/>
                  <a:pt x="0" y="144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8" name=""/>
          <p:cNvSpPr/>
          <p:nvPr/>
        </p:nvSpPr>
        <p:spPr>
          <a:xfrm>
            <a:off x="2773800" y="176688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3" y="16"/>
                  <a:pt x="367" y="23"/>
                  <a:pt x="367" y="32"/>
                </a:cubicBezTo>
                <a:lnTo>
                  <a:pt x="367" y="135"/>
                </a:lnTo>
                <a:cubicBezTo>
                  <a:pt x="367" y="144"/>
                  <a:pt x="363" y="152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2"/>
                  <a:pt x="0" y="144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9" name=""/>
          <p:cNvSpPr txBox="1"/>
          <p:nvPr/>
        </p:nvSpPr>
        <p:spPr>
          <a:xfrm>
            <a:off x="2279880" y="219888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0" name=""/>
          <p:cNvSpPr/>
          <p:nvPr/>
        </p:nvSpPr>
        <p:spPr>
          <a:xfrm>
            <a:off x="6332400" y="17470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7" y="167"/>
                  <a:pt x="478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1" name=""/>
          <p:cNvSpPr/>
          <p:nvPr/>
        </p:nvSpPr>
        <p:spPr>
          <a:xfrm>
            <a:off x="6332400" y="1747080"/>
            <a:ext cx="183240" cy="60120"/>
          </a:xfrm>
          <a:custGeom>
            <a:avLst/>
            <a:gdLst/>
            <a:ahLst/>
            <a:rect l="0" t="0" r="r" b="b"/>
            <a:pathLst>
              <a:path w="509" h="167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6" y="15"/>
                  <a:pt x="509" y="23"/>
                  <a:pt x="509" y="31"/>
                </a:cubicBezTo>
                <a:lnTo>
                  <a:pt x="509" y="136"/>
                </a:lnTo>
                <a:cubicBezTo>
                  <a:pt x="509" y="144"/>
                  <a:pt x="506" y="152"/>
                  <a:pt x="500" y="158"/>
                </a:cubicBezTo>
                <a:cubicBezTo>
                  <a:pt x="494" y="164"/>
                  <a:pt x="487" y="167"/>
                  <a:pt x="478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2" name=""/>
          <p:cNvSpPr txBox="1"/>
          <p:nvPr/>
        </p:nvSpPr>
        <p:spPr>
          <a:xfrm>
            <a:off x="2780640" y="1770120"/>
            <a:ext cx="1195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3" name=""/>
          <p:cNvSpPr/>
          <p:nvPr/>
        </p:nvSpPr>
        <p:spPr>
          <a:xfrm>
            <a:off x="6895440" y="3101760"/>
            <a:ext cx="183600" cy="60480"/>
          </a:xfrm>
          <a:custGeom>
            <a:avLst/>
            <a:gdLst/>
            <a:ahLst/>
            <a:rect l="0" t="0" r="r" b="b"/>
            <a:pathLst>
              <a:path w="510" h="168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7" y="16"/>
                  <a:pt x="510" y="23"/>
                  <a:pt x="510" y="32"/>
                </a:cubicBezTo>
                <a:lnTo>
                  <a:pt x="510" y="136"/>
                </a:lnTo>
                <a:cubicBezTo>
                  <a:pt x="510" y="145"/>
                  <a:pt x="507" y="152"/>
                  <a:pt x="500" y="159"/>
                </a:cubicBezTo>
                <a:cubicBezTo>
                  <a:pt x="494" y="165"/>
                  <a:pt x="487" y="168"/>
                  <a:pt x="478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4" name=""/>
          <p:cNvSpPr/>
          <p:nvPr/>
        </p:nvSpPr>
        <p:spPr>
          <a:xfrm>
            <a:off x="6895440" y="3101760"/>
            <a:ext cx="183600" cy="60480"/>
          </a:xfrm>
          <a:custGeom>
            <a:avLst/>
            <a:gdLst/>
            <a:ahLst/>
            <a:rect l="0" t="0" r="r" b="b"/>
            <a:pathLst>
              <a:path w="510" h="168">
                <a:moveTo>
                  <a:pt x="32" y="0"/>
                </a:moveTo>
                <a:lnTo>
                  <a:pt x="478" y="0"/>
                </a:lnTo>
                <a:cubicBezTo>
                  <a:pt x="487" y="0"/>
                  <a:pt x="494" y="3"/>
                  <a:pt x="500" y="9"/>
                </a:cubicBezTo>
                <a:cubicBezTo>
                  <a:pt x="507" y="16"/>
                  <a:pt x="510" y="23"/>
                  <a:pt x="510" y="32"/>
                </a:cubicBezTo>
                <a:lnTo>
                  <a:pt x="510" y="136"/>
                </a:lnTo>
                <a:cubicBezTo>
                  <a:pt x="510" y="145"/>
                  <a:pt x="507" y="152"/>
                  <a:pt x="500" y="159"/>
                </a:cubicBezTo>
                <a:cubicBezTo>
                  <a:pt x="494" y="165"/>
                  <a:pt x="487" y="168"/>
                  <a:pt x="478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5" name=""/>
          <p:cNvSpPr txBox="1"/>
          <p:nvPr/>
        </p:nvSpPr>
        <p:spPr>
          <a:xfrm>
            <a:off x="6333120" y="1747440"/>
            <a:ext cx="1821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6" name=""/>
          <p:cNvSpPr/>
          <p:nvPr/>
        </p:nvSpPr>
        <p:spPr>
          <a:xfrm>
            <a:off x="2716560" y="2587320"/>
            <a:ext cx="235080" cy="60480"/>
          </a:xfrm>
          <a:custGeom>
            <a:avLst/>
            <a:gdLst/>
            <a:ahLst/>
            <a:rect l="0" t="0" r="r" b="b"/>
            <a:pathLst>
              <a:path w="653" h="168">
                <a:moveTo>
                  <a:pt x="32" y="0"/>
                </a:moveTo>
                <a:lnTo>
                  <a:pt x="621" y="0"/>
                </a:lnTo>
                <a:cubicBezTo>
                  <a:pt x="630" y="0"/>
                  <a:pt x="637" y="3"/>
                  <a:pt x="643" y="9"/>
                </a:cubicBezTo>
                <a:cubicBezTo>
                  <a:pt x="649" y="16"/>
                  <a:pt x="653" y="23"/>
                  <a:pt x="653" y="32"/>
                </a:cubicBezTo>
                <a:lnTo>
                  <a:pt x="653" y="136"/>
                </a:lnTo>
                <a:cubicBezTo>
                  <a:pt x="653" y="145"/>
                  <a:pt x="649" y="152"/>
                  <a:pt x="643" y="158"/>
                </a:cubicBezTo>
                <a:cubicBezTo>
                  <a:pt x="637" y="165"/>
                  <a:pt x="630" y="168"/>
                  <a:pt x="621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7" name=""/>
          <p:cNvSpPr/>
          <p:nvPr/>
        </p:nvSpPr>
        <p:spPr>
          <a:xfrm>
            <a:off x="2716560" y="2587320"/>
            <a:ext cx="235080" cy="60480"/>
          </a:xfrm>
          <a:custGeom>
            <a:avLst/>
            <a:gdLst/>
            <a:ahLst/>
            <a:rect l="0" t="0" r="r" b="b"/>
            <a:pathLst>
              <a:path w="653" h="168">
                <a:moveTo>
                  <a:pt x="32" y="0"/>
                </a:moveTo>
                <a:lnTo>
                  <a:pt x="621" y="0"/>
                </a:lnTo>
                <a:cubicBezTo>
                  <a:pt x="630" y="0"/>
                  <a:pt x="637" y="3"/>
                  <a:pt x="643" y="9"/>
                </a:cubicBezTo>
                <a:cubicBezTo>
                  <a:pt x="649" y="16"/>
                  <a:pt x="653" y="23"/>
                  <a:pt x="653" y="32"/>
                </a:cubicBezTo>
                <a:lnTo>
                  <a:pt x="653" y="136"/>
                </a:lnTo>
                <a:cubicBezTo>
                  <a:pt x="653" y="145"/>
                  <a:pt x="649" y="152"/>
                  <a:pt x="643" y="158"/>
                </a:cubicBezTo>
                <a:cubicBezTo>
                  <a:pt x="637" y="165"/>
                  <a:pt x="630" y="168"/>
                  <a:pt x="621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8" name=""/>
          <p:cNvSpPr txBox="1"/>
          <p:nvPr/>
        </p:nvSpPr>
        <p:spPr>
          <a:xfrm>
            <a:off x="6896520" y="3102120"/>
            <a:ext cx="1821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9" name=""/>
          <p:cNvSpPr/>
          <p:nvPr/>
        </p:nvSpPr>
        <p:spPr>
          <a:xfrm>
            <a:off x="2910960" y="190404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4" y="16"/>
                  <a:pt x="367" y="23"/>
                  <a:pt x="367" y="32"/>
                </a:cubicBezTo>
                <a:lnTo>
                  <a:pt x="367" y="136"/>
                </a:lnTo>
                <a:cubicBezTo>
                  <a:pt x="367" y="145"/>
                  <a:pt x="364" y="153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0" name=""/>
          <p:cNvSpPr/>
          <p:nvPr/>
        </p:nvSpPr>
        <p:spPr>
          <a:xfrm>
            <a:off x="2910960" y="1904040"/>
            <a:ext cx="132120" cy="60480"/>
          </a:xfrm>
          <a:custGeom>
            <a:avLst/>
            <a:gdLst/>
            <a:ahLst/>
            <a:rect l="0" t="0" r="r" b="b"/>
            <a:pathLst>
              <a:path w="367" h="168">
                <a:moveTo>
                  <a:pt x="32" y="0"/>
                </a:moveTo>
                <a:lnTo>
                  <a:pt x="335" y="0"/>
                </a:lnTo>
                <a:cubicBezTo>
                  <a:pt x="344" y="0"/>
                  <a:pt x="351" y="3"/>
                  <a:pt x="357" y="10"/>
                </a:cubicBezTo>
                <a:cubicBezTo>
                  <a:pt x="364" y="16"/>
                  <a:pt x="367" y="23"/>
                  <a:pt x="367" y="32"/>
                </a:cubicBezTo>
                <a:lnTo>
                  <a:pt x="367" y="136"/>
                </a:lnTo>
                <a:cubicBezTo>
                  <a:pt x="367" y="145"/>
                  <a:pt x="364" y="153"/>
                  <a:pt x="357" y="159"/>
                </a:cubicBezTo>
                <a:cubicBezTo>
                  <a:pt x="351" y="165"/>
                  <a:pt x="344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1" name=""/>
          <p:cNvSpPr txBox="1"/>
          <p:nvPr/>
        </p:nvSpPr>
        <p:spPr>
          <a:xfrm>
            <a:off x="2702520" y="2593440"/>
            <a:ext cx="2642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OC-CAMBO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2" name=""/>
          <p:cNvSpPr/>
          <p:nvPr/>
        </p:nvSpPr>
        <p:spPr>
          <a:xfrm>
            <a:off x="2639520" y="1681200"/>
            <a:ext cx="131760" cy="60480"/>
          </a:xfrm>
          <a:custGeom>
            <a:avLst/>
            <a:gdLst/>
            <a:ahLst/>
            <a:rect l="0" t="0" r="r" b="b"/>
            <a:pathLst>
              <a:path w="366" h="168">
                <a:moveTo>
                  <a:pt x="32" y="0"/>
                </a:moveTo>
                <a:lnTo>
                  <a:pt x="335" y="0"/>
                </a:lnTo>
                <a:cubicBezTo>
                  <a:pt x="343" y="0"/>
                  <a:pt x="351" y="3"/>
                  <a:pt x="357" y="9"/>
                </a:cubicBezTo>
                <a:cubicBezTo>
                  <a:pt x="363" y="16"/>
                  <a:pt x="366" y="23"/>
                  <a:pt x="366" y="32"/>
                </a:cubicBezTo>
                <a:lnTo>
                  <a:pt x="366" y="136"/>
                </a:lnTo>
                <a:cubicBezTo>
                  <a:pt x="366" y="145"/>
                  <a:pt x="363" y="152"/>
                  <a:pt x="357" y="159"/>
                </a:cubicBezTo>
                <a:cubicBezTo>
                  <a:pt x="351" y="165"/>
                  <a:pt x="343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3" name=""/>
          <p:cNvSpPr/>
          <p:nvPr/>
        </p:nvSpPr>
        <p:spPr>
          <a:xfrm>
            <a:off x="2639520" y="1681200"/>
            <a:ext cx="131760" cy="60480"/>
          </a:xfrm>
          <a:custGeom>
            <a:avLst/>
            <a:gdLst/>
            <a:ahLst/>
            <a:rect l="0" t="0" r="r" b="b"/>
            <a:pathLst>
              <a:path w="366" h="168">
                <a:moveTo>
                  <a:pt x="32" y="0"/>
                </a:moveTo>
                <a:lnTo>
                  <a:pt x="335" y="0"/>
                </a:lnTo>
                <a:cubicBezTo>
                  <a:pt x="343" y="0"/>
                  <a:pt x="351" y="3"/>
                  <a:pt x="357" y="9"/>
                </a:cubicBezTo>
                <a:cubicBezTo>
                  <a:pt x="363" y="16"/>
                  <a:pt x="366" y="23"/>
                  <a:pt x="366" y="32"/>
                </a:cubicBezTo>
                <a:lnTo>
                  <a:pt x="366" y="136"/>
                </a:lnTo>
                <a:cubicBezTo>
                  <a:pt x="366" y="145"/>
                  <a:pt x="363" y="152"/>
                  <a:pt x="357" y="159"/>
                </a:cubicBezTo>
                <a:cubicBezTo>
                  <a:pt x="351" y="165"/>
                  <a:pt x="343" y="168"/>
                  <a:pt x="335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4" name=""/>
          <p:cNvSpPr txBox="1"/>
          <p:nvPr/>
        </p:nvSpPr>
        <p:spPr>
          <a:xfrm>
            <a:off x="2917800" y="1907280"/>
            <a:ext cx="1195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5" name=""/>
          <p:cNvSpPr/>
          <p:nvPr/>
        </p:nvSpPr>
        <p:spPr>
          <a:xfrm>
            <a:off x="4917600" y="1464120"/>
            <a:ext cx="106200" cy="60120"/>
          </a:xfrm>
          <a:custGeom>
            <a:avLst/>
            <a:gdLst/>
            <a:ahLst/>
            <a:rect l="0" t="0" r="r" b="b"/>
            <a:pathLst>
              <a:path w="295" h="167">
                <a:moveTo>
                  <a:pt x="32" y="0"/>
                </a:moveTo>
                <a:lnTo>
                  <a:pt x="263" y="0"/>
                </a:lnTo>
                <a:cubicBezTo>
                  <a:pt x="272" y="0"/>
                  <a:pt x="279" y="3"/>
                  <a:pt x="286" y="9"/>
                </a:cubicBezTo>
                <a:cubicBezTo>
                  <a:pt x="292" y="15"/>
                  <a:pt x="295" y="23"/>
                  <a:pt x="295" y="31"/>
                </a:cubicBezTo>
                <a:lnTo>
                  <a:pt x="295" y="135"/>
                </a:lnTo>
                <a:cubicBezTo>
                  <a:pt x="295" y="143"/>
                  <a:pt x="292" y="151"/>
                  <a:pt x="286" y="157"/>
                </a:cubicBezTo>
                <a:cubicBezTo>
                  <a:pt x="279" y="163"/>
                  <a:pt x="272" y="167"/>
                  <a:pt x="263" y="167"/>
                </a:cubicBezTo>
                <a:lnTo>
                  <a:pt x="32" y="167"/>
                </a:lnTo>
                <a:cubicBezTo>
                  <a:pt x="23" y="167"/>
                  <a:pt x="16" y="163"/>
                  <a:pt x="9" y="157"/>
                </a:cubicBezTo>
                <a:cubicBezTo>
                  <a:pt x="3" y="151"/>
                  <a:pt x="0" y="143"/>
                  <a:pt x="0" y="135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6" name=""/>
          <p:cNvSpPr/>
          <p:nvPr/>
        </p:nvSpPr>
        <p:spPr>
          <a:xfrm>
            <a:off x="4917600" y="1464120"/>
            <a:ext cx="106200" cy="60120"/>
          </a:xfrm>
          <a:custGeom>
            <a:avLst/>
            <a:gdLst/>
            <a:ahLst/>
            <a:rect l="0" t="0" r="r" b="b"/>
            <a:pathLst>
              <a:path w="295" h="167">
                <a:moveTo>
                  <a:pt x="32" y="0"/>
                </a:moveTo>
                <a:lnTo>
                  <a:pt x="263" y="0"/>
                </a:lnTo>
                <a:cubicBezTo>
                  <a:pt x="272" y="0"/>
                  <a:pt x="279" y="3"/>
                  <a:pt x="286" y="9"/>
                </a:cubicBezTo>
                <a:cubicBezTo>
                  <a:pt x="292" y="15"/>
                  <a:pt x="295" y="23"/>
                  <a:pt x="295" y="31"/>
                </a:cubicBezTo>
                <a:lnTo>
                  <a:pt x="295" y="135"/>
                </a:lnTo>
                <a:cubicBezTo>
                  <a:pt x="295" y="143"/>
                  <a:pt x="292" y="151"/>
                  <a:pt x="286" y="157"/>
                </a:cubicBezTo>
                <a:cubicBezTo>
                  <a:pt x="279" y="163"/>
                  <a:pt x="272" y="167"/>
                  <a:pt x="263" y="167"/>
                </a:cubicBezTo>
                <a:lnTo>
                  <a:pt x="32" y="167"/>
                </a:lnTo>
                <a:cubicBezTo>
                  <a:pt x="23" y="167"/>
                  <a:pt x="16" y="163"/>
                  <a:pt x="9" y="157"/>
                </a:cubicBezTo>
                <a:cubicBezTo>
                  <a:pt x="3" y="151"/>
                  <a:pt x="0" y="143"/>
                  <a:pt x="0" y="135"/>
                </a:cubicBezTo>
                <a:lnTo>
                  <a:pt x="0" y="31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7" name=""/>
          <p:cNvSpPr txBox="1"/>
          <p:nvPr/>
        </p:nvSpPr>
        <p:spPr>
          <a:xfrm>
            <a:off x="2646360" y="1684440"/>
            <a:ext cx="1195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8" name=""/>
          <p:cNvSpPr/>
          <p:nvPr/>
        </p:nvSpPr>
        <p:spPr>
          <a:xfrm>
            <a:off x="4668840" y="166140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2"/>
                  <a:pt x="438" y="31"/>
                </a:cubicBezTo>
                <a:lnTo>
                  <a:pt x="438" y="135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5"/>
                </a:cubicBezTo>
                <a:lnTo>
                  <a:pt x="0" y="31"/>
                </a:lnTo>
                <a:cubicBezTo>
                  <a:pt x="0" y="22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9" name=""/>
          <p:cNvSpPr/>
          <p:nvPr/>
        </p:nvSpPr>
        <p:spPr>
          <a:xfrm>
            <a:off x="4668840" y="166140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2"/>
                  <a:pt x="438" y="31"/>
                </a:cubicBezTo>
                <a:lnTo>
                  <a:pt x="438" y="135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3" y="152"/>
                  <a:pt x="0" y="144"/>
                  <a:pt x="0" y="135"/>
                </a:cubicBezTo>
                <a:lnTo>
                  <a:pt x="0" y="31"/>
                </a:lnTo>
                <a:cubicBezTo>
                  <a:pt x="0" y="22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0" name=""/>
          <p:cNvSpPr txBox="1"/>
          <p:nvPr/>
        </p:nvSpPr>
        <p:spPr>
          <a:xfrm>
            <a:off x="4928400" y="1467360"/>
            <a:ext cx="846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P-R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1" name=""/>
          <p:cNvSpPr/>
          <p:nvPr/>
        </p:nvSpPr>
        <p:spPr>
          <a:xfrm>
            <a:off x="4425840" y="221004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2" name=""/>
          <p:cNvSpPr/>
          <p:nvPr/>
        </p:nvSpPr>
        <p:spPr>
          <a:xfrm>
            <a:off x="4425840" y="221004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8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8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3" name=""/>
          <p:cNvSpPr txBox="1"/>
          <p:nvPr/>
        </p:nvSpPr>
        <p:spPr>
          <a:xfrm>
            <a:off x="4674600" y="1667160"/>
            <a:ext cx="1454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P-SKS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4" name=""/>
          <p:cNvSpPr/>
          <p:nvPr/>
        </p:nvSpPr>
        <p:spPr>
          <a:xfrm>
            <a:off x="5549400" y="16783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9"/>
                </a:cubicBezTo>
                <a:cubicBezTo>
                  <a:pt x="434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4" y="152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5" name=""/>
          <p:cNvSpPr/>
          <p:nvPr/>
        </p:nvSpPr>
        <p:spPr>
          <a:xfrm>
            <a:off x="5549400" y="167832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9"/>
                </a:cubicBezTo>
                <a:cubicBezTo>
                  <a:pt x="434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4" y="152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9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6" name=""/>
          <p:cNvSpPr txBox="1"/>
          <p:nvPr/>
        </p:nvSpPr>
        <p:spPr>
          <a:xfrm>
            <a:off x="4429440" y="2213280"/>
            <a:ext cx="1501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7" name=""/>
          <p:cNvSpPr/>
          <p:nvPr/>
        </p:nvSpPr>
        <p:spPr>
          <a:xfrm>
            <a:off x="5966640" y="186120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10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3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8" name=""/>
          <p:cNvSpPr/>
          <p:nvPr/>
        </p:nvSpPr>
        <p:spPr>
          <a:xfrm>
            <a:off x="5966640" y="186120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2" y="3"/>
                  <a:pt x="428" y="10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3"/>
                  <a:pt x="428" y="159"/>
                </a:cubicBezTo>
                <a:cubicBezTo>
                  <a:pt x="422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9" name=""/>
          <p:cNvSpPr txBox="1"/>
          <p:nvPr/>
        </p:nvSpPr>
        <p:spPr>
          <a:xfrm>
            <a:off x="5556600" y="1684440"/>
            <a:ext cx="1468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R-SKS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0" name=""/>
          <p:cNvSpPr/>
          <p:nvPr/>
        </p:nvSpPr>
        <p:spPr>
          <a:xfrm>
            <a:off x="4577400" y="24699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4"/>
                  <a:pt x="572" y="10"/>
                </a:cubicBezTo>
                <a:cubicBezTo>
                  <a:pt x="578" y="16"/>
                  <a:pt x="581" y="23"/>
                  <a:pt x="581" y="33"/>
                </a:cubicBezTo>
                <a:lnTo>
                  <a:pt x="581" y="136"/>
                </a:lnTo>
                <a:cubicBezTo>
                  <a:pt x="581" y="145"/>
                  <a:pt x="578" y="153"/>
                  <a:pt x="572" y="159"/>
                </a:cubicBezTo>
                <a:cubicBezTo>
                  <a:pt x="565" y="165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3"/>
                </a:lnTo>
                <a:cubicBezTo>
                  <a:pt x="0" y="23"/>
                  <a:pt x="3" y="16"/>
                  <a:pt x="10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1" name=""/>
          <p:cNvSpPr/>
          <p:nvPr/>
        </p:nvSpPr>
        <p:spPr>
          <a:xfrm>
            <a:off x="4577400" y="24699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4"/>
                  <a:pt x="572" y="10"/>
                </a:cubicBezTo>
                <a:cubicBezTo>
                  <a:pt x="578" y="16"/>
                  <a:pt x="581" y="23"/>
                  <a:pt x="581" y="33"/>
                </a:cubicBezTo>
                <a:lnTo>
                  <a:pt x="581" y="136"/>
                </a:lnTo>
                <a:cubicBezTo>
                  <a:pt x="581" y="145"/>
                  <a:pt x="578" y="153"/>
                  <a:pt x="572" y="159"/>
                </a:cubicBezTo>
                <a:cubicBezTo>
                  <a:pt x="565" y="165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3"/>
                </a:lnTo>
                <a:cubicBezTo>
                  <a:pt x="0" y="23"/>
                  <a:pt x="3" y="16"/>
                  <a:pt x="10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2" name=""/>
          <p:cNvSpPr txBox="1"/>
          <p:nvPr/>
        </p:nvSpPr>
        <p:spPr>
          <a:xfrm>
            <a:off x="5970960" y="1864440"/>
            <a:ext cx="1468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R-SKS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3" name=""/>
          <p:cNvSpPr/>
          <p:nvPr/>
        </p:nvSpPr>
        <p:spPr>
          <a:xfrm>
            <a:off x="6581160" y="20757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1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4" name=""/>
          <p:cNvSpPr/>
          <p:nvPr/>
        </p:nvSpPr>
        <p:spPr>
          <a:xfrm>
            <a:off x="6581160" y="2075760"/>
            <a:ext cx="209160" cy="60480"/>
          </a:xfrm>
          <a:custGeom>
            <a:avLst/>
            <a:gdLst/>
            <a:ahLst/>
            <a:rect l="0" t="0" r="r" b="b"/>
            <a:pathLst>
              <a:path w="581" h="168">
                <a:moveTo>
                  <a:pt x="32" y="0"/>
                </a:moveTo>
                <a:lnTo>
                  <a:pt x="549" y="0"/>
                </a:lnTo>
                <a:cubicBezTo>
                  <a:pt x="558" y="0"/>
                  <a:pt x="565" y="3"/>
                  <a:pt x="571" y="9"/>
                </a:cubicBezTo>
                <a:cubicBezTo>
                  <a:pt x="578" y="15"/>
                  <a:pt x="581" y="23"/>
                  <a:pt x="581" y="32"/>
                </a:cubicBezTo>
                <a:lnTo>
                  <a:pt x="581" y="136"/>
                </a:lnTo>
                <a:cubicBezTo>
                  <a:pt x="581" y="145"/>
                  <a:pt x="578" y="152"/>
                  <a:pt x="571" y="158"/>
                </a:cubicBezTo>
                <a:cubicBezTo>
                  <a:pt x="565" y="164"/>
                  <a:pt x="558" y="168"/>
                  <a:pt x="549" y="168"/>
                </a:cubicBezTo>
                <a:lnTo>
                  <a:pt x="32" y="168"/>
                </a:lnTo>
                <a:cubicBezTo>
                  <a:pt x="23" y="168"/>
                  <a:pt x="16" y="164"/>
                  <a:pt x="9" y="158"/>
                </a:cubicBezTo>
                <a:cubicBezTo>
                  <a:pt x="3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5" name=""/>
          <p:cNvSpPr txBox="1"/>
          <p:nvPr/>
        </p:nvSpPr>
        <p:spPr>
          <a:xfrm>
            <a:off x="4575600" y="2473200"/>
            <a:ext cx="21096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KRS-SKS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6" name=""/>
          <p:cNvSpPr/>
          <p:nvPr/>
        </p:nvSpPr>
        <p:spPr>
          <a:xfrm>
            <a:off x="4760280" y="186696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9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7" name=""/>
          <p:cNvSpPr/>
          <p:nvPr/>
        </p:nvSpPr>
        <p:spPr>
          <a:xfrm>
            <a:off x="4760280" y="1866960"/>
            <a:ext cx="157680" cy="60480"/>
          </a:xfrm>
          <a:custGeom>
            <a:avLst/>
            <a:gdLst/>
            <a:ahLst/>
            <a:rect l="0" t="0" r="r" b="b"/>
            <a:pathLst>
              <a:path w="438" h="168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6"/>
                  <a:pt x="438" y="23"/>
                  <a:pt x="438" y="32"/>
                </a:cubicBezTo>
                <a:lnTo>
                  <a:pt x="438" y="136"/>
                </a:lnTo>
                <a:cubicBezTo>
                  <a:pt x="438" y="145"/>
                  <a:pt x="435" y="152"/>
                  <a:pt x="429" y="159"/>
                </a:cubicBezTo>
                <a:cubicBezTo>
                  <a:pt x="423" y="165"/>
                  <a:pt x="415" y="168"/>
                  <a:pt x="406" y="168"/>
                </a:cubicBezTo>
                <a:lnTo>
                  <a:pt x="32" y="168"/>
                </a:lnTo>
                <a:cubicBezTo>
                  <a:pt x="23" y="168"/>
                  <a:pt x="16" y="165"/>
                  <a:pt x="10" y="159"/>
                </a:cubicBezTo>
                <a:cubicBezTo>
                  <a:pt x="4" y="152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8" name=""/>
          <p:cNvSpPr txBox="1"/>
          <p:nvPr/>
        </p:nvSpPr>
        <p:spPr>
          <a:xfrm>
            <a:off x="6580080" y="2079000"/>
            <a:ext cx="2142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LMS-SKS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9" name=""/>
          <p:cNvSpPr/>
          <p:nvPr/>
        </p:nvSpPr>
        <p:spPr>
          <a:xfrm>
            <a:off x="5660640" y="179856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1"/>
                </a:cubicBezTo>
                <a:lnTo>
                  <a:pt x="438" y="136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4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0" name=""/>
          <p:cNvSpPr/>
          <p:nvPr/>
        </p:nvSpPr>
        <p:spPr>
          <a:xfrm>
            <a:off x="5660640" y="1798560"/>
            <a:ext cx="157680" cy="60120"/>
          </a:xfrm>
          <a:custGeom>
            <a:avLst/>
            <a:gdLst/>
            <a:ahLst/>
            <a:rect l="0" t="0" r="r" b="b"/>
            <a:pathLst>
              <a:path w="438" h="167">
                <a:moveTo>
                  <a:pt x="32" y="0"/>
                </a:moveTo>
                <a:lnTo>
                  <a:pt x="406" y="0"/>
                </a:lnTo>
                <a:cubicBezTo>
                  <a:pt x="415" y="0"/>
                  <a:pt x="423" y="3"/>
                  <a:pt x="429" y="9"/>
                </a:cubicBezTo>
                <a:cubicBezTo>
                  <a:pt x="435" y="15"/>
                  <a:pt x="438" y="23"/>
                  <a:pt x="438" y="31"/>
                </a:cubicBezTo>
                <a:lnTo>
                  <a:pt x="438" y="136"/>
                </a:lnTo>
                <a:cubicBezTo>
                  <a:pt x="438" y="144"/>
                  <a:pt x="435" y="152"/>
                  <a:pt x="429" y="158"/>
                </a:cubicBezTo>
                <a:cubicBezTo>
                  <a:pt x="423" y="164"/>
                  <a:pt x="415" y="167"/>
                  <a:pt x="406" y="167"/>
                </a:cubicBezTo>
                <a:lnTo>
                  <a:pt x="32" y="167"/>
                </a:lnTo>
                <a:cubicBezTo>
                  <a:pt x="23" y="167"/>
                  <a:pt x="16" y="164"/>
                  <a:pt x="10" y="158"/>
                </a:cubicBezTo>
                <a:cubicBezTo>
                  <a:pt x="4" y="152"/>
                  <a:pt x="0" y="144"/>
                  <a:pt x="0" y="136"/>
                </a:cubicBezTo>
                <a:lnTo>
                  <a:pt x="0" y="31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1" name=""/>
          <p:cNvSpPr txBox="1"/>
          <p:nvPr/>
        </p:nvSpPr>
        <p:spPr>
          <a:xfrm>
            <a:off x="4768920" y="1870200"/>
            <a:ext cx="14544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P-SKS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2" name=""/>
          <p:cNvSpPr/>
          <p:nvPr/>
        </p:nvSpPr>
        <p:spPr>
          <a:xfrm>
            <a:off x="5838120" y="238140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10"/>
                </a:cubicBezTo>
                <a:cubicBezTo>
                  <a:pt x="577" y="16"/>
                  <a:pt x="580" y="23"/>
                  <a:pt x="580" y="32"/>
                </a:cubicBezTo>
                <a:lnTo>
                  <a:pt x="580" y="136"/>
                </a:lnTo>
                <a:cubicBezTo>
                  <a:pt x="580" y="145"/>
                  <a:pt x="577" y="153"/>
                  <a:pt x="571" y="159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3" name=""/>
          <p:cNvSpPr/>
          <p:nvPr/>
        </p:nvSpPr>
        <p:spPr>
          <a:xfrm>
            <a:off x="5838120" y="2381400"/>
            <a:ext cx="208800" cy="60480"/>
          </a:xfrm>
          <a:custGeom>
            <a:avLst/>
            <a:gdLst/>
            <a:ahLst/>
            <a:rect l="0" t="0" r="r" b="b"/>
            <a:pathLst>
              <a:path w="580" h="168">
                <a:moveTo>
                  <a:pt x="32" y="0"/>
                </a:moveTo>
                <a:lnTo>
                  <a:pt x="549" y="0"/>
                </a:lnTo>
                <a:cubicBezTo>
                  <a:pt x="557" y="0"/>
                  <a:pt x="565" y="3"/>
                  <a:pt x="571" y="10"/>
                </a:cubicBezTo>
                <a:cubicBezTo>
                  <a:pt x="577" y="16"/>
                  <a:pt x="580" y="23"/>
                  <a:pt x="580" y="32"/>
                </a:cubicBezTo>
                <a:lnTo>
                  <a:pt x="580" y="136"/>
                </a:lnTo>
                <a:cubicBezTo>
                  <a:pt x="580" y="145"/>
                  <a:pt x="577" y="153"/>
                  <a:pt x="571" y="159"/>
                </a:cubicBezTo>
                <a:cubicBezTo>
                  <a:pt x="565" y="165"/>
                  <a:pt x="557" y="168"/>
                  <a:pt x="549" y="168"/>
                </a:cubicBezTo>
                <a:lnTo>
                  <a:pt x="32" y="168"/>
                </a:lnTo>
                <a:cubicBezTo>
                  <a:pt x="23" y="168"/>
                  <a:pt x="15" y="165"/>
                  <a:pt x="9" y="159"/>
                </a:cubicBezTo>
                <a:cubicBezTo>
                  <a:pt x="3" y="153"/>
                  <a:pt x="0" y="145"/>
                  <a:pt x="0" y="136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4" name=""/>
          <p:cNvSpPr txBox="1"/>
          <p:nvPr/>
        </p:nvSpPr>
        <p:spPr>
          <a:xfrm>
            <a:off x="5667840" y="1801800"/>
            <a:ext cx="1468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R-SKS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5" name=""/>
          <p:cNvSpPr/>
          <p:nvPr/>
        </p:nvSpPr>
        <p:spPr>
          <a:xfrm>
            <a:off x="4348800" y="2907360"/>
            <a:ext cx="260640" cy="60480"/>
          </a:xfrm>
          <a:custGeom>
            <a:avLst/>
            <a:gdLst/>
            <a:ahLst/>
            <a:rect l="0" t="0" r="r" b="b"/>
            <a:pathLst>
              <a:path w="724" h="168">
                <a:moveTo>
                  <a:pt x="32" y="0"/>
                </a:moveTo>
                <a:lnTo>
                  <a:pt x="692" y="0"/>
                </a:lnTo>
                <a:cubicBezTo>
                  <a:pt x="701" y="0"/>
                  <a:pt x="708" y="3"/>
                  <a:pt x="714" y="10"/>
                </a:cubicBezTo>
                <a:cubicBezTo>
                  <a:pt x="721" y="16"/>
                  <a:pt x="724" y="23"/>
                  <a:pt x="724" y="32"/>
                </a:cubicBezTo>
                <a:lnTo>
                  <a:pt x="724" y="135"/>
                </a:lnTo>
                <a:cubicBezTo>
                  <a:pt x="724" y="145"/>
                  <a:pt x="721" y="153"/>
                  <a:pt x="714" y="159"/>
                </a:cubicBezTo>
                <a:cubicBezTo>
                  <a:pt x="708" y="165"/>
                  <a:pt x="701" y="168"/>
                  <a:pt x="692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6" name=""/>
          <p:cNvSpPr/>
          <p:nvPr/>
        </p:nvSpPr>
        <p:spPr>
          <a:xfrm>
            <a:off x="4348800" y="2907360"/>
            <a:ext cx="260640" cy="60480"/>
          </a:xfrm>
          <a:custGeom>
            <a:avLst/>
            <a:gdLst/>
            <a:ahLst/>
            <a:rect l="0" t="0" r="r" b="b"/>
            <a:pathLst>
              <a:path w="724" h="168">
                <a:moveTo>
                  <a:pt x="32" y="0"/>
                </a:moveTo>
                <a:lnTo>
                  <a:pt x="692" y="0"/>
                </a:lnTo>
                <a:cubicBezTo>
                  <a:pt x="701" y="0"/>
                  <a:pt x="708" y="3"/>
                  <a:pt x="714" y="10"/>
                </a:cubicBezTo>
                <a:cubicBezTo>
                  <a:pt x="721" y="16"/>
                  <a:pt x="724" y="23"/>
                  <a:pt x="724" y="32"/>
                </a:cubicBezTo>
                <a:lnTo>
                  <a:pt x="724" y="135"/>
                </a:lnTo>
                <a:cubicBezTo>
                  <a:pt x="724" y="145"/>
                  <a:pt x="721" y="153"/>
                  <a:pt x="714" y="159"/>
                </a:cubicBezTo>
                <a:cubicBezTo>
                  <a:pt x="708" y="165"/>
                  <a:pt x="701" y="168"/>
                  <a:pt x="692" y="168"/>
                </a:cubicBezTo>
                <a:lnTo>
                  <a:pt x="32" y="168"/>
                </a:lnTo>
                <a:cubicBezTo>
                  <a:pt x="23" y="168"/>
                  <a:pt x="16" y="165"/>
                  <a:pt x="9" y="159"/>
                </a:cubicBezTo>
                <a:cubicBezTo>
                  <a:pt x="3" y="153"/>
                  <a:pt x="0" y="145"/>
                  <a:pt x="0" y="13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400">
            <a:solidFill>
              <a:srgbClr val="d9531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7" name=""/>
          <p:cNvSpPr txBox="1"/>
          <p:nvPr/>
        </p:nvSpPr>
        <p:spPr>
          <a:xfrm>
            <a:off x="5837040" y="2381760"/>
            <a:ext cx="2080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SKS-SVS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8" name=""/>
          <p:cNvSpPr txBox="1"/>
          <p:nvPr/>
        </p:nvSpPr>
        <p:spPr>
          <a:xfrm>
            <a:off x="4334400" y="2910600"/>
            <a:ext cx="2934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CAMBO-KRS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9" name=""/>
          <p:cNvSpPr/>
          <p:nvPr/>
        </p:nvSpPr>
        <p:spPr>
          <a:xfrm>
            <a:off x="2633400" y="4376520"/>
            <a:ext cx="1000440" cy="324360"/>
          </a:xfrm>
          <a:custGeom>
            <a:avLst/>
            <a:gdLst/>
            <a:ahLst/>
            <a:rect l="0" t="0" r="r" b="b"/>
            <a:pathLst>
              <a:path w="27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4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2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0" y="0"/>
                  <a:pt x="450" y="0"/>
                </a:cubicBezTo>
                <a:lnTo>
                  <a:pt x="2329" y="0"/>
                </a:lnTo>
                <a:cubicBezTo>
                  <a:pt x="2358" y="0"/>
                  <a:pt x="2387" y="3"/>
                  <a:pt x="2417" y="9"/>
                </a:cubicBezTo>
                <a:cubicBezTo>
                  <a:pt x="2446" y="15"/>
                  <a:pt x="2474" y="23"/>
                  <a:pt x="2502" y="34"/>
                </a:cubicBezTo>
                <a:cubicBezTo>
                  <a:pt x="2529" y="46"/>
                  <a:pt x="2555" y="59"/>
                  <a:pt x="2579" y="76"/>
                </a:cubicBezTo>
                <a:cubicBezTo>
                  <a:pt x="2604" y="92"/>
                  <a:pt x="2627" y="111"/>
                  <a:pt x="2648" y="132"/>
                </a:cubicBezTo>
                <a:cubicBezTo>
                  <a:pt x="2668" y="153"/>
                  <a:pt x="2687" y="175"/>
                  <a:pt x="2704" y="200"/>
                </a:cubicBezTo>
                <a:cubicBezTo>
                  <a:pt x="2720" y="225"/>
                  <a:pt x="2734" y="250"/>
                  <a:pt x="2745" y="278"/>
                </a:cubicBezTo>
                <a:cubicBezTo>
                  <a:pt x="2756" y="305"/>
                  <a:pt x="2765" y="333"/>
                  <a:pt x="2771" y="362"/>
                </a:cubicBezTo>
                <a:cubicBezTo>
                  <a:pt x="2776" y="391"/>
                  <a:pt x="2779" y="420"/>
                  <a:pt x="2779" y="450"/>
                </a:cubicBezTo>
                <a:cubicBezTo>
                  <a:pt x="2779" y="479"/>
                  <a:pt x="2776" y="509"/>
                  <a:pt x="2771" y="538"/>
                </a:cubicBezTo>
                <a:cubicBezTo>
                  <a:pt x="2765" y="567"/>
                  <a:pt x="2756" y="595"/>
                  <a:pt x="2745" y="622"/>
                </a:cubicBezTo>
                <a:cubicBezTo>
                  <a:pt x="2734" y="649"/>
                  <a:pt x="2720" y="675"/>
                  <a:pt x="2704" y="700"/>
                </a:cubicBezTo>
                <a:cubicBezTo>
                  <a:pt x="2687" y="724"/>
                  <a:pt x="2668" y="747"/>
                  <a:pt x="2648" y="768"/>
                </a:cubicBezTo>
                <a:cubicBezTo>
                  <a:pt x="2627" y="789"/>
                  <a:pt x="2604" y="807"/>
                  <a:pt x="2579" y="824"/>
                </a:cubicBezTo>
                <a:cubicBezTo>
                  <a:pt x="2555" y="840"/>
                  <a:pt x="2529" y="854"/>
                  <a:pt x="2502" y="865"/>
                </a:cubicBezTo>
                <a:cubicBezTo>
                  <a:pt x="2474" y="877"/>
                  <a:pt x="2446" y="886"/>
                  <a:pt x="2417" y="892"/>
                </a:cubicBezTo>
                <a:cubicBezTo>
                  <a:pt x="2387" y="898"/>
                  <a:pt x="2358" y="901"/>
                  <a:pt x="2329" y="901"/>
                </a:cubicBezTo>
                <a:lnTo>
                  <a:pt x="450" y="901"/>
                </a:lnTo>
                <a:cubicBezTo>
                  <a:pt x="420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2" y="724"/>
                  <a:pt x="76" y="700"/>
                </a:cubicBezTo>
                <a:cubicBezTo>
                  <a:pt x="60" y="675"/>
                  <a:pt x="46" y="649"/>
                  <a:pt x="34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0" name=""/>
          <p:cNvSpPr/>
          <p:nvPr/>
        </p:nvSpPr>
        <p:spPr>
          <a:xfrm>
            <a:off x="2633400" y="4376520"/>
            <a:ext cx="1000440" cy="324360"/>
          </a:xfrm>
          <a:custGeom>
            <a:avLst/>
            <a:gdLst/>
            <a:ahLst/>
            <a:rect l="0" t="0" r="r" b="b"/>
            <a:pathLst>
              <a:path w="27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4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2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0" y="0"/>
                  <a:pt x="450" y="0"/>
                </a:cubicBezTo>
                <a:lnTo>
                  <a:pt x="2329" y="0"/>
                </a:lnTo>
                <a:cubicBezTo>
                  <a:pt x="2358" y="0"/>
                  <a:pt x="2387" y="3"/>
                  <a:pt x="2417" y="9"/>
                </a:cubicBezTo>
                <a:cubicBezTo>
                  <a:pt x="2446" y="15"/>
                  <a:pt x="2474" y="23"/>
                  <a:pt x="2502" y="34"/>
                </a:cubicBezTo>
                <a:cubicBezTo>
                  <a:pt x="2529" y="46"/>
                  <a:pt x="2555" y="59"/>
                  <a:pt x="2579" y="76"/>
                </a:cubicBezTo>
                <a:cubicBezTo>
                  <a:pt x="2604" y="92"/>
                  <a:pt x="2627" y="111"/>
                  <a:pt x="2648" y="132"/>
                </a:cubicBezTo>
                <a:cubicBezTo>
                  <a:pt x="2668" y="153"/>
                  <a:pt x="2687" y="175"/>
                  <a:pt x="2704" y="200"/>
                </a:cubicBezTo>
                <a:cubicBezTo>
                  <a:pt x="2720" y="225"/>
                  <a:pt x="2734" y="250"/>
                  <a:pt x="2745" y="278"/>
                </a:cubicBezTo>
                <a:cubicBezTo>
                  <a:pt x="2756" y="305"/>
                  <a:pt x="2765" y="333"/>
                  <a:pt x="2771" y="362"/>
                </a:cubicBezTo>
                <a:cubicBezTo>
                  <a:pt x="2776" y="391"/>
                  <a:pt x="2779" y="420"/>
                  <a:pt x="2779" y="450"/>
                </a:cubicBezTo>
                <a:cubicBezTo>
                  <a:pt x="2779" y="479"/>
                  <a:pt x="2776" y="509"/>
                  <a:pt x="2771" y="538"/>
                </a:cubicBezTo>
                <a:cubicBezTo>
                  <a:pt x="2765" y="567"/>
                  <a:pt x="2756" y="595"/>
                  <a:pt x="2745" y="622"/>
                </a:cubicBezTo>
                <a:cubicBezTo>
                  <a:pt x="2734" y="649"/>
                  <a:pt x="2720" y="675"/>
                  <a:pt x="2704" y="700"/>
                </a:cubicBezTo>
                <a:cubicBezTo>
                  <a:pt x="2687" y="724"/>
                  <a:pt x="2668" y="747"/>
                  <a:pt x="2648" y="768"/>
                </a:cubicBezTo>
                <a:cubicBezTo>
                  <a:pt x="2627" y="789"/>
                  <a:pt x="2604" y="807"/>
                  <a:pt x="2579" y="824"/>
                </a:cubicBezTo>
                <a:cubicBezTo>
                  <a:pt x="2555" y="840"/>
                  <a:pt x="2529" y="854"/>
                  <a:pt x="2502" y="865"/>
                </a:cubicBezTo>
                <a:cubicBezTo>
                  <a:pt x="2474" y="877"/>
                  <a:pt x="2446" y="886"/>
                  <a:pt x="2417" y="892"/>
                </a:cubicBezTo>
                <a:cubicBezTo>
                  <a:pt x="2387" y="898"/>
                  <a:pt x="2358" y="901"/>
                  <a:pt x="2329" y="901"/>
                </a:cubicBezTo>
                <a:lnTo>
                  <a:pt x="450" y="901"/>
                </a:lnTo>
                <a:cubicBezTo>
                  <a:pt x="420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2" y="724"/>
                  <a:pt x="76" y="700"/>
                </a:cubicBezTo>
                <a:cubicBezTo>
                  <a:pt x="60" y="675"/>
                  <a:pt x="46" y="649"/>
                  <a:pt x="34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1" name=""/>
          <p:cNvSpPr txBox="1"/>
          <p:nvPr/>
        </p:nvSpPr>
        <p:spPr>
          <a:xfrm>
            <a:off x="3462480" y="4117680"/>
            <a:ext cx="2789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elke stroom met een voorlopig ID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2" name=""/>
          <p:cNvSpPr txBox="1"/>
          <p:nvPr/>
        </p:nvSpPr>
        <p:spPr>
          <a:xfrm>
            <a:off x="2774880" y="444960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dd784b"/>
                </a:solidFill>
                <a:latin typeface="Arial"/>
                <a:ea typeface="Arial"/>
              </a:rPr>
              <a:t>24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3" name=""/>
          <p:cNvSpPr/>
          <p:nvPr/>
        </p:nvSpPr>
        <p:spPr>
          <a:xfrm>
            <a:off x="3719160" y="437652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1" y="3"/>
                  <a:pt x="421" y="0"/>
                  <a:pt x="450" y="0"/>
                </a:cubicBezTo>
                <a:lnTo>
                  <a:pt x="3229" y="0"/>
                </a:lnTo>
                <a:cubicBezTo>
                  <a:pt x="3259" y="0"/>
                  <a:pt x="3288" y="3"/>
                  <a:pt x="3317" y="9"/>
                </a:cubicBezTo>
                <a:cubicBezTo>
                  <a:pt x="3346" y="15"/>
                  <a:pt x="3374" y="23"/>
                  <a:pt x="3402" y="34"/>
                </a:cubicBezTo>
                <a:cubicBezTo>
                  <a:pt x="3429" y="46"/>
                  <a:pt x="3455" y="59"/>
                  <a:pt x="3479" y="76"/>
                </a:cubicBezTo>
                <a:cubicBezTo>
                  <a:pt x="3504" y="92"/>
                  <a:pt x="3527" y="111"/>
                  <a:pt x="3547" y="132"/>
                </a:cubicBezTo>
                <a:cubicBezTo>
                  <a:pt x="3568" y="153"/>
                  <a:pt x="3587" y="175"/>
                  <a:pt x="3603" y="200"/>
                </a:cubicBezTo>
                <a:cubicBezTo>
                  <a:pt x="3620" y="225"/>
                  <a:pt x="3634" y="250"/>
                  <a:pt x="3645" y="278"/>
                </a:cubicBezTo>
                <a:cubicBezTo>
                  <a:pt x="3656" y="305"/>
                  <a:pt x="3665" y="333"/>
                  <a:pt x="3671" y="362"/>
                </a:cubicBezTo>
                <a:cubicBezTo>
                  <a:pt x="3676" y="391"/>
                  <a:pt x="3679" y="420"/>
                  <a:pt x="3679" y="450"/>
                </a:cubicBezTo>
                <a:cubicBezTo>
                  <a:pt x="3679" y="479"/>
                  <a:pt x="3676" y="509"/>
                  <a:pt x="3671" y="538"/>
                </a:cubicBezTo>
                <a:cubicBezTo>
                  <a:pt x="3665" y="567"/>
                  <a:pt x="3656" y="595"/>
                  <a:pt x="3645" y="622"/>
                </a:cubicBezTo>
                <a:cubicBezTo>
                  <a:pt x="3634" y="649"/>
                  <a:pt x="3620" y="675"/>
                  <a:pt x="3603" y="700"/>
                </a:cubicBezTo>
                <a:cubicBezTo>
                  <a:pt x="3587" y="724"/>
                  <a:pt x="3568" y="747"/>
                  <a:pt x="3547" y="768"/>
                </a:cubicBezTo>
                <a:cubicBezTo>
                  <a:pt x="3527" y="789"/>
                  <a:pt x="3504" y="807"/>
                  <a:pt x="3479" y="824"/>
                </a:cubicBezTo>
                <a:cubicBezTo>
                  <a:pt x="3455" y="840"/>
                  <a:pt x="3429" y="854"/>
                  <a:pt x="3402" y="865"/>
                </a:cubicBezTo>
                <a:cubicBezTo>
                  <a:pt x="3374" y="877"/>
                  <a:pt x="3346" y="886"/>
                  <a:pt x="3317" y="892"/>
                </a:cubicBezTo>
                <a:cubicBezTo>
                  <a:pt x="3288" y="898"/>
                  <a:pt x="3259" y="901"/>
                  <a:pt x="3229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3" y="892"/>
                </a:cubicBezTo>
                <a:cubicBezTo>
                  <a:pt x="334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4" name=""/>
          <p:cNvSpPr/>
          <p:nvPr/>
        </p:nvSpPr>
        <p:spPr>
          <a:xfrm>
            <a:off x="3719160" y="437652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1" y="3"/>
                  <a:pt x="421" y="0"/>
                  <a:pt x="450" y="0"/>
                </a:cubicBezTo>
                <a:lnTo>
                  <a:pt x="3229" y="0"/>
                </a:lnTo>
                <a:cubicBezTo>
                  <a:pt x="3259" y="0"/>
                  <a:pt x="3288" y="3"/>
                  <a:pt x="3317" y="9"/>
                </a:cubicBezTo>
                <a:cubicBezTo>
                  <a:pt x="3346" y="15"/>
                  <a:pt x="3374" y="23"/>
                  <a:pt x="3402" y="34"/>
                </a:cubicBezTo>
                <a:cubicBezTo>
                  <a:pt x="3429" y="46"/>
                  <a:pt x="3455" y="59"/>
                  <a:pt x="3479" y="76"/>
                </a:cubicBezTo>
                <a:cubicBezTo>
                  <a:pt x="3504" y="92"/>
                  <a:pt x="3527" y="111"/>
                  <a:pt x="3547" y="132"/>
                </a:cubicBezTo>
                <a:cubicBezTo>
                  <a:pt x="3568" y="153"/>
                  <a:pt x="3587" y="175"/>
                  <a:pt x="3603" y="200"/>
                </a:cubicBezTo>
                <a:cubicBezTo>
                  <a:pt x="3620" y="225"/>
                  <a:pt x="3634" y="250"/>
                  <a:pt x="3645" y="278"/>
                </a:cubicBezTo>
                <a:cubicBezTo>
                  <a:pt x="3656" y="305"/>
                  <a:pt x="3665" y="333"/>
                  <a:pt x="3671" y="362"/>
                </a:cubicBezTo>
                <a:cubicBezTo>
                  <a:pt x="3676" y="391"/>
                  <a:pt x="3679" y="420"/>
                  <a:pt x="3679" y="450"/>
                </a:cubicBezTo>
                <a:cubicBezTo>
                  <a:pt x="3679" y="479"/>
                  <a:pt x="3676" y="509"/>
                  <a:pt x="3671" y="538"/>
                </a:cubicBezTo>
                <a:cubicBezTo>
                  <a:pt x="3665" y="567"/>
                  <a:pt x="3656" y="595"/>
                  <a:pt x="3645" y="622"/>
                </a:cubicBezTo>
                <a:cubicBezTo>
                  <a:pt x="3634" y="649"/>
                  <a:pt x="3620" y="675"/>
                  <a:pt x="3603" y="700"/>
                </a:cubicBezTo>
                <a:cubicBezTo>
                  <a:pt x="3587" y="724"/>
                  <a:pt x="3568" y="747"/>
                  <a:pt x="3547" y="768"/>
                </a:cubicBezTo>
                <a:cubicBezTo>
                  <a:pt x="3527" y="789"/>
                  <a:pt x="3504" y="807"/>
                  <a:pt x="3479" y="824"/>
                </a:cubicBezTo>
                <a:cubicBezTo>
                  <a:pt x="3455" y="840"/>
                  <a:pt x="3429" y="854"/>
                  <a:pt x="3402" y="865"/>
                </a:cubicBezTo>
                <a:cubicBezTo>
                  <a:pt x="3374" y="877"/>
                  <a:pt x="3346" y="886"/>
                  <a:pt x="3317" y="892"/>
                </a:cubicBezTo>
                <a:cubicBezTo>
                  <a:pt x="3288" y="898"/>
                  <a:pt x="3259" y="901"/>
                  <a:pt x="3229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3" y="892"/>
                </a:cubicBezTo>
                <a:cubicBezTo>
                  <a:pt x="334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5" name=""/>
          <p:cNvSpPr txBox="1"/>
          <p:nvPr/>
        </p:nvSpPr>
        <p:spPr>
          <a:xfrm>
            <a:off x="3009240" y="4465440"/>
            <a:ext cx="520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6" name=""/>
          <p:cNvSpPr txBox="1"/>
          <p:nvPr/>
        </p:nvSpPr>
        <p:spPr>
          <a:xfrm>
            <a:off x="3864240" y="444960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dd784b"/>
                </a:solidFill>
                <a:latin typeface="Arial"/>
                <a:ea typeface="Arial"/>
              </a:rPr>
              <a:t>17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7" name=""/>
          <p:cNvSpPr/>
          <p:nvPr/>
        </p:nvSpPr>
        <p:spPr>
          <a:xfrm>
            <a:off x="5128920" y="4376520"/>
            <a:ext cx="1572120" cy="324360"/>
          </a:xfrm>
          <a:custGeom>
            <a:avLst/>
            <a:gdLst/>
            <a:ahLst/>
            <a:rect l="0" t="0" r="r" b="b"/>
            <a:pathLst>
              <a:path w="4367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1" y="0"/>
                  <a:pt x="450" y="0"/>
                </a:cubicBezTo>
                <a:lnTo>
                  <a:pt x="3917" y="0"/>
                </a:lnTo>
                <a:cubicBezTo>
                  <a:pt x="3947" y="0"/>
                  <a:pt x="3976" y="3"/>
                  <a:pt x="4005" y="9"/>
                </a:cubicBezTo>
                <a:cubicBezTo>
                  <a:pt x="4034" y="15"/>
                  <a:pt x="4062" y="23"/>
                  <a:pt x="4089" y="34"/>
                </a:cubicBezTo>
                <a:cubicBezTo>
                  <a:pt x="4117" y="46"/>
                  <a:pt x="4142" y="59"/>
                  <a:pt x="4167" y="76"/>
                </a:cubicBezTo>
                <a:cubicBezTo>
                  <a:pt x="4192" y="92"/>
                  <a:pt x="4214" y="111"/>
                  <a:pt x="4235" y="132"/>
                </a:cubicBezTo>
                <a:cubicBezTo>
                  <a:pt x="4256" y="153"/>
                  <a:pt x="4275" y="175"/>
                  <a:pt x="4291" y="200"/>
                </a:cubicBezTo>
                <a:cubicBezTo>
                  <a:pt x="4308" y="225"/>
                  <a:pt x="4321" y="250"/>
                  <a:pt x="4333" y="278"/>
                </a:cubicBezTo>
                <a:cubicBezTo>
                  <a:pt x="4344" y="305"/>
                  <a:pt x="4353" y="333"/>
                  <a:pt x="4358" y="362"/>
                </a:cubicBezTo>
                <a:cubicBezTo>
                  <a:pt x="4364" y="391"/>
                  <a:pt x="4367" y="420"/>
                  <a:pt x="4367" y="450"/>
                </a:cubicBezTo>
                <a:cubicBezTo>
                  <a:pt x="4367" y="479"/>
                  <a:pt x="4364" y="509"/>
                  <a:pt x="4358" y="538"/>
                </a:cubicBezTo>
                <a:cubicBezTo>
                  <a:pt x="4353" y="567"/>
                  <a:pt x="4344" y="595"/>
                  <a:pt x="4333" y="622"/>
                </a:cubicBezTo>
                <a:cubicBezTo>
                  <a:pt x="4321" y="649"/>
                  <a:pt x="4308" y="675"/>
                  <a:pt x="4291" y="700"/>
                </a:cubicBezTo>
                <a:cubicBezTo>
                  <a:pt x="4275" y="724"/>
                  <a:pt x="4256" y="747"/>
                  <a:pt x="4235" y="768"/>
                </a:cubicBezTo>
                <a:cubicBezTo>
                  <a:pt x="4214" y="789"/>
                  <a:pt x="4192" y="807"/>
                  <a:pt x="4167" y="824"/>
                </a:cubicBezTo>
                <a:cubicBezTo>
                  <a:pt x="4142" y="840"/>
                  <a:pt x="4117" y="854"/>
                  <a:pt x="4089" y="865"/>
                </a:cubicBezTo>
                <a:cubicBezTo>
                  <a:pt x="4062" y="877"/>
                  <a:pt x="4034" y="886"/>
                  <a:pt x="4005" y="892"/>
                </a:cubicBezTo>
                <a:cubicBezTo>
                  <a:pt x="3976" y="898"/>
                  <a:pt x="3947" y="901"/>
                  <a:pt x="3917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8" name=""/>
          <p:cNvSpPr/>
          <p:nvPr/>
        </p:nvSpPr>
        <p:spPr>
          <a:xfrm>
            <a:off x="5128920" y="4376520"/>
            <a:ext cx="1572120" cy="324360"/>
          </a:xfrm>
          <a:custGeom>
            <a:avLst/>
            <a:gdLst/>
            <a:ahLst/>
            <a:rect l="0" t="0" r="r" b="b"/>
            <a:pathLst>
              <a:path w="4367" h="901">
                <a:moveTo>
                  <a:pt x="0" y="450"/>
                </a:move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5" y="278"/>
                </a:cubicBezTo>
                <a:cubicBezTo>
                  <a:pt x="46" y="250"/>
                  <a:pt x="60" y="225"/>
                  <a:pt x="76" y="200"/>
                </a:cubicBezTo>
                <a:cubicBezTo>
                  <a:pt x="93" y="175"/>
                  <a:pt x="111" y="153"/>
                  <a:pt x="132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6"/>
                  <a:pt x="278" y="34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1" y="0"/>
                  <a:pt x="450" y="0"/>
                </a:cubicBezTo>
                <a:lnTo>
                  <a:pt x="3917" y="0"/>
                </a:lnTo>
                <a:cubicBezTo>
                  <a:pt x="3947" y="0"/>
                  <a:pt x="3976" y="3"/>
                  <a:pt x="4005" y="9"/>
                </a:cubicBezTo>
                <a:cubicBezTo>
                  <a:pt x="4034" y="15"/>
                  <a:pt x="4062" y="23"/>
                  <a:pt x="4089" y="34"/>
                </a:cubicBezTo>
                <a:cubicBezTo>
                  <a:pt x="4117" y="46"/>
                  <a:pt x="4142" y="59"/>
                  <a:pt x="4167" y="76"/>
                </a:cubicBezTo>
                <a:cubicBezTo>
                  <a:pt x="4192" y="92"/>
                  <a:pt x="4214" y="111"/>
                  <a:pt x="4235" y="132"/>
                </a:cubicBezTo>
                <a:cubicBezTo>
                  <a:pt x="4256" y="153"/>
                  <a:pt x="4275" y="175"/>
                  <a:pt x="4291" y="200"/>
                </a:cubicBezTo>
                <a:cubicBezTo>
                  <a:pt x="4308" y="225"/>
                  <a:pt x="4321" y="250"/>
                  <a:pt x="4333" y="278"/>
                </a:cubicBezTo>
                <a:cubicBezTo>
                  <a:pt x="4344" y="305"/>
                  <a:pt x="4353" y="333"/>
                  <a:pt x="4358" y="362"/>
                </a:cubicBezTo>
                <a:cubicBezTo>
                  <a:pt x="4364" y="391"/>
                  <a:pt x="4367" y="420"/>
                  <a:pt x="4367" y="450"/>
                </a:cubicBezTo>
                <a:cubicBezTo>
                  <a:pt x="4367" y="479"/>
                  <a:pt x="4364" y="509"/>
                  <a:pt x="4358" y="538"/>
                </a:cubicBezTo>
                <a:cubicBezTo>
                  <a:pt x="4353" y="567"/>
                  <a:pt x="4344" y="595"/>
                  <a:pt x="4333" y="622"/>
                </a:cubicBezTo>
                <a:cubicBezTo>
                  <a:pt x="4321" y="649"/>
                  <a:pt x="4308" y="675"/>
                  <a:pt x="4291" y="700"/>
                </a:cubicBezTo>
                <a:cubicBezTo>
                  <a:pt x="4275" y="724"/>
                  <a:pt x="4256" y="747"/>
                  <a:pt x="4235" y="768"/>
                </a:cubicBezTo>
                <a:cubicBezTo>
                  <a:pt x="4214" y="789"/>
                  <a:pt x="4192" y="807"/>
                  <a:pt x="4167" y="824"/>
                </a:cubicBezTo>
                <a:cubicBezTo>
                  <a:pt x="4142" y="840"/>
                  <a:pt x="4117" y="854"/>
                  <a:pt x="4089" y="865"/>
                </a:cubicBezTo>
                <a:cubicBezTo>
                  <a:pt x="4062" y="877"/>
                  <a:pt x="4034" y="886"/>
                  <a:pt x="4005" y="892"/>
                </a:cubicBezTo>
                <a:cubicBezTo>
                  <a:pt x="3976" y="898"/>
                  <a:pt x="3947" y="901"/>
                  <a:pt x="3917" y="901"/>
                </a:cubicBezTo>
                <a:lnTo>
                  <a:pt x="450" y="901"/>
                </a:lnTo>
                <a:cubicBezTo>
                  <a:pt x="421" y="901"/>
                  <a:pt x="391" y="898"/>
                  <a:pt x="362" y="892"/>
                </a:cubicBezTo>
                <a:cubicBezTo>
                  <a:pt x="333" y="886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2" y="768"/>
                </a:cubicBezTo>
                <a:cubicBezTo>
                  <a:pt x="111" y="747"/>
                  <a:pt x="93" y="724"/>
                  <a:pt x="76" y="700"/>
                </a:cubicBezTo>
                <a:cubicBezTo>
                  <a:pt x="60" y="675"/>
                  <a:pt x="46" y="649"/>
                  <a:pt x="35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79"/>
                  <a:pt x="0" y="450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9" name=""/>
          <p:cNvSpPr txBox="1"/>
          <p:nvPr/>
        </p:nvSpPr>
        <p:spPr>
          <a:xfrm>
            <a:off x="4051080" y="4465440"/>
            <a:ext cx="933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voorlopige ID's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0" name=""/>
          <p:cNvSpPr txBox="1"/>
          <p:nvPr/>
        </p:nvSpPr>
        <p:spPr>
          <a:xfrm>
            <a:off x="5268240" y="44496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dd784b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1" name=""/>
          <p:cNvSpPr txBox="1"/>
          <p:nvPr/>
        </p:nvSpPr>
        <p:spPr>
          <a:xfrm>
            <a:off x="5416560" y="4465440"/>
            <a:ext cx="1267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b2a6b"/>
                </a:solidFill>
                <a:latin typeface="Arial"/>
                <a:ea typeface="Arial"/>
              </a:rPr>
              <a:t>met een 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3" name=""/>
          <p:cNvSpPr txBox="1"/>
          <p:nvPr/>
        </p:nvSpPr>
        <p:spPr>
          <a:xfrm>
            <a:off x="2809800" y="4823280"/>
            <a:ext cx="4089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Werkafspraak om op te schuiven, geen vastgestelde conventie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61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2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3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4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5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6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7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8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9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0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1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2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3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4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5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6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7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8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9" name=""/>
          <p:cNvSpPr txBox="1"/>
          <p:nvPr/>
        </p:nvSpPr>
        <p:spPr>
          <a:xfrm>
            <a:off x="2018880" y="1904040"/>
            <a:ext cx="624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voorbeelduitwerking: klopt de vorm, klopt de mate van detail, en is dit wat nodig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0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1" name=""/>
          <p:cNvSpPr/>
          <p:nvPr/>
        </p:nvSpPr>
        <p:spPr>
          <a:xfrm>
            <a:off x="4771800" y="2724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7"/>
                </a:lnTo>
                <a:lnTo>
                  <a:pt x="1191" y="27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7"/>
                </a:lnTo>
                <a:lnTo>
                  <a:pt x="1323" y="27"/>
                </a:lnTo>
                <a:lnTo>
                  <a:pt x="1323" y="0"/>
                </a:lnTo>
                <a:moveTo>
                  <a:pt x="1455" y="0"/>
                </a:moveTo>
                <a:lnTo>
                  <a:pt x="1535" y="0"/>
                </a:lnTo>
                <a:lnTo>
                  <a:pt x="1535" y="27"/>
                </a:lnTo>
                <a:lnTo>
                  <a:pt x="1455" y="27"/>
                </a:lnTo>
                <a:lnTo>
                  <a:pt x="1455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7"/>
                </a:lnTo>
                <a:lnTo>
                  <a:pt x="1588" y="27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7"/>
                </a:lnTo>
                <a:lnTo>
                  <a:pt x="1720" y="27"/>
                </a:lnTo>
                <a:lnTo>
                  <a:pt x="1720" y="0"/>
                </a:lnTo>
                <a:moveTo>
                  <a:pt x="1852" y="0"/>
                </a:moveTo>
                <a:lnTo>
                  <a:pt x="1933" y="0"/>
                </a:lnTo>
                <a:lnTo>
                  <a:pt x="1933" y="27"/>
                </a:lnTo>
                <a:lnTo>
                  <a:pt x="1852" y="27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7"/>
                </a:lnTo>
                <a:lnTo>
                  <a:pt x="1985" y="27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2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3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4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5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6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7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8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9" name=""/>
          <p:cNvSpPr txBox="1"/>
          <p:nvPr/>
        </p:nvSpPr>
        <p:spPr>
          <a:xfrm>
            <a:off x="1828800" y="2551680"/>
            <a:ext cx="7142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openstaande pull requests, te beginnen bij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0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1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2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3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4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5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6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7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8" name=""/>
          <p:cNvSpPr txBox="1"/>
          <p:nvPr/>
        </p:nvSpPr>
        <p:spPr>
          <a:xfrm>
            <a:off x="1890720" y="3199320"/>
            <a:ext cx="664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koppeling-ID: nu een eerste indeling vastleggen, of wachten tot de detaillering verder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9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1" name=""/>
          <p:cNvSpPr txBox="1"/>
          <p:nvPr/>
        </p:nvSpPr>
        <p:spPr>
          <a:xfrm>
            <a:off x="1757880" y="3846960"/>
            <a:ext cx="510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versioneringsvoorstel: past dit op de manier waarop jullie releasen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09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0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1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2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3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4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5" name=""/>
          <p:cNvSpPr txBox="1"/>
          <p:nvPr/>
        </p:nvSpPr>
        <p:spPr>
          <a:xfrm>
            <a:off x="921960" y="2299680"/>
            <a:ext cx="5732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op de voorbeelduitwerking: in de pull request, of als issue op Public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6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7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8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9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0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1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2" name=""/>
          <p:cNvSpPr txBox="1"/>
          <p:nvPr/>
        </p:nvSpPr>
        <p:spPr>
          <a:xfrm>
            <a:off x="921960" y="3195000"/>
            <a:ext cx="43837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14 oktober 2026, online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4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32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3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4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5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6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7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8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9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0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1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2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3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4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5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6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7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8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9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0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1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2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3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4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5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6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7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8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9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0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1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2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3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4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5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6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8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