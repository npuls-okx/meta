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48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46.xml.rels" ContentType="application/vnd.openxmlformats-package.relationships+xml"/>
  <Override PartName="/ppt/slides/_rels/slide30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29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1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 txBox="1"/>
          <p:nvPr/>
        </p:nvSpPr>
        <p:spPr>
          <a:xfrm>
            <a:off x="779148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1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05440" y="2403720"/>
            <a:ext cx="3423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Stand van zaken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371920" y="2916000"/>
            <a:ext cx="3792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afspraken, voortgang en wat er blijft liggen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0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8" name=""/>
          <p:cNvSpPr/>
          <p:nvPr/>
        </p:nvSpPr>
        <p:spPr>
          <a:xfrm flipV="1">
            <a:off x="10494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17880" y="310320"/>
            <a:ext cx="5828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scenario’s naar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 flipV="1">
            <a:off x="18802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973440" y="3613680"/>
            <a:ext cx="174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Aug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 flipV="1">
            <a:off x="26758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79964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Sep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 flipV="1">
            <a:off x="35071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59992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Oct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 flipV="1">
            <a:off x="43027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26480" y="3613680"/>
            <a:ext cx="171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Nov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 flipV="1">
            <a:off x="51339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226760" y="3613680"/>
            <a:ext cx="172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Dec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 flipV="1">
            <a:off x="59562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062680" y="3613680"/>
            <a:ext cx="137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Jan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 flipV="1">
            <a:off x="67075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879880" y="3613680"/>
            <a:ext cx="162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Feb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 flipV="1">
            <a:off x="75297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3156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 flipV="1">
            <a:off x="83343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45848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Apr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33360" y="16534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33360" y="186552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33360" y="228996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333360" y="207756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33360" y="292644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33360" y="250200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33360" y="313848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3360" y="271440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333360" y="33508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dd784b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noFill/>
          <a:ln w="14040">
            <a:solidFill>
              <a:srgbClr val="3d68ec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248680" y="3613680"/>
            <a:ext cx="183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544400" y="1700280"/>
            <a:ext cx="901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Speciﬁcatie v0.0.1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375640" y="1912320"/>
            <a:ext cx="105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Informatiemodel v0.1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267280" y="2336760"/>
            <a:ext cx="85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OC-P&amp;R afronden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693880" y="2124720"/>
            <a:ext cx="122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Voorbeelduitwerking LR1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3814560" y="297324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269600" y="254880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5495760" y="318564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949800" y="276120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7658640" y="3397680"/>
            <a:ext cx="11163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374151"/>
                </a:solidFill>
                <a:latin typeface="Arial"/>
                <a:ea typeface="Arial"/>
              </a:rPr>
              <a:t>Alle lagen beschreven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21920" y="1937160"/>
            <a:ext cx="3574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Gereed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21920" y="2361600"/>
            <a:ext cx="275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Loopt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421920" y="2679840"/>
            <a:ext cx="48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Een spoor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333360" y="4457520"/>
            <a:ext cx="8668080" cy="486000"/>
          </a:xfrm>
          <a:custGeom>
            <a:avLst/>
            <a:gdLst/>
            <a:ahLst/>
            <a:rect l="0" t="0" r="r" b="b"/>
            <a:pathLst>
              <a:path w="24078" h="1350">
                <a:moveTo>
                  <a:pt x="0" y="0"/>
                </a:moveTo>
                <a:lnTo>
                  <a:pt x="24078" y="0"/>
                </a:lnTo>
                <a:lnTo>
                  <a:pt x="2407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333360" y="4457520"/>
            <a:ext cx="8668080" cy="38520"/>
          </a:xfrm>
          <a:custGeom>
            <a:avLst/>
            <a:gdLst/>
            <a:ahLst/>
            <a:rect l="0" t="0" r="r" b="b"/>
            <a:pathLst>
              <a:path w="24078" h="107">
                <a:moveTo>
                  <a:pt x="0" y="0"/>
                </a:moveTo>
                <a:lnTo>
                  <a:pt x="24078" y="0"/>
                </a:lnTo>
                <a:lnTo>
                  <a:pt x="2407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333360" y="4933800"/>
            <a:ext cx="8668080" cy="9720"/>
          </a:xfrm>
          <a:custGeom>
            <a:avLst/>
            <a:gdLst/>
            <a:ahLst/>
            <a:rect l="0" t="0" r="r" b="b"/>
            <a:pathLst>
              <a:path w="24078" h="27">
                <a:moveTo>
                  <a:pt x="0" y="0"/>
                </a:moveTo>
                <a:lnTo>
                  <a:pt x="24078" y="0"/>
                </a:lnTo>
                <a:lnTo>
                  <a:pt x="240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991360" y="4457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33360" y="4457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536040" y="4604760"/>
            <a:ext cx="137520" cy="192240"/>
          </a:xfrm>
          <a:custGeom>
            <a:avLst/>
            <a:gdLst/>
            <a:ahLst/>
            <a:rect l="0" t="0" r="r" b="b"/>
            <a:pathLst>
              <a:path w="382" h="534">
                <a:moveTo>
                  <a:pt x="95" y="419"/>
                </a:moveTo>
                <a:lnTo>
                  <a:pt x="286" y="419"/>
                </a:lnTo>
                <a:lnTo>
                  <a:pt x="286" y="458"/>
                </a:lnTo>
                <a:lnTo>
                  <a:pt x="95" y="458"/>
                </a:lnTo>
                <a:lnTo>
                  <a:pt x="95" y="419"/>
                </a:lnTo>
                <a:moveTo>
                  <a:pt x="133" y="496"/>
                </a:moveTo>
                <a:lnTo>
                  <a:pt x="248" y="496"/>
                </a:lnTo>
                <a:lnTo>
                  <a:pt x="248" y="534"/>
                </a:lnTo>
                <a:lnTo>
                  <a:pt x="133" y="534"/>
                </a:lnTo>
                <a:lnTo>
                  <a:pt x="133" y="496"/>
                </a:lnTo>
                <a:moveTo>
                  <a:pt x="190" y="0"/>
                </a:moveTo>
                <a:cubicBezTo>
                  <a:pt x="178" y="0"/>
                  <a:pt x="165" y="1"/>
                  <a:pt x="153" y="3"/>
                </a:cubicBezTo>
                <a:cubicBezTo>
                  <a:pt x="141" y="6"/>
                  <a:pt x="129" y="9"/>
                  <a:pt x="117" y="14"/>
                </a:cubicBezTo>
                <a:cubicBezTo>
                  <a:pt x="106" y="19"/>
                  <a:pt x="95" y="25"/>
                  <a:pt x="84" y="32"/>
                </a:cubicBezTo>
                <a:cubicBezTo>
                  <a:pt x="74" y="39"/>
                  <a:pt x="64" y="46"/>
                  <a:pt x="55" y="55"/>
                </a:cubicBezTo>
                <a:cubicBezTo>
                  <a:pt x="47" y="64"/>
                  <a:pt x="39" y="74"/>
                  <a:pt x="32" y="84"/>
                </a:cubicBezTo>
                <a:cubicBezTo>
                  <a:pt x="25" y="95"/>
                  <a:pt x="19" y="106"/>
                  <a:pt x="14" y="117"/>
                </a:cubicBezTo>
                <a:cubicBezTo>
                  <a:pt x="9" y="129"/>
                  <a:pt x="6" y="141"/>
                  <a:pt x="3" y="153"/>
                </a:cubicBezTo>
                <a:cubicBezTo>
                  <a:pt x="1" y="165"/>
                  <a:pt x="0" y="177"/>
                  <a:pt x="0" y="190"/>
                </a:cubicBezTo>
                <a:cubicBezTo>
                  <a:pt x="-2" y="218"/>
                  <a:pt x="3" y="245"/>
                  <a:pt x="15" y="271"/>
                </a:cubicBezTo>
                <a:cubicBezTo>
                  <a:pt x="27" y="297"/>
                  <a:pt x="43" y="319"/>
                  <a:pt x="65" y="336"/>
                </a:cubicBezTo>
                <a:cubicBezTo>
                  <a:pt x="85" y="354"/>
                  <a:pt x="95" y="364"/>
                  <a:pt x="95" y="381"/>
                </a:cubicBezTo>
                <a:lnTo>
                  <a:pt x="133" y="381"/>
                </a:lnTo>
                <a:cubicBezTo>
                  <a:pt x="133" y="346"/>
                  <a:pt x="112" y="327"/>
                  <a:pt x="91" y="308"/>
                </a:cubicBezTo>
                <a:cubicBezTo>
                  <a:pt x="73" y="294"/>
                  <a:pt x="59" y="277"/>
                  <a:pt x="50" y="255"/>
                </a:cubicBezTo>
                <a:cubicBezTo>
                  <a:pt x="40" y="234"/>
                  <a:pt x="36" y="213"/>
                  <a:pt x="38" y="190"/>
                </a:cubicBezTo>
                <a:cubicBezTo>
                  <a:pt x="38" y="180"/>
                  <a:pt x="39" y="170"/>
                  <a:pt x="41" y="160"/>
                </a:cubicBezTo>
                <a:cubicBezTo>
                  <a:pt x="43" y="150"/>
                  <a:pt x="45" y="141"/>
                  <a:pt x="49" y="132"/>
                </a:cubicBezTo>
                <a:cubicBezTo>
                  <a:pt x="53" y="122"/>
                  <a:pt x="58" y="114"/>
                  <a:pt x="63" y="105"/>
                </a:cubicBezTo>
                <a:cubicBezTo>
                  <a:pt x="69" y="97"/>
                  <a:pt x="75" y="89"/>
                  <a:pt x="82" y="82"/>
                </a:cubicBezTo>
                <a:cubicBezTo>
                  <a:pt x="89" y="75"/>
                  <a:pt x="97" y="69"/>
                  <a:pt x="105" y="63"/>
                </a:cubicBezTo>
                <a:cubicBezTo>
                  <a:pt x="114" y="58"/>
                  <a:pt x="122" y="53"/>
                  <a:pt x="132" y="49"/>
                </a:cubicBezTo>
                <a:cubicBezTo>
                  <a:pt x="141" y="45"/>
                  <a:pt x="150" y="42"/>
                  <a:pt x="160" y="41"/>
                </a:cubicBezTo>
                <a:cubicBezTo>
                  <a:pt x="170" y="39"/>
                  <a:pt x="180" y="38"/>
                  <a:pt x="190" y="38"/>
                </a:cubicBezTo>
                <a:cubicBezTo>
                  <a:pt x="200" y="38"/>
                  <a:pt x="210" y="39"/>
                  <a:pt x="220" y="41"/>
                </a:cubicBezTo>
                <a:cubicBezTo>
                  <a:pt x="231" y="42"/>
                  <a:pt x="240" y="45"/>
                  <a:pt x="249" y="49"/>
                </a:cubicBezTo>
                <a:cubicBezTo>
                  <a:pt x="259" y="53"/>
                  <a:pt x="267" y="58"/>
                  <a:pt x="276" y="63"/>
                </a:cubicBezTo>
                <a:cubicBezTo>
                  <a:pt x="284" y="69"/>
                  <a:pt x="292" y="75"/>
                  <a:pt x="299" y="82"/>
                </a:cubicBezTo>
                <a:cubicBezTo>
                  <a:pt x="306" y="89"/>
                  <a:pt x="312" y="97"/>
                  <a:pt x="318" y="105"/>
                </a:cubicBezTo>
                <a:cubicBezTo>
                  <a:pt x="323" y="114"/>
                  <a:pt x="328" y="122"/>
                  <a:pt x="332" y="132"/>
                </a:cubicBezTo>
                <a:cubicBezTo>
                  <a:pt x="336" y="141"/>
                  <a:pt x="338" y="150"/>
                  <a:pt x="340" y="160"/>
                </a:cubicBezTo>
                <a:cubicBezTo>
                  <a:pt x="342" y="170"/>
                  <a:pt x="343" y="180"/>
                  <a:pt x="343" y="190"/>
                </a:cubicBezTo>
                <a:cubicBezTo>
                  <a:pt x="345" y="213"/>
                  <a:pt x="341" y="234"/>
                  <a:pt x="331" y="255"/>
                </a:cubicBezTo>
                <a:cubicBezTo>
                  <a:pt x="322" y="277"/>
                  <a:pt x="308" y="294"/>
                  <a:pt x="290" y="308"/>
                </a:cubicBezTo>
                <a:cubicBezTo>
                  <a:pt x="269" y="327"/>
                  <a:pt x="248" y="346"/>
                  <a:pt x="248" y="381"/>
                </a:cubicBezTo>
                <a:lnTo>
                  <a:pt x="286" y="381"/>
                </a:lnTo>
                <a:cubicBezTo>
                  <a:pt x="286" y="364"/>
                  <a:pt x="296" y="354"/>
                  <a:pt x="316" y="336"/>
                </a:cubicBezTo>
                <a:cubicBezTo>
                  <a:pt x="338" y="318"/>
                  <a:pt x="354" y="297"/>
                  <a:pt x="366" y="271"/>
                </a:cubicBezTo>
                <a:cubicBezTo>
                  <a:pt x="378" y="245"/>
                  <a:pt x="383" y="218"/>
                  <a:pt x="381" y="190"/>
                </a:cubicBezTo>
                <a:cubicBezTo>
                  <a:pt x="381" y="177"/>
                  <a:pt x="380" y="165"/>
                  <a:pt x="378" y="153"/>
                </a:cubicBezTo>
                <a:cubicBezTo>
                  <a:pt x="375" y="141"/>
                  <a:pt x="372" y="129"/>
                  <a:pt x="367" y="117"/>
                </a:cubicBezTo>
                <a:cubicBezTo>
                  <a:pt x="362" y="106"/>
                  <a:pt x="356" y="95"/>
                  <a:pt x="349" y="84"/>
                </a:cubicBezTo>
                <a:cubicBezTo>
                  <a:pt x="342" y="74"/>
                  <a:pt x="335" y="64"/>
                  <a:pt x="326" y="55"/>
                </a:cubicBezTo>
                <a:cubicBezTo>
                  <a:pt x="317" y="46"/>
                  <a:pt x="307" y="39"/>
                  <a:pt x="297" y="32"/>
                </a:cubicBezTo>
                <a:cubicBezTo>
                  <a:pt x="286" y="25"/>
                  <a:pt x="275" y="19"/>
                  <a:pt x="264" y="14"/>
                </a:cubicBezTo>
                <a:cubicBezTo>
                  <a:pt x="252" y="9"/>
                  <a:pt x="240" y="6"/>
                  <a:pt x="228" y="3"/>
                </a:cubicBezTo>
                <a:cubicBezTo>
                  <a:pt x="215" y="1"/>
                  <a:pt x="203" y="0"/>
                  <a:pt x="190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21920" y="321012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Twee sporen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16400" y="4626000"/>
            <a:ext cx="5670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Afronden vraagt input en aanhaking; het schrijfwerk ligt 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4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2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076720" y="2194200"/>
            <a:ext cx="43318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896160" y="2613240"/>
            <a:ext cx="2300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11488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de opleiding van Jochem, fase 1 stap voor stap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461880" y="1471320"/>
            <a:ext cx="3134160" cy="1219680"/>
          </a:xfrm>
          <a:custGeom>
            <a:avLst/>
            <a:gdLst/>
            <a:ahLst/>
            <a:rect l="0" t="0" r="r" b="b"/>
            <a:pathLst>
              <a:path w="8706" h="3388">
                <a:moveTo>
                  <a:pt x="0" y="3137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5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3137"/>
                </a:lnTo>
                <a:cubicBezTo>
                  <a:pt x="8706" y="3153"/>
                  <a:pt x="8704" y="3169"/>
                  <a:pt x="8701" y="3186"/>
                </a:cubicBezTo>
                <a:cubicBezTo>
                  <a:pt x="8697" y="3202"/>
                  <a:pt x="8693" y="3218"/>
                  <a:pt x="8686" y="3233"/>
                </a:cubicBezTo>
                <a:cubicBezTo>
                  <a:pt x="8680" y="3248"/>
                  <a:pt x="8672" y="3263"/>
                  <a:pt x="8663" y="3276"/>
                </a:cubicBezTo>
                <a:cubicBezTo>
                  <a:pt x="8654" y="3290"/>
                  <a:pt x="8644" y="3303"/>
                  <a:pt x="8632" y="3314"/>
                </a:cubicBezTo>
                <a:cubicBezTo>
                  <a:pt x="8620" y="3326"/>
                  <a:pt x="8608" y="3336"/>
                  <a:pt x="8594" y="3346"/>
                </a:cubicBezTo>
                <a:cubicBezTo>
                  <a:pt x="8580" y="3355"/>
                  <a:pt x="8566" y="3363"/>
                  <a:pt x="8550" y="3369"/>
                </a:cubicBezTo>
                <a:cubicBezTo>
                  <a:pt x="8535" y="3375"/>
                  <a:pt x="8519" y="3380"/>
                  <a:pt x="8503" y="3383"/>
                </a:cubicBezTo>
                <a:cubicBezTo>
                  <a:pt x="8487" y="3386"/>
                  <a:pt x="8471" y="3388"/>
                  <a:pt x="8454" y="3388"/>
                </a:cubicBezTo>
                <a:lnTo>
                  <a:pt x="251" y="3388"/>
                </a:lnTo>
                <a:cubicBezTo>
                  <a:pt x="235" y="3388"/>
                  <a:pt x="218" y="3386"/>
                  <a:pt x="202" y="3383"/>
                </a:cubicBezTo>
                <a:cubicBezTo>
                  <a:pt x="186" y="3380"/>
                  <a:pt x="170" y="3375"/>
                  <a:pt x="155" y="3369"/>
                </a:cubicBezTo>
                <a:cubicBezTo>
                  <a:pt x="140" y="3363"/>
                  <a:pt x="125" y="3355"/>
                  <a:pt x="111" y="3346"/>
                </a:cubicBezTo>
                <a:cubicBezTo>
                  <a:pt x="98" y="3336"/>
                  <a:pt x="85" y="3326"/>
                  <a:pt x="73" y="3314"/>
                </a:cubicBezTo>
                <a:cubicBezTo>
                  <a:pt x="62" y="3303"/>
                  <a:pt x="51" y="3290"/>
                  <a:pt x="42" y="3276"/>
                </a:cubicBezTo>
                <a:cubicBezTo>
                  <a:pt x="33" y="3263"/>
                  <a:pt x="25" y="3248"/>
                  <a:pt x="19" y="3233"/>
                </a:cubicBezTo>
                <a:cubicBezTo>
                  <a:pt x="13" y="3218"/>
                  <a:pt x="8" y="3202"/>
                  <a:pt x="5" y="3186"/>
                </a:cubicBezTo>
                <a:cubicBezTo>
                  <a:pt x="1" y="3169"/>
                  <a:pt x="0" y="3153"/>
                  <a:pt x="0" y="313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61880" y="1471320"/>
            <a:ext cx="3134160" cy="1219680"/>
          </a:xfrm>
          <a:custGeom>
            <a:avLst/>
            <a:gdLst/>
            <a:ahLst/>
            <a:rect l="0" t="0" r="r" b="b"/>
            <a:pathLst>
              <a:path w="8706" h="3388">
                <a:moveTo>
                  <a:pt x="0" y="3137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5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3137"/>
                </a:lnTo>
                <a:cubicBezTo>
                  <a:pt x="8706" y="3153"/>
                  <a:pt x="8704" y="3169"/>
                  <a:pt x="8701" y="3186"/>
                </a:cubicBezTo>
                <a:cubicBezTo>
                  <a:pt x="8697" y="3202"/>
                  <a:pt x="8693" y="3218"/>
                  <a:pt x="8686" y="3233"/>
                </a:cubicBezTo>
                <a:cubicBezTo>
                  <a:pt x="8680" y="3248"/>
                  <a:pt x="8672" y="3263"/>
                  <a:pt x="8663" y="3276"/>
                </a:cubicBezTo>
                <a:cubicBezTo>
                  <a:pt x="8654" y="3290"/>
                  <a:pt x="8644" y="3303"/>
                  <a:pt x="8632" y="3314"/>
                </a:cubicBezTo>
                <a:cubicBezTo>
                  <a:pt x="8620" y="3326"/>
                  <a:pt x="8608" y="3336"/>
                  <a:pt x="8594" y="3346"/>
                </a:cubicBezTo>
                <a:cubicBezTo>
                  <a:pt x="8580" y="3355"/>
                  <a:pt x="8566" y="3363"/>
                  <a:pt x="8550" y="3369"/>
                </a:cubicBezTo>
                <a:cubicBezTo>
                  <a:pt x="8535" y="3375"/>
                  <a:pt x="8519" y="3380"/>
                  <a:pt x="8503" y="3383"/>
                </a:cubicBezTo>
                <a:cubicBezTo>
                  <a:pt x="8487" y="3386"/>
                  <a:pt x="8471" y="3388"/>
                  <a:pt x="8454" y="3388"/>
                </a:cubicBezTo>
                <a:lnTo>
                  <a:pt x="251" y="3388"/>
                </a:lnTo>
                <a:cubicBezTo>
                  <a:pt x="235" y="3388"/>
                  <a:pt x="218" y="3386"/>
                  <a:pt x="202" y="3383"/>
                </a:cubicBezTo>
                <a:cubicBezTo>
                  <a:pt x="186" y="3380"/>
                  <a:pt x="170" y="3375"/>
                  <a:pt x="155" y="3369"/>
                </a:cubicBezTo>
                <a:cubicBezTo>
                  <a:pt x="140" y="3363"/>
                  <a:pt x="125" y="3355"/>
                  <a:pt x="111" y="3346"/>
                </a:cubicBezTo>
                <a:cubicBezTo>
                  <a:pt x="98" y="3336"/>
                  <a:pt x="85" y="3326"/>
                  <a:pt x="73" y="3314"/>
                </a:cubicBezTo>
                <a:cubicBezTo>
                  <a:pt x="62" y="3303"/>
                  <a:pt x="51" y="3290"/>
                  <a:pt x="42" y="3276"/>
                </a:cubicBezTo>
                <a:cubicBezTo>
                  <a:pt x="33" y="3263"/>
                  <a:pt x="25" y="3248"/>
                  <a:pt x="19" y="3233"/>
                </a:cubicBezTo>
                <a:cubicBezTo>
                  <a:pt x="13" y="3218"/>
                  <a:pt x="8" y="3202"/>
                  <a:pt x="5" y="3186"/>
                </a:cubicBezTo>
                <a:cubicBezTo>
                  <a:pt x="1" y="3169"/>
                  <a:pt x="0" y="3153"/>
                  <a:pt x="0" y="313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61880" y="2786040"/>
            <a:ext cx="3134160" cy="1219320"/>
          </a:xfrm>
          <a:custGeom>
            <a:avLst/>
            <a:gdLst/>
            <a:ahLst/>
            <a:rect l="0" t="0" r="r" b="b"/>
            <a:pathLst>
              <a:path w="8706" h="3387">
                <a:moveTo>
                  <a:pt x="0" y="3136"/>
                </a:moveTo>
                <a:lnTo>
                  <a:pt x="0" y="251"/>
                </a:lnTo>
                <a:cubicBezTo>
                  <a:pt x="0" y="234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4"/>
                </a:cubicBezTo>
                <a:cubicBezTo>
                  <a:pt x="8519" y="8"/>
                  <a:pt x="8535" y="12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1"/>
                </a:cubicBezTo>
                <a:cubicBezTo>
                  <a:pt x="8672" y="125"/>
                  <a:pt x="8680" y="139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4"/>
                  <a:pt x="8706" y="251"/>
                </a:cubicBezTo>
                <a:lnTo>
                  <a:pt x="8706" y="3136"/>
                </a:lnTo>
                <a:cubicBezTo>
                  <a:pt x="8706" y="3152"/>
                  <a:pt x="8704" y="3169"/>
                  <a:pt x="8701" y="3185"/>
                </a:cubicBezTo>
                <a:cubicBezTo>
                  <a:pt x="8697" y="3201"/>
                  <a:pt x="8693" y="3217"/>
                  <a:pt x="8686" y="3232"/>
                </a:cubicBezTo>
                <a:cubicBezTo>
                  <a:pt x="8680" y="3247"/>
                  <a:pt x="8672" y="3262"/>
                  <a:pt x="8663" y="3276"/>
                </a:cubicBezTo>
                <a:cubicBezTo>
                  <a:pt x="8654" y="3289"/>
                  <a:pt x="8644" y="3302"/>
                  <a:pt x="8632" y="3314"/>
                </a:cubicBezTo>
                <a:cubicBezTo>
                  <a:pt x="8620" y="3325"/>
                  <a:pt x="8608" y="3336"/>
                  <a:pt x="8594" y="3345"/>
                </a:cubicBezTo>
                <a:cubicBezTo>
                  <a:pt x="8580" y="3354"/>
                  <a:pt x="8566" y="3362"/>
                  <a:pt x="8550" y="3368"/>
                </a:cubicBezTo>
                <a:cubicBezTo>
                  <a:pt x="8535" y="3374"/>
                  <a:pt x="8519" y="3379"/>
                  <a:pt x="8503" y="3382"/>
                </a:cubicBezTo>
                <a:cubicBezTo>
                  <a:pt x="8487" y="3386"/>
                  <a:pt x="8471" y="3387"/>
                  <a:pt x="8454" y="3387"/>
                </a:cubicBezTo>
                <a:lnTo>
                  <a:pt x="251" y="3387"/>
                </a:lnTo>
                <a:cubicBezTo>
                  <a:pt x="235" y="3387"/>
                  <a:pt x="218" y="3386"/>
                  <a:pt x="202" y="3382"/>
                </a:cubicBezTo>
                <a:cubicBezTo>
                  <a:pt x="186" y="3379"/>
                  <a:pt x="170" y="3374"/>
                  <a:pt x="155" y="3368"/>
                </a:cubicBezTo>
                <a:cubicBezTo>
                  <a:pt x="140" y="3362"/>
                  <a:pt x="125" y="3354"/>
                  <a:pt x="111" y="3345"/>
                </a:cubicBezTo>
                <a:cubicBezTo>
                  <a:pt x="98" y="3336"/>
                  <a:pt x="85" y="3325"/>
                  <a:pt x="73" y="3314"/>
                </a:cubicBezTo>
                <a:cubicBezTo>
                  <a:pt x="62" y="3302"/>
                  <a:pt x="51" y="3289"/>
                  <a:pt x="42" y="3276"/>
                </a:cubicBezTo>
                <a:cubicBezTo>
                  <a:pt x="33" y="3262"/>
                  <a:pt x="25" y="3247"/>
                  <a:pt x="19" y="3232"/>
                </a:cubicBezTo>
                <a:cubicBezTo>
                  <a:pt x="13" y="3217"/>
                  <a:pt x="8" y="3201"/>
                  <a:pt x="5" y="3185"/>
                </a:cubicBezTo>
                <a:cubicBezTo>
                  <a:pt x="1" y="3169"/>
                  <a:pt x="0" y="3152"/>
                  <a:pt x="0" y="313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461880" y="2786040"/>
            <a:ext cx="3134160" cy="1219320"/>
          </a:xfrm>
          <a:custGeom>
            <a:avLst/>
            <a:gdLst/>
            <a:ahLst/>
            <a:rect l="0" t="0" r="r" b="b"/>
            <a:pathLst>
              <a:path w="8706" h="3387">
                <a:moveTo>
                  <a:pt x="0" y="3136"/>
                </a:moveTo>
                <a:lnTo>
                  <a:pt x="0" y="251"/>
                </a:lnTo>
                <a:cubicBezTo>
                  <a:pt x="0" y="234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4"/>
                </a:cubicBezTo>
                <a:cubicBezTo>
                  <a:pt x="8519" y="8"/>
                  <a:pt x="8535" y="12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1"/>
                </a:cubicBezTo>
                <a:cubicBezTo>
                  <a:pt x="8672" y="125"/>
                  <a:pt x="8680" y="139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4"/>
                  <a:pt x="8706" y="251"/>
                </a:cubicBezTo>
                <a:lnTo>
                  <a:pt x="8706" y="3136"/>
                </a:lnTo>
                <a:cubicBezTo>
                  <a:pt x="8706" y="3152"/>
                  <a:pt x="8704" y="3169"/>
                  <a:pt x="8701" y="3185"/>
                </a:cubicBezTo>
                <a:cubicBezTo>
                  <a:pt x="8697" y="3201"/>
                  <a:pt x="8693" y="3217"/>
                  <a:pt x="8686" y="3232"/>
                </a:cubicBezTo>
                <a:cubicBezTo>
                  <a:pt x="8680" y="3247"/>
                  <a:pt x="8672" y="3262"/>
                  <a:pt x="8663" y="3276"/>
                </a:cubicBezTo>
                <a:cubicBezTo>
                  <a:pt x="8654" y="3289"/>
                  <a:pt x="8644" y="3302"/>
                  <a:pt x="8632" y="3314"/>
                </a:cubicBezTo>
                <a:cubicBezTo>
                  <a:pt x="8620" y="3325"/>
                  <a:pt x="8608" y="3336"/>
                  <a:pt x="8594" y="3345"/>
                </a:cubicBezTo>
                <a:cubicBezTo>
                  <a:pt x="8580" y="3354"/>
                  <a:pt x="8566" y="3362"/>
                  <a:pt x="8550" y="3368"/>
                </a:cubicBezTo>
                <a:cubicBezTo>
                  <a:pt x="8535" y="3374"/>
                  <a:pt x="8519" y="3379"/>
                  <a:pt x="8503" y="3382"/>
                </a:cubicBezTo>
                <a:cubicBezTo>
                  <a:pt x="8487" y="3386"/>
                  <a:pt x="8471" y="3387"/>
                  <a:pt x="8454" y="3387"/>
                </a:cubicBezTo>
                <a:lnTo>
                  <a:pt x="251" y="3387"/>
                </a:lnTo>
                <a:cubicBezTo>
                  <a:pt x="235" y="3387"/>
                  <a:pt x="218" y="3386"/>
                  <a:pt x="202" y="3382"/>
                </a:cubicBezTo>
                <a:cubicBezTo>
                  <a:pt x="186" y="3379"/>
                  <a:pt x="170" y="3374"/>
                  <a:pt x="155" y="3368"/>
                </a:cubicBezTo>
                <a:cubicBezTo>
                  <a:pt x="140" y="3362"/>
                  <a:pt x="125" y="3354"/>
                  <a:pt x="111" y="3345"/>
                </a:cubicBezTo>
                <a:cubicBezTo>
                  <a:pt x="98" y="3336"/>
                  <a:pt x="85" y="3325"/>
                  <a:pt x="73" y="3314"/>
                </a:cubicBezTo>
                <a:cubicBezTo>
                  <a:pt x="62" y="3302"/>
                  <a:pt x="51" y="3289"/>
                  <a:pt x="42" y="3276"/>
                </a:cubicBezTo>
                <a:cubicBezTo>
                  <a:pt x="33" y="3262"/>
                  <a:pt x="25" y="3247"/>
                  <a:pt x="19" y="3232"/>
                </a:cubicBezTo>
                <a:cubicBezTo>
                  <a:pt x="13" y="3217"/>
                  <a:pt x="8" y="3201"/>
                  <a:pt x="5" y="3185"/>
                </a:cubicBezTo>
                <a:cubicBezTo>
                  <a:pt x="1" y="3169"/>
                  <a:pt x="0" y="3152"/>
                  <a:pt x="0" y="313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0" name="" descr=""/>
          <p:cNvPicPr/>
          <p:nvPr/>
        </p:nvPicPr>
        <p:blipFill>
          <a:blip r:embed="rId2"/>
          <a:stretch/>
        </p:blipFill>
        <p:spPr>
          <a:xfrm>
            <a:off x="1457280" y="1552680"/>
            <a:ext cx="1142640" cy="856800"/>
          </a:xfrm>
          <a:prstGeom prst="rect">
            <a:avLst/>
          </a:prstGeom>
          <a:ln w="0">
            <a:noFill/>
          </a:ln>
        </p:spPr>
      </p:pic>
      <p:sp>
        <p:nvSpPr>
          <p:cNvPr id="451" name=""/>
          <p:cNvSpPr txBox="1"/>
          <p:nvPr/>
        </p:nvSpPr>
        <p:spPr>
          <a:xfrm>
            <a:off x="439920" y="805680"/>
            <a:ext cx="576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bronnen, een voorbeeld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2" name="" descr=""/>
          <p:cNvPicPr/>
          <p:nvPr/>
        </p:nvPicPr>
        <p:blipFill>
          <a:blip r:embed="rId3"/>
          <a:stretch/>
        </p:blipFill>
        <p:spPr>
          <a:xfrm>
            <a:off x="1057320" y="2867040"/>
            <a:ext cx="1942560" cy="856800"/>
          </a:xfrm>
          <a:prstGeom prst="rect">
            <a:avLst/>
          </a:prstGeom>
          <a:ln w="0">
            <a:noFill/>
          </a:ln>
        </p:spPr>
      </p:pic>
      <p:sp>
        <p:nvSpPr>
          <p:cNvPr id="453" name=""/>
          <p:cNvSpPr txBox="1"/>
          <p:nvPr/>
        </p:nvSpPr>
        <p:spPr>
          <a:xfrm>
            <a:off x="1452960" y="2471040"/>
            <a:ext cx="1446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Informatiemodel v0.1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400400" y="3785400"/>
            <a:ext cx="1572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Leerroute 1, acht fasen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4167000" y="1633320"/>
            <a:ext cx="4705560" cy="2219760"/>
          </a:xfrm>
          <a:custGeom>
            <a:avLst/>
            <a:gdLst/>
            <a:ahLst/>
            <a:rect l="0" t="0" r="r" b="b"/>
            <a:pathLst>
              <a:path w="13071" h="6166">
                <a:moveTo>
                  <a:pt x="0" y="5915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915"/>
                </a:lnTo>
                <a:cubicBezTo>
                  <a:pt x="13071" y="5931"/>
                  <a:pt x="13070" y="5947"/>
                  <a:pt x="13067" y="5964"/>
                </a:cubicBezTo>
                <a:cubicBezTo>
                  <a:pt x="13063" y="5980"/>
                  <a:pt x="13059" y="5995"/>
                  <a:pt x="13052" y="6011"/>
                </a:cubicBezTo>
                <a:cubicBezTo>
                  <a:pt x="13046" y="6026"/>
                  <a:pt x="13038" y="6040"/>
                  <a:pt x="13029" y="6054"/>
                </a:cubicBezTo>
                <a:cubicBezTo>
                  <a:pt x="13020" y="6068"/>
                  <a:pt x="13009" y="6081"/>
                  <a:pt x="12998" y="6092"/>
                </a:cubicBezTo>
                <a:cubicBezTo>
                  <a:pt x="12986" y="6104"/>
                  <a:pt x="12973" y="6114"/>
                  <a:pt x="12960" y="6124"/>
                </a:cubicBezTo>
                <a:cubicBezTo>
                  <a:pt x="12946" y="6133"/>
                  <a:pt x="12932" y="6140"/>
                  <a:pt x="12916" y="6147"/>
                </a:cubicBezTo>
                <a:cubicBezTo>
                  <a:pt x="12901" y="6153"/>
                  <a:pt x="12885" y="6158"/>
                  <a:pt x="12869" y="6161"/>
                </a:cubicBezTo>
                <a:cubicBezTo>
                  <a:pt x="12853" y="6164"/>
                  <a:pt x="12837" y="6166"/>
                  <a:pt x="12820" y="6166"/>
                </a:cubicBezTo>
                <a:lnTo>
                  <a:pt x="251" y="6166"/>
                </a:lnTo>
                <a:cubicBezTo>
                  <a:pt x="235" y="6166"/>
                  <a:pt x="219" y="6164"/>
                  <a:pt x="202" y="6161"/>
                </a:cubicBezTo>
                <a:cubicBezTo>
                  <a:pt x="186" y="6158"/>
                  <a:pt x="170" y="6153"/>
                  <a:pt x="155" y="6147"/>
                </a:cubicBezTo>
                <a:cubicBezTo>
                  <a:pt x="140" y="6140"/>
                  <a:pt x="125" y="6133"/>
                  <a:pt x="112" y="6124"/>
                </a:cubicBezTo>
                <a:cubicBezTo>
                  <a:pt x="98" y="6114"/>
                  <a:pt x="85" y="6104"/>
                  <a:pt x="74" y="6092"/>
                </a:cubicBezTo>
                <a:cubicBezTo>
                  <a:pt x="62" y="6081"/>
                  <a:pt x="52" y="6068"/>
                  <a:pt x="42" y="6054"/>
                </a:cubicBezTo>
                <a:cubicBezTo>
                  <a:pt x="33" y="6040"/>
                  <a:pt x="25" y="6026"/>
                  <a:pt x="19" y="6011"/>
                </a:cubicBezTo>
                <a:cubicBezTo>
                  <a:pt x="13" y="5995"/>
                  <a:pt x="8" y="5980"/>
                  <a:pt x="5" y="5964"/>
                </a:cubicBezTo>
                <a:cubicBezTo>
                  <a:pt x="2" y="5947"/>
                  <a:pt x="0" y="5931"/>
                  <a:pt x="0" y="59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167000" y="1633320"/>
            <a:ext cx="4705560" cy="2219760"/>
          </a:xfrm>
          <a:custGeom>
            <a:avLst/>
            <a:gdLst/>
            <a:ahLst/>
            <a:rect l="0" t="0" r="r" b="b"/>
            <a:pathLst>
              <a:path w="13071" h="6166">
                <a:moveTo>
                  <a:pt x="0" y="5915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915"/>
                </a:lnTo>
                <a:cubicBezTo>
                  <a:pt x="13071" y="5931"/>
                  <a:pt x="13070" y="5947"/>
                  <a:pt x="13067" y="5964"/>
                </a:cubicBezTo>
                <a:cubicBezTo>
                  <a:pt x="13063" y="5980"/>
                  <a:pt x="13059" y="5995"/>
                  <a:pt x="13052" y="6011"/>
                </a:cubicBezTo>
                <a:cubicBezTo>
                  <a:pt x="13046" y="6026"/>
                  <a:pt x="13038" y="6040"/>
                  <a:pt x="13029" y="6054"/>
                </a:cubicBezTo>
                <a:cubicBezTo>
                  <a:pt x="13020" y="6068"/>
                  <a:pt x="13009" y="6081"/>
                  <a:pt x="12998" y="6092"/>
                </a:cubicBezTo>
                <a:cubicBezTo>
                  <a:pt x="12986" y="6104"/>
                  <a:pt x="12973" y="6114"/>
                  <a:pt x="12960" y="6124"/>
                </a:cubicBezTo>
                <a:cubicBezTo>
                  <a:pt x="12946" y="6133"/>
                  <a:pt x="12932" y="6140"/>
                  <a:pt x="12916" y="6147"/>
                </a:cubicBezTo>
                <a:cubicBezTo>
                  <a:pt x="12901" y="6153"/>
                  <a:pt x="12885" y="6158"/>
                  <a:pt x="12869" y="6161"/>
                </a:cubicBezTo>
                <a:cubicBezTo>
                  <a:pt x="12853" y="6164"/>
                  <a:pt x="12837" y="6166"/>
                  <a:pt x="12820" y="6166"/>
                </a:cubicBezTo>
                <a:lnTo>
                  <a:pt x="251" y="6166"/>
                </a:lnTo>
                <a:cubicBezTo>
                  <a:pt x="235" y="6166"/>
                  <a:pt x="219" y="6164"/>
                  <a:pt x="202" y="6161"/>
                </a:cubicBezTo>
                <a:cubicBezTo>
                  <a:pt x="186" y="6158"/>
                  <a:pt x="170" y="6153"/>
                  <a:pt x="155" y="6147"/>
                </a:cubicBezTo>
                <a:cubicBezTo>
                  <a:pt x="140" y="6140"/>
                  <a:pt x="125" y="6133"/>
                  <a:pt x="112" y="6124"/>
                </a:cubicBezTo>
                <a:cubicBezTo>
                  <a:pt x="98" y="6114"/>
                  <a:pt x="85" y="6104"/>
                  <a:pt x="74" y="6092"/>
                </a:cubicBezTo>
                <a:cubicBezTo>
                  <a:pt x="62" y="6081"/>
                  <a:pt x="52" y="6068"/>
                  <a:pt x="42" y="6054"/>
                </a:cubicBezTo>
                <a:cubicBezTo>
                  <a:pt x="33" y="6040"/>
                  <a:pt x="25" y="6026"/>
                  <a:pt x="19" y="6011"/>
                </a:cubicBezTo>
                <a:cubicBezTo>
                  <a:pt x="13" y="5995"/>
                  <a:pt x="8" y="5980"/>
                  <a:pt x="5" y="5964"/>
                </a:cubicBezTo>
                <a:cubicBezTo>
                  <a:pt x="2" y="5947"/>
                  <a:pt x="0" y="5931"/>
                  <a:pt x="0" y="591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3766320" y="258372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5309640" y="1979640"/>
            <a:ext cx="53280" cy="32040"/>
          </a:xfrm>
          <a:custGeom>
            <a:avLst/>
            <a:gdLst/>
            <a:ahLst/>
            <a:rect l="0" t="0" r="r" b="b"/>
            <a:pathLst>
              <a:path w="148" h="89">
                <a:moveTo>
                  <a:pt x="45" y="0"/>
                </a:moveTo>
                <a:lnTo>
                  <a:pt x="104" y="0"/>
                </a:lnTo>
                <a:cubicBezTo>
                  <a:pt x="110" y="0"/>
                  <a:pt x="116" y="2"/>
                  <a:pt x="121" y="4"/>
                </a:cubicBezTo>
                <a:cubicBezTo>
                  <a:pt x="126" y="7"/>
                  <a:pt x="131" y="10"/>
                  <a:pt x="135" y="14"/>
                </a:cubicBezTo>
                <a:cubicBezTo>
                  <a:pt x="139" y="18"/>
                  <a:pt x="143" y="23"/>
                  <a:pt x="145" y="28"/>
                </a:cubicBezTo>
                <a:cubicBezTo>
                  <a:pt x="147" y="34"/>
                  <a:pt x="148" y="39"/>
                  <a:pt x="148" y="45"/>
                </a:cubicBezTo>
                <a:cubicBezTo>
                  <a:pt x="148" y="51"/>
                  <a:pt x="147" y="57"/>
                  <a:pt x="145" y="62"/>
                </a:cubicBezTo>
                <a:cubicBezTo>
                  <a:pt x="143" y="68"/>
                  <a:pt x="139" y="72"/>
                  <a:pt x="135" y="77"/>
                </a:cubicBezTo>
                <a:cubicBezTo>
                  <a:pt x="131" y="81"/>
                  <a:pt x="126" y="84"/>
                  <a:pt x="121" y="86"/>
                </a:cubicBezTo>
                <a:cubicBezTo>
                  <a:pt x="116" y="88"/>
                  <a:pt x="110" y="89"/>
                  <a:pt x="104" y="89"/>
                </a:cubicBezTo>
                <a:lnTo>
                  <a:pt x="45" y="89"/>
                </a:lnTo>
                <a:cubicBezTo>
                  <a:pt x="39" y="89"/>
                  <a:pt x="34" y="88"/>
                  <a:pt x="28" y="86"/>
                </a:cubicBezTo>
                <a:cubicBezTo>
                  <a:pt x="22" y="84"/>
                  <a:pt x="17" y="81"/>
                  <a:pt x="13" y="77"/>
                </a:cubicBezTo>
                <a:cubicBezTo>
                  <a:pt x="9" y="72"/>
                  <a:pt x="5" y="68"/>
                  <a:pt x="3" y="62"/>
                </a:cubicBezTo>
                <a:cubicBezTo>
                  <a:pt x="1" y="57"/>
                  <a:pt x="0" y="51"/>
                  <a:pt x="0" y="45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3"/>
                  <a:pt x="9" y="18"/>
                  <a:pt x="13" y="14"/>
                </a:cubicBezTo>
                <a:cubicBezTo>
                  <a:pt x="17" y="10"/>
                  <a:pt x="22" y="7"/>
                  <a:pt x="28" y="4"/>
                </a:cubicBezTo>
                <a:cubicBezTo>
                  <a:pt x="34" y="2"/>
                  <a:pt x="39" y="0"/>
                  <a:pt x="45" y="0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5352120" y="1979640"/>
            <a:ext cx="21600" cy="32040"/>
          </a:xfrm>
          <a:custGeom>
            <a:avLst/>
            <a:gdLst/>
            <a:ahLst/>
            <a:rect l="0" t="0" r="r" b="b"/>
            <a:pathLst>
              <a:path w="60" h="89">
                <a:moveTo>
                  <a:pt x="60" y="45"/>
                </a:moveTo>
                <a:cubicBezTo>
                  <a:pt x="60" y="51"/>
                  <a:pt x="59" y="57"/>
                  <a:pt x="57" y="62"/>
                </a:cubicBezTo>
                <a:cubicBezTo>
                  <a:pt x="56" y="68"/>
                  <a:pt x="54" y="72"/>
                  <a:pt x="51" y="77"/>
                </a:cubicBezTo>
                <a:cubicBezTo>
                  <a:pt x="48" y="81"/>
                  <a:pt x="45" y="84"/>
                  <a:pt x="42" y="86"/>
                </a:cubicBezTo>
                <a:cubicBezTo>
                  <a:pt x="38" y="88"/>
                  <a:pt x="34" y="89"/>
                  <a:pt x="30" y="89"/>
                </a:cubicBezTo>
                <a:cubicBezTo>
                  <a:pt x="26" y="89"/>
                  <a:pt x="23" y="88"/>
                  <a:pt x="19" y="86"/>
                </a:cubicBezTo>
                <a:cubicBezTo>
                  <a:pt x="15" y="84"/>
                  <a:pt x="12" y="81"/>
                  <a:pt x="8" y="77"/>
                </a:cubicBezTo>
                <a:cubicBezTo>
                  <a:pt x="6" y="72"/>
                  <a:pt x="3" y="68"/>
                  <a:pt x="2" y="62"/>
                </a:cubicBezTo>
                <a:cubicBezTo>
                  <a:pt x="0" y="57"/>
                  <a:pt x="0" y="51"/>
                  <a:pt x="0" y="45"/>
                </a:cubicBezTo>
                <a:cubicBezTo>
                  <a:pt x="0" y="39"/>
                  <a:pt x="0" y="34"/>
                  <a:pt x="2" y="28"/>
                </a:cubicBezTo>
                <a:cubicBezTo>
                  <a:pt x="3" y="23"/>
                  <a:pt x="6" y="18"/>
                  <a:pt x="8" y="14"/>
                </a:cubicBezTo>
                <a:cubicBezTo>
                  <a:pt x="12" y="10"/>
                  <a:pt x="15" y="7"/>
                  <a:pt x="19" y="4"/>
                </a:cubicBezTo>
                <a:cubicBezTo>
                  <a:pt x="23" y="2"/>
                  <a:pt x="26" y="0"/>
                  <a:pt x="30" y="0"/>
                </a:cubicBezTo>
                <a:cubicBezTo>
                  <a:pt x="34" y="0"/>
                  <a:pt x="38" y="2"/>
                  <a:pt x="42" y="4"/>
                </a:cubicBezTo>
                <a:cubicBezTo>
                  <a:pt x="45" y="7"/>
                  <a:pt x="48" y="10"/>
                  <a:pt x="51" y="14"/>
                </a:cubicBezTo>
                <a:cubicBezTo>
                  <a:pt x="54" y="18"/>
                  <a:pt x="56" y="23"/>
                  <a:pt x="57" y="28"/>
                </a:cubicBezTo>
                <a:cubicBezTo>
                  <a:pt x="59" y="34"/>
                  <a:pt x="60" y="39"/>
                  <a:pt x="60" y="45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4312080" y="1757160"/>
            <a:ext cx="17352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4365000" y="1963080"/>
            <a:ext cx="84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061040" y="1963800"/>
            <a:ext cx="69480" cy="64080"/>
          </a:xfrm>
          <a:custGeom>
            <a:avLst/>
            <a:gdLst/>
            <a:ahLst/>
            <a:rect l="0" t="0" r="r" b="b"/>
            <a:pathLst>
              <a:path w="193" h="178">
                <a:moveTo>
                  <a:pt x="0" y="44"/>
                </a:moveTo>
                <a:lnTo>
                  <a:pt x="118" y="44"/>
                </a:lnTo>
                <a:lnTo>
                  <a:pt x="118" y="0"/>
                </a:lnTo>
                <a:lnTo>
                  <a:pt x="193" y="88"/>
                </a:lnTo>
                <a:lnTo>
                  <a:pt x="118" y="178"/>
                </a:lnTo>
                <a:lnTo>
                  <a:pt x="118" y="133"/>
                </a:lnTo>
                <a:lnTo>
                  <a:pt x="0" y="133"/>
                </a:lnTo>
                <a:lnTo>
                  <a:pt x="0" y="44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365000" y="2048760"/>
            <a:ext cx="8467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522040" y="1963080"/>
            <a:ext cx="354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4583880" y="2181240"/>
            <a:ext cx="8280" cy="106560"/>
          </a:xfrm>
          <a:custGeom>
            <a:avLst/>
            <a:gdLst/>
            <a:ahLst/>
            <a:rect l="0" t="0" r="r" b="b"/>
            <a:pathLst>
              <a:path w="23" h="296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9"/>
                </a:moveTo>
                <a:lnTo>
                  <a:pt x="23" y="133"/>
                </a:lnTo>
                <a:lnTo>
                  <a:pt x="0" y="133"/>
                </a:lnTo>
                <a:lnTo>
                  <a:pt x="0" y="89"/>
                </a:lnTo>
                <a:lnTo>
                  <a:pt x="23" y="89"/>
                </a:lnTo>
                <a:moveTo>
                  <a:pt x="23" y="177"/>
                </a:moveTo>
                <a:lnTo>
                  <a:pt x="23" y="221"/>
                </a:lnTo>
                <a:lnTo>
                  <a:pt x="0" y="221"/>
                </a:lnTo>
                <a:lnTo>
                  <a:pt x="0" y="177"/>
                </a:lnTo>
                <a:lnTo>
                  <a:pt x="23" y="177"/>
                </a:lnTo>
                <a:moveTo>
                  <a:pt x="23" y="267"/>
                </a:moveTo>
                <a:lnTo>
                  <a:pt x="23" y="296"/>
                </a:lnTo>
                <a:lnTo>
                  <a:pt x="0" y="296"/>
                </a:lnTo>
                <a:lnTo>
                  <a:pt x="0" y="267"/>
                </a:lnTo>
                <a:lnTo>
                  <a:pt x="23" y="26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4561200" y="2255760"/>
            <a:ext cx="53280" cy="32040"/>
          </a:xfrm>
          <a:custGeom>
            <a:avLst/>
            <a:gdLst/>
            <a:ahLst/>
            <a:rect l="0" t="0" r="r" b="b"/>
            <a:pathLst>
              <a:path fill="none" w="148" h="89">
                <a:moveTo>
                  <a:pt x="0" y="0"/>
                </a:moveTo>
                <a:lnTo>
                  <a:pt x="75" y="89"/>
                </a:lnTo>
                <a:lnTo>
                  <a:pt x="148" y="0"/>
                </a:lnTo>
              </a:path>
            </a:pathLst>
          </a:custGeom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7411320" y="235116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411320" y="236988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522040" y="2048760"/>
            <a:ext cx="1285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4513680" y="2345400"/>
            <a:ext cx="619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358400" y="257400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358400" y="259272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4513680" y="2431080"/>
            <a:ext cx="14425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4587840" y="2568240"/>
            <a:ext cx="367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7305120" y="279684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7305120" y="281556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587840" y="2653920"/>
            <a:ext cx="118044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662000" y="2791080"/>
            <a:ext cx="2901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7252200" y="301968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7252200" y="303840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662000" y="2876760"/>
            <a:ext cx="178848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736520" y="3013920"/>
            <a:ext cx="381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736520" y="3099600"/>
            <a:ext cx="228060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4312080" y="3439080"/>
            <a:ext cx="3778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1842840" y="4147920"/>
            <a:ext cx="1391040" cy="295560"/>
          </a:xfrm>
          <a:custGeom>
            <a:avLst/>
            <a:gdLst/>
            <a:ahLst/>
            <a:rect l="0" t="0" r="r" b="b"/>
            <a:pathLst>
              <a:path w="386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8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454" y="0"/>
                </a:lnTo>
                <a:cubicBezTo>
                  <a:pt x="3481" y="0"/>
                  <a:pt x="3508" y="3"/>
                  <a:pt x="3534" y="8"/>
                </a:cubicBezTo>
                <a:cubicBezTo>
                  <a:pt x="3560" y="13"/>
                  <a:pt x="3586" y="21"/>
                  <a:pt x="3611" y="31"/>
                </a:cubicBezTo>
                <a:cubicBezTo>
                  <a:pt x="3636" y="42"/>
                  <a:pt x="3659" y="54"/>
                  <a:pt x="3682" y="69"/>
                </a:cubicBezTo>
                <a:cubicBezTo>
                  <a:pt x="3704" y="84"/>
                  <a:pt x="3725" y="101"/>
                  <a:pt x="3744" y="120"/>
                </a:cubicBezTo>
                <a:cubicBezTo>
                  <a:pt x="3763" y="139"/>
                  <a:pt x="3780" y="160"/>
                  <a:pt x="3795" y="182"/>
                </a:cubicBezTo>
                <a:cubicBezTo>
                  <a:pt x="3810" y="205"/>
                  <a:pt x="3823" y="228"/>
                  <a:pt x="3833" y="253"/>
                </a:cubicBezTo>
                <a:cubicBezTo>
                  <a:pt x="3843" y="278"/>
                  <a:pt x="3851" y="304"/>
                  <a:pt x="3856" y="330"/>
                </a:cubicBezTo>
                <a:cubicBezTo>
                  <a:pt x="3861" y="357"/>
                  <a:pt x="3864" y="384"/>
                  <a:pt x="3864" y="411"/>
                </a:cubicBezTo>
                <a:cubicBezTo>
                  <a:pt x="3864" y="438"/>
                  <a:pt x="3861" y="465"/>
                  <a:pt x="3856" y="491"/>
                </a:cubicBezTo>
                <a:cubicBezTo>
                  <a:pt x="3851" y="518"/>
                  <a:pt x="3843" y="543"/>
                  <a:pt x="3833" y="568"/>
                </a:cubicBezTo>
                <a:cubicBezTo>
                  <a:pt x="3823" y="593"/>
                  <a:pt x="3810" y="617"/>
                  <a:pt x="3795" y="639"/>
                </a:cubicBezTo>
                <a:cubicBezTo>
                  <a:pt x="3780" y="661"/>
                  <a:pt x="3763" y="682"/>
                  <a:pt x="3744" y="701"/>
                </a:cubicBezTo>
                <a:cubicBezTo>
                  <a:pt x="3725" y="720"/>
                  <a:pt x="3704" y="737"/>
                  <a:pt x="3682" y="752"/>
                </a:cubicBezTo>
                <a:cubicBezTo>
                  <a:pt x="3659" y="767"/>
                  <a:pt x="3636" y="780"/>
                  <a:pt x="3611" y="790"/>
                </a:cubicBezTo>
                <a:cubicBezTo>
                  <a:pt x="3586" y="800"/>
                  <a:pt x="3560" y="808"/>
                  <a:pt x="3534" y="813"/>
                </a:cubicBezTo>
                <a:cubicBezTo>
                  <a:pt x="3508" y="819"/>
                  <a:pt x="3481" y="821"/>
                  <a:pt x="345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8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1842840" y="4147920"/>
            <a:ext cx="1391040" cy="295560"/>
          </a:xfrm>
          <a:custGeom>
            <a:avLst/>
            <a:gdLst/>
            <a:ahLst/>
            <a:rect l="0" t="0" r="r" b="b"/>
            <a:pathLst>
              <a:path w="386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8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454" y="0"/>
                </a:lnTo>
                <a:cubicBezTo>
                  <a:pt x="3481" y="0"/>
                  <a:pt x="3508" y="3"/>
                  <a:pt x="3534" y="8"/>
                </a:cubicBezTo>
                <a:cubicBezTo>
                  <a:pt x="3560" y="13"/>
                  <a:pt x="3586" y="21"/>
                  <a:pt x="3611" y="31"/>
                </a:cubicBezTo>
                <a:cubicBezTo>
                  <a:pt x="3636" y="42"/>
                  <a:pt x="3659" y="54"/>
                  <a:pt x="3682" y="69"/>
                </a:cubicBezTo>
                <a:cubicBezTo>
                  <a:pt x="3704" y="84"/>
                  <a:pt x="3725" y="101"/>
                  <a:pt x="3744" y="120"/>
                </a:cubicBezTo>
                <a:cubicBezTo>
                  <a:pt x="3763" y="139"/>
                  <a:pt x="3780" y="160"/>
                  <a:pt x="3795" y="182"/>
                </a:cubicBezTo>
                <a:cubicBezTo>
                  <a:pt x="3810" y="205"/>
                  <a:pt x="3823" y="228"/>
                  <a:pt x="3833" y="253"/>
                </a:cubicBezTo>
                <a:cubicBezTo>
                  <a:pt x="3843" y="278"/>
                  <a:pt x="3851" y="304"/>
                  <a:pt x="3856" y="330"/>
                </a:cubicBezTo>
                <a:cubicBezTo>
                  <a:pt x="3861" y="357"/>
                  <a:pt x="3864" y="384"/>
                  <a:pt x="3864" y="411"/>
                </a:cubicBezTo>
                <a:cubicBezTo>
                  <a:pt x="3864" y="438"/>
                  <a:pt x="3861" y="465"/>
                  <a:pt x="3856" y="491"/>
                </a:cubicBezTo>
                <a:cubicBezTo>
                  <a:pt x="3851" y="518"/>
                  <a:pt x="3843" y="543"/>
                  <a:pt x="3833" y="568"/>
                </a:cubicBezTo>
                <a:cubicBezTo>
                  <a:pt x="3823" y="593"/>
                  <a:pt x="3810" y="617"/>
                  <a:pt x="3795" y="639"/>
                </a:cubicBezTo>
                <a:cubicBezTo>
                  <a:pt x="3780" y="661"/>
                  <a:pt x="3763" y="682"/>
                  <a:pt x="3744" y="701"/>
                </a:cubicBezTo>
                <a:cubicBezTo>
                  <a:pt x="3725" y="720"/>
                  <a:pt x="3704" y="737"/>
                  <a:pt x="3682" y="752"/>
                </a:cubicBezTo>
                <a:cubicBezTo>
                  <a:pt x="3659" y="767"/>
                  <a:pt x="3636" y="780"/>
                  <a:pt x="3611" y="790"/>
                </a:cubicBezTo>
                <a:cubicBezTo>
                  <a:pt x="3586" y="800"/>
                  <a:pt x="3560" y="808"/>
                  <a:pt x="3534" y="813"/>
                </a:cubicBezTo>
                <a:cubicBezTo>
                  <a:pt x="3508" y="819"/>
                  <a:pt x="3481" y="821"/>
                  <a:pt x="345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8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162040" y="3623400"/>
            <a:ext cx="3243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Per stap een beeld, met Jochems eigen waarden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319200" y="414792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2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0"/>
                  <a:pt x="4430" y="182"/>
                </a:cubicBezTo>
                <a:cubicBezTo>
                  <a:pt x="4445" y="205"/>
                  <a:pt x="4458" y="228"/>
                  <a:pt x="4468" y="253"/>
                </a:cubicBezTo>
                <a:cubicBezTo>
                  <a:pt x="4478" y="278"/>
                  <a:pt x="4486" y="304"/>
                  <a:pt x="4491" y="330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8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319200" y="414792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2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0"/>
                  <a:pt x="4430" y="182"/>
                </a:cubicBezTo>
                <a:cubicBezTo>
                  <a:pt x="4445" y="205"/>
                  <a:pt x="4458" y="228"/>
                  <a:pt x="4468" y="253"/>
                </a:cubicBezTo>
                <a:cubicBezTo>
                  <a:pt x="4478" y="278"/>
                  <a:pt x="4486" y="304"/>
                  <a:pt x="4491" y="330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8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989000" y="4217760"/>
            <a:ext cx="1215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1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samen doorlopen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5024160" y="4147920"/>
            <a:ext cx="2467440" cy="295560"/>
          </a:xfrm>
          <a:custGeom>
            <a:avLst/>
            <a:gdLst/>
            <a:ahLst/>
            <a:rect l="0" t="0" r="r" b="b"/>
            <a:pathLst>
              <a:path w="685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6444" y="0"/>
                </a:lnTo>
                <a:cubicBezTo>
                  <a:pt x="6471" y="0"/>
                  <a:pt x="6497" y="3"/>
                  <a:pt x="6524" y="8"/>
                </a:cubicBezTo>
                <a:cubicBezTo>
                  <a:pt x="6550" y="13"/>
                  <a:pt x="6576" y="21"/>
                  <a:pt x="6601" y="31"/>
                </a:cubicBezTo>
                <a:cubicBezTo>
                  <a:pt x="6626" y="42"/>
                  <a:pt x="6649" y="54"/>
                  <a:pt x="6672" y="69"/>
                </a:cubicBezTo>
                <a:cubicBezTo>
                  <a:pt x="6694" y="84"/>
                  <a:pt x="6715" y="101"/>
                  <a:pt x="6734" y="120"/>
                </a:cubicBezTo>
                <a:cubicBezTo>
                  <a:pt x="6753" y="139"/>
                  <a:pt x="6770" y="160"/>
                  <a:pt x="6785" y="182"/>
                </a:cubicBezTo>
                <a:cubicBezTo>
                  <a:pt x="6800" y="205"/>
                  <a:pt x="6812" y="228"/>
                  <a:pt x="6823" y="253"/>
                </a:cubicBezTo>
                <a:cubicBezTo>
                  <a:pt x="6833" y="278"/>
                  <a:pt x="6841" y="304"/>
                  <a:pt x="6846" y="330"/>
                </a:cubicBezTo>
                <a:cubicBezTo>
                  <a:pt x="6851" y="357"/>
                  <a:pt x="6854" y="384"/>
                  <a:pt x="6854" y="411"/>
                </a:cubicBezTo>
                <a:cubicBezTo>
                  <a:pt x="6854" y="438"/>
                  <a:pt x="6851" y="465"/>
                  <a:pt x="6846" y="491"/>
                </a:cubicBezTo>
                <a:cubicBezTo>
                  <a:pt x="6841" y="518"/>
                  <a:pt x="6833" y="543"/>
                  <a:pt x="6823" y="568"/>
                </a:cubicBezTo>
                <a:cubicBezTo>
                  <a:pt x="6812" y="593"/>
                  <a:pt x="6800" y="617"/>
                  <a:pt x="6785" y="639"/>
                </a:cubicBezTo>
                <a:cubicBezTo>
                  <a:pt x="6770" y="661"/>
                  <a:pt x="6753" y="682"/>
                  <a:pt x="6734" y="701"/>
                </a:cubicBezTo>
                <a:cubicBezTo>
                  <a:pt x="6715" y="720"/>
                  <a:pt x="6694" y="737"/>
                  <a:pt x="6672" y="752"/>
                </a:cubicBezTo>
                <a:cubicBezTo>
                  <a:pt x="6649" y="767"/>
                  <a:pt x="6626" y="780"/>
                  <a:pt x="6601" y="790"/>
                </a:cubicBezTo>
                <a:cubicBezTo>
                  <a:pt x="6576" y="800"/>
                  <a:pt x="6550" y="808"/>
                  <a:pt x="6524" y="813"/>
                </a:cubicBezTo>
                <a:cubicBezTo>
                  <a:pt x="6497" y="819"/>
                  <a:pt x="6471" y="821"/>
                  <a:pt x="644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5024160" y="4147920"/>
            <a:ext cx="2467440" cy="295560"/>
          </a:xfrm>
          <a:custGeom>
            <a:avLst/>
            <a:gdLst/>
            <a:ahLst/>
            <a:rect l="0" t="0" r="r" b="b"/>
            <a:pathLst>
              <a:path w="685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6444" y="0"/>
                </a:lnTo>
                <a:cubicBezTo>
                  <a:pt x="6471" y="0"/>
                  <a:pt x="6497" y="3"/>
                  <a:pt x="6524" y="8"/>
                </a:cubicBezTo>
                <a:cubicBezTo>
                  <a:pt x="6550" y="13"/>
                  <a:pt x="6576" y="21"/>
                  <a:pt x="6601" y="31"/>
                </a:cubicBezTo>
                <a:cubicBezTo>
                  <a:pt x="6626" y="42"/>
                  <a:pt x="6649" y="54"/>
                  <a:pt x="6672" y="69"/>
                </a:cubicBezTo>
                <a:cubicBezTo>
                  <a:pt x="6694" y="84"/>
                  <a:pt x="6715" y="101"/>
                  <a:pt x="6734" y="120"/>
                </a:cubicBezTo>
                <a:cubicBezTo>
                  <a:pt x="6753" y="139"/>
                  <a:pt x="6770" y="160"/>
                  <a:pt x="6785" y="182"/>
                </a:cubicBezTo>
                <a:cubicBezTo>
                  <a:pt x="6800" y="205"/>
                  <a:pt x="6812" y="228"/>
                  <a:pt x="6823" y="253"/>
                </a:cubicBezTo>
                <a:cubicBezTo>
                  <a:pt x="6833" y="278"/>
                  <a:pt x="6841" y="304"/>
                  <a:pt x="6846" y="330"/>
                </a:cubicBezTo>
                <a:cubicBezTo>
                  <a:pt x="6851" y="357"/>
                  <a:pt x="6854" y="384"/>
                  <a:pt x="6854" y="411"/>
                </a:cubicBezTo>
                <a:cubicBezTo>
                  <a:pt x="6854" y="438"/>
                  <a:pt x="6851" y="465"/>
                  <a:pt x="6846" y="491"/>
                </a:cubicBezTo>
                <a:cubicBezTo>
                  <a:pt x="6841" y="518"/>
                  <a:pt x="6833" y="543"/>
                  <a:pt x="6823" y="568"/>
                </a:cubicBezTo>
                <a:cubicBezTo>
                  <a:pt x="6812" y="593"/>
                  <a:pt x="6800" y="617"/>
                  <a:pt x="6785" y="639"/>
                </a:cubicBezTo>
                <a:cubicBezTo>
                  <a:pt x="6770" y="661"/>
                  <a:pt x="6753" y="682"/>
                  <a:pt x="6734" y="701"/>
                </a:cubicBezTo>
                <a:cubicBezTo>
                  <a:pt x="6715" y="720"/>
                  <a:pt x="6694" y="737"/>
                  <a:pt x="6672" y="752"/>
                </a:cubicBezTo>
                <a:cubicBezTo>
                  <a:pt x="6649" y="767"/>
                  <a:pt x="6626" y="780"/>
                  <a:pt x="6601" y="790"/>
                </a:cubicBezTo>
                <a:cubicBezTo>
                  <a:pt x="6576" y="800"/>
                  <a:pt x="6550" y="808"/>
                  <a:pt x="6524" y="813"/>
                </a:cubicBezTo>
                <a:cubicBezTo>
                  <a:pt x="6497" y="819"/>
                  <a:pt x="6471" y="821"/>
                  <a:pt x="644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459600" y="4217760"/>
            <a:ext cx="1480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2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opmerkingen noteren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168160" y="4217760"/>
            <a:ext cx="241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3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discussie over vorm, detail en scope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7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466560" y="119052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4800" y="122292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1486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1478520" y="1387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1478520" y="1405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46480" y="141480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838800" y="137844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1582560" y="144324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234600" y="142308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67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042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34160" y="1387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34160" y="1405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838800" y="144324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322440" y="137844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514440" y="155124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1"/>
                  <a:pt x="4705" y="31"/>
                </a:cubicBezTo>
                <a:cubicBezTo>
                  <a:pt x="4714" y="40"/>
                  <a:pt x="4722" y="51"/>
                  <a:pt x="4727" y="63"/>
                </a:cubicBezTo>
                <a:cubicBezTo>
                  <a:pt x="4732" y="76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1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1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6"/>
                  <a:pt x="8" y="63"/>
                </a:cubicBezTo>
                <a:cubicBezTo>
                  <a:pt x="13" y="51"/>
                  <a:pt x="20" y="40"/>
                  <a:pt x="30" y="31"/>
                </a:cubicBezTo>
                <a:cubicBezTo>
                  <a:pt x="39" y="21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512640" y="154944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4"/>
                  <a:pt x="4699" y="18"/>
                  <a:pt x="4705" y="23"/>
                </a:cubicBezTo>
                <a:lnTo>
                  <a:pt x="4698" y="32"/>
                </a:lnTo>
                <a:cubicBezTo>
                  <a:pt x="4692" y="28"/>
                  <a:pt x="4686" y="23"/>
                  <a:pt x="4680" y="20"/>
                </a:cubicBezTo>
                <a:lnTo>
                  <a:pt x="4685" y="10"/>
                </a:lnTo>
                <a:moveTo>
                  <a:pt x="4722" y="41"/>
                </a:moveTo>
                <a:cubicBezTo>
                  <a:pt x="4727" y="47"/>
                  <a:pt x="4731" y="53"/>
                  <a:pt x="4734" y="61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8"/>
                </a:cubicBezTo>
                <a:lnTo>
                  <a:pt x="4722" y="41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9"/>
                </a:moveTo>
                <a:cubicBezTo>
                  <a:pt x="4744" y="137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2"/>
                  <a:pt x="4733" y="135"/>
                  <a:pt x="4733" y="127"/>
                </a:cubicBezTo>
                <a:lnTo>
                  <a:pt x="4744" y="129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4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5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3"/>
                </a:lnTo>
                <a:lnTo>
                  <a:pt x="4639" y="213"/>
                </a:lnTo>
                <a:cubicBezTo>
                  <a:pt x="4643" y="213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3"/>
                </a:lnTo>
                <a:lnTo>
                  <a:pt x="4607" y="213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3"/>
                </a:lnTo>
                <a:lnTo>
                  <a:pt x="4563" y="213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3"/>
                </a:lnTo>
                <a:lnTo>
                  <a:pt x="4518" y="213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3"/>
                </a:lnTo>
                <a:lnTo>
                  <a:pt x="4474" y="213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3"/>
                </a:lnTo>
                <a:lnTo>
                  <a:pt x="4429" y="213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3"/>
                </a:lnTo>
                <a:lnTo>
                  <a:pt x="4385" y="213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3"/>
                </a:lnTo>
                <a:lnTo>
                  <a:pt x="4340" y="213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3"/>
                </a:lnTo>
                <a:lnTo>
                  <a:pt x="4296" y="213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3"/>
                </a:lnTo>
                <a:lnTo>
                  <a:pt x="4252" y="213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3"/>
                </a:lnTo>
                <a:lnTo>
                  <a:pt x="4207" y="213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3"/>
                </a:lnTo>
                <a:lnTo>
                  <a:pt x="4163" y="213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3"/>
                </a:lnTo>
                <a:lnTo>
                  <a:pt x="4118" y="213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3"/>
                </a:lnTo>
                <a:lnTo>
                  <a:pt x="4074" y="213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3"/>
                </a:lnTo>
                <a:lnTo>
                  <a:pt x="4029" y="213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3"/>
                </a:lnTo>
                <a:lnTo>
                  <a:pt x="3985" y="213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3"/>
                </a:lnTo>
                <a:lnTo>
                  <a:pt x="3940" y="213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3"/>
                </a:lnTo>
                <a:lnTo>
                  <a:pt x="3896" y="213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3"/>
                </a:lnTo>
                <a:lnTo>
                  <a:pt x="3852" y="213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3"/>
                </a:lnTo>
                <a:lnTo>
                  <a:pt x="3807" y="213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3"/>
                </a:lnTo>
                <a:lnTo>
                  <a:pt x="3763" y="213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3"/>
                </a:lnTo>
                <a:lnTo>
                  <a:pt x="3718" y="213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3"/>
                </a:lnTo>
                <a:lnTo>
                  <a:pt x="3674" y="213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3"/>
                </a:lnTo>
                <a:lnTo>
                  <a:pt x="3629" y="213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3"/>
                </a:lnTo>
                <a:lnTo>
                  <a:pt x="3585" y="213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3"/>
                </a:lnTo>
                <a:lnTo>
                  <a:pt x="3540" y="213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3"/>
                </a:lnTo>
                <a:lnTo>
                  <a:pt x="3496" y="213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3"/>
                </a:lnTo>
                <a:lnTo>
                  <a:pt x="3452" y="213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3"/>
                </a:lnTo>
                <a:lnTo>
                  <a:pt x="3407" y="213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3"/>
                </a:lnTo>
                <a:lnTo>
                  <a:pt x="3363" y="213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3"/>
                </a:lnTo>
                <a:lnTo>
                  <a:pt x="3318" y="213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3"/>
                </a:lnTo>
                <a:lnTo>
                  <a:pt x="3274" y="213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3"/>
                </a:lnTo>
                <a:lnTo>
                  <a:pt x="3229" y="213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3"/>
                </a:lnTo>
                <a:lnTo>
                  <a:pt x="3185" y="213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3"/>
                </a:lnTo>
                <a:lnTo>
                  <a:pt x="3141" y="213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3"/>
                </a:lnTo>
                <a:lnTo>
                  <a:pt x="3096" y="213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3"/>
                </a:lnTo>
                <a:lnTo>
                  <a:pt x="3052" y="213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3"/>
                </a:lnTo>
                <a:lnTo>
                  <a:pt x="3007" y="213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3"/>
                </a:lnTo>
                <a:lnTo>
                  <a:pt x="2963" y="213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3"/>
                </a:lnTo>
                <a:lnTo>
                  <a:pt x="2918" y="213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3"/>
                </a:lnTo>
                <a:lnTo>
                  <a:pt x="2874" y="213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3"/>
                </a:lnTo>
                <a:lnTo>
                  <a:pt x="2829" y="213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3"/>
                </a:lnTo>
                <a:lnTo>
                  <a:pt x="2785" y="213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3"/>
                </a:lnTo>
                <a:lnTo>
                  <a:pt x="2741" y="213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3"/>
                </a:lnTo>
                <a:lnTo>
                  <a:pt x="2696" y="213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3"/>
                </a:lnTo>
                <a:lnTo>
                  <a:pt x="2652" y="213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3"/>
                </a:lnTo>
                <a:lnTo>
                  <a:pt x="2607" y="213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3"/>
                </a:lnTo>
                <a:lnTo>
                  <a:pt x="2563" y="213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3"/>
                </a:lnTo>
                <a:lnTo>
                  <a:pt x="2518" y="213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3"/>
                </a:lnTo>
                <a:lnTo>
                  <a:pt x="2474" y="213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3"/>
                </a:lnTo>
                <a:lnTo>
                  <a:pt x="2429" y="213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3"/>
                </a:lnTo>
                <a:lnTo>
                  <a:pt x="2385" y="213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3"/>
                </a:lnTo>
                <a:lnTo>
                  <a:pt x="2341" y="213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3"/>
                </a:lnTo>
                <a:lnTo>
                  <a:pt x="2296" y="213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3"/>
                </a:lnTo>
                <a:lnTo>
                  <a:pt x="2252" y="213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3"/>
                </a:lnTo>
                <a:lnTo>
                  <a:pt x="2207" y="213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3"/>
                </a:lnTo>
                <a:lnTo>
                  <a:pt x="2163" y="213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3"/>
                </a:lnTo>
                <a:lnTo>
                  <a:pt x="2118" y="213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3"/>
                </a:lnTo>
                <a:lnTo>
                  <a:pt x="2074" y="213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3"/>
                </a:lnTo>
                <a:lnTo>
                  <a:pt x="2029" y="213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3"/>
                </a:lnTo>
                <a:lnTo>
                  <a:pt x="1985" y="213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3"/>
                </a:lnTo>
                <a:lnTo>
                  <a:pt x="1941" y="213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3"/>
                </a:lnTo>
                <a:lnTo>
                  <a:pt x="1896" y="213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3"/>
                </a:lnTo>
                <a:lnTo>
                  <a:pt x="1852" y="213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3"/>
                </a:lnTo>
                <a:lnTo>
                  <a:pt x="1807" y="213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3"/>
                </a:lnTo>
                <a:lnTo>
                  <a:pt x="1763" y="213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3"/>
                </a:lnTo>
                <a:lnTo>
                  <a:pt x="1718" y="213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3"/>
                </a:lnTo>
                <a:lnTo>
                  <a:pt x="1674" y="213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3"/>
                </a:lnTo>
                <a:lnTo>
                  <a:pt x="1630" y="213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3"/>
                </a:lnTo>
                <a:lnTo>
                  <a:pt x="1585" y="213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3"/>
                </a:lnTo>
                <a:lnTo>
                  <a:pt x="1541" y="213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3"/>
                </a:lnTo>
                <a:lnTo>
                  <a:pt x="1496" y="213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3"/>
                </a:lnTo>
                <a:lnTo>
                  <a:pt x="1452" y="213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3"/>
                </a:lnTo>
                <a:lnTo>
                  <a:pt x="1407" y="213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3"/>
                </a:lnTo>
                <a:lnTo>
                  <a:pt x="1363" y="213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3"/>
                </a:lnTo>
                <a:lnTo>
                  <a:pt x="1318" y="213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3"/>
                </a:lnTo>
                <a:lnTo>
                  <a:pt x="1274" y="213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3"/>
                </a:lnTo>
                <a:lnTo>
                  <a:pt x="1230" y="213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3"/>
                </a:lnTo>
                <a:lnTo>
                  <a:pt x="1185" y="213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3"/>
                </a:lnTo>
                <a:lnTo>
                  <a:pt x="1141" y="213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3"/>
                </a:lnTo>
                <a:lnTo>
                  <a:pt x="1096" y="213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3"/>
                </a:lnTo>
                <a:lnTo>
                  <a:pt x="1052" y="213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3"/>
                </a:lnTo>
                <a:lnTo>
                  <a:pt x="1007" y="213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3"/>
                </a:lnTo>
                <a:lnTo>
                  <a:pt x="963" y="213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3"/>
                </a:lnTo>
                <a:lnTo>
                  <a:pt x="917" y="213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3"/>
                </a:lnTo>
                <a:lnTo>
                  <a:pt x="873" y="213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3"/>
                </a:lnTo>
                <a:lnTo>
                  <a:pt x="829" y="213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3"/>
                </a:lnTo>
                <a:lnTo>
                  <a:pt x="784" y="213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3"/>
                </a:lnTo>
                <a:lnTo>
                  <a:pt x="740" y="213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3"/>
                </a:lnTo>
                <a:lnTo>
                  <a:pt x="695" y="213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3"/>
                </a:lnTo>
                <a:lnTo>
                  <a:pt x="651" y="213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3"/>
                </a:lnTo>
                <a:lnTo>
                  <a:pt x="606" y="213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3"/>
                </a:lnTo>
                <a:lnTo>
                  <a:pt x="562" y="213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3"/>
                </a:lnTo>
                <a:lnTo>
                  <a:pt x="518" y="213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3"/>
                </a:lnTo>
                <a:lnTo>
                  <a:pt x="473" y="213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3"/>
                </a:lnTo>
                <a:lnTo>
                  <a:pt x="429" y="213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3"/>
                </a:lnTo>
                <a:lnTo>
                  <a:pt x="384" y="213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3"/>
                </a:lnTo>
                <a:lnTo>
                  <a:pt x="340" y="213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3"/>
                </a:lnTo>
                <a:lnTo>
                  <a:pt x="295" y="213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3"/>
                </a:lnTo>
                <a:lnTo>
                  <a:pt x="251" y="213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3"/>
                </a:lnTo>
                <a:lnTo>
                  <a:pt x="206" y="213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3"/>
                </a:lnTo>
                <a:lnTo>
                  <a:pt x="162" y="213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3"/>
                  <a:pt x="105" y="213"/>
                </a:cubicBezTo>
                <a:lnTo>
                  <a:pt x="118" y="213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7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100"/>
                  <a:pt x="1" y="92"/>
                  <a:pt x="2" y="85"/>
                </a:cubicBezTo>
                <a:lnTo>
                  <a:pt x="13" y="88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3"/>
                </a:moveTo>
                <a:cubicBezTo>
                  <a:pt x="13" y="55"/>
                  <a:pt x="17" y="49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3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9"/>
                  <a:pt x="45" y="34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3322440" y="144324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1635480" y="144720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7"/>
                </a:moveTo>
                <a:lnTo>
                  <a:pt x="18" y="100"/>
                </a:lnTo>
                <a:lnTo>
                  <a:pt x="0" y="100"/>
                </a:lnTo>
                <a:lnTo>
                  <a:pt x="0" y="67"/>
                </a:lnTo>
                <a:lnTo>
                  <a:pt x="18" y="67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8"/>
                </a:moveTo>
                <a:lnTo>
                  <a:pt x="18" y="302"/>
                </a:lnTo>
                <a:lnTo>
                  <a:pt x="0" y="302"/>
                </a:lnTo>
                <a:lnTo>
                  <a:pt x="0" y="268"/>
                </a:lnTo>
                <a:lnTo>
                  <a:pt x="18" y="268"/>
                </a:lnTo>
                <a:moveTo>
                  <a:pt x="18" y="335"/>
                </a:moveTo>
                <a:lnTo>
                  <a:pt x="18" y="368"/>
                </a:lnTo>
                <a:lnTo>
                  <a:pt x="0" y="368"/>
                </a:lnTo>
                <a:lnTo>
                  <a:pt x="0" y="335"/>
                </a:lnTo>
                <a:lnTo>
                  <a:pt x="18" y="335"/>
                </a:lnTo>
                <a:moveTo>
                  <a:pt x="18" y="402"/>
                </a:moveTo>
                <a:lnTo>
                  <a:pt x="18" y="435"/>
                </a:lnTo>
                <a:lnTo>
                  <a:pt x="0" y="435"/>
                </a:lnTo>
                <a:lnTo>
                  <a:pt x="0" y="402"/>
                </a:lnTo>
                <a:lnTo>
                  <a:pt x="18" y="402"/>
                </a:lnTo>
                <a:moveTo>
                  <a:pt x="18" y="469"/>
                </a:moveTo>
                <a:lnTo>
                  <a:pt x="18" y="502"/>
                </a:lnTo>
                <a:lnTo>
                  <a:pt x="0" y="502"/>
                </a:lnTo>
                <a:lnTo>
                  <a:pt x="0" y="469"/>
                </a:lnTo>
                <a:lnTo>
                  <a:pt x="18" y="469"/>
                </a:lnTo>
                <a:moveTo>
                  <a:pt x="18" y="536"/>
                </a:moveTo>
                <a:lnTo>
                  <a:pt x="18" y="569"/>
                </a:lnTo>
                <a:lnTo>
                  <a:pt x="0" y="569"/>
                </a:lnTo>
                <a:lnTo>
                  <a:pt x="0" y="536"/>
                </a:lnTo>
                <a:lnTo>
                  <a:pt x="18" y="53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719640" y="167976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4"/>
                </a:moveTo>
                <a:lnTo>
                  <a:pt x="17" y="167"/>
                </a:lnTo>
                <a:lnTo>
                  <a:pt x="0" y="167"/>
                </a:lnTo>
                <a:lnTo>
                  <a:pt x="0" y="134"/>
                </a:lnTo>
                <a:lnTo>
                  <a:pt x="17" y="134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8"/>
                </a:lnTo>
                <a:lnTo>
                  <a:pt x="0" y="368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9"/>
                </a:lnTo>
                <a:lnTo>
                  <a:pt x="0" y="769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3"/>
                </a:moveTo>
                <a:lnTo>
                  <a:pt x="17" y="1036"/>
                </a:lnTo>
                <a:lnTo>
                  <a:pt x="0" y="1036"/>
                </a:lnTo>
                <a:lnTo>
                  <a:pt x="0" y="1003"/>
                </a:lnTo>
                <a:lnTo>
                  <a:pt x="17" y="1003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4"/>
                </a:moveTo>
                <a:lnTo>
                  <a:pt x="17" y="1437"/>
                </a:lnTo>
                <a:lnTo>
                  <a:pt x="0" y="1437"/>
                </a:lnTo>
                <a:lnTo>
                  <a:pt x="0" y="1404"/>
                </a:lnTo>
                <a:lnTo>
                  <a:pt x="17" y="1404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8"/>
                </a:lnTo>
                <a:lnTo>
                  <a:pt x="0" y="1638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9"/>
                </a:lnTo>
                <a:lnTo>
                  <a:pt x="0" y="2039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3"/>
                </a:moveTo>
                <a:lnTo>
                  <a:pt x="17" y="2306"/>
                </a:lnTo>
                <a:lnTo>
                  <a:pt x="0" y="2306"/>
                </a:lnTo>
                <a:lnTo>
                  <a:pt x="0" y="2273"/>
                </a:lnTo>
                <a:lnTo>
                  <a:pt x="17" y="2273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4"/>
                </a:moveTo>
                <a:lnTo>
                  <a:pt x="17" y="2707"/>
                </a:lnTo>
                <a:lnTo>
                  <a:pt x="0" y="2707"/>
                </a:lnTo>
                <a:lnTo>
                  <a:pt x="0" y="2674"/>
                </a:lnTo>
                <a:lnTo>
                  <a:pt x="17" y="2674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8"/>
                </a:lnTo>
                <a:lnTo>
                  <a:pt x="0" y="2908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9"/>
                </a:lnTo>
                <a:lnTo>
                  <a:pt x="0" y="3309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3"/>
                </a:moveTo>
                <a:lnTo>
                  <a:pt x="17" y="3576"/>
                </a:lnTo>
                <a:lnTo>
                  <a:pt x="0" y="3576"/>
                </a:lnTo>
                <a:lnTo>
                  <a:pt x="0" y="3543"/>
                </a:lnTo>
                <a:lnTo>
                  <a:pt x="17" y="3543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1"/>
                </a:lnTo>
                <a:lnTo>
                  <a:pt x="0" y="3711"/>
                </a:lnTo>
                <a:lnTo>
                  <a:pt x="0" y="3676"/>
                </a:lnTo>
                <a:lnTo>
                  <a:pt x="17" y="3676"/>
                </a:lnTo>
                <a:moveTo>
                  <a:pt x="17" y="3744"/>
                </a:moveTo>
                <a:lnTo>
                  <a:pt x="17" y="3777"/>
                </a:lnTo>
                <a:lnTo>
                  <a:pt x="0" y="3777"/>
                </a:lnTo>
                <a:lnTo>
                  <a:pt x="0" y="3744"/>
                </a:lnTo>
                <a:lnTo>
                  <a:pt x="17" y="3744"/>
                </a:lnTo>
                <a:moveTo>
                  <a:pt x="17" y="3811"/>
                </a:moveTo>
                <a:lnTo>
                  <a:pt x="17" y="3844"/>
                </a:lnTo>
                <a:lnTo>
                  <a:pt x="0" y="3844"/>
                </a:lnTo>
                <a:lnTo>
                  <a:pt x="0" y="3811"/>
                </a:lnTo>
                <a:lnTo>
                  <a:pt x="17" y="3811"/>
                </a:lnTo>
                <a:moveTo>
                  <a:pt x="17" y="3878"/>
                </a:moveTo>
                <a:lnTo>
                  <a:pt x="17" y="3911"/>
                </a:lnTo>
                <a:lnTo>
                  <a:pt x="0" y="3911"/>
                </a:lnTo>
                <a:lnTo>
                  <a:pt x="0" y="3878"/>
                </a:lnTo>
                <a:lnTo>
                  <a:pt x="17" y="3878"/>
                </a:lnTo>
                <a:moveTo>
                  <a:pt x="17" y="3945"/>
                </a:moveTo>
                <a:lnTo>
                  <a:pt x="17" y="3978"/>
                </a:lnTo>
                <a:lnTo>
                  <a:pt x="0" y="3978"/>
                </a:lnTo>
                <a:lnTo>
                  <a:pt x="0" y="3945"/>
                </a:lnTo>
                <a:lnTo>
                  <a:pt x="17" y="3945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9"/>
                </a:lnTo>
                <a:lnTo>
                  <a:pt x="0" y="4179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80"/>
                </a:lnTo>
                <a:lnTo>
                  <a:pt x="0" y="4580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4"/>
                </a:moveTo>
                <a:lnTo>
                  <a:pt x="17" y="4847"/>
                </a:lnTo>
                <a:lnTo>
                  <a:pt x="0" y="4847"/>
                </a:lnTo>
                <a:lnTo>
                  <a:pt x="0" y="4814"/>
                </a:lnTo>
                <a:lnTo>
                  <a:pt x="17" y="4814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5"/>
                </a:moveTo>
                <a:lnTo>
                  <a:pt x="17" y="5248"/>
                </a:lnTo>
                <a:lnTo>
                  <a:pt x="0" y="5248"/>
                </a:lnTo>
                <a:lnTo>
                  <a:pt x="0" y="5215"/>
                </a:lnTo>
                <a:lnTo>
                  <a:pt x="17" y="5215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9"/>
                </a:lnTo>
                <a:lnTo>
                  <a:pt x="0" y="5449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034160" y="171180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4034160" y="172584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46480" y="156312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666720" y="170748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94200" y="194832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994200" y="19623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666720" y="177228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22520" y="194400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954240" y="232128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954240" y="23353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722520" y="200880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78680" y="231696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914280" y="269424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914280" y="270828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778680" y="238176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34480" y="268992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874320" y="30672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874320" y="30812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834480" y="275472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890640" y="306288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890640" y="312768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890640" y="32032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890640" y="327132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890640" y="33397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834480" y="28303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834480" y="289872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834480" y="29667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778680" y="245736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778680" y="252540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778680" y="259380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22520" y="208440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722520" y="215244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722520" y="22208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650400" y="373716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650400" y="37512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666720" y="184788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66720" y="373284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66720" y="379728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66720" y="38728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666720" y="394128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666720" y="40093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14800" y="413856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14800" y="421452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14800" y="429084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6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7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638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57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8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68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1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1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1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3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9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5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46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5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4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8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4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79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3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35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4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3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1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11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57" name=""/>
          <p:cNvSpPr txBox="1"/>
          <p:nvPr/>
        </p:nvSpPr>
        <p:spPr>
          <a:xfrm>
            <a:off x="439920" y="60588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456840" y="1466640"/>
            <a:ext cx="4229640" cy="2314800"/>
          </a:xfrm>
          <a:custGeom>
            <a:avLst/>
            <a:gdLst/>
            <a:ahLst/>
            <a:rect l="0" t="0" r="r" b="b"/>
            <a:pathLst>
              <a:path w="11749" h="6430">
                <a:moveTo>
                  <a:pt x="0" y="0"/>
                </a:moveTo>
                <a:lnTo>
                  <a:pt x="11749" y="0"/>
                </a:lnTo>
                <a:lnTo>
                  <a:pt x="11749" y="6430"/>
                </a:lnTo>
                <a:lnTo>
                  <a:pt x="0" y="64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456840" y="146664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456840" y="37717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4676760" y="1466640"/>
            <a:ext cx="9720" cy="2314800"/>
          </a:xfrm>
          <a:custGeom>
            <a:avLst/>
            <a:gdLst/>
            <a:ahLst/>
            <a:rect l="0" t="0" r="r" b="b"/>
            <a:pathLst>
              <a:path w="27" h="6430">
                <a:moveTo>
                  <a:pt x="0" y="106"/>
                </a:moveTo>
                <a:lnTo>
                  <a:pt x="0" y="6430"/>
                </a:lnTo>
                <a:lnTo>
                  <a:pt x="27" y="643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456840" y="1466640"/>
            <a:ext cx="10080" cy="2314800"/>
          </a:xfrm>
          <a:custGeom>
            <a:avLst/>
            <a:gdLst/>
            <a:ahLst/>
            <a:rect l="0" t="0" r="r" b="b"/>
            <a:pathLst>
              <a:path w="28" h="6430">
                <a:moveTo>
                  <a:pt x="0" y="0"/>
                </a:moveTo>
                <a:lnTo>
                  <a:pt x="0" y="6430"/>
                </a:lnTo>
                <a:lnTo>
                  <a:pt x="28" y="643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456840" y="389556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456840" y="389556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56840" y="43243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4676760" y="3895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456840" y="3895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 txBox="1"/>
          <p:nvPr/>
        </p:nvSpPr>
        <p:spPr>
          <a:xfrm>
            <a:off x="457200" y="119412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603720" y="164160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3330000" y="339408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3739320" y="231408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983520" y="339408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1359720" y="231408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3330000" y="208116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983520" y="208116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1365480" y="258948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3665520" y="256068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2024640" y="243108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 flipH="1">
            <a:off x="1382760" y="286488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1370520" y="283608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2118240" y="270648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1365480" y="313560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3665520" y="311112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1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1677240" y="298152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1257120" y="4019400"/>
            <a:ext cx="1857600" cy="219240"/>
          </a:xfrm>
          <a:custGeom>
            <a:avLst/>
            <a:gdLst/>
            <a:ahLst/>
            <a:rect l="0" t="0" r="r" b="b"/>
            <a:pathLst>
              <a:path w="5160" h="609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3"/>
                  <a:pt x="5119" y="21"/>
                  <a:pt x="5129" y="31"/>
                </a:cubicBezTo>
                <a:cubicBezTo>
                  <a:pt x="5139" y="41"/>
                  <a:pt x="5147" y="52"/>
                  <a:pt x="5152" y="65"/>
                </a:cubicBezTo>
                <a:cubicBezTo>
                  <a:pt x="5158" y="78"/>
                  <a:pt x="5160" y="93"/>
                  <a:pt x="5160" y="107"/>
                </a:cubicBezTo>
                <a:lnTo>
                  <a:pt x="5160" y="504"/>
                </a:lnTo>
                <a:cubicBezTo>
                  <a:pt x="5160" y="518"/>
                  <a:pt x="5158" y="531"/>
                  <a:pt x="5152" y="544"/>
                </a:cubicBezTo>
                <a:cubicBezTo>
                  <a:pt x="5147" y="557"/>
                  <a:pt x="5139" y="569"/>
                  <a:pt x="5129" y="578"/>
                </a:cubicBezTo>
                <a:cubicBezTo>
                  <a:pt x="5119" y="588"/>
                  <a:pt x="5108" y="596"/>
                  <a:pt x="5095" y="601"/>
                </a:cubicBezTo>
                <a:cubicBezTo>
                  <a:pt x="5082" y="607"/>
                  <a:pt x="5069" y="609"/>
                  <a:pt x="5055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603720" y="403812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1316160" y="405504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4848120" y="146664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4848120" y="146664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4848120" y="3609720"/>
            <a:ext cx="4029480" cy="10080"/>
          </a:xfrm>
          <a:custGeom>
            <a:avLst/>
            <a:gdLst/>
            <a:ahLst/>
            <a:rect l="0" t="0" r="r" b="b"/>
            <a:pathLst>
              <a:path w="11193" h="28">
                <a:moveTo>
                  <a:pt x="0" y="0"/>
                </a:moveTo>
                <a:lnTo>
                  <a:pt x="11193" y="0"/>
                </a:lnTo>
                <a:lnTo>
                  <a:pt x="111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8867520" y="146664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4848120" y="146664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3200040" y="405504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4998240" y="164160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5114160" y="198864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5114160" y="212220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5114160" y="226512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5114160" y="240804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114160" y="255060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5114160" y="269352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114160" y="283644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114160" y="297936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5114160" y="312228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5114160" y="325548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2981160" y="4476240"/>
            <a:ext cx="390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Zo loopt elke lijn op de hoofdplaat straks naar een bericht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24" name=""/>
          <p:cNvSpPr txBox="1"/>
          <p:nvPr/>
        </p:nvSpPr>
        <p:spPr>
          <a:xfrm>
            <a:off x="776304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3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6505560" y="2403720"/>
            <a:ext cx="26434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Versionering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5295960" y="2916000"/>
            <a:ext cx="3877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Garik · van de leveranciersvraag naar een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5" name=""/>
          <p:cNvSpPr txBox="1"/>
          <p:nvPr/>
        </p:nvSpPr>
        <p:spPr>
          <a:xfrm>
            <a:off x="457200" y="137988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456840" y="219996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456840" y="2199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456840" y="276192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886752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45684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439920" y="1529640"/>
            <a:ext cx="5653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van de leveranciers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46188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11" y="0"/>
                </a:lnTo>
                <a:cubicBezTo>
                  <a:pt x="7231" y="0"/>
                  <a:pt x="7250" y="2"/>
                  <a:pt x="7270" y="5"/>
                </a:cubicBezTo>
                <a:cubicBezTo>
                  <a:pt x="7290" y="9"/>
                  <a:pt x="7309" y="14"/>
                  <a:pt x="7327" y="20"/>
                </a:cubicBezTo>
                <a:cubicBezTo>
                  <a:pt x="7346" y="27"/>
                  <a:pt x="7363" y="35"/>
                  <a:pt x="7380" y="45"/>
                </a:cubicBezTo>
                <a:cubicBezTo>
                  <a:pt x="7396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4" y="147"/>
                  <a:pt x="7492" y="163"/>
                </a:cubicBezTo>
                <a:cubicBezTo>
                  <a:pt x="7499" y="180"/>
                  <a:pt x="7505" y="196"/>
                  <a:pt x="7509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09" y="2415"/>
                </a:cubicBezTo>
                <a:cubicBezTo>
                  <a:pt x="7505" y="2435"/>
                  <a:pt x="7499" y="2454"/>
                  <a:pt x="7492" y="2472"/>
                </a:cubicBezTo>
                <a:cubicBezTo>
                  <a:pt x="7484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6" y="2598"/>
                  <a:pt x="7380" y="2609"/>
                </a:cubicBezTo>
                <a:cubicBezTo>
                  <a:pt x="7363" y="2620"/>
                  <a:pt x="7346" y="2629"/>
                  <a:pt x="7327" y="2637"/>
                </a:cubicBezTo>
                <a:cubicBezTo>
                  <a:pt x="7309" y="2645"/>
                  <a:pt x="7290" y="2650"/>
                  <a:pt x="7270" y="2654"/>
                </a:cubicBezTo>
                <a:cubicBezTo>
                  <a:pt x="7250" y="2658"/>
                  <a:pt x="7231" y="2660"/>
                  <a:pt x="7211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9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1813320" y="310320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6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1770480" y="314604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1710360" y="3188880"/>
            <a:ext cx="120600" cy="154440"/>
          </a:xfrm>
          <a:custGeom>
            <a:avLst/>
            <a:gdLst/>
            <a:ahLst/>
            <a:rect l="0" t="0" r="r" b="b"/>
            <a:pathLst>
              <a:path w="335" h="429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300" y="1"/>
                  <a:pt x="305" y="3"/>
                </a:cubicBezTo>
                <a:cubicBezTo>
                  <a:pt x="311" y="6"/>
                  <a:pt x="316" y="9"/>
                  <a:pt x="321" y="14"/>
                </a:cubicBezTo>
                <a:cubicBezTo>
                  <a:pt x="325" y="18"/>
                  <a:pt x="329" y="23"/>
                  <a:pt x="331" y="29"/>
                </a:cubicBezTo>
                <a:cubicBezTo>
                  <a:pt x="334" y="35"/>
                  <a:pt x="335" y="41"/>
                  <a:pt x="335" y="47"/>
                </a:cubicBezTo>
                <a:lnTo>
                  <a:pt x="335" y="382"/>
                </a:lnTo>
                <a:cubicBezTo>
                  <a:pt x="335" y="388"/>
                  <a:pt x="334" y="394"/>
                  <a:pt x="331" y="400"/>
                </a:cubicBezTo>
                <a:cubicBezTo>
                  <a:pt x="329" y="406"/>
                  <a:pt x="325" y="411"/>
                  <a:pt x="321" y="415"/>
                </a:cubicBezTo>
                <a:cubicBezTo>
                  <a:pt x="316" y="420"/>
                  <a:pt x="311" y="423"/>
                  <a:pt x="305" y="426"/>
                </a:cubicBezTo>
                <a:cubicBezTo>
                  <a:pt x="300" y="428"/>
                  <a:pt x="293" y="429"/>
                  <a:pt x="287" y="429"/>
                </a:cubicBezTo>
                <a:lnTo>
                  <a:pt x="48" y="429"/>
                </a:lnTo>
                <a:cubicBezTo>
                  <a:pt x="42" y="429"/>
                  <a:pt x="36" y="428"/>
                  <a:pt x="30" y="426"/>
                </a:cubicBezTo>
                <a:cubicBezTo>
                  <a:pt x="24" y="423"/>
                  <a:pt x="19" y="420"/>
                  <a:pt x="14" y="415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4"/>
                  <a:pt x="0" y="388"/>
                  <a:pt x="0" y="382"/>
                </a:cubicBezTo>
                <a:lnTo>
                  <a:pt x="0" y="47"/>
                </a:lnTo>
                <a:cubicBezTo>
                  <a:pt x="0" y="41"/>
                  <a:pt x="2" y="35"/>
                  <a:pt x="4" y="29"/>
                </a:cubicBezTo>
                <a:cubicBezTo>
                  <a:pt x="6" y="23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moveTo>
                  <a:pt x="287" y="47"/>
                </a:moveTo>
                <a:lnTo>
                  <a:pt x="48" y="47"/>
                </a:lnTo>
                <a:lnTo>
                  <a:pt x="48" y="382"/>
                </a:lnTo>
                <a:lnTo>
                  <a:pt x="287" y="382"/>
                </a:lnTo>
                <a:lnTo>
                  <a:pt x="287" y="4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649440" y="2399760"/>
            <a:ext cx="85032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Hoe versioneren we op het niveau van een koppeling, zonder te breken wat al draait?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3309840" y="2943000"/>
            <a:ext cx="2714760" cy="957600"/>
          </a:xfrm>
          <a:custGeom>
            <a:avLst/>
            <a:gdLst/>
            <a:ahLst/>
            <a:rect l="0" t="0" r="r" b="b"/>
            <a:pathLst>
              <a:path w="7541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37" y="0"/>
                </a:lnTo>
                <a:cubicBezTo>
                  <a:pt x="7257" y="0"/>
                  <a:pt x="7277" y="2"/>
                  <a:pt x="7296" y="5"/>
                </a:cubicBezTo>
                <a:cubicBezTo>
                  <a:pt x="7316" y="9"/>
                  <a:pt x="7335" y="14"/>
                  <a:pt x="7354" y="20"/>
                </a:cubicBezTo>
                <a:cubicBezTo>
                  <a:pt x="7372" y="27"/>
                  <a:pt x="7390" y="35"/>
                  <a:pt x="7406" y="45"/>
                </a:cubicBezTo>
                <a:cubicBezTo>
                  <a:pt x="7423" y="54"/>
                  <a:pt x="7438" y="65"/>
                  <a:pt x="7452" y="78"/>
                </a:cubicBezTo>
                <a:cubicBezTo>
                  <a:pt x="7466" y="90"/>
                  <a:pt x="7479" y="103"/>
                  <a:pt x="7490" y="118"/>
                </a:cubicBezTo>
                <a:cubicBezTo>
                  <a:pt x="7501" y="132"/>
                  <a:pt x="7511" y="147"/>
                  <a:pt x="7518" y="163"/>
                </a:cubicBezTo>
                <a:cubicBezTo>
                  <a:pt x="7526" y="180"/>
                  <a:pt x="7532" y="196"/>
                  <a:pt x="7536" y="213"/>
                </a:cubicBezTo>
                <a:cubicBezTo>
                  <a:pt x="7539" y="230"/>
                  <a:pt x="7541" y="247"/>
                  <a:pt x="7541" y="265"/>
                </a:cubicBezTo>
                <a:lnTo>
                  <a:pt x="7541" y="2356"/>
                </a:lnTo>
                <a:cubicBezTo>
                  <a:pt x="7541" y="2376"/>
                  <a:pt x="7539" y="2396"/>
                  <a:pt x="7536" y="2415"/>
                </a:cubicBezTo>
                <a:cubicBezTo>
                  <a:pt x="7532" y="2435"/>
                  <a:pt x="7526" y="2454"/>
                  <a:pt x="7518" y="2472"/>
                </a:cubicBezTo>
                <a:cubicBezTo>
                  <a:pt x="7511" y="2491"/>
                  <a:pt x="7501" y="2508"/>
                  <a:pt x="7490" y="2525"/>
                </a:cubicBezTo>
                <a:cubicBezTo>
                  <a:pt x="7479" y="2542"/>
                  <a:pt x="7466" y="2557"/>
                  <a:pt x="7452" y="2571"/>
                </a:cubicBezTo>
                <a:cubicBezTo>
                  <a:pt x="7438" y="2585"/>
                  <a:pt x="7423" y="2598"/>
                  <a:pt x="7406" y="2609"/>
                </a:cubicBezTo>
                <a:cubicBezTo>
                  <a:pt x="7390" y="2620"/>
                  <a:pt x="7372" y="2629"/>
                  <a:pt x="7354" y="2637"/>
                </a:cubicBezTo>
                <a:cubicBezTo>
                  <a:pt x="7335" y="2645"/>
                  <a:pt x="7316" y="2650"/>
                  <a:pt x="7296" y="2654"/>
                </a:cubicBezTo>
                <a:cubicBezTo>
                  <a:pt x="7277" y="2658"/>
                  <a:pt x="7257" y="2660"/>
                  <a:pt x="7237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455076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0"/>
                </a:moveTo>
                <a:cubicBezTo>
                  <a:pt x="312" y="0"/>
                  <a:pt x="290" y="2"/>
                  <a:pt x="269" y="6"/>
                </a:cubicBezTo>
                <a:cubicBezTo>
                  <a:pt x="247" y="10"/>
                  <a:pt x="226" y="17"/>
                  <a:pt x="206" y="25"/>
                </a:cubicBezTo>
                <a:cubicBezTo>
                  <a:pt x="186" y="33"/>
                  <a:pt x="167" y="44"/>
                  <a:pt x="148" y="56"/>
                </a:cubicBezTo>
                <a:cubicBezTo>
                  <a:pt x="130" y="68"/>
                  <a:pt x="113" y="82"/>
                  <a:pt x="98" y="97"/>
                </a:cubicBezTo>
                <a:cubicBezTo>
                  <a:pt x="82" y="113"/>
                  <a:pt x="69" y="130"/>
                  <a:pt x="56" y="148"/>
                </a:cubicBezTo>
                <a:cubicBezTo>
                  <a:pt x="44" y="166"/>
                  <a:pt x="34" y="185"/>
                  <a:pt x="26" y="205"/>
                </a:cubicBezTo>
                <a:cubicBezTo>
                  <a:pt x="17" y="226"/>
                  <a:pt x="11" y="246"/>
                  <a:pt x="7" y="268"/>
                </a:cubicBezTo>
                <a:cubicBezTo>
                  <a:pt x="2" y="289"/>
                  <a:pt x="0" y="311"/>
                  <a:pt x="0" y="333"/>
                </a:cubicBezTo>
                <a:cubicBezTo>
                  <a:pt x="0" y="355"/>
                  <a:pt x="2" y="378"/>
                  <a:pt x="7" y="399"/>
                </a:cubicBezTo>
                <a:cubicBezTo>
                  <a:pt x="11" y="420"/>
                  <a:pt x="17" y="441"/>
                  <a:pt x="26" y="462"/>
                </a:cubicBezTo>
                <a:cubicBezTo>
                  <a:pt x="34" y="482"/>
                  <a:pt x="44" y="501"/>
                  <a:pt x="56" y="519"/>
                </a:cubicBezTo>
                <a:cubicBezTo>
                  <a:pt x="69" y="537"/>
                  <a:pt x="82" y="554"/>
                  <a:pt x="98" y="570"/>
                </a:cubicBezTo>
                <a:cubicBezTo>
                  <a:pt x="113" y="585"/>
                  <a:pt x="130" y="599"/>
                  <a:pt x="148" y="611"/>
                </a:cubicBezTo>
                <a:cubicBezTo>
                  <a:pt x="167" y="623"/>
                  <a:pt x="186" y="634"/>
                  <a:pt x="206" y="642"/>
                </a:cubicBezTo>
                <a:cubicBezTo>
                  <a:pt x="226" y="650"/>
                  <a:pt x="247" y="657"/>
                  <a:pt x="269" y="661"/>
                </a:cubicBezTo>
                <a:cubicBezTo>
                  <a:pt x="290" y="665"/>
                  <a:pt x="312" y="667"/>
                  <a:pt x="334" y="667"/>
                </a:cubicBezTo>
                <a:cubicBezTo>
                  <a:pt x="357" y="667"/>
                  <a:pt x="378" y="665"/>
                  <a:pt x="400" y="661"/>
                </a:cubicBezTo>
                <a:cubicBezTo>
                  <a:pt x="421" y="657"/>
                  <a:pt x="442" y="650"/>
                  <a:pt x="462" y="642"/>
                </a:cubicBezTo>
                <a:cubicBezTo>
                  <a:pt x="482" y="634"/>
                  <a:pt x="502" y="623"/>
                  <a:pt x="520" y="611"/>
                </a:cubicBezTo>
                <a:cubicBezTo>
                  <a:pt x="538" y="599"/>
                  <a:pt x="555" y="585"/>
                  <a:pt x="570" y="570"/>
                </a:cubicBezTo>
                <a:cubicBezTo>
                  <a:pt x="586" y="554"/>
                  <a:pt x="600" y="537"/>
                  <a:pt x="612" y="519"/>
                </a:cubicBezTo>
                <a:cubicBezTo>
                  <a:pt x="624" y="501"/>
                  <a:pt x="634" y="482"/>
                  <a:pt x="643" y="462"/>
                </a:cubicBezTo>
                <a:cubicBezTo>
                  <a:pt x="651" y="441"/>
                  <a:pt x="657" y="420"/>
                  <a:pt x="662" y="399"/>
                </a:cubicBezTo>
                <a:cubicBezTo>
                  <a:pt x="666" y="378"/>
                  <a:pt x="668" y="355"/>
                  <a:pt x="668" y="333"/>
                </a:cubicBezTo>
                <a:cubicBezTo>
                  <a:pt x="668" y="311"/>
                  <a:pt x="666" y="289"/>
                  <a:pt x="662" y="268"/>
                </a:cubicBezTo>
                <a:cubicBezTo>
                  <a:pt x="657" y="246"/>
                  <a:pt x="651" y="226"/>
                  <a:pt x="643" y="205"/>
                </a:cubicBezTo>
                <a:cubicBezTo>
                  <a:pt x="634" y="185"/>
                  <a:pt x="624" y="166"/>
                  <a:pt x="612" y="148"/>
                </a:cubicBezTo>
                <a:cubicBezTo>
                  <a:pt x="600" y="130"/>
                  <a:pt x="586" y="113"/>
                  <a:pt x="570" y="97"/>
                </a:cubicBezTo>
                <a:cubicBezTo>
                  <a:pt x="555" y="82"/>
                  <a:pt x="538" y="68"/>
                  <a:pt x="520" y="56"/>
                </a:cubicBezTo>
                <a:cubicBezTo>
                  <a:pt x="502" y="44"/>
                  <a:pt x="482" y="33"/>
                  <a:pt x="462" y="25"/>
                </a:cubicBezTo>
                <a:cubicBezTo>
                  <a:pt x="442" y="17"/>
                  <a:pt x="421" y="10"/>
                  <a:pt x="400" y="6"/>
                </a:cubicBezTo>
                <a:cubicBezTo>
                  <a:pt x="378" y="2"/>
                  <a:pt x="357" y="0"/>
                  <a:pt x="334" y="0"/>
                </a:cubicBezTo>
                <a:moveTo>
                  <a:pt x="334" y="620"/>
                </a:moveTo>
                <a:cubicBezTo>
                  <a:pt x="315" y="620"/>
                  <a:pt x="296" y="618"/>
                  <a:pt x="278" y="614"/>
                </a:cubicBezTo>
                <a:cubicBezTo>
                  <a:pt x="259" y="611"/>
                  <a:pt x="242" y="605"/>
                  <a:pt x="224" y="598"/>
                </a:cubicBezTo>
                <a:cubicBezTo>
                  <a:pt x="207" y="591"/>
                  <a:pt x="190" y="582"/>
                  <a:pt x="175" y="572"/>
                </a:cubicBezTo>
                <a:cubicBezTo>
                  <a:pt x="159" y="561"/>
                  <a:pt x="145" y="549"/>
                  <a:pt x="132" y="536"/>
                </a:cubicBezTo>
                <a:cubicBezTo>
                  <a:pt x="118" y="523"/>
                  <a:pt x="106" y="508"/>
                  <a:pt x="96" y="493"/>
                </a:cubicBezTo>
                <a:cubicBezTo>
                  <a:pt x="86" y="477"/>
                  <a:pt x="77" y="461"/>
                  <a:pt x="70" y="443"/>
                </a:cubicBezTo>
                <a:cubicBezTo>
                  <a:pt x="62" y="426"/>
                  <a:pt x="57" y="408"/>
                  <a:pt x="53" y="390"/>
                </a:cubicBezTo>
                <a:cubicBezTo>
                  <a:pt x="50" y="370"/>
                  <a:pt x="48" y="352"/>
                  <a:pt x="48" y="333"/>
                </a:cubicBezTo>
                <a:cubicBezTo>
                  <a:pt x="48" y="314"/>
                  <a:pt x="50" y="296"/>
                  <a:pt x="53" y="277"/>
                </a:cubicBezTo>
                <a:cubicBezTo>
                  <a:pt x="57" y="259"/>
                  <a:pt x="62" y="241"/>
                  <a:pt x="70" y="224"/>
                </a:cubicBezTo>
                <a:cubicBezTo>
                  <a:pt x="77" y="206"/>
                  <a:pt x="86" y="190"/>
                  <a:pt x="96" y="174"/>
                </a:cubicBezTo>
                <a:cubicBezTo>
                  <a:pt x="106" y="159"/>
                  <a:pt x="118" y="144"/>
                  <a:pt x="132" y="131"/>
                </a:cubicBezTo>
                <a:cubicBezTo>
                  <a:pt x="145" y="118"/>
                  <a:pt x="159" y="106"/>
                  <a:pt x="175" y="95"/>
                </a:cubicBezTo>
                <a:cubicBezTo>
                  <a:pt x="190" y="85"/>
                  <a:pt x="207" y="76"/>
                  <a:pt x="224" y="69"/>
                </a:cubicBezTo>
                <a:cubicBezTo>
                  <a:pt x="242" y="62"/>
                  <a:pt x="259" y="56"/>
                  <a:pt x="278" y="53"/>
                </a:cubicBezTo>
                <a:cubicBezTo>
                  <a:pt x="296" y="49"/>
                  <a:pt x="315" y="47"/>
                  <a:pt x="334" y="47"/>
                </a:cubicBezTo>
                <a:cubicBezTo>
                  <a:pt x="353" y="47"/>
                  <a:pt x="372" y="49"/>
                  <a:pt x="390" y="53"/>
                </a:cubicBezTo>
                <a:cubicBezTo>
                  <a:pt x="409" y="56"/>
                  <a:pt x="427" y="62"/>
                  <a:pt x="444" y="69"/>
                </a:cubicBezTo>
                <a:cubicBezTo>
                  <a:pt x="461" y="76"/>
                  <a:pt x="478" y="85"/>
                  <a:pt x="493" y="95"/>
                </a:cubicBezTo>
                <a:cubicBezTo>
                  <a:pt x="509" y="106"/>
                  <a:pt x="523" y="118"/>
                  <a:pt x="537" y="131"/>
                </a:cubicBezTo>
                <a:cubicBezTo>
                  <a:pt x="550" y="144"/>
                  <a:pt x="562" y="159"/>
                  <a:pt x="572" y="174"/>
                </a:cubicBezTo>
                <a:cubicBezTo>
                  <a:pt x="583" y="190"/>
                  <a:pt x="591" y="206"/>
                  <a:pt x="599" y="224"/>
                </a:cubicBezTo>
                <a:cubicBezTo>
                  <a:pt x="606" y="241"/>
                  <a:pt x="611" y="259"/>
                  <a:pt x="615" y="277"/>
                </a:cubicBezTo>
                <a:cubicBezTo>
                  <a:pt x="619" y="296"/>
                  <a:pt x="620" y="314"/>
                  <a:pt x="620" y="333"/>
                </a:cubicBezTo>
                <a:cubicBezTo>
                  <a:pt x="620" y="352"/>
                  <a:pt x="619" y="370"/>
                  <a:pt x="615" y="390"/>
                </a:cubicBezTo>
                <a:cubicBezTo>
                  <a:pt x="611" y="408"/>
                  <a:pt x="606" y="426"/>
                  <a:pt x="599" y="443"/>
                </a:cubicBezTo>
                <a:cubicBezTo>
                  <a:pt x="591" y="461"/>
                  <a:pt x="583" y="477"/>
                  <a:pt x="572" y="493"/>
                </a:cubicBezTo>
                <a:cubicBezTo>
                  <a:pt x="562" y="508"/>
                  <a:pt x="550" y="523"/>
                  <a:pt x="537" y="536"/>
                </a:cubicBezTo>
                <a:cubicBezTo>
                  <a:pt x="523" y="549"/>
                  <a:pt x="509" y="561"/>
                  <a:pt x="493" y="572"/>
                </a:cubicBezTo>
                <a:cubicBezTo>
                  <a:pt x="478" y="582"/>
                  <a:pt x="461" y="591"/>
                  <a:pt x="444" y="598"/>
                </a:cubicBezTo>
                <a:cubicBezTo>
                  <a:pt x="427" y="605"/>
                  <a:pt x="409" y="611"/>
                  <a:pt x="390" y="614"/>
                </a:cubicBezTo>
                <a:cubicBezTo>
                  <a:pt x="372" y="618"/>
                  <a:pt x="353" y="620"/>
                  <a:pt x="334" y="62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4658040" y="3154320"/>
            <a:ext cx="25920" cy="146160"/>
          </a:xfrm>
          <a:custGeom>
            <a:avLst/>
            <a:gdLst/>
            <a:ahLst/>
            <a:rect l="0" t="0" r="r" b="b"/>
            <a:pathLst>
              <a:path w="72" h="406">
                <a:moveTo>
                  <a:pt x="12" y="0"/>
                </a:moveTo>
                <a:lnTo>
                  <a:pt x="60" y="0"/>
                </a:lnTo>
                <a:lnTo>
                  <a:pt x="60" y="262"/>
                </a:lnTo>
                <a:lnTo>
                  <a:pt x="12" y="262"/>
                </a:lnTo>
                <a:lnTo>
                  <a:pt x="12" y="0"/>
                </a:lnTo>
                <a:moveTo>
                  <a:pt x="37" y="335"/>
                </a:moveTo>
                <a:cubicBezTo>
                  <a:pt x="32" y="335"/>
                  <a:pt x="27" y="336"/>
                  <a:pt x="23" y="338"/>
                </a:cubicBezTo>
                <a:cubicBezTo>
                  <a:pt x="18" y="339"/>
                  <a:pt x="14" y="342"/>
                  <a:pt x="10" y="345"/>
                </a:cubicBezTo>
                <a:cubicBezTo>
                  <a:pt x="7" y="349"/>
                  <a:pt x="4" y="352"/>
                  <a:pt x="3" y="357"/>
                </a:cubicBezTo>
                <a:cubicBezTo>
                  <a:pt x="1" y="361"/>
                  <a:pt x="0" y="366"/>
                  <a:pt x="0" y="371"/>
                </a:cubicBezTo>
                <a:cubicBezTo>
                  <a:pt x="0" y="375"/>
                  <a:pt x="1" y="380"/>
                  <a:pt x="3" y="384"/>
                </a:cubicBezTo>
                <a:cubicBezTo>
                  <a:pt x="4" y="389"/>
                  <a:pt x="7" y="392"/>
                  <a:pt x="10" y="396"/>
                </a:cubicBezTo>
                <a:cubicBezTo>
                  <a:pt x="14" y="399"/>
                  <a:pt x="18" y="402"/>
                  <a:pt x="23" y="404"/>
                </a:cubicBezTo>
                <a:cubicBezTo>
                  <a:pt x="27" y="405"/>
                  <a:pt x="32" y="406"/>
                  <a:pt x="37" y="406"/>
                </a:cubicBezTo>
                <a:cubicBezTo>
                  <a:pt x="41" y="406"/>
                  <a:pt x="46" y="405"/>
                  <a:pt x="50" y="404"/>
                </a:cubicBezTo>
                <a:cubicBezTo>
                  <a:pt x="55" y="402"/>
                  <a:pt x="59" y="399"/>
                  <a:pt x="62" y="396"/>
                </a:cubicBezTo>
                <a:cubicBezTo>
                  <a:pt x="65" y="392"/>
                  <a:pt x="68" y="389"/>
                  <a:pt x="70" y="384"/>
                </a:cubicBezTo>
                <a:cubicBezTo>
                  <a:pt x="71" y="380"/>
                  <a:pt x="72" y="375"/>
                  <a:pt x="72" y="371"/>
                </a:cubicBezTo>
                <a:cubicBezTo>
                  <a:pt x="72" y="366"/>
                  <a:pt x="71" y="361"/>
                  <a:pt x="70" y="357"/>
                </a:cubicBezTo>
                <a:cubicBezTo>
                  <a:pt x="68" y="352"/>
                  <a:pt x="65" y="349"/>
                  <a:pt x="62" y="345"/>
                </a:cubicBezTo>
                <a:cubicBezTo>
                  <a:pt x="59" y="342"/>
                  <a:pt x="55" y="339"/>
                  <a:pt x="50" y="338"/>
                </a:cubicBezTo>
                <a:cubicBezTo>
                  <a:pt x="46" y="336"/>
                  <a:pt x="41" y="335"/>
                  <a:pt x="37" y="33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609840" y="3431160"/>
            <a:ext cx="2847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Eén koppeling, opeenvolgende versies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3524040" y="3431160"/>
            <a:ext cx="2710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Een nieuwe versie voelt als verplicht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616716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7211" y="0"/>
                </a:lnTo>
                <a:cubicBezTo>
                  <a:pt x="7231" y="0"/>
                  <a:pt x="7251" y="2"/>
                  <a:pt x="7271" y="5"/>
                </a:cubicBezTo>
                <a:cubicBezTo>
                  <a:pt x="7290" y="9"/>
                  <a:pt x="7309" y="14"/>
                  <a:pt x="7328" y="20"/>
                </a:cubicBezTo>
                <a:cubicBezTo>
                  <a:pt x="7346" y="27"/>
                  <a:pt x="7364" y="35"/>
                  <a:pt x="7380" y="45"/>
                </a:cubicBezTo>
                <a:cubicBezTo>
                  <a:pt x="7397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5" y="147"/>
                  <a:pt x="7492" y="163"/>
                </a:cubicBezTo>
                <a:cubicBezTo>
                  <a:pt x="7500" y="180"/>
                  <a:pt x="7506" y="196"/>
                  <a:pt x="7510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10" y="2415"/>
                </a:cubicBezTo>
                <a:cubicBezTo>
                  <a:pt x="7506" y="2435"/>
                  <a:pt x="7500" y="2454"/>
                  <a:pt x="7492" y="2472"/>
                </a:cubicBezTo>
                <a:cubicBezTo>
                  <a:pt x="7485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7" y="2598"/>
                  <a:pt x="7380" y="2609"/>
                </a:cubicBezTo>
                <a:cubicBezTo>
                  <a:pt x="7364" y="2620"/>
                  <a:pt x="7346" y="2629"/>
                  <a:pt x="7328" y="2637"/>
                </a:cubicBezTo>
                <a:cubicBezTo>
                  <a:pt x="7309" y="2645"/>
                  <a:pt x="7290" y="2650"/>
                  <a:pt x="7271" y="2654"/>
                </a:cubicBezTo>
                <a:cubicBezTo>
                  <a:pt x="7251" y="2658"/>
                  <a:pt x="7231" y="2660"/>
                  <a:pt x="7211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5" y="2654"/>
                </a:cubicBezTo>
                <a:cubicBezTo>
                  <a:pt x="226" y="2650"/>
                  <a:pt x="207" y="2645"/>
                  <a:pt x="188" y="2637"/>
                </a:cubicBezTo>
                <a:cubicBezTo>
                  <a:pt x="170" y="2629"/>
                  <a:pt x="152" y="2620"/>
                  <a:pt x="135" y="2609"/>
                </a:cubicBezTo>
                <a:cubicBezTo>
                  <a:pt x="119" y="2598"/>
                  <a:pt x="104" y="2585"/>
                  <a:pt x="89" y="2571"/>
                </a:cubicBezTo>
                <a:cubicBezTo>
                  <a:pt x="75" y="2557"/>
                  <a:pt x="63" y="2542"/>
                  <a:pt x="52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6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739872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667"/>
                </a:moveTo>
                <a:cubicBezTo>
                  <a:pt x="312" y="667"/>
                  <a:pt x="290" y="665"/>
                  <a:pt x="269" y="661"/>
                </a:cubicBezTo>
                <a:cubicBezTo>
                  <a:pt x="247" y="657"/>
                  <a:pt x="226" y="650"/>
                  <a:pt x="206" y="642"/>
                </a:cubicBezTo>
                <a:cubicBezTo>
                  <a:pt x="186" y="634"/>
                  <a:pt x="167" y="623"/>
                  <a:pt x="148" y="611"/>
                </a:cubicBezTo>
                <a:cubicBezTo>
                  <a:pt x="130" y="599"/>
                  <a:pt x="113" y="585"/>
                  <a:pt x="98" y="570"/>
                </a:cubicBezTo>
                <a:cubicBezTo>
                  <a:pt x="82" y="554"/>
                  <a:pt x="69" y="537"/>
                  <a:pt x="57" y="519"/>
                </a:cubicBezTo>
                <a:cubicBezTo>
                  <a:pt x="44" y="501"/>
                  <a:pt x="34" y="482"/>
                  <a:pt x="26" y="462"/>
                </a:cubicBezTo>
                <a:cubicBezTo>
                  <a:pt x="17" y="441"/>
                  <a:pt x="11" y="420"/>
                  <a:pt x="7" y="399"/>
                </a:cubicBezTo>
                <a:cubicBezTo>
                  <a:pt x="2" y="378"/>
                  <a:pt x="0" y="355"/>
                  <a:pt x="0" y="333"/>
                </a:cubicBezTo>
                <a:cubicBezTo>
                  <a:pt x="0" y="311"/>
                  <a:pt x="2" y="289"/>
                  <a:pt x="7" y="268"/>
                </a:cubicBezTo>
                <a:cubicBezTo>
                  <a:pt x="11" y="246"/>
                  <a:pt x="17" y="226"/>
                  <a:pt x="26" y="205"/>
                </a:cubicBezTo>
                <a:cubicBezTo>
                  <a:pt x="34" y="185"/>
                  <a:pt x="44" y="166"/>
                  <a:pt x="57" y="148"/>
                </a:cubicBezTo>
                <a:cubicBezTo>
                  <a:pt x="69" y="130"/>
                  <a:pt x="82" y="113"/>
                  <a:pt x="98" y="97"/>
                </a:cubicBezTo>
                <a:cubicBezTo>
                  <a:pt x="113" y="82"/>
                  <a:pt x="130" y="68"/>
                  <a:pt x="148" y="56"/>
                </a:cubicBezTo>
                <a:cubicBezTo>
                  <a:pt x="167" y="44"/>
                  <a:pt x="186" y="33"/>
                  <a:pt x="206" y="25"/>
                </a:cubicBezTo>
                <a:cubicBezTo>
                  <a:pt x="226" y="17"/>
                  <a:pt x="247" y="10"/>
                  <a:pt x="269" y="6"/>
                </a:cubicBezTo>
                <a:cubicBezTo>
                  <a:pt x="290" y="2"/>
                  <a:pt x="312" y="0"/>
                  <a:pt x="334" y="0"/>
                </a:cubicBezTo>
                <a:cubicBezTo>
                  <a:pt x="356" y="0"/>
                  <a:pt x="377" y="2"/>
                  <a:pt x="399" y="6"/>
                </a:cubicBezTo>
                <a:cubicBezTo>
                  <a:pt x="420" y="10"/>
                  <a:pt x="442" y="17"/>
                  <a:pt x="462" y="25"/>
                </a:cubicBezTo>
                <a:cubicBezTo>
                  <a:pt x="482" y="33"/>
                  <a:pt x="502" y="44"/>
                  <a:pt x="520" y="56"/>
                </a:cubicBezTo>
                <a:cubicBezTo>
                  <a:pt x="538" y="68"/>
                  <a:pt x="555" y="82"/>
                  <a:pt x="570" y="97"/>
                </a:cubicBezTo>
                <a:cubicBezTo>
                  <a:pt x="586" y="113"/>
                  <a:pt x="600" y="130"/>
                  <a:pt x="612" y="148"/>
                </a:cubicBezTo>
                <a:cubicBezTo>
                  <a:pt x="624" y="166"/>
                  <a:pt x="634" y="185"/>
                  <a:pt x="643" y="205"/>
                </a:cubicBezTo>
                <a:cubicBezTo>
                  <a:pt x="651" y="226"/>
                  <a:pt x="657" y="246"/>
                  <a:pt x="662" y="268"/>
                </a:cubicBezTo>
                <a:cubicBezTo>
                  <a:pt x="666" y="289"/>
                  <a:pt x="668" y="311"/>
                  <a:pt x="668" y="333"/>
                </a:cubicBezTo>
                <a:cubicBezTo>
                  <a:pt x="668" y="355"/>
                  <a:pt x="666" y="378"/>
                  <a:pt x="662" y="399"/>
                </a:cubicBezTo>
                <a:cubicBezTo>
                  <a:pt x="657" y="420"/>
                  <a:pt x="651" y="441"/>
                  <a:pt x="643" y="462"/>
                </a:cubicBezTo>
                <a:cubicBezTo>
                  <a:pt x="634" y="482"/>
                  <a:pt x="624" y="501"/>
                  <a:pt x="612" y="519"/>
                </a:cubicBezTo>
                <a:cubicBezTo>
                  <a:pt x="600" y="537"/>
                  <a:pt x="586" y="554"/>
                  <a:pt x="570" y="570"/>
                </a:cubicBezTo>
                <a:cubicBezTo>
                  <a:pt x="555" y="585"/>
                  <a:pt x="538" y="599"/>
                  <a:pt x="520" y="611"/>
                </a:cubicBezTo>
                <a:cubicBezTo>
                  <a:pt x="502" y="623"/>
                  <a:pt x="482" y="634"/>
                  <a:pt x="462" y="642"/>
                </a:cubicBezTo>
                <a:cubicBezTo>
                  <a:pt x="442" y="650"/>
                  <a:pt x="420" y="657"/>
                  <a:pt x="399" y="661"/>
                </a:cubicBezTo>
                <a:cubicBezTo>
                  <a:pt x="377" y="665"/>
                  <a:pt x="356" y="667"/>
                  <a:pt x="334" y="667"/>
                </a:cubicBezTo>
                <a:moveTo>
                  <a:pt x="334" y="47"/>
                </a:moveTo>
                <a:cubicBezTo>
                  <a:pt x="315" y="47"/>
                  <a:pt x="296" y="49"/>
                  <a:pt x="278" y="53"/>
                </a:cubicBezTo>
                <a:cubicBezTo>
                  <a:pt x="260" y="56"/>
                  <a:pt x="242" y="62"/>
                  <a:pt x="224" y="69"/>
                </a:cubicBezTo>
                <a:cubicBezTo>
                  <a:pt x="207" y="76"/>
                  <a:pt x="191" y="85"/>
                  <a:pt x="175" y="95"/>
                </a:cubicBezTo>
                <a:cubicBezTo>
                  <a:pt x="159" y="106"/>
                  <a:pt x="145" y="118"/>
                  <a:pt x="132" y="131"/>
                </a:cubicBezTo>
                <a:cubicBezTo>
                  <a:pt x="118" y="144"/>
                  <a:pt x="107" y="159"/>
                  <a:pt x="96" y="174"/>
                </a:cubicBezTo>
                <a:cubicBezTo>
                  <a:pt x="86" y="190"/>
                  <a:pt x="77" y="206"/>
                  <a:pt x="70" y="224"/>
                </a:cubicBezTo>
                <a:cubicBezTo>
                  <a:pt x="63" y="241"/>
                  <a:pt x="57" y="259"/>
                  <a:pt x="53" y="277"/>
                </a:cubicBezTo>
                <a:cubicBezTo>
                  <a:pt x="50" y="296"/>
                  <a:pt x="48" y="314"/>
                  <a:pt x="48" y="333"/>
                </a:cubicBezTo>
                <a:cubicBezTo>
                  <a:pt x="48" y="352"/>
                  <a:pt x="50" y="370"/>
                  <a:pt x="53" y="390"/>
                </a:cubicBezTo>
                <a:cubicBezTo>
                  <a:pt x="57" y="408"/>
                  <a:pt x="63" y="426"/>
                  <a:pt x="70" y="443"/>
                </a:cubicBezTo>
                <a:cubicBezTo>
                  <a:pt x="77" y="461"/>
                  <a:pt x="86" y="477"/>
                  <a:pt x="96" y="493"/>
                </a:cubicBezTo>
                <a:cubicBezTo>
                  <a:pt x="107" y="508"/>
                  <a:pt x="118" y="523"/>
                  <a:pt x="132" y="536"/>
                </a:cubicBezTo>
                <a:cubicBezTo>
                  <a:pt x="145" y="549"/>
                  <a:pt x="159" y="561"/>
                  <a:pt x="175" y="572"/>
                </a:cubicBezTo>
                <a:cubicBezTo>
                  <a:pt x="191" y="582"/>
                  <a:pt x="207" y="591"/>
                  <a:pt x="224" y="598"/>
                </a:cubicBezTo>
                <a:cubicBezTo>
                  <a:pt x="242" y="605"/>
                  <a:pt x="260" y="611"/>
                  <a:pt x="278" y="614"/>
                </a:cubicBezTo>
                <a:cubicBezTo>
                  <a:pt x="296" y="618"/>
                  <a:pt x="315" y="620"/>
                  <a:pt x="334" y="620"/>
                </a:cubicBezTo>
                <a:cubicBezTo>
                  <a:pt x="352" y="620"/>
                  <a:pt x="371" y="618"/>
                  <a:pt x="389" y="614"/>
                </a:cubicBezTo>
                <a:cubicBezTo>
                  <a:pt x="408" y="611"/>
                  <a:pt x="426" y="605"/>
                  <a:pt x="444" y="598"/>
                </a:cubicBezTo>
                <a:cubicBezTo>
                  <a:pt x="461" y="591"/>
                  <a:pt x="478" y="582"/>
                  <a:pt x="493" y="572"/>
                </a:cubicBezTo>
                <a:cubicBezTo>
                  <a:pt x="509" y="561"/>
                  <a:pt x="523" y="549"/>
                  <a:pt x="537" y="536"/>
                </a:cubicBezTo>
                <a:cubicBezTo>
                  <a:pt x="550" y="523"/>
                  <a:pt x="562" y="508"/>
                  <a:pt x="572" y="493"/>
                </a:cubicBezTo>
                <a:cubicBezTo>
                  <a:pt x="583" y="477"/>
                  <a:pt x="591" y="461"/>
                  <a:pt x="599" y="443"/>
                </a:cubicBezTo>
                <a:cubicBezTo>
                  <a:pt x="606" y="426"/>
                  <a:pt x="611" y="408"/>
                  <a:pt x="615" y="390"/>
                </a:cubicBezTo>
                <a:cubicBezTo>
                  <a:pt x="619" y="370"/>
                  <a:pt x="620" y="352"/>
                  <a:pt x="620" y="333"/>
                </a:cubicBezTo>
                <a:cubicBezTo>
                  <a:pt x="620" y="314"/>
                  <a:pt x="619" y="296"/>
                  <a:pt x="615" y="277"/>
                </a:cubicBezTo>
                <a:cubicBezTo>
                  <a:pt x="611" y="259"/>
                  <a:pt x="606" y="241"/>
                  <a:pt x="599" y="224"/>
                </a:cubicBezTo>
                <a:cubicBezTo>
                  <a:pt x="591" y="206"/>
                  <a:pt x="583" y="190"/>
                  <a:pt x="572" y="174"/>
                </a:cubicBezTo>
                <a:cubicBezTo>
                  <a:pt x="562" y="159"/>
                  <a:pt x="550" y="144"/>
                  <a:pt x="537" y="131"/>
                </a:cubicBezTo>
                <a:cubicBezTo>
                  <a:pt x="523" y="118"/>
                  <a:pt x="509" y="106"/>
                  <a:pt x="493" y="95"/>
                </a:cubicBezTo>
                <a:cubicBezTo>
                  <a:pt x="478" y="85"/>
                  <a:pt x="461" y="76"/>
                  <a:pt x="444" y="69"/>
                </a:cubicBezTo>
                <a:cubicBezTo>
                  <a:pt x="426" y="62"/>
                  <a:pt x="408" y="56"/>
                  <a:pt x="389" y="53"/>
                </a:cubicBezTo>
                <a:cubicBezTo>
                  <a:pt x="371" y="49"/>
                  <a:pt x="352" y="47"/>
                  <a:pt x="334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7510320" y="3146040"/>
            <a:ext cx="60480" cy="128880"/>
          </a:xfrm>
          <a:custGeom>
            <a:avLst/>
            <a:gdLst/>
            <a:ahLst/>
            <a:rect l="0" t="0" r="r" b="b"/>
            <a:pathLst>
              <a:path w="168" h="358">
                <a:moveTo>
                  <a:pt x="133" y="358"/>
                </a:moveTo>
                <a:lnTo>
                  <a:pt x="0" y="225"/>
                </a:lnTo>
                <a:lnTo>
                  <a:pt x="0" y="0"/>
                </a:lnTo>
                <a:lnTo>
                  <a:pt x="47" y="0"/>
                </a:lnTo>
                <a:lnTo>
                  <a:pt x="47" y="205"/>
                </a:lnTo>
                <a:lnTo>
                  <a:pt x="168" y="324"/>
                </a:lnTo>
                <a:lnTo>
                  <a:pt x="133" y="35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4376520" y="3602520"/>
            <a:ext cx="678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meegaan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6328800" y="3431160"/>
            <a:ext cx="2850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Wat betekent dat voor wat vandaag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7019640" y="3602520"/>
            <a:ext cx="113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productie staat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7" name=""/>
          <p:cNvSpPr txBox="1"/>
          <p:nvPr/>
        </p:nvSpPr>
        <p:spPr>
          <a:xfrm>
            <a:off x="457200" y="149400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212004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238068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237816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5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5" y="17"/>
                </a:moveTo>
                <a:lnTo>
                  <a:pt x="48" y="23"/>
                </a:lnTo>
                <a:lnTo>
                  <a:pt x="42" y="36"/>
                </a:lnTo>
                <a:lnTo>
                  <a:pt x="28" y="29"/>
                </a:lnTo>
                <a:lnTo>
                  <a:pt x="35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2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9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9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6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6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9" y="92"/>
                </a:lnTo>
                <a:lnTo>
                  <a:pt x="132" y="79"/>
                </a:lnTo>
                <a:lnTo>
                  <a:pt x="142" y="74"/>
                </a:lnTo>
                <a:lnTo>
                  <a:pt x="146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9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9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2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2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2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5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5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5" y="129"/>
                </a:lnTo>
                <a:moveTo>
                  <a:pt x="52" y="135"/>
                </a:moveTo>
                <a:lnTo>
                  <a:pt x="40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7" y="148"/>
                </a:lnTo>
                <a:lnTo>
                  <a:pt x="20" y="135"/>
                </a:lnTo>
                <a:lnTo>
                  <a:pt x="33" y="129"/>
                </a:lnTo>
                <a:lnTo>
                  <a:pt x="40" y="141"/>
                </a:lnTo>
                <a:moveTo>
                  <a:pt x="27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7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4" y="141"/>
                </a:lnTo>
                <a:lnTo>
                  <a:pt x="14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4" y="127"/>
                </a:lnTo>
                <a:lnTo>
                  <a:pt x="14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4" y="113"/>
                </a:lnTo>
                <a:lnTo>
                  <a:pt x="14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4" y="100"/>
                </a:lnTo>
                <a:lnTo>
                  <a:pt x="14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4" y="86"/>
                </a:lnTo>
                <a:lnTo>
                  <a:pt x="14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4" y="71"/>
                </a:lnTo>
                <a:lnTo>
                  <a:pt x="14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361548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387612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387360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39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540252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566280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566064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7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0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0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40" y="141"/>
                </a:lnTo>
                <a:lnTo>
                  <a:pt x="32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6" y="148"/>
                </a:lnTo>
                <a:lnTo>
                  <a:pt x="20" y="135"/>
                </a:lnTo>
                <a:lnTo>
                  <a:pt x="32" y="129"/>
                </a:lnTo>
                <a:lnTo>
                  <a:pt x="40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6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6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732600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758664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758412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59" y="29"/>
                </a:lnTo>
                <a:lnTo>
                  <a:pt x="53" y="42"/>
                </a:lnTo>
                <a:lnTo>
                  <a:pt x="41" y="36"/>
                </a:lnTo>
                <a:lnTo>
                  <a:pt x="47" y="23"/>
                </a:lnTo>
                <a:moveTo>
                  <a:pt x="59" y="29"/>
                </a:moveTo>
                <a:lnTo>
                  <a:pt x="71" y="36"/>
                </a:lnTo>
                <a:lnTo>
                  <a:pt x="65" y="48"/>
                </a:lnTo>
                <a:lnTo>
                  <a:pt x="53" y="42"/>
                </a:lnTo>
                <a:lnTo>
                  <a:pt x="59" y="29"/>
                </a:lnTo>
                <a:moveTo>
                  <a:pt x="71" y="36"/>
                </a:moveTo>
                <a:lnTo>
                  <a:pt x="84" y="42"/>
                </a:lnTo>
                <a:lnTo>
                  <a:pt x="78" y="54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6" y="48"/>
                </a:moveTo>
                <a:lnTo>
                  <a:pt x="108" y="54"/>
                </a:lnTo>
                <a:lnTo>
                  <a:pt x="102" y="66"/>
                </a:lnTo>
                <a:lnTo>
                  <a:pt x="90" y="60"/>
                </a:lnTo>
                <a:lnTo>
                  <a:pt x="96" y="48"/>
                </a:lnTo>
                <a:moveTo>
                  <a:pt x="108" y="54"/>
                </a:moveTo>
                <a:lnTo>
                  <a:pt x="121" y="60"/>
                </a:lnTo>
                <a:lnTo>
                  <a:pt x="115" y="73"/>
                </a:lnTo>
                <a:lnTo>
                  <a:pt x="102" y="66"/>
                </a:lnTo>
                <a:lnTo>
                  <a:pt x="108" y="54"/>
                </a:lnTo>
                <a:moveTo>
                  <a:pt x="121" y="60"/>
                </a:moveTo>
                <a:lnTo>
                  <a:pt x="134" y="66"/>
                </a:lnTo>
                <a:lnTo>
                  <a:pt x="127" y="79"/>
                </a:lnTo>
                <a:lnTo>
                  <a:pt x="115" y="73"/>
                </a:lnTo>
                <a:lnTo>
                  <a:pt x="121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7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1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5" y="98"/>
                </a:lnTo>
                <a:lnTo>
                  <a:pt x="119" y="86"/>
                </a:lnTo>
                <a:lnTo>
                  <a:pt x="131" y="79"/>
                </a:lnTo>
                <a:lnTo>
                  <a:pt x="138" y="92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2"/>
                </a:lnTo>
                <a:lnTo>
                  <a:pt x="119" y="86"/>
                </a:lnTo>
                <a:lnTo>
                  <a:pt x="125" y="98"/>
                </a:lnTo>
                <a:moveTo>
                  <a:pt x="113" y="104"/>
                </a:moveTo>
                <a:lnTo>
                  <a:pt x="100" y="111"/>
                </a:lnTo>
                <a:lnTo>
                  <a:pt x="94" y="98"/>
                </a:lnTo>
                <a:lnTo>
                  <a:pt x="107" y="92"/>
                </a:lnTo>
                <a:lnTo>
                  <a:pt x="113" y="104"/>
                </a:lnTo>
                <a:moveTo>
                  <a:pt x="100" y="111"/>
                </a:moveTo>
                <a:lnTo>
                  <a:pt x="88" y="117"/>
                </a:lnTo>
                <a:lnTo>
                  <a:pt x="82" y="104"/>
                </a:lnTo>
                <a:lnTo>
                  <a:pt x="94" y="98"/>
                </a:lnTo>
                <a:lnTo>
                  <a:pt x="100" y="111"/>
                </a:lnTo>
                <a:moveTo>
                  <a:pt x="88" y="117"/>
                </a:moveTo>
                <a:lnTo>
                  <a:pt x="76" y="123"/>
                </a:lnTo>
                <a:lnTo>
                  <a:pt x="70" y="111"/>
                </a:lnTo>
                <a:lnTo>
                  <a:pt x="82" y="104"/>
                </a:lnTo>
                <a:lnTo>
                  <a:pt x="88" y="117"/>
                </a:lnTo>
                <a:moveTo>
                  <a:pt x="76" y="123"/>
                </a:moveTo>
                <a:lnTo>
                  <a:pt x="63" y="129"/>
                </a:lnTo>
                <a:lnTo>
                  <a:pt x="57" y="117"/>
                </a:lnTo>
                <a:lnTo>
                  <a:pt x="70" y="111"/>
                </a:lnTo>
                <a:lnTo>
                  <a:pt x="76" y="123"/>
                </a:lnTo>
                <a:moveTo>
                  <a:pt x="63" y="129"/>
                </a:moveTo>
                <a:lnTo>
                  <a:pt x="51" y="135"/>
                </a:lnTo>
                <a:lnTo>
                  <a:pt x="45" y="123"/>
                </a:lnTo>
                <a:lnTo>
                  <a:pt x="57" y="117"/>
                </a:lnTo>
                <a:lnTo>
                  <a:pt x="63" y="129"/>
                </a:lnTo>
                <a:moveTo>
                  <a:pt x="51" y="135"/>
                </a:moveTo>
                <a:lnTo>
                  <a:pt x="39" y="141"/>
                </a:lnTo>
                <a:lnTo>
                  <a:pt x="33" y="129"/>
                </a:lnTo>
                <a:lnTo>
                  <a:pt x="45" y="123"/>
                </a:lnTo>
                <a:lnTo>
                  <a:pt x="51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439920" y="1643760"/>
            <a:ext cx="4650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vandaag knelt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900720" y="2608920"/>
            <a:ext cx="9882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Een veld erbij in een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1083960" y="2751840"/>
            <a:ext cx="4989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datamodel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2616480" y="2678760"/>
            <a:ext cx="9043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Endpoint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4111920" y="2678760"/>
            <a:ext cx="12398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Applicatiedienst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5945400" y="2608920"/>
            <a:ext cx="13327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Koppeling krijgt een nieuwe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6398280" y="2751840"/>
            <a:ext cx="2840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versie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456840" y="329544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456840" y="32954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886752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45684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7822440" y="2678760"/>
            <a:ext cx="921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Iedereen moet mee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619200" y="3463920"/>
            <a:ext cx="7224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Eén versie over het hele pakket maakt van elke wijziging een kettingreactie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21" name=""/>
          <p:cNvSpPr txBox="1"/>
          <p:nvPr/>
        </p:nvSpPr>
        <p:spPr>
          <a:xfrm>
            <a:off x="457200" y="132084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456840" y="2219040"/>
            <a:ext cx="2705760" cy="1400760"/>
          </a:xfrm>
          <a:custGeom>
            <a:avLst/>
            <a:gdLst/>
            <a:ahLst/>
            <a:rect l="0" t="0" r="r" b="b"/>
            <a:pathLst>
              <a:path w="7516" h="3891">
                <a:moveTo>
                  <a:pt x="0" y="0"/>
                </a:moveTo>
                <a:lnTo>
                  <a:pt x="7516" y="0"/>
                </a:lnTo>
                <a:lnTo>
                  <a:pt x="7516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456840" y="360972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315252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106"/>
                </a:moveTo>
                <a:lnTo>
                  <a:pt x="0" y="3891"/>
                </a:lnTo>
                <a:lnTo>
                  <a:pt x="28" y="38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45684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689400" y="2426760"/>
            <a:ext cx="171720" cy="240480"/>
          </a:xfrm>
          <a:custGeom>
            <a:avLst/>
            <a:gdLst/>
            <a:ahLst/>
            <a:rect l="0" t="0" r="r" b="b"/>
            <a:pathLst>
              <a:path w="477" h="668">
                <a:moveTo>
                  <a:pt x="430" y="48"/>
                </a:moveTo>
                <a:lnTo>
                  <a:pt x="430" y="590"/>
                </a:lnTo>
                <a:lnTo>
                  <a:pt x="261" y="505"/>
                </a:lnTo>
                <a:lnTo>
                  <a:pt x="239" y="494"/>
                </a:lnTo>
                <a:lnTo>
                  <a:pt x="217" y="505"/>
                </a:lnTo>
                <a:lnTo>
                  <a:pt x="48" y="590"/>
                </a:lnTo>
                <a:lnTo>
                  <a:pt x="48" y="48"/>
                </a:lnTo>
                <a:lnTo>
                  <a:pt x="430" y="48"/>
                </a:lnTo>
                <a:moveTo>
                  <a:pt x="430" y="0"/>
                </a:moveTo>
                <a:lnTo>
                  <a:pt x="48" y="0"/>
                </a:lnTo>
                <a:cubicBezTo>
                  <a:pt x="41" y="0"/>
                  <a:pt x="35" y="1"/>
                  <a:pt x="29" y="4"/>
                </a:cubicBezTo>
                <a:cubicBezTo>
                  <a:pt x="24" y="6"/>
                  <a:pt x="18" y="10"/>
                  <a:pt x="14" y="14"/>
                </a:cubicBezTo>
                <a:cubicBezTo>
                  <a:pt x="10" y="18"/>
                  <a:pt x="6" y="24"/>
                  <a:pt x="4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668"/>
                </a:lnTo>
                <a:lnTo>
                  <a:pt x="239" y="549"/>
                </a:lnTo>
                <a:lnTo>
                  <a:pt x="477" y="668"/>
                </a:lnTo>
                <a:lnTo>
                  <a:pt x="477" y="48"/>
                </a:lnTo>
                <a:cubicBezTo>
                  <a:pt x="477" y="41"/>
                  <a:pt x="476" y="35"/>
                  <a:pt x="474" y="29"/>
                </a:cubicBezTo>
                <a:cubicBezTo>
                  <a:pt x="471" y="24"/>
                  <a:pt x="468" y="18"/>
                  <a:pt x="463" y="14"/>
                </a:cubicBezTo>
                <a:cubicBezTo>
                  <a:pt x="459" y="10"/>
                  <a:pt x="454" y="6"/>
                  <a:pt x="448" y="4"/>
                </a:cubicBezTo>
                <a:cubicBezTo>
                  <a:pt x="442" y="1"/>
                  <a:pt x="436" y="0"/>
                  <a:pt x="43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439920" y="1529640"/>
            <a:ext cx="2388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voorstel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634320" y="2751840"/>
            <a:ext cx="1428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Versie als ijkpunt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634320" y="3024360"/>
            <a:ext cx="2384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release legt vast hoe het er toen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/>
          <p:nvPr/>
        </p:nvSpPr>
        <p:spPr>
          <a:xfrm>
            <a:off x="3314520" y="2219040"/>
            <a:ext cx="2705400" cy="1400760"/>
          </a:xfrm>
          <a:custGeom>
            <a:avLst/>
            <a:gdLst/>
            <a:ahLst/>
            <a:rect l="0" t="0" r="r" b="b"/>
            <a:pathLst>
              <a:path w="7515" h="3891">
                <a:moveTo>
                  <a:pt x="0" y="0"/>
                </a:moveTo>
                <a:lnTo>
                  <a:pt x="7515" y="0"/>
                </a:lnTo>
                <a:lnTo>
                  <a:pt x="7515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3314520" y="360972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601020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331452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0"/>
                </a:moveTo>
                <a:lnTo>
                  <a:pt x="0" y="3891"/>
                </a:lnTo>
                <a:lnTo>
                  <a:pt x="27" y="38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3512520" y="24267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0" y="69"/>
                </a:moveTo>
                <a:lnTo>
                  <a:pt x="353" y="5"/>
                </a:lnTo>
                <a:cubicBezTo>
                  <a:pt x="346" y="2"/>
                  <a:pt x="341" y="0"/>
                  <a:pt x="334" y="0"/>
                </a:cubicBezTo>
                <a:cubicBezTo>
                  <a:pt x="327" y="0"/>
                  <a:pt x="322" y="2"/>
                  <a:pt x="317" y="5"/>
                </a:cubicBezTo>
                <a:lnTo>
                  <a:pt x="210" y="69"/>
                </a:lnTo>
                <a:cubicBezTo>
                  <a:pt x="198" y="76"/>
                  <a:pt x="191" y="88"/>
                  <a:pt x="191" y="100"/>
                </a:cubicBezTo>
                <a:lnTo>
                  <a:pt x="191" y="233"/>
                </a:lnTo>
                <a:cubicBezTo>
                  <a:pt x="191" y="245"/>
                  <a:pt x="198" y="258"/>
                  <a:pt x="207" y="265"/>
                </a:cubicBezTo>
                <a:lnTo>
                  <a:pt x="315" y="330"/>
                </a:lnTo>
                <a:cubicBezTo>
                  <a:pt x="319" y="332"/>
                  <a:pt x="327" y="334"/>
                  <a:pt x="331" y="334"/>
                </a:cubicBezTo>
                <a:cubicBezTo>
                  <a:pt x="336" y="334"/>
                  <a:pt x="343" y="332"/>
                  <a:pt x="348" y="330"/>
                </a:cubicBezTo>
                <a:lnTo>
                  <a:pt x="455" y="265"/>
                </a:lnTo>
                <a:cubicBezTo>
                  <a:pt x="465" y="258"/>
                  <a:pt x="472" y="248"/>
                  <a:pt x="472" y="233"/>
                </a:cubicBezTo>
                <a:lnTo>
                  <a:pt x="472" y="100"/>
                </a:lnTo>
                <a:cubicBezTo>
                  <a:pt x="477" y="88"/>
                  <a:pt x="469" y="76"/>
                  <a:pt x="460" y="69"/>
                </a:cubicBezTo>
                <a:moveTo>
                  <a:pt x="429" y="226"/>
                </a:moveTo>
                <a:lnTo>
                  <a:pt x="334" y="284"/>
                </a:lnTo>
                <a:lnTo>
                  <a:pt x="238" y="226"/>
                </a:lnTo>
                <a:lnTo>
                  <a:pt x="238" y="107"/>
                </a:lnTo>
                <a:lnTo>
                  <a:pt x="334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3"/>
                </a:moveTo>
                <a:lnTo>
                  <a:pt x="544" y="339"/>
                </a:lnTo>
                <a:cubicBezTo>
                  <a:pt x="537" y="337"/>
                  <a:pt x="531" y="334"/>
                  <a:pt x="524" y="334"/>
                </a:cubicBezTo>
                <a:cubicBezTo>
                  <a:pt x="517" y="334"/>
                  <a:pt x="512" y="337"/>
                  <a:pt x="507" y="339"/>
                </a:cubicBezTo>
                <a:lnTo>
                  <a:pt x="400" y="403"/>
                </a:lnTo>
                <a:cubicBezTo>
                  <a:pt x="391" y="411"/>
                  <a:pt x="384" y="420"/>
                  <a:pt x="384" y="434"/>
                </a:cubicBezTo>
                <a:lnTo>
                  <a:pt x="384" y="568"/>
                </a:lnTo>
                <a:cubicBezTo>
                  <a:pt x="384" y="580"/>
                  <a:pt x="391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29" y="668"/>
                  <a:pt x="537" y="665"/>
                  <a:pt x="542" y="663"/>
                </a:cubicBezTo>
                <a:lnTo>
                  <a:pt x="649" y="599"/>
                </a:lnTo>
                <a:cubicBezTo>
                  <a:pt x="658" y="592"/>
                  <a:pt x="666" y="582"/>
                  <a:pt x="666" y="568"/>
                </a:cubicBezTo>
                <a:lnTo>
                  <a:pt x="666" y="434"/>
                </a:lnTo>
                <a:cubicBezTo>
                  <a:pt x="668" y="423"/>
                  <a:pt x="661" y="411"/>
                  <a:pt x="651" y="403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2"/>
                </a:lnTo>
                <a:lnTo>
                  <a:pt x="524" y="384"/>
                </a:lnTo>
                <a:lnTo>
                  <a:pt x="620" y="442"/>
                </a:lnTo>
                <a:lnTo>
                  <a:pt x="620" y="561"/>
                </a:lnTo>
                <a:moveTo>
                  <a:pt x="269" y="403"/>
                </a:moveTo>
                <a:lnTo>
                  <a:pt x="162" y="339"/>
                </a:lnTo>
                <a:cubicBezTo>
                  <a:pt x="155" y="337"/>
                  <a:pt x="150" y="334"/>
                  <a:pt x="143" y="334"/>
                </a:cubicBezTo>
                <a:cubicBezTo>
                  <a:pt x="136" y="334"/>
                  <a:pt x="131" y="337"/>
                  <a:pt x="127" y="339"/>
                </a:cubicBezTo>
                <a:lnTo>
                  <a:pt x="19" y="403"/>
                </a:lnTo>
                <a:cubicBezTo>
                  <a:pt x="7" y="411"/>
                  <a:pt x="0" y="423"/>
                  <a:pt x="0" y="434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60" y="663"/>
                </a:cubicBezTo>
                <a:lnTo>
                  <a:pt x="267" y="599"/>
                </a:lnTo>
                <a:cubicBezTo>
                  <a:pt x="277" y="592"/>
                  <a:pt x="284" y="582"/>
                  <a:pt x="284" y="568"/>
                </a:cubicBezTo>
                <a:lnTo>
                  <a:pt x="284" y="434"/>
                </a:lnTo>
                <a:cubicBezTo>
                  <a:pt x="286" y="423"/>
                  <a:pt x="279" y="411"/>
                  <a:pt x="269" y="403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2"/>
                </a:lnTo>
                <a:lnTo>
                  <a:pt x="143" y="384"/>
                </a:lnTo>
                <a:lnTo>
                  <a:pt x="238" y="442"/>
                </a:lnTo>
                <a:lnTo>
                  <a:pt x="238" y="5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634320" y="3272040"/>
            <a:ext cx="392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uitzag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3491640" y="2751840"/>
            <a:ext cx="2076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Kiezen per berichtstroom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3491640" y="3024360"/>
            <a:ext cx="2455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partij implementeert wat zij nodig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6171840" y="2219040"/>
            <a:ext cx="2705760" cy="1143360"/>
          </a:xfrm>
          <a:custGeom>
            <a:avLst/>
            <a:gdLst/>
            <a:ahLst/>
            <a:rect l="0" t="0" r="r" b="b"/>
            <a:pathLst>
              <a:path w="7516" h="3176">
                <a:moveTo>
                  <a:pt x="0" y="0"/>
                </a:moveTo>
                <a:lnTo>
                  <a:pt x="7516" y="0"/>
                </a:lnTo>
                <a:lnTo>
                  <a:pt x="7516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6171840" y="3352680"/>
            <a:ext cx="2705760" cy="9720"/>
          </a:xfrm>
          <a:custGeom>
            <a:avLst/>
            <a:gdLst/>
            <a:ahLst/>
            <a:rect l="0" t="0" r="r" b="b"/>
            <a:pathLst>
              <a:path w="7516" h="27">
                <a:moveTo>
                  <a:pt x="0" y="0"/>
                </a:moveTo>
                <a:lnTo>
                  <a:pt x="7516" y="0"/>
                </a:lnTo>
                <a:lnTo>
                  <a:pt x="75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886752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617184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5" name=""/>
          <p:cNvSpPr/>
          <p:nvPr/>
        </p:nvSpPr>
        <p:spPr>
          <a:xfrm>
            <a:off x="6387120" y="2426760"/>
            <a:ext cx="206280" cy="240480"/>
          </a:xfrm>
          <a:custGeom>
            <a:avLst/>
            <a:gdLst/>
            <a:ahLst/>
            <a:rect l="0" t="0" r="r" b="b"/>
            <a:pathLst>
              <a:path w="573" h="668">
                <a:moveTo>
                  <a:pt x="382" y="95"/>
                </a:moveTo>
                <a:cubicBezTo>
                  <a:pt x="382" y="140"/>
                  <a:pt x="413" y="177"/>
                  <a:pt x="454" y="187"/>
                </a:cubicBezTo>
                <a:lnTo>
                  <a:pt x="454" y="287"/>
                </a:lnTo>
                <a:cubicBezTo>
                  <a:pt x="454" y="326"/>
                  <a:pt x="422" y="358"/>
                  <a:pt x="382" y="358"/>
                </a:cubicBezTo>
                <a:lnTo>
                  <a:pt x="191" y="358"/>
                </a:lnTo>
                <a:cubicBezTo>
                  <a:pt x="164" y="358"/>
                  <a:pt x="139" y="368"/>
                  <a:pt x="119" y="383"/>
                </a:cubicBezTo>
                <a:lnTo>
                  <a:pt x="119" y="187"/>
                </a:lnTo>
                <a:cubicBezTo>
                  <a:pt x="160" y="177"/>
                  <a:pt x="191" y="140"/>
                  <a:pt x="191" y="95"/>
                </a:cubicBezTo>
                <a:cubicBezTo>
                  <a:pt x="191" y="43"/>
                  <a:pt x="148" y="0"/>
                  <a:pt x="96" y="0"/>
                </a:cubicBezTo>
                <a:cubicBezTo>
                  <a:pt x="43" y="0"/>
                  <a:pt x="0" y="43"/>
                  <a:pt x="0" y="95"/>
                </a:cubicBezTo>
                <a:cubicBezTo>
                  <a:pt x="0" y="140"/>
                  <a:pt x="31" y="177"/>
                  <a:pt x="72" y="187"/>
                </a:cubicBezTo>
                <a:lnTo>
                  <a:pt x="72" y="481"/>
                </a:lnTo>
                <a:cubicBezTo>
                  <a:pt x="31" y="491"/>
                  <a:pt x="0" y="528"/>
                  <a:pt x="0" y="573"/>
                </a:cubicBezTo>
                <a:cubicBezTo>
                  <a:pt x="0" y="625"/>
                  <a:pt x="43" y="668"/>
                  <a:pt x="96" y="668"/>
                </a:cubicBezTo>
                <a:cubicBezTo>
                  <a:pt x="148" y="668"/>
                  <a:pt x="191" y="625"/>
                  <a:pt x="191" y="573"/>
                </a:cubicBezTo>
                <a:cubicBezTo>
                  <a:pt x="191" y="528"/>
                  <a:pt x="160" y="491"/>
                  <a:pt x="119" y="481"/>
                </a:cubicBezTo>
                <a:lnTo>
                  <a:pt x="119" y="477"/>
                </a:lnTo>
                <a:cubicBezTo>
                  <a:pt x="119" y="438"/>
                  <a:pt x="152" y="406"/>
                  <a:pt x="191" y="406"/>
                </a:cubicBezTo>
                <a:lnTo>
                  <a:pt x="382" y="406"/>
                </a:lnTo>
                <a:cubicBezTo>
                  <a:pt x="448" y="406"/>
                  <a:pt x="501" y="352"/>
                  <a:pt x="501" y="287"/>
                </a:cubicBezTo>
                <a:lnTo>
                  <a:pt x="501" y="187"/>
                </a:lnTo>
                <a:cubicBezTo>
                  <a:pt x="542" y="177"/>
                  <a:pt x="573" y="140"/>
                  <a:pt x="573" y="95"/>
                </a:cubicBezTo>
                <a:cubicBezTo>
                  <a:pt x="573" y="43"/>
                  <a:pt x="530" y="0"/>
                  <a:pt x="478" y="0"/>
                </a:cubicBezTo>
                <a:cubicBezTo>
                  <a:pt x="425" y="0"/>
                  <a:pt x="382" y="43"/>
                  <a:pt x="382" y="95"/>
                </a:cubicBezTo>
                <a:moveTo>
                  <a:pt x="48" y="95"/>
                </a:moveTo>
                <a:cubicBezTo>
                  <a:pt x="48" y="69"/>
                  <a:pt x="69" y="48"/>
                  <a:pt x="96" y="48"/>
                </a:cubicBezTo>
                <a:cubicBezTo>
                  <a:pt x="122" y="48"/>
                  <a:pt x="143" y="69"/>
                  <a:pt x="143" y="95"/>
                </a:cubicBezTo>
                <a:cubicBezTo>
                  <a:pt x="143" y="122"/>
                  <a:pt x="122" y="143"/>
                  <a:pt x="96" y="143"/>
                </a:cubicBezTo>
                <a:cubicBezTo>
                  <a:pt x="69" y="143"/>
                  <a:pt x="48" y="122"/>
                  <a:pt x="48" y="95"/>
                </a:cubicBezTo>
                <a:moveTo>
                  <a:pt x="143" y="573"/>
                </a:moveTo>
                <a:cubicBezTo>
                  <a:pt x="143" y="599"/>
                  <a:pt x="122" y="620"/>
                  <a:pt x="96" y="620"/>
                </a:cubicBezTo>
                <a:cubicBezTo>
                  <a:pt x="69" y="620"/>
                  <a:pt x="48" y="599"/>
                  <a:pt x="48" y="573"/>
                </a:cubicBezTo>
                <a:cubicBezTo>
                  <a:pt x="48" y="546"/>
                  <a:pt x="69" y="525"/>
                  <a:pt x="96" y="525"/>
                </a:cubicBezTo>
                <a:cubicBezTo>
                  <a:pt x="122" y="525"/>
                  <a:pt x="143" y="546"/>
                  <a:pt x="143" y="573"/>
                </a:cubicBezTo>
                <a:moveTo>
                  <a:pt x="525" y="95"/>
                </a:moveTo>
                <a:cubicBezTo>
                  <a:pt x="525" y="122"/>
                  <a:pt x="504" y="143"/>
                  <a:pt x="478" y="143"/>
                </a:cubicBezTo>
                <a:cubicBezTo>
                  <a:pt x="451" y="143"/>
                  <a:pt x="430" y="122"/>
                  <a:pt x="430" y="95"/>
                </a:cubicBezTo>
                <a:cubicBezTo>
                  <a:pt x="430" y="69"/>
                  <a:pt x="451" y="48"/>
                  <a:pt x="478" y="48"/>
                </a:cubicBezTo>
                <a:cubicBezTo>
                  <a:pt x="504" y="48"/>
                  <a:pt x="525" y="69"/>
                  <a:pt x="525" y="9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6" name=""/>
          <p:cNvSpPr txBox="1"/>
          <p:nvPr/>
        </p:nvSpPr>
        <p:spPr>
          <a:xfrm>
            <a:off x="3491640" y="3272040"/>
            <a:ext cx="33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heeft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6349320" y="2751840"/>
            <a:ext cx="1821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Nieuw naast bestaand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6349320" y="3024360"/>
            <a:ext cx="247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nieuwe stroom laat de oude staan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1467000" y="3799800"/>
            <a:ext cx="732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endpoints en de applicatiediensten blijven gestandaardiseerd; de datamodellen dragen hun eigen versie.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58" name=""/>
          <p:cNvSpPr txBox="1"/>
          <p:nvPr/>
        </p:nvSpPr>
        <p:spPr>
          <a:xfrm>
            <a:off x="457200" y="116064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9" name=""/>
          <p:cNvSpPr/>
          <p:nvPr/>
        </p:nvSpPr>
        <p:spPr>
          <a:xfrm>
            <a:off x="3126960" y="2741400"/>
            <a:ext cx="393480" cy="0"/>
          </a:xfrm>
          <a:custGeom>
            <a:avLst/>
            <a:gdLst/>
            <a:ahLst/>
            <a:rect l="0" t="0" r="r" b="b"/>
            <a:pathLst>
              <a:path fill="none" w="1093" h="0">
                <a:moveTo>
                  <a:pt x="0" y="0"/>
                </a:moveTo>
                <a:lnTo>
                  <a:pt x="99" y="0"/>
                </a:lnTo>
                <a:cubicBezTo>
                  <a:pt x="198" y="0"/>
                  <a:pt x="396" y="0"/>
                  <a:pt x="578" y="0"/>
                </a:cubicBezTo>
                <a:cubicBezTo>
                  <a:pt x="760" y="0"/>
                  <a:pt x="927" y="0"/>
                  <a:pt x="1010" y="0"/>
                </a:cubicBezTo>
                <a:lnTo>
                  <a:pt x="1093" y="0"/>
                </a:lnTo>
              </a:path>
            </a:pathLst>
          </a:custGeom>
          <a:ln w="8280">
            <a:solidFill>
              <a:srgbClr val="dd784b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0" name=""/>
          <p:cNvSpPr/>
          <p:nvPr/>
        </p:nvSpPr>
        <p:spPr>
          <a:xfrm>
            <a:off x="3486240" y="2707200"/>
            <a:ext cx="68760" cy="68760"/>
          </a:xfrm>
          <a:custGeom>
            <a:avLst/>
            <a:gdLst/>
            <a:ahLst/>
            <a:rect l="0" t="0" r="r" b="b"/>
            <a:pathLst>
              <a:path w="191" h="191">
                <a:moveTo>
                  <a:pt x="0" y="0"/>
                </a:moveTo>
                <a:lnTo>
                  <a:pt x="191" y="95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3482640" y="2701800"/>
            <a:ext cx="79920" cy="79920"/>
          </a:xfrm>
          <a:custGeom>
            <a:avLst/>
            <a:gdLst/>
            <a:ahLst/>
            <a:rect l="0" t="0" r="r" b="b"/>
            <a:pathLst>
              <a:path w="222" h="222">
                <a:moveTo>
                  <a:pt x="31" y="15"/>
                </a:moveTo>
                <a:lnTo>
                  <a:pt x="48" y="24"/>
                </a:lnTo>
                <a:lnTo>
                  <a:pt x="40" y="41"/>
                </a:lnTo>
                <a:lnTo>
                  <a:pt x="23" y="32"/>
                </a:lnTo>
                <a:lnTo>
                  <a:pt x="31" y="15"/>
                </a:lnTo>
                <a:moveTo>
                  <a:pt x="48" y="24"/>
                </a:moveTo>
                <a:lnTo>
                  <a:pt x="65" y="32"/>
                </a:lnTo>
                <a:lnTo>
                  <a:pt x="57" y="49"/>
                </a:lnTo>
                <a:lnTo>
                  <a:pt x="40" y="41"/>
                </a:lnTo>
                <a:lnTo>
                  <a:pt x="48" y="24"/>
                </a:lnTo>
                <a:moveTo>
                  <a:pt x="65" y="32"/>
                </a:moveTo>
                <a:lnTo>
                  <a:pt x="82" y="41"/>
                </a:lnTo>
                <a:lnTo>
                  <a:pt x="74" y="58"/>
                </a:lnTo>
                <a:lnTo>
                  <a:pt x="57" y="49"/>
                </a:lnTo>
                <a:lnTo>
                  <a:pt x="65" y="32"/>
                </a:lnTo>
                <a:moveTo>
                  <a:pt x="82" y="41"/>
                </a:moveTo>
                <a:lnTo>
                  <a:pt x="99" y="49"/>
                </a:lnTo>
                <a:lnTo>
                  <a:pt x="91" y="66"/>
                </a:lnTo>
                <a:lnTo>
                  <a:pt x="74" y="58"/>
                </a:lnTo>
                <a:lnTo>
                  <a:pt x="82" y="41"/>
                </a:lnTo>
                <a:moveTo>
                  <a:pt x="99" y="49"/>
                </a:moveTo>
                <a:lnTo>
                  <a:pt x="117" y="58"/>
                </a:lnTo>
                <a:lnTo>
                  <a:pt x="108" y="75"/>
                </a:lnTo>
                <a:lnTo>
                  <a:pt x="91" y="66"/>
                </a:lnTo>
                <a:lnTo>
                  <a:pt x="99" y="49"/>
                </a:lnTo>
                <a:moveTo>
                  <a:pt x="117" y="58"/>
                </a:moveTo>
                <a:lnTo>
                  <a:pt x="134" y="66"/>
                </a:lnTo>
                <a:lnTo>
                  <a:pt x="126" y="83"/>
                </a:lnTo>
                <a:lnTo>
                  <a:pt x="108" y="75"/>
                </a:lnTo>
                <a:lnTo>
                  <a:pt x="117" y="58"/>
                </a:lnTo>
                <a:moveTo>
                  <a:pt x="134" y="66"/>
                </a:moveTo>
                <a:lnTo>
                  <a:pt x="151" y="75"/>
                </a:lnTo>
                <a:lnTo>
                  <a:pt x="143" y="93"/>
                </a:lnTo>
                <a:lnTo>
                  <a:pt x="126" y="83"/>
                </a:lnTo>
                <a:lnTo>
                  <a:pt x="134" y="66"/>
                </a:lnTo>
                <a:moveTo>
                  <a:pt x="151" y="75"/>
                </a:moveTo>
                <a:lnTo>
                  <a:pt x="168" y="83"/>
                </a:lnTo>
                <a:lnTo>
                  <a:pt x="160" y="101"/>
                </a:lnTo>
                <a:lnTo>
                  <a:pt x="143" y="93"/>
                </a:lnTo>
                <a:lnTo>
                  <a:pt x="151" y="75"/>
                </a:lnTo>
                <a:moveTo>
                  <a:pt x="168" y="83"/>
                </a:moveTo>
                <a:lnTo>
                  <a:pt x="185" y="93"/>
                </a:lnTo>
                <a:lnTo>
                  <a:pt x="177" y="110"/>
                </a:lnTo>
                <a:lnTo>
                  <a:pt x="160" y="101"/>
                </a:lnTo>
                <a:lnTo>
                  <a:pt x="168" y="83"/>
                </a:lnTo>
                <a:moveTo>
                  <a:pt x="185" y="93"/>
                </a:moveTo>
                <a:lnTo>
                  <a:pt x="202" y="101"/>
                </a:lnTo>
                <a:lnTo>
                  <a:pt x="194" y="118"/>
                </a:lnTo>
                <a:lnTo>
                  <a:pt x="177" y="110"/>
                </a:lnTo>
                <a:lnTo>
                  <a:pt x="185" y="93"/>
                </a:lnTo>
                <a:moveTo>
                  <a:pt x="202" y="101"/>
                </a:moveTo>
                <a:lnTo>
                  <a:pt x="222" y="111"/>
                </a:lnTo>
                <a:lnTo>
                  <a:pt x="191" y="127"/>
                </a:lnTo>
                <a:lnTo>
                  <a:pt x="183" y="110"/>
                </a:lnTo>
                <a:lnTo>
                  <a:pt x="197" y="103"/>
                </a:lnTo>
                <a:lnTo>
                  <a:pt x="201" y="111"/>
                </a:lnTo>
                <a:lnTo>
                  <a:pt x="197" y="120"/>
                </a:lnTo>
                <a:lnTo>
                  <a:pt x="194" y="118"/>
                </a:lnTo>
                <a:lnTo>
                  <a:pt x="202" y="101"/>
                </a:lnTo>
                <a:moveTo>
                  <a:pt x="191" y="127"/>
                </a:moveTo>
                <a:lnTo>
                  <a:pt x="174" y="135"/>
                </a:lnTo>
                <a:lnTo>
                  <a:pt x="166" y="118"/>
                </a:lnTo>
                <a:lnTo>
                  <a:pt x="183" y="110"/>
                </a:lnTo>
                <a:lnTo>
                  <a:pt x="191" y="127"/>
                </a:lnTo>
                <a:moveTo>
                  <a:pt x="174" y="135"/>
                </a:moveTo>
                <a:lnTo>
                  <a:pt x="157" y="144"/>
                </a:lnTo>
                <a:lnTo>
                  <a:pt x="149" y="127"/>
                </a:lnTo>
                <a:lnTo>
                  <a:pt x="166" y="118"/>
                </a:lnTo>
                <a:lnTo>
                  <a:pt x="174" y="135"/>
                </a:lnTo>
                <a:moveTo>
                  <a:pt x="157" y="144"/>
                </a:moveTo>
                <a:lnTo>
                  <a:pt x="140" y="152"/>
                </a:lnTo>
                <a:lnTo>
                  <a:pt x="132" y="135"/>
                </a:lnTo>
                <a:lnTo>
                  <a:pt x="149" y="127"/>
                </a:lnTo>
                <a:lnTo>
                  <a:pt x="157" y="144"/>
                </a:lnTo>
                <a:moveTo>
                  <a:pt x="140" y="152"/>
                </a:moveTo>
                <a:lnTo>
                  <a:pt x="123" y="161"/>
                </a:lnTo>
                <a:lnTo>
                  <a:pt x="114" y="144"/>
                </a:lnTo>
                <a:lnTo>
                  <a:pt x="132" y="135"/>
                </a:lnTo>
                <a:lnTo>
                  <a:pt x="140" y="152"/>
                </a:lnTo>
                <a:moveTo>
                  <a:pt x="123" y="161"/>
                </a:moveTo>
                <a:lnTo>
                  <a:pt x="105" y="169"/>
                </a:lnTo>
                <a:lnTo>
                  <a:pt x="97" y="152"/>
                </a:lnTo>
                <a:lnTo>
                  <a:pt x="114" y="144"/>
                </a:lnTo>
                <a:lnTo>
                  <a:pt x="123" y="161"/>
                </a:lnTo>
                <a:moveTo>
                  <a:pt x="105" y="169"/>
                </a:moveTo>
                <a:lnTo>
                  <a:pt x="88" y="178"/>
                </a:lnTo>
                <a:lnTo>
                  <a:pt x="80" y="161"/>
                </a:lnTo>
                <a:lnTo>
                  <a:pt x="97" y="152"/>
                </a:lnTo>
                <a:lnTo>
                  <a:pt x="105" y="169"/>
                </a:lnTo>
                <a:moveTo>
                  <a:pt x="88" y="178"/>
                </a:moveTo>
                <a:lnTo>
                  <a:pt x="71" y="186"/>
                </a:lnTo>
                <a:lnTo>
                  <a:pt x="63" y="169"/>
                </a:lnTo>
                <a:lnTo>
                  <a:pt x="80" y="161"/>
                </a:lnTo>
                <a:lnTo>
                  <a:pt x="88" y="178"/>
                </a:lnTo>
                <a:moveTo>
                  <a:pt x="71" y="186"/>
                </a:moveTo>
                <a:lnTo>
                  <a:pt x="54" y="195"/>
                </a:lnTo>
                <a:lnTo>
                  <a:pt x="46" y="178"/>
                </a:lnTo>
                <a:lnTo>
                  <a:pt x="63" y="169"/>
                </a:lnTo>
                <a:lnTo>
                  <a:pt x="71" y="186"/>
                </a:lnTo>
                <a:moveTo>
                  <a:pt x="54" y="195"/>
                </a:moveTo>
                <a:lnTo>
                  <a:pt x="37" y="203"/>
                </a:lnTo>
                <a:lnTo>
                  <a:pt x="29" y="186"/>
                </a:lnTo>
                <a:lnTo>
                  <a:pt x="46" y="178"/>
                </a:lnTo>
                <a:lnTo>
                  <a:pt x="54" y="195"/>
                </a:lnTo>
                <a:moveTo>
                  <a:pt x="37" y="203"/>
                </a:moveTo>
                <a:lnTo>
                  <a:pt x="20" y="212"/>
                </a:lnTo>
                <a:lnTo>
                  <a:pt x="12" y="195"/>
                </a:lnTo>
                <a:lnTo>
                  <a:pt x="29" y="186"/>
                </a:lnTo>
                <a:lnTo>
                  <a:pt x="37" y="203"/>
                </a:lnTo>
                <a:moveTo>
                  <a:pt x="20" y="212"/>
                </a:moveTo>
                <a:lnTo>
                  <a:pt x="0" y="222"/>
                </a:lnTo>
                <a:lnTo>
                  <a:pt x="0" y="194"/>
                </a:lnTo>
                <a:lnTo>
                  <a:pt x="19" y="194"/>
                </a:lnTo>
                <a:lnTo>
                  <a:pt x="19" y="206"/>
                </a:lnTo>
                <a:lnTo>
                  <a:pt x="10" y="206"/>
                </a:lnTo>
                <a:lnTo>
                  <a:pt x="6" y="198"/>
                </a:lnTo>
                <a:lnTo>
                  <a:pt x="12" y="195"/>
                </a:lnTo>
                <a:lnTo>
                  <a:pt x="20" y="212"/>
                </a:lnTo>
                <a:moveTo>
                  <a:pt x="0" y="194"/>
                </a:moveTo>
                <a:lnTo>
                  <a:pt x="0" y="175"/>
                </a:lnTo>
                <a:lnTo>
                  <a:pt x="19" y="175"/>
                </a:lnTo>
                <a:lnTo>
                  <a:pt x="19" y="194"/>
                </a:lnTo>
                <a:lnTo>
                  <a:pt x="0" y="194"/>
                </a:lnTo>
                <a:moveTo>
                  <a:pt x="0" y="175"/>
                </a:moveTo>
                <a:lnTo>
                  <a:pt x="0" y="156"/>
                </a:lnTo>
                <a:lnTo>
                  <a:pt x="19" y="156"/>
                </a:lnTo>
                <a:lnTo>
                  <a:pt x="19" y="175"/>
                </a:lnTo>
                <a:lnTo>
                  <a:pt x="0" y="175"/>
                </a:lnTo>
                <a:moveTo>
                  <a:pt x="0" y="156"/>
                </a:moveTo>
                <a:lnTo>
                  <a:pt x="0" y="137"/>
                </a:lnTo>
                <a:lnTo>
                  <a:pt x="19" y="137"/>
                </a:lnTo>
                <a:lnTo>
                  <a:pt x="19" y="156"/>
                </a:lnTo>
                <a:lnTo>
                  <a:pt x="0" y="156"/>
                </a:lnTo>
                <a:moveTo>
                  <a:pt x="0" y="137"/>
                </a:moveTo>
                <a:lnTo>
                  <a:pt x="0" y="118"/>
                </a:lnTo>
                <a:lnTo>
                  <a:pt x="19" y="118"/>
                </a:lnTo>
                <a:lnTo>
                  <a:pt x="19" y="137"/>
                </a:lnTo>
                <a:lnTo>
                  <a:pt x="0" y="137"/>
                </a:lnTo>
                <a:moveTo>
                  <a:pt x="0" y="118"/>
                </a:moveTo>
                <a:lnTo>
                  <a:pt x="0" y="99"/>
                </a:lnTo>
                <a:lnTo>
                  <a:pt x="19" y="99"/>
                </a:lnTo>
                <a:lnTo>
                  <a:pt x="19" y="118"/>
                </a:lnTo>
                <a:lnTo>
                  <a:pt x="0" y="118"/>
                </a:lnTo>
                <a:moveTo>
                  <a:pt x="0" y="99"/>
                </a:moveTo>
                <a:lnTo>
                  <a:pt x="0" y="79"/>
                </a:lnTo>
                <a:lnTo>
                  <a:pt x="19" y="79"/>
                </a:lnTo>
                <a:lnTo>
                  <a:pt x="19" y="99"/>
                </a:lnTo>
                <a:lnTo>
                  <a:pt x="0" y="99"/>
                </a:lnTo>
                <a:moveTo>
                  <a:pt x="0" y="79"/>
                </a:moveTo>
                <a:lnTo>
                  <a:pt x="0" y="60"/>
                </a:lnTo>
                <a:lnTo>
                  <a:pt x="19" y="60"/>
                </a:lnTo>
                <a:lnTo>
                  <a:pt x="19" y="79"/>
                </a:lnTo>
                <a:lnTo>
                  <a:pt x="0" y="79"/>
                </a:lnTo>
                <a:moveTo>
                  <a:pt x="0" y="60"/>
                </a:moveTo>
                <a:lnTo>
                  <a:pt x="0" y="41"/>
                </a:lnTo>
                <a:lnTo>
                  <a:pt x="19" y="41"/>
                </a:lnTo>
                <a:lnTo>
                  <a:pt x="19" y="60"/>
                </a:lnTo>
                <a:lnTo>
                  <a:pt x="0" y="60"/>
                </a:lnTo>
                <a:moveTo>
                  <a:pt x="0" y="41"/>
                </a:moveTo>
                <a:lnTo>
                  <a:pt x="0" y="22"/>
                </a:lnTo>
                <a:lnTo>
                  <a:pt x="19" y="22"/>
                </a:lnTo>
                <a:lnTo>
                  <a:pt x="19" y="41"/>
                </a:lnTo>
                <a:lnTo>
                  <a:pt x="0" y="41"/>
                </a:lnTo>
                <a:moveTo>
                  <a:pt x="0" y="22"/>
                </a:moveTo>
                <a:lnTo>
                  <a:pt x="0" y="0"/>
                </a:lnTo>
                <a:lnTo>
                  <a:pt x="31" y="15"/>
                </a:lnTo>
                <a:lnTo>
                  <a:pt x="23" y="32"/>
                </a:lnTo>
                <a:lnTo>
                  <a:pt x="6" y="24"/>
                </a:lnTo>
                <a:lnTo>
                  <a:pt x="10" y="15"/>
                </a:lnTo>
                <a:lnTo>
                  <a:pt x="19" y="15"/>
                </a:lnTo>
                <a:lnTo>
                  <a:pt x="19" y="22"/>
                </a:lnTo>
                <a:lnTo>
                  <a:pt x="0" y="2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4" name=""/>
          <p:cNvSpPr txBox="1"/>
          <p:nvPr/>
        </p:nvSpPr>
        <p:spPr>
          <a:xfrm>
            <a:off x="439920" y="1310400"/>
            <a:ext cx="421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erbij, en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5989320" y="2117880"/>
            <a:ext cx="404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Straks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8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9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0" name=""/>
          <p:cNvSpPr txBox="1"/>
          <p:nvPr/>
        </p:nvSpPr>
        <p:spPr>
          <a:xfrm>
            <a:off x="41112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1" name=""/>
          <p:cNvSpPr txBox="1"/>
          <p:nvPr/>
        </p:nvSpPr>
        <p:spPr>
          <a:xfrm>
            <a:off x="6789240" y="2566800"/>
            <a:ext cx="1343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 met 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3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4" name=""/>
          <p:cNvSpPr txBox="1"/>
          <p:nvPr/>
        </p:nvSpPr>
        <p:spPr>
          <a:xfrm>
            <a:off x="6815160" y="2763720"/>
            <a:ext cx="1282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capaciteit, stroom 2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 txBox="1"/>
          <p:nvPr/>
        </p:nvSpPr>
        <p:spPr>
          <a:xfrm>
            <a:off x="1744920" y="2214000"/>
            <a:ext cx="17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Nu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45684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/>
          <p:nvPr/>
        </p:nvSpPr>
        <p:spPr>
          <a:xfrm>
            <a:off x="45684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45684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4581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107"/>
                </a:moveTo>
                <a:lnTo>
                  <a:pt x="0" y="1350"/>
                </a:lnTo>
                <a:lnTo>
                  <a:pt x="27" y="1350"/>
                </a:lnTo>
                <a:lnTo>
                  <a:pt x="27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2" name=""/>
          <p:cNvSpPr/>
          <p:nvPr/>
        </p:nvSpPr>
        <p:spPr>
          <a:xfrm>
            <a:off x="45684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 txBox="1"/>
          <p:nvPr/>
        </p:nvSpPr>
        <p:spPr>
          <a:xfrm>
            <a:off x="10818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474336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474336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474336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886752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7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/>
          <p:nvPr/>
        </p:nvSpPr>
        <p:spPr>
          <a:xfrm>
            <a:off x="4743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 txBox="1"/>
          <p:nvPr/>
        </p:nvSpPr>
        <p:spPr>
          <a:xfrm>
            <a:off x="603720" y="3797280"/>
            <a:ext cx="3231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stroom 1 draait, blijft draaien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1" name=""/>
          <p:cNvSpPr txBox="1"/>
          <p:nvPr/>
        </p:nvSpPr>
        <p:spPr>
          <a:xfrm>
            <a:off x="4889880" y="3797280"/>
            <a:ext cx="3789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het veld nodig heeft, pakt stroom 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9" name=""/>
          <p:cNvSpPr txBox="1"/>
          <p:nvPr/>
        </p:nvSpPr>
        <p:spPr>
          <a:xfrm>
            <a:off x="457200" y="133992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4568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1" name=""/>
          <p:cNvSpPr/>
          <p:nvPr/>
        </p:nvSpPr>
        <p:spPr>
          <a:xfrm>
            <a:off x="4568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4568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456228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45684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5" name=""/>
          <p:cNvSpPr txBox="1"/>
          <p:nvPr/>
        </p:nvSpPr>
        <p:spPr>
          <a:xfrm>
            <a:off x="439920" y="1548720"/>
            <a:ext cx="6547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het oplevert, en wat het kost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6" name=""/>
          <p:cNvSpPr txBox="1"/>
          <p:nvPr/>
        </p:nvSpPr>
        <p:spPr>
          <a:xfrm>
            <a:off x="634320" y="2463840"/>
            <a:ext cx="8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Oplevert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7" name=""/>
          <p:cNvSpPr txBox="1"/>
          <p:nvPr/>
        </p:nvSpPr>
        <p:spPr>
          <a:xfrm>
            <a:off x="634320" y="2771280"/>
            <a:ext cx="4075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Draaiende koppelingen blijven werken; een leverancier kiest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47624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47624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47624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886752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106"/>
                </a:moveTo>
                <a:lnTo>
                  <a:pt x="0" y="3017"/>
                </a:lnTo>
                <a:lnTo>
                  <a:pt x="28" y="30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476244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0"/>
                </a:moveTo>
                <a:lnTo>
                  <a:pt x="0" y="3017"/>
                </a:lnTo>
                <a:lnTo>
                  <a:pt x="27" y="30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3" name=""/>
          <p:cNvSpPr txBox="1"/>
          <p:nvPr/>
        </p:nvSpPr>
        <p:spPr>
          <a:xfrm>
            <a:off x="634320" y="2980800"/>
            <a:ext cx="1797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zijn moment en zijn scope.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4943160" y="2463840"/>
            <a:ext cx="425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5" name=""/>
          <p:cNvSpPr txBox="1"/>
          <p:nvPr/>
        </p:nvSpPr>
        <p:spPr>
          <a:xfrm>
            <a:off x="4943160" y="2771280"/>
            <a:ext cx="4241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stromen naast elkaar, en een afspraak over hoe lang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456840" y="3476520"/>
            <a:ext cx="8420760" cy="476640"/>
          </a:xfrm>
          <a:custGeom>
            <a:avLst/>
            <a:gdLst/>
            <a:ahLst/>
            <a:rect l="0" t="0" r="r" b="b"/>
            <a:pathLst>
              <a:path w="23391" h="1324">
                <a:moveTo>
                  <a:pt x="0" y="0"/>
                </a:moveTo>
                <a:lnTo>
                  <a:pt x="23391" y="0"/>
                </a:lnTo>
                <a:lnTo>
                  <a:pt x="233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456840" y="34765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456840" y="3943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886752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106"/>
                </a:moveTo>
                <a:lnTo>
                  <a:pt x="0" y="1324"/>
                </a:lnTo>
                <a:lnTo>
                  <a:pt x="28" y="13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45684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632520" y="362772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4"/>
                </a:lnTo>
                <a:lnTo>
                  <a:pt x="458" y="344"/>
                </a:lnTo>
                <a:cubicBezTo>
                  <a:pt x="463" y="344"/>
                  <a:pt x="468" y="343"/>
                  <a:pt x="473" y="341"/>
                </a:cubicBezTo>
                <a:cubicBezTo>
                  <a:pt x="478" y="339"/>
                  <a:pt x="482" y="336"/>
                  <a:pt x="485" y="333"/>
                </a:cubicBezTo>
                <a:cubicBezTo>
                  <a:pt x="489" y="329"/>
                  <a:pt x="492" y="325"/>
                  <a:pt x="494" y="320"/>
                </a:cubicBezTo>
                <a:cubicBezTo>
                  <a:pt x="496" y="316"/>
                  <a:pt x="496" y="311"/>
                  <a:pt x="496" y="306"/>
                </a:cubicBezTo>
                <a:lnTo>
                  <a:pt x="496" y="77"/>
                </a:lnTo>
                <a:cubicBezTo>
                  <a:pt x="496" y="72"/>
                  <a:pt x="496" y="66"/>
                  <a:pt x="494" y="62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2"/>
                </a:cubicBezTo>
                <a:cubicBezTo>
                  <a:pt x="39" y="66"/>
                  <a:pt x="38" y="72"/>
                  <a:pt x="38" y="77"/>
                </a:cubicBezTo>
                <a:lnTo>
                  <a:pt x="38" y="306"/>
                </a:lnTo>
                <a:cubicBezTo>
                  <a:pt x="38" y="311"/>
                  <a:pt x="39" y="316"/>
                  <a:pt x="41" y="320"/>
                </a:cubicBezTo>
                <a:cubicBezTo>
                  <a:pt x="43" y="325"/>
                  <a:pt x="46" y="329"/>
                  <a:pt x="50" y="333"/>
                </a:cubicBezTo>
                <a:cubicBezTo>
                  <a:pt x="53" y="336"/>
                  <a:pt x="57" y="339"/>
                  <a:pt x="62" y="341"/>
                </a:cubicBezTo>
                <a:cubicBezTo>
                  <a:pt x="67" y="343"/>
                  <a:pt x="71" y="344"/>
                  <a:pt x="77" y="344"/>
                </a:cubicBezTo>
                <a:lnTo>
                  <a:pt x="249" y="344"/>
                </a:lnTo>
                <a:lnTo>
                  <a:pt x="249" y="382"/>
                </a:lnTo>
                <a:lnTo>
                  <a:pt x="77" y="382"/>
                </a:lnTo>
                <a:cubicBezTo>
                  <a:pt x="66" y="382"/>
                  <a:pt x="57" y="380"/>
                  <a:pt x="47" y="376"/>
                </a:cubicBezTo>
                <a:cubicBezTo>
                  <a:pt x="38" y="372"/>
                  <a:pt x="30" y="367"/>
                  <a:pt x="23" y="359"/>
                </a:cubicBezTo>
                <a:cubicBezTo>
                  <a:pt x="16" y="352"/>
                  <a:pt x="10" y="344"/>
                  <a:pt x="6" y="335"/>
                </a:cubicBezTo>
                <a:cubicBezTo>
                  <a:pt x="2" y="325"/>
                  <a:pt x="0" y="316"/>
                  <a:pt x="0" y="306"/>
                </a:cubicBezTo>
                <a:lnTo>
                  <a:pt x="0" y="77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7"/>
                </a:cubicBezTo>
                <a:lnTo>
                  <a:pt x="535" y="306"/>
                </a:lnTo>
                <a:cubicBezTo>
                  <a:pt x="535" y="316"/>
                  <a:pt x="533" y="325"/>
                  <a:pt x="529" y="335"/>
                </a:cubicBezTo>
                <a:cubicBezTo>
                  <a:pt x="525" y="344"/>
                  <a:pt x="519" y="352"/>
                  <a:pt x="512" y="359"/>
                </a:cubicBezTo>
                <a:cubicBezTo>
                  <a:pt x="505" y="367"/>
                  <a:pt x="497" y="372"/>
                  <a:pt x="488" y="376"/>
                </a:cubicBezTo>
                <a:cubicBezTo>
                  <a:pt x="478" y="380"/>
                  <a:pt x="469" y="382"/>
                  <a:pt x="458" y="382"/>
                </a:cubicBezTo>
                <a:lnTo>
                  <a:pt x="366" y="382"/>
                </a:lnTo>
                <a:lnTo>
                  <a:pt x="30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673920" y="3668760"/>
            <a:ext cx="109800" cy="55440"/>
          </a:xfrm>
          <a:custGeom>
            <a:avLst/>
            <a:gdLst/>
            <a:ahLst/>
            <a:rect l="0" t="0" r="r" b="b"/>
            <a:pathLst>
              <a:path w="305" h="154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5"/>
                </a:moveTo>
                <a:lnTo>
                  <a:pt x="191" y="115"/>
                </a:lnTo>
                <a:lnTo>
                  <a:pt x="191" y="154"/>
                </a:lnTo>
                <a:lnTo>
                  <a:pt x="0" y="154"/>
                </a:lnTo>
                <a:lnTo>
                  <a:pt x="0" y="11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 txBox="1"/>
          <p:nvPr/>
        </p:nvSpPr>
        <p:spPr>
          <a:xfrm>
            <a:off x="4943160" y="2980800"/>
            <a:ext cx="1649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oude stroom blijft staan.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5" name=""/>
          <p:cNvSpPr txBox="1"/>
          <p:nvPr/>
        </p:nvSpPr>
        <p:spPr>
          <a:xfrm>
            <a:off x="838440" y="3635280"/>
            <a:ext cx="537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past dit op de manier waarop jullie releasen?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33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4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4314960" y="2194200"/>
            <a:ext cx="5162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 txBox="1"/>
          <p:nvPr/>
        </p:nvSpPr>
        <p:spPr>
          <a:xfrm>
            <a:off x="7496280" y="2613240"/>
            <a:ext cx="1416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7" name=""/>
          <p:cNvSpPr txBox="1"/>
          <p:nvPr/>
        </p:nvSpPr>
        <p:spPr>
          <a:xfrm>
            <a:off x="510552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Niels · de lijn van story naar koppelvlakfunctionaliteit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45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2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8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66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5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7" name=""/>
          <p:cNvSpPr txBox="1"/>
          <p:nvPr/>
        </p:nvSpPr>
        <p:spPr>
          <a:xfrm>
            <a:off x="5943600" y="2194200"/>
            <a:ext cx="3315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Open punten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8" name=""/>
          <p:cNvSpPr txBox="1"/>
          <p:nvPr/>
        </p:nvSpPr>
        <p:spPr>
          <a:xfrm>
            <a:off x="7029360" y="2613240"/>
            <a:ext cx="200772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afronding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0" name=""/>
          <p:cNvSpPr txBox="1"/>
          <p:nvPr/>
        </p:nvSpPr>
        <p:spPr>
          <a:xfrm>
            <a:off x="5915160" y="3125520"/>
            <a:ext cx="32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Koppeling-ID · gevraagd · vervolg · peiling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78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6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7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3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0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1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2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7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1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2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5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33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4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5" name="" descr=""/>
          <p:cNvPicPr/>
          <p:nvPr/>
        </p:nvPicPr>
        <p:blipFill>
          <a:blip r:embed="rId2"/>
          <a:stretch/>
        </p:blipFill>
        <p:spPr>
          <a:xfrm>
            <a:off x="466920" y="1352520"/>
            <a:ext cx="4876200" cy="2381040"/>
          </a:xfrm>
          <a:prstGeom prst="rect">
            <a:avLst/>
          </a:prstGeom>
          <a:ln w="0">
            <a:noFill/>
          </a:ln>
        </p:spPr>
      </p:pic>
      <p:sp>
        <p:nvSpPr>
          <p:cNvPr id="2236" name=""/>
          <p:cNvSpPr/>
          <p:nvPr/>
        </p:nvSpPr>
        <p:spPr>
          <a:xfrm>
            <a:off x="466560" y="1352520"/>
            <a:ext cx="4876920" cy="2381400"/>
          </a:xfrm>
          <a:custGeom>
            <a:avLst/>
            <a:gdLst/>
            <a:ahLst/>
            <a:rect l="0" t="0" r="r" b="b"/>
            <a:pathLst>
              <a:path w="13547" h="6615">
                <a:moveTo>
                  <a:pt x="0" y="0"/>
                </a:moveTo>
                <a:lnTo>
                  <a:pt x="13547" y="0"/>
                </a:lnTo>
                <a:lnTo>
                  <a:pt x="13547" y="6615"/>
                </a:lnTo>
                <a:lnTo>
                  <a:pt x="0" y="6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9" name=""/>
          <p:cNvSpPr/>
          <p:nvPr/>
        </p:nvSpPr>
        <p:spPr>
          <a:xfrm>
            <a:off x="1744200" y="2501280"/>
            <a:ext cx="71280" cy="64080"/>
          </a:xfrm>
          <a:custGeom>
            <a:avLst/>
            <a:gdLst/>
            <a:ahLst/>
            <a:rect l="0" t="0" r="r" b="b"/>
            <a:pathLst>
              <a:path w="198" h="178">
                <a:moveTo>
                  <a:pt x="105" y="0"/>
                </a:moveTo>
                <a:lnTo>
                  <a:pt x="198" y="178"/>
                </a:lnTo>
                <a:lnTo>
                  <a:pt x="0" y="146"/>
                </a:lnTo>
                <a:lnTo>
                  <a:pt x="10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2" name=""/>
          <p:cNvSpPr/>
          <p:nvPr/>
        </p:nvSpPr>
        <p:spPr>
          <a:xfrm>
            <a:off x="4080960" y="2769120"/>
            <a:ext cx="61200" cy="71640"/>
          </a:xfrm>
          <a:custGeom>
            <a:avLst/>
            <a:gdLst/>
            <a:ahLst/>
            <a:rect l="0" t="0" r="r" b="b"/>
            <a:pathLst>
              <a:path w="170" h="199">
                <a:moveTo>
                  <a:pt x="0" y="139"/>
                </a:moveTo>
                <a:lnTo>
                  <a:pt x="145" y="0"/>
                </a:lnTo>
                <a:lnTo>
                  <a:pt x="170" y="199"/>
                </a:lnTo>
                <a:lnTo>
                  <a:pt x="0" y="13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995760" y="1932120"/>
            <a:ext cx="375480" cy="387720"/>
          </a:xfrm>
          <a:custGeom>
            <a:avLst/>
            <a:gdLst/>
            <a:ahLst/>
            <a:rect l="0" t="0" r="r" b="b"/>
            <a:pathLst>
              <a:path w="1043" h="1077">
                <a:moveTo>
                  <a:pt x="24" y="0"/>
                </a:moveTo>
                <a:lnTo>
                  <a:pt x="1019" y="0"/>
                </a:lnTo>
                <a:cubicBezTo>
                  <a:pt x="1026" y="0"/>
                  <a:pt x="1031" y="2"/>
                  <a:pt x="1036" y="7"/>
                </a:cubicBezTo>
                <a:cubicBezTo>
                  <a:pt x="1041" y="12"/>
                  <a:pt x="1043" y="17"/>
                  <a:pt x="1043" y="24"/>
                </a:cubicBezTo>
                <a:lnTo>
                  <a:pt x="1043" y="1053"/>
                </a:lnTo>
                <a:cubicBezTo>
                  <a:pt x="1043" y="1060"/>
                  <a:pt x="1041" y="1065"/>
                  <a:pt x="1036" y="1070"/>
                </a:cubicBezTo>
                <a:cubicBezTo>
                  <a:pt x="1031" y="1075"/>
                  <a:pt x="1026" y="1077"/>
                  <a:pt x="1019" y="1077"/>
                </a:cubicBezTo>
                <a:lnTo>
                  <a:pt x="24" y="1077"/>
                </a:lnTo>
                <a:cubicBezTo>
                  <a:pt x="18" y="1077"/>
                  <a:pt x="12" y="1075"/>
                  <a:pt x="7" y="1070"/>
                </a:cubicBezTo>
                <a:cubicBezTo>
                  <a:pt x="3" y="1065"/>
                  <a:pt x="0" y="1060"/>
                  <a:pt x="0" y="1053"/>
                </a:cubicBezTo>
                <a:lnTo>
                  <a:pt x="0" y="24"/>
                </a:lnTo>
                <a:cubicBezTo>
                  <a:pt x="0" y="17"/>
                  <a:pt x="3" y="12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1715760" y="2554920"/>
            <a:ext cx="349560" cy="130680"/>
          </a:xfrm>
          <a:custGeom>
            <a:avLst/>
            <a:gdLst/>
            <a:ahLst/>
            <a:rect l="0" t="0" r="r" b="b"/>
            <a:pathLst>
              <a:path w="971" h="363">
                <a:moveTo>
                  <a:pt x="24" y="0"/>
                </a:moveTo>
                <a:lnTo>
                  <a:pt x="947" y="0"/>
                </a:lnTo>
                <a:cubicBezTo>
                  <a:pt x="954" y="0"/>
                  <a:pt x="960" y="2"/>
                  <a:pt x="964" y="7"/>
                </a:cubicBezTo>
                <a:cubicBezTo>
                  <a:pt x="969" y="11"/>
                  <a:pt x="971" y="17"/>
                  <a:pt x="971" y="23"/>
                </a:cubicBezTo>
                <a:lnTo>
                  <a:pt x="971" y="339"/>
                </a:lnTo>
                <a:cubicBezTo>
                  <a:pt x="971" y="346"/>
                  <a:pt x="969" y="351"/>
                  <a:pt x="964" y="356"/>
                </a:cubicBezTo>
                <a:cubicBezTo>
                  <a:pt x="960" y="361"/>
                  <a:pt x="954" y="363"/>
                  <a:pt x="947" y="363"/>
                </a:cubicBezTo>
                <a:lnTo>
                  <a:pt x="24" y="363"/>
                </a:lnTo>
                <a:cubicBezTo>
                  <a:pt x="17" y="363"/>
                  <a:pt x="12" y="361"/>
                  <a:pt x="7" y="356"/>
                </a:cubicBezTo>
                <a:cubicBezTo>
                  <a:pt x="2" y="351"/>
                  <a:pt x="0" y="346"/>
                  <a:pt x="0" y="339"/>
                </a:cubicBezTo>
                <a:lnTo>
                  <a:pt x="0" y="23"/>
                </a:ln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4582440" y="1726920"/>
            <a:ext cx="591840" cy="169200"/>
          </a:xfrm>
          <a:custGeom>
            <a:avLst/>
            <a:gdLst/>
            <a:ahLst/>
            <a:rect l="0" t="0" r="r" b="b"/>
            <a:pathLst>
              <a:path w="1644" h="470">
                <a:moveTo>
                  <a:pt x="24" y="0"/>
                </a:moveTo>
                <a:lnTo>
                  <a:pt x="1620" y="0"/>
                </a:lnTo>
                <a:cubicBezTo>
                  <a:pt x="1627" y="0"/>
                  <a:pt x="1632" y="2"/>
                  <a:pt x="1637" y="7"/>
                </a:cubicBezTo>
                <a:cubicBezTo>
                  <a:pt x="1642" y="11"/>
                  <a:pt x="1644" y="17"/>
                  <a:pt x="1644" y="23"/>
                </a:cubicBezTo>
                <a:lnTo>
                  <a:pt x="1644" y="446"/>
                </a:lnTo>
                <a:cubicBezTo>
                  <a:pt x="1644" y="453"/>
                  <a:pt x="1642" y="459"/>
                  <a:pt x="1637" y="463"/>
                </a:cubicBezTo>
                <a:cubicBezTo>
                  <a:pt x="1632" y="468"/>
                  <a:pt x="1627" y="470"/>
                  <a:pt x="1620" y="470"/>
                </a:cubicBezTo>
                <a:lnTo>
                  <a:pt x="24" y="470"/>
                </a:lnTo>
                <a:cubicBezTo>
                  <a:pt x="18" y="470"/>
                  <a:pt x="12" y="468"/>
                  <a:pt x="7" y="463"/>
                </a:cubicBezTo>
                <a:cubicBezTo>
                  <a:pt x="3" y="459"/>
                  <a:pt x="0" y="453"/>
                  <a:pt x="0" y="446"/>
                </a:cubicBezTo>
                <a:lnTo>
                  <a:pt x="0" y="23"/>
                </a:lnTo>
                <a:cubicBezTo>
                  <a:pt x="0" y="17"/>
                  <a:pt x="3" y="11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/>
          <p:nvPr/>
        </p:nvSpPr>
        <p:spPr>
          <a:xfrm>
            <a:off x="3770640" y="2651040"/>
            <a:ext cx="761040" cy="131040"/>
          </a:xfrm>
          <a:custGeom>
            <a:avLst/>
            <a:gdLst/>
            <a:ahLst/>
            <a:rect l="0" t="0" r="r" b="b"/>
            <a:pathLst>
              <a:path w="2114" h="364">
                <a:moveTo>
                  <a:pt x="24" y="0"/>
                </a:moveTo>
                <a:lnTo>
                  <a:pt x="2090" y="0"/>
                </a:lnTo>
                <a:cubicBezTo>
                  <a:pt x="2096" y="0"/>
                  <a:pt x="2102" y="2"/>
                  <a:pt x="2107" y="7"/>
                </a:cubicBezTo>
                <a:cubicBezTo>
                  <a:pt x="2111" y="12"/>
                  <a:pt x="2114" y="17"/>
                  <a:pt x="2114" y="24"/>
                </a:cubicBezTo>
                <a:lnTo>
                  <a:pt x="2114" y="340"/>
                </a:lnTo>
                <a:cubicBezTo>
                  <a:pt x="2114" y="346"/>
                  <a:pt x="2111" y="352"/>
                  <a:pt x="2107" y="357"/>
                </a:cubicBezTo>
                <a:cubicBezTo>
                  <a:pt x="2102" y="361"/>
                  <a:pt x="2096" y="364"/>
                  <a:pt x="2090" y="364"/>
                </a:cubicBezTo>
                <a:lnTo>
                  <a:pt x="24" y="364"/>
                </a:lnTo>
                <a:cubicBezTo>
                  <a:pt x="17" y="364"/>
                  <a:pt x="11" y="361"/>
                  <a:pt x="7" y="357"/>
                </a:cubicBezTo>
                <a:cubicBezTo>
                  <a:pt x="2" y="352"/>
                  <a:pt x="0" y="346"/>
                  <a:pt x="0" y="340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8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9" name=""/>
          <p:cNvSpPr txBox="1"/>
          <p:nvPr/>
        </p:nvSpPr>
        <p:spPr>
          <a:xfrm>
            <a:off x="439920" y="729360"/>
            <a:ext cx="476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valt er onder een ID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1418040" y="2232000"/>
            <a:ext cx="13644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 txBox="1"/>
          <p:nvPr/>
        </p:nvSpPr>
        <p:spPr>
          <a:xfrm>
            <a:off x="4572720" y="3025800"/>
            <a:ext cx="13500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4" name=""/>
          <p:cNvSpPr/>
          <p:nvPr/>
        </p:nvSpPr>
        <p:spPr>
          <a:xfrm>
            <a:off x="5505120" y="1685880"/>
            <a:ext cx="3372480" cy="705240"/>
          </a:xfrm>
          <a:custGeom>
            <a:avLst/>
            <a:gdLst/>
            <a:ahLst/>
            <a:rect l="0" t="0" r="r" b="b"/>
            <a:pathLst>
              <a:path w="9368" h="1959">
                <a:moveTo>
                  <a:pt x="0" y="0"/>
                </a:moveTo>
                <a:lnTo>
                  <a:pt x="9368" y="0"/>
                </a:lnTo>
                <a:lnTo>
                  <a:pt x="936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5505120" y="168588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5505120" y="23810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88675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5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55051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0"/>
                </a:moveTo>
                <a:lnTo>
                  <a:pt x="0" y="1959"/>
                </a:lnTo>
                <a:lnTo>
                  <a:pt x="28" y="1959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5505120" y="2466720"/>
            <a:ext cx="3372480" cy="533880"/>
          </a:xfrm>
          <a:custGeom>
            <a:avLst/>
            <a:gdLst/>
            <a:ahLst/>
            <a:rect l="0" t="0" r="r" b="b"/>
            <a:pathLst>
              <a:path w="9368" h="1483">
                <a:moveTo>
                  <a:pt x="0" y="0"/>
                </a:moveTo>
                <a:lnTo>
                  <a:pt x="9368" y="0"/>
                </a:lnTo>
                <a:lnTo>
                  <a:pt x="936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0" name=""/>
          <p:cNvSpPr/>
          <p:nvPr/>
        </p:nvSpPr>
        <p:spPr>
          <a:xfrm>
            <a:off x="5505120" y="2466720"/>
            <a:ext cx="3372480" cy="38520"/>
          </a:xfrm>
          <a:custGeom>
            <a:avLst/>
            <a:gdLst/>
            <a:ahLst/>
            <a:rect l="0" t="0" r="r" b="b"/>
            <a:pathLst>
              <a:path w="9368" h="107">
                <a:moveTo>
                  <a:pt x="0" y="0"/>
                </a:moveTo>
                <a:lnTo>
                  <a:pt x="9368" y="0"/>
                </a:lnTo>
                <a:lnTo>
                  <a:pt x="93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5505120" y="299052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2" name=""/>
          <p:cNvSpPr/>
          <p:nvPr/>
        </p:nvSpPr>
        <p:spPr>
          <a:xfrm>
            <a:off x="88675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55051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5505120" y="3076560"/>
            <a:ext cx="3372480" cy="524160"/>
          </a:xfrm>
          <a:custGeom>
            <a:avLst/>
            <a:gdLst/>
            <a:ahLst/>
            <a:rect l="0" t="0" r="r" b="b"/>
            <a:pathLst>
              <a:path w="9368" h="1456">
                <a:moveTo>
                  <a:pt x="0" y="0"/>
                </a:moveTo>
                <a:lnTo>
                  <a:pt x="9368" y="0"/>
                </a:lnTo>
                <a:lnTo>
                  <a:pt x="936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5505120" y="307656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5505120" y="35906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88675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5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8" name=""/>
          <p:cNvSpPr/>
          <p:nvPr/>
        </p:nvSpPr>
        <p:spPr>
          <a:xfrm>
            <a:off x="55051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 txBox="1"/>
          <p:nvPr/>
        </p:nvSpPr>
        <p:spPr>
          <a:xfrm>
            <a:off x="457200" y="3803400"/>
            <a:ext cx="297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kernregistratie en studentvolgsysteem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 txBox="1"/>
          <p:nvPr/>
        </p:nvSpPr>
        <p:spPr>
          <a:xfrm>
            <a:off x="5626440" y="1811880"/>
            <a:ext cx="197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Meerdere lijnen, een naam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5626440" y="1987920"/>
            <a:ext cx="32558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links en rechts op de plaat; samen OC-SVS-KRS, of twee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 txBox="1"/>
          <p:nvPr/>
        </p:nvSpPr>
        <p:spPr>
          <a:xfrm>
            <a:off x="5626440" y="2149920"/>
            <a:ext cx="575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eigen ID's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 txBox="1"/>
          <p:nvPr/>
        </p:nvSpPr>
        <p:spPr>
          <a:xfrm>
            <a:off x="5626440" y="259308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grens zit in de bouwstenen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4" name=""/>
          <p:cNvSpPr txBox="1"/>
          <p:nvPr/>
        </p:nvSpPr>
        <p:spPr>
          <a:xfrm>
            <a:off x="5626440" y="2759400"/>
            <a:ext cx="3045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diensten en endpoints bepalen waar een ID ophoudt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5" name=""/>
          <p:cNvSpPr txBox="1"/>
          <p:nvPr/>
        </p:nvSpPr>
        <p:spPr>
          <a:xfrm>
            <a:off x="5626440" y="3202560"/>
            <a:ext cx="1959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beeld scherpt nog 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456840" y="4057560"/>
            <a:ext cx="8420760" cy="466920"/>
          </a:xfrm>
          <a:custGeom>
            <a:avLst/>
            <a:gdLst/>
            <a:ahLst/>
            <a:rect l="0" t="0" r="r" b="b"/>
            <a:pathLst>
              <a:path w="23391" h="1297">
                <a:moveTo>
                  <a:pt x="0" y="0"/>
                </a:moveTo>
                <a:lnTo>
                  <a:pt x="23391" y="0"/>
                </a:lnTo>
                <a:lnTo>
                  <a:pt x="2339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7" name=""/>
          <p:cNvSpPr/>
          <p:nvPr/>
        </p:nvSpPr>
        <p:spPr>
          <a:xfrm>
            <a:off x="456840" y="4057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8" name=""/>
          <p:cNvSpPr/>
          <p:nvPr/>
        </p:nvSpPr>
        <p:spPr>
          <a:xfrm>
            <a:off x="456840" y="4514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9" name=""/>
          <p:cNvSpPr/>
          <p:nvPr/>
        </p:nvSpPr>
        <p:spPr>
          <a:xfrm>
            <a:off x="886752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106"/>
                </a:moveTo>
                <a:lnTo>
                  <a:pt x="0" y="1297"/>
                </a:lnTo>
                <a:lnTo>
                  <a:pt x="28" y="12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0" name=""/>
          <p:cNvSpPr/>
          <p:nvPr/>
        </p:nvSpPr>
        <p:spPr>
          <a:xfrm>
            <a:off x="45684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0" y="1297"/>
                </a:lnTo>
                <a:lnTo>
                  <a:pt x="28" y="12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1" name=""/>
          <p:cNvSpPr/>
          <p:nvPr/>
        </p:nvSpPr>
        <p:spPr>
          <a:xfrm>
            <a:off x="632520" y="420876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3"/>
                </a:lnTo>
                <a:lnTo>
                  <a:pt x="458" y="343"/>
                </a:lnTo>
                <a:cubicBezTo>
                  <a:pt x="463" y="343"/>
                  <a:pt x="468" y="342"/>
                  <a:pt x="473" y="340"/>
                </a:cubicBezTo>
                <a:cubicBezTo>
                  <a:pt x="478" y="338"/>
                  <a:pt x="482" y="335"/>
                  <a:pt x="485" y="331"/>
                </a:cubicBezTo>
                <a:cubicBezTo>
                  <a:pt x="489" y="328"/>
                  <a:pt x="492" y="324"/>
                  <a:pt x="494" y="319"/>
                </a:cubicBezTo>
                <a:cubicBezTo>
                  <a:pt x="496" y="314"/>
                  <a:pt x="496" y="310"/>
                  <a:pt x="496" y="305"/>
                </a:cubicBezTo>
                <a:lnTo>
                  <a:pt x="496" y="76"/>
                </a:lnTo>
                <a:cubicBezTo>
                  <a:pt x="496" y="71"/>
                  <a:pt x="496" y="66"/>
                  <a:pt x="494" y="61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1"/>
                </a:cubicBezTo>
                <a:cubicBezTo>
                  <a:pt x="39" y="66"/>
                  <a:pt x="38" y="71"/>
                  <a:pt x="38" y="76"/>
                </a:cubicBezTo>
                <a:lnTo>
                  <a:pt x="38" y="305"/>
                </a:lnTo>
                <a:cubicBezTo>
                  <a:pt x="38" y="310"/>
                  <a:pt x="39" y="314"/>
                  <a:pt x="41" y="319"/>
                </a:cubicBezTo>
                <a:cubicBezTo>
                  <a:pt x="43" y="324"/>
                  <a:pt x="46" y="328"/>
                  <a:pt x="50" y="331"/>
                </a:cubicBezTo>
                <a:cubicBezTo>
                  <a:pt x="53" y="335"/>
                  <a:pt x="57" y="338"/>
                  <a:pt x="62" y="340"/>
                </a:cubicBezTo>
                <a:cubicBezTo>
                  <a:pt x="67" y="342"/>
                  <a:pt x="71" y="343"/>
                  <a:pt x="77" y="343"/>
                </a:cubicBezTo>
                <a:lnTo>
                  <a:pt x="249" y="343"/>
                </a:lnTo>
                <a:lnTo>
                  <a:pt x="249" y="381"/>
                </a:lnTo>
                <a:lnTo>
                  <a:pt x="77" y="381"/>
                </a:lnTo>
                <a:cubicBezTo>
                  <a:pt x="66" y="381"/>
                  <a:pt x="57" y="379"/>
                  <a:pt x="47" y="375"/>
                </a:cubicBezTo>
                <a:cubicBezTo>
                  <a:pt x="38" y="371"/>
                  <a:pt x="30" y="366"/>
                  <a:pt x="23" y="358"/>
                </a:cubicBezTo>
                <a:cubicBezTo>
                  <a:pt x="16" y="351"/>
                  <a:pt x="10" y="343"/>
                  <a:pt x="6" y="334"/>
                </a:cubicBezTo>
                <a:cubicBezTo>
                  <a:pt x="2" y="324"/>
                  <a:pt x="0" y="315"/>
                  <a:pt x="0" y="305"/>
                </a:cubicBezTo>
                <a:lnTo>
                  <a:pt x="0" y="76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6"/>
                </a:cubicBezTo>
                <a:lnTo>
                  <a:pt x="535" y="305"/>
                </a:lnTo>
                <a:cubicBezTo>
                  <a:pt x="535" y="315"/>
                  <a:pt x="533" y="324"/>
                  <a:pt x="529" y="334"/>
                </a:cubicBezTo>
                <a:cubicBezTo>
                  <a:pt x="525" y="343"/>
                  <a:pt x="519" y="351"/>
                  <a:pt x="512" y="358"/>
                </a:cubicBezTo>
                <a:cubicBezTo>
                  <a:pt x="505" y="366"/>
                  <a:pt x="497" y="371"/>
                  <a:pt x="488" y="375"/>
                </a:cubicBezTo>
                <a:cubicBezTo>
                  <a:pt x="478" y="379"/>
                  <a:pt x="469" y="381"/>
                  <a:pt x="458" y="381"/>
                </a:cubicBezTo>
                <a:lnTo>
                  <a:pt x="366" y="381"/>
                </a:lnTo>
                <a:lnTo>
                  <a:pt x="301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2" name=""/>
          <p:cNvSpPr/>
          <p:nvPr/>
        </p:nvSpPr>
        <p:spPr>
          <a:xfrm>
            <a:off x="673920" y="4249800"/>
            <a:ext cx="109800" cy="55080"/>
          </a:xfrm>
          <a:custGeom>
            <a:avLst/>
            <a:gdLst/>
            <a:ahLst/>
            <a:rect l="0" t="0" r="r" b="b"/>
            <a:pathLst>
              <a:path w="305" h="153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4"/>
                </a:moveTo>
                <a:lnTo>
                  <a:pt x="191" y="114"/>
                </a:lnTo>
                <a:lnTo>
                  <a:pt x="191" y="153"/>
                </a:lnTo>
                <a:lnTo>
                  <a:pt x="0" y="153"/>
                </a:lnTo>
                <a:lnTo>
                  <a:pt x="0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3" name=""/>
          <p:cNvSpPr txBox="1"/>
          <p:nvPr/>
        </p:nvSpPr>
        <p:spPr>
          <a:xfrm>
            <a:off x="5626440" y="3369240"/>
            <a:ext cx="3202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vastleggen in een ADR zodra de detaillering het draagt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5" name=""/>
          <p:cNvSpPr txBox="1"/>
          <p:nvPr/>
        </p:nvSpPr>
        <p:spPr>
          <a:xfrm>
            <a:off x="838440" y="4216320"/>
            <a:ext cx="427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wat vinden jullie van dit concept?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93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4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5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9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0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1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2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8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9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0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1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8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0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1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2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7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8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9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0" name=""/>
          <p:cNvSpPr txBox="1"/>
          <p:nvPr/>
        </p:nvSpPr>
        <p:spPr>
          <a:xfrm>
            <a:off x="1890720" y="3199320"/>
            <a:ext cx="5994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 per applicatiecomponent,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1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3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41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3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7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8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9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2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3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6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64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6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8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2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3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4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7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8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1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2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3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4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5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6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7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8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9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0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1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2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3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4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5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6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7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8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0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